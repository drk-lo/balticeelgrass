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30be2fc3a5a550150cc32f8a3f28acec9953002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30be2fc3a5a550150cc32f8a3f28acec9953002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30be2fc3a5a550150cc32f8a3f28acec9953002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30be2fc3a5a550150cc32f8a3f28acec9953002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30be2fc3a5a550150cc32f8a3f28acec9953002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30be2fc3a5a550150cc32f8a3f28acec9953002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30be2fc3a5a550150cc32f8a3f28acec9953002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30be2fc3a5a550150cc32f8a3f28acec995300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914400" y="914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917497" y="914400"/>
              <a:ext cx="3937404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574859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45348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15837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6326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6815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427303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97792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463713" y="4049590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63713" y="370482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3713" y="336005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63713" y="3015282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63713" y="2670513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3713" y="232574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63713" y="198097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63713" y="1636205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2577439" y="2860610"/>
              <a:ext cx="914400" cy="914769"/>
            </a:xfrm>
            <a:custGeom>
              <a:avLst/>
              <a:pathLst>
                <a:path w="914400" h="914769">
                  <a:moveTo>
                    <a:pt x="914400" y="914400"/>
                  </a:moveTo>
                  <a:lnTo>
                    <a:pt x="914400" y="914769"/>
                  </a:lnTo>
                  <a:lnTo>
                    <a:pt x="913610" y="914551"/>
                  </a:lnTo>
                  <a:lnTo>
                    <a:pt x="913063" y="914400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2577439" y="2860610"/>
              <a:ext cx="923662" cy="917330"/>
            </a:xfrm>
            <a:custGeom>
              <a:avLst/>
              <a:pathLst>
                <a:path w="923662" h="917330">
                  <a:moveTo>
                    <a:pt x="914400" y="914400"/>
                  </a:moveTo>
                  <a:lnTo>
                    <a:pt x="923662" y="914400"/>
                  </a:lnTo>
                  <a:lnTo>
                    <a:pt x="923644" y="917330"/>
                  </a:lnTo>
                  <a:lnTo>
                    <a:pt x="922390" y="916982"/>
                  </a:lnTo>
                  <a:lnTo>
                    <a:pt x="921136" y="916634"/>
                  </a:lnTo>
                  <a:lnTo>
                    <a:pt x="919882" y="916287"/>
                  </a:lnTo>
                  <a:lnTo>
                    <a:pt x="918628" y="915939"/>
                  </a:lnTo>
                  <a:lnTo>
                    <a:pt x="917373" y="915592"/>
                  </a:lnTo>
                  <a:lnTo>
                    <a:pt x="916119" y="915245"/>
                  </a:lnTo>
                  <a:lnTo>
                    <a:pt x="914865" y="914898"/>
                  </a:lnTo>
                  <a:lnTo>
                    <a:pt x="914400" y="914769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2586701" y="2860610"/>
              <a:ext cx="923662" cy="919909"/>
            </a:xfrm>
            <a:custGeom>
              <a:avLst/>
              <a:pathLst>
                <a:path w="923662" h="919909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19909"/>
                  </a:lnTo>
                  <a:lnTo>
                    <a:pt x="923159" y="919769"/>
                  </a:lnTo>
                  <a:lnTo>
                    <a:pt x="921905" y="919420"/>
                  </a:lnTo>
                  <a:lnTo>
                    <a:pt x="920651" y="919071"/>
                  </a:lnTo>
                  <a:lnTo>
                    <a:pt x="919398" y="918723"/>
                  </a:lnTo>
                  <a:lnTo>
                    <a:pt x="918144" y="918374"/>
                  </a:lnTo>
                  <a:lnTo>
                    <a:pt x="916890" y="918026"/>
                  </a:lnTo>
                  <a:lnTo>
                    <a:pt x="915636" y="917678"/>
                  </a:lnTo>
                  <a:lnTo>
                    <a:pt x="914399" y="917335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2595963" y="2860610"/>
              <a:ext cx="923662" cy="922491"/>
            </a:xfrm>
            <a:custGeom>
              <a:avLst/>
              <a:pathLst>
                <a:path w="923662" h="92249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491"/>
                  </a:lnTo>
                  <a:lnTo>
                    <a:pt x="922670" y="922214"/>
                  </a:lnTo>
                  <a:lnTo>
                    <a:pt x="921417" y="921864"/>
                  </a:lnTo>
                  <a:lnTo>
                    <a:pt x="920163" y="921514"/>
                  </a:lnTo>
                  <a:lnTo>
                    <a:pt x="918910" y="921165"/>
                  </a:lnTo>
                  <a:lnTo>
                    <a:pt x="917657" y="920816"/>
                  </a:lnTo>
                  <a:lnTo>
                    <a:pt x="916403" y="920467"/>
                  </a:lnTo>
                  <a:lnTo>
                    <a:pt x="915150" y="920118"/>
                  </a:lnTo>
                  <a:lnTo>
                    <a:pt x="914400" y="919909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2605226" y="2860610"/>
              <a:ext cx="923662" cy="925080"/>
            </a:xfrm>
            <a:custGeom>
              <a:avLst/>
              <a:pathLst>
                <a:path w="923662" h="92508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5080"/>
                  </a:lnTo>
                  <a:lnTo>
                    <a:pt x="923430" y="925016"/>
                  </a:lnTo>
                  <a:lnTo>
                    <a:pt x="922178" y="924665"/>
                  </a:lnTo>
                  <a:lnTo>
                    <a:pt x="920925" y="924314"/>
                  </a:lnTo>
                  <a:lnTo>
                    <a:pt x="919672" y="923964"/>
                  </a:lnTo>
                  <a:lnTo>
                    <a:pt x="918419" y="923614"/>
                  </a:lnTo>
                  <a:lnTo>
                    <a:pt x="917167" y="923263"/>
                  </a:lnTo>
                  <a:lnTo>
                    <a:pt x="915914" y="922913"/>
                  </a:lnTo>
                  <a:lnTo>
                    <a:pt x="914661" y="922563"/>
                  </a:lnTo>
                  <a:lnTo>
                    <a:pt x="914400" y="922491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2614488" y="2860610"/>
              <a:ext cx="923662" cy="927678"/>
            </a:xfrm>
            <a:custGeom>
              <a:avLst/>
              <a:pathLst>
                <a:path w="923662" h="92767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678"/>
                  </a:lnTo>
                  <a:lnTo>
                    <a:pt x="922935" y="927474"/>
                  </a:lnTo>
                  <a:lnTo>
                    <a:pt x="921682" y="927123"/>
                  </a:lnTo>
                  <a:lnTo>
                    <a:pt x="920430" y="926771"/>
                  </a:lnTo>
                  <a:lnTo>
                    <a:pt x="919178" y="926420"/>
                  </a:lnTo>
                  <a:lnTo>
                    <a:pt x="917926" y="926069"/>
                  </a:lnTo>
                  <a:lnTo>
                    <a:pt x="916673" y="925717"/>
                  </a:lnTo>
                  <a:lnTo>
                    <a:pt x="915421" y="925366"/>
                  </a:lnTo>
                  <a:lnTo>
                    <a:pt x="914400" y="925080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2623750" y="2860610"/>
              <a:ext cx="923662" cy="930111"/>
            </a:xfrm>
            <a:custGeom>
              <a:avLst/>
              <a:pathLst>
                <a:path w="923662" h="93011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111"/>
                  </a:lnTo>
                  <a:lnTo>
                    <a:pt x="920246" y="929323"/>
                  </a:lnTo>
                  <a:lnTo>
                    <a:pt x="919933" y="929235"/>
                  </a:lnTo>
                  <a:lnTo>
                    <a:pt x="918680" y="928882"/>
                  </a:lnTo>
                  <a:lnTo>
                    <a:pt x="917428" y="928530"/>
                  </a:lnTo>
                  <a:lnTo>
                    <a:pt x="916176" y="928178"/>
                  </a:lnTo>
                  <a:lnTo>
                    <a:pt x="914924" y="927826"/>
                  </a:lnTo>
                  <a:lnTo>
                    <a:pt x="914400" y="92767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2633012" y="2860610"/>
              <a:ext cx="923662" cy="931481"/>
            </a:xfrm>
            <a:custGeom>
              <a:avLst/>
              <a:pathLst>
                <a:path w="923662" h="93148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481"/>
                  </a:lnTo>
                  <a:lnTo>
                    <a:pt x="922785" y="931454"/>
                  </a:lnTo>
                  <a:lnTo>
                    <a:pt x="916869" y="930681"/>
                  </a:lnTo>
                  <a:lnTo>
                    <a:pt x="914400" y="930111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2642274" y="28606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50"/>
                  </a:lnTo>
                  <a:lnTo>
                    <a:pt x="919453" y="931638"/>
                  </a:lnTo>
                  <a:lnTo>
                    <a:pt x="914400" y="931481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2651537" y="2860610"/>
              <a:ext cx="923662" cy="931350"/>
            </a:xfrm>
            <a:custGeom>
              <a:avLst/>
              <a:pathLst>
                <a:path w="923662" h="93135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00"/>
                  </a:lnTo>
                  <a:lnTo>
                    <a:pt x="922024" y="930241"/>
                  </a:lnTo>
                  <a:lnTo>
                    <a:pt x="916117" y="931233"/>
                  </a:lnTo>
                  <a:lnTo>
                    <a:pt x="914400" y="931350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2660799" y="2860610"/>
              <a:ext cx="923662" cy="929800"/>
            </a:xfrm>
            <a:custGeom>
              <a:avLst/>
              <a:pathLst>
                <a:path w="923662" h="92980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056"/>
                  </a:lnTo>
                  <a:lnTo>
                    <a:pt x="922814" y="927327"/>
                  </a:lnTo>
                  <a:lnTo>
                    <a:pt x="921421" y="927772"/>
                  </a:lnTo>
                  <a:lnTo>
                    <a:pt x="920028" y="928217"/>
                  </a:lnTo>
                  <a:lnTo>
                    <a:pt x="918631" y="928663"/>
                  </a:lnTo>
                  <a:lnTo>
                    <a:pt x="914400" y="929800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2670061" y="2860610"/>
              <a:ext cx="923662" cy="927056"/>
            </a:xfrm>
            <a:custGeom>
              <a:avLst/>
              <a:pathLst>
                <a:path w="923662" h="92705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03"/>
                  </a:lnTo>
                  <a:lnTo>
                    <a:pt x="923307" y="924216"/>
                  </a:lnTo>
                  <a:lnTo>
                    <a:pt x="921913" y="924660"/>
                  </a:lnTo>
                  <a:lnTo>
                    <a:pt x="920520" y="925104"/>
                  </a:lnTo>
                  <a:lnTo>
                    <a:pt x="919126" y="925548"/>
                  </a:lnTo>
                  <a:lnTo>
                    <a:pt x="917732" y="925993"/>
                  </a:lnTo>
                  <a:lnTo>
                    <a:pt x="916339" y="926437"/>
                  </a:lnTo>
                  <a:lnTo>
                    <a:pt x="914945" y="926882"/>
                  </a:lnTo>
                  <a:lnTo>
                    <a:pt x="914400" y="927056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2679323" y="2860610"/>
              <a:ext cx="923662" cy="924103"/>
            </a:xfrm>
            <a:custGeom>
              <a:avLst/>
              <a:pathLst>
                <a:path w="923662" h="92410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159"/>
                  </a:lnTo>
                  <a:lnTo>
                    <a:pt x="922410" y="921556"/>
                  </a:lnTo>
                  <a:lnTo>
                    <a:pt x="921016" y="921999"/>
                  </a:lnTo>
                  <a:lnTo>
                    <a:pt x="919621" y="922442"/>
                  </a:lnTo>
                  <a:lnTo>
                    <a:pt x="918227" y="922886"/>
                  </a:lnTo>
                  <a:lnTo>
                    <a:pt x="916833" y="923329"/>
                  </a:lnTo>
                  <a:lnTo>
                    <a:pt x="915439" y="923773"/>
                  </a:lnTo>
                  <a:lnTo>
                    <a:pt x="914400" y="924103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2688586" y="2860610"/>
              <a:ext cx="923662" cy="921159"/>
            </a:xfrm>
            <a:custGeom>
              <a:avLst/>
              <a:pathLst>
                <a:path w="923662" h="92115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223"/>
                  </a:lnTo>
                  <a:lnTo>
                    <a:pt x="922912" y="918461"/>
                  </a:lnTo>
                  <a:lnTo>
                    <a:pt x="921516" y="918902"/>
                  </a:lnTo>
                  <a:lnTo>
                    <a:pt x="920122" y="919344"/>
                  </a:lnTo>
                  <a:lnTo>
                    <a:pt x="918727" y="919786"/>
                  </a:lnTo>
                  <a:lnTo>
                    <a:pt x="917332" y="920229"/>
                  </a:lnTo>
                  <a:lnTo>
                    <a:pt x="915937" y="920671"/>
                  </a:lnTo>
                  <a:lnTo>
                    <a:pt x="914543" y="921114"/>
                  </a:lnTo>
                  <a:lnTo>
                    <a:pt x="914400" y="921159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2697848" y="2860610"/>
              <a:ext cx="923662" cy="918223"/>
            </a:xfrm>
            <a:custGeom>
              <a:avLst/>
              <a:pathLst>
                <a:path w="923662" h="9182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296"/>
                  </a:lnTo>
                  <a:lnTo>
                    <a:pt x="923417" y="915373"/>
                  </a:lnTo>
                  <a:lnTo>
                    <a:pt x="922022" y="915813"/>
                  </a:lnTo>
                  <a:lnTo>
                    <a:pt x="920626" y="916254"/>
                  </a:lnTo>
                  <a:lnTo>
                    <a:pt x="919231" y="916695"/>
                  </a:lnTo>
                  <a:lnTo>
                    <a:pt x="917835" y="917136"/>
                  </a:lnTo>
                  <a:lnTo>
                    <a:pt x="916440" y="917578"/>
                  </a:lnTo>
                  <a:lnTo>
                    <a:pt x="915044" y="918019"/>
                  </a:lnTo>
                  <a:lnTo>
                    <a:pt x="914400" y="918223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2707110" y="2860610"/>
              <a:ext cx="917240" cy="915296"/>
            </a:xfrm>
            <a:custGeom>
              <a:avLst/>
              <a:pathLst>
                <a:path w="917240" h="915296">
                  <a:moveTo>
                    <a:pt x="914400" y="914400"/>
                  </a:moveTo>
                  <a:lnTo>
                    <a:pt x="917240" y="914400"/>
                  </a:lnTo>
                  <a:lnTo>
                    <a:pt x="916947" y="914492"/>
                  </a:lnTo>
                  <a:lnTo>
                    <a:pt x="915551" y="914932"/>
                  </a:lnTo>
                  <a:lnTo>
                    <a:pt x="914400" y="915296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2781208" y="2860610"/>
              <a:ext cx="914400" cy="915512"/>
            </a:xfrm>
            <a:custGeom>
              <a:avLst/>
              <a:pathLst>
                <a:path w="914400" h="915512">
                  <a:moveTo>
                    <a:pt x="914400" y="914400"/>
                  </a:moveTo>
                  <a:lnTo>
                    <a:pt x="914400" y="915512"/>
                  </a:lnTo>
                  <a:lnTo>
                    <a:pt x="911827" y="915307"/>
                  </a:lnTo>
                  <a:lnTo>
                    <a:pt x="907119" y="914400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2781208" y="2860610"/>
              <a:ext cx="923662" cy="915841"/>
            </a:xfrm>
            <a:custGeom>
              <a:avLst/>
              <a:pathLst>
                <a:path w="923662" h="91584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74"/>
                  </a:lnTo>
                  <a:lnTo>
                    <a:pt x="918528" y="915841"/>
                  </a:lnTo>
                  <a:lnTo>
                    <a:pt x="914400" y="915512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2790470" y="2860610"/>
              <a:ext cx="923662" cy="915674"/>
            </a:xfrm>
            <a:custGeom>
              <a:avLst/>
              <a:pathLst>
                <a:path w="923662" h="91567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41"/>
                  </a:lnTo>
                  <a:lnTo>
                    <a:pt x="922456" y="915047"/>
                  </a:lnTo>
                  <a:lnTo>
                    <a:pt x="920296" y="915238"/>
                  </a:lnTo>
                  <a:lnTo>
                    <a:pt x="918136" y="915430"/>
                  </a:lnTo>
                  <a:lnTo>
                    <a:pt x="915971" y="915622"/>
                  </a:lnTo>
                  <a:lnTo>
                    <a:pt x="914400" y="915674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2799732" y="2860610"/>
              <a:ext cx="920549" cy="914941"/>
            </a:xfrm>
            <a:custGeom>
              <a:avLst/>
              <a:pathLst>
                <a:path w="920549" h="914941">
                  <a:moveTo>
                    <a:pt x="914400" y="914400"/>
                  </a:moveTo>
                  <a:lnTo>
                    <a:pt x="920549" y="914400"/>
                  </a:lnTo>
                  <a:lnTo>
                    <a:pt x="919674" y="914476"/>
                  </a:lnTo>
                  <a:lnTo>
                    <a:pt x="917514" y="914666"/>
                  </a:lnTo>
                  <a:lnTo>
                    <a:pt x="915354" y="914857"/>
                  </a:lnTo>
                  <a:lnTo>
                    <a:pt x="914400" y="914941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2531128" y="2843372"/>
              <a:ext cx="914400" cy="916267"/>
            </a:xfrm>
            <a:custGeom>
              <a:avLst/>
              <a:pathLst>
                <a:path w="914400" h="916267">
                  <a:moveTo>
                    <a:pt x="914400" y="914399"/>
                  </a:moveTo>
                  <a:lnTo>
                    <a:pt x="914400" y="916267"/>
                  </a:lnTo>
                  <a:lnTo>
                    <a:pt x="911459" y="914399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2531128" y="2843372"/>
              <a:ext cx="923662" cy="921047"/>
            </a:xfrm>
            <a:custGeom>
              <a:avLst/>
              <a:pathLst>
                <a:path w="923662" h="92104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1047"/>
                  </a:lnTo>
                  <a:lnTo>
                    <a:pt x="921255" y="920024"/>
                  </a:lnTo>
                  <a:lnTo>
                    <a:pt x="915678" y="917078"/>
                  </a:lnTo>
                  <a:lnTo>
                    <a:pt x="914400" y="916267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2540390" y="2843372"/>
              <a:ext cx="923662" cy="924358"/>
            </a:xfrm>
            <a:custGeom>
              <a:avLst/>
              <a:pathLst>
                <a:path w="923662" h="92435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8"/>
                  </a:lnTo>
                  <a:lnTo>
                    <a:pt x="923354" y="924274"/>
                  </a:lnTo>
                  <a:lnTo>
                    <a:pt x="917643" y="922425"/>
                  </a:lnTo>
                  <a:lnTo>
                    <a:pt x="914400" y="921047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2549652" y="2843372"/>
              <a:ext cx="923662" cy="926900"/>
            </a:xfrm>
            <a:custGeom>
              <a:avLst/>
              <a:pathLst>
                <a:path w="923662" h="92690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900"/>
                  </a:lnTo>
                  <a:lnTo>
                    <a:pt x="922885" y="926687"/>
                  </a:lnTo>
                  <a:lnTo>
                    <a:pt x="921630" y="926342"/>
                  </a:lnTo>
                  <a:lnTo>
                    <a:pt x="920374" y="925997"/>
                  </a:lnTo>
                  <a:lnTo>
                    <a:pt x="919118" y="925652"/>
                  </a:lnTo>
                  <a:lnTo>
                    <a:pt x="917863" y="925308"/>
                  </a:lnTo>
                  <a:lnTo>
                    <a:pt x="916607" y="924963"/>
                  </a:lnTo>
                  <a:lnTo>
                    <a:pt x="915351" y="924619"/>
                  </a:lnTo>
                  <a:lnTo>
                    <a:pt x="914400" y="92435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2558914" y="2843372"/>
              <a:ext cx="923662" cy="929450"/>
            </a:xfrm>
            <a:custGeom>
              <a:avLst/>
              <a:pathLst>
                <a:path w="923662" h="92945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450"/>
                  </a:lnTo>
                  <a:lnTo>
                    <a:pt x="923350" y="929364"/>
                  </a:lnTo>
                  <a:lnTo>
                    <a:pt x="923037" y="929277"/>
                  </a:lnTo>
                  <a:lnTo>
                    <a:pt x="922881" y="929227"/>
                  </a:lnTo>
                  <a:lnTo>
                    <a:pt x="922724" y="929191"/>
                  </a:lnTo>
                  <a:lnTo>
                    <a:pt x="922411" y="929105"/>
                  </a:lnTo>
                  <a:lnTo>
                    <a:pt x="921155" y="928759"/>
                  </a:lnTo>
                  <a:lnTo>
                    <a:pt x="919900" y="928413"/>
                  </a:lnTo>
                  <a:lnTo>
                    <a:pt x="918644" y="928068"/>
                  </a:lnTo>
                  <a:lnTo>
                    <a:pt x="917389" y="927722"/>
                  </a:lnTo>
                  <a:lnTo>
                    <a:pt x="916134" y="927377"/>
                  </a:lnTo>
                  <a:lnTo>
                    <a:pt x="914878" y="927032"/>
                  </a:lnTo>
                  <a:lnTo>
                    <a:pt x="914400" y="926900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256817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2325" y="931638"/>
                  </a:lnTo>
                  <a:lnTo>
                    <a:pt x="921618" y="931442"/>
                  </a:lnTo>
                  <a:lnTo>
                    <a:pt x="920363" y="931096"/>
                  </a:lnTo>
                  <a:lnTo>
                    <a:pt x="919108" y="930749"/>
                  </a:lnTo>
                  <a:lnTo>
                    <a:pt x="917854" y="930403"/>
                  </a:lnTo>
                  <a:lnTo>
                    <a:pt x="916599" y="930056"/>
                  </a:lnTo>
                  <a:lnTo>
                    <a:pt x="915344" y="929710"/>
                  </a:lnTo>
                  <a:lnTo>
                    <a:pt x="914400" y="929450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257743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2586701" y="284337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259596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260522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261448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262375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2633012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2642274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265153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266079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2670061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267932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268858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269784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2707110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376"/>
                  </a:lnTo>
                  <a:lnTo>
                    <a:pt x="922531" y="912732"/>
                  </a:lnTo>
                  <a:lnTo>
                    <a:pt x="921135" y="913172"/>
                  </a:lnTo>
                  <a:lnTo>
                    <a:pt x="919739" y="913612"/>
                  </a:lnTo>
                  <a:lnTo>
                    <a:pt x="918343" y="914052"/>
                  </a:lnTo>
                  <a:lnTo>
                    <a:pt x="917240" y="914400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2716372" y="2843372"/>
              <a:ext cx="923662" cy="929615"/>
            </a:xfrm>
            <a:custGeom>
              <a:avLst/>
              <a:pathLst>
                <a:path w="923662" h="9296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704"/>
                  </a:lnTo>
                  <a:lnTo>
                    <a:pt x="923045" y="926897"/>
                  </a:lnTo>
                  <a:lnTo>
                    <a:pt x="921649" y="927336"/>
                  </a:lnTo>
                  <a:lnTo>
                    <a:pt x="920252" y="927775"/>
                  </a:lnTo>
                  <a:lnTo>
                    <a:pt x="918855" y="928214"/>
                  </a:lnTo>
                  <a:lnTo>
                    <a:pt x="917458" y="928653"/>
                  </a:lnTo>
                  <a:lnTo>
                    <a:pt x="916062" y="929092"/>
                  </a:lnTo>
                  <a:lnTo>
                    <a:pt x="914665" y="929531"/>
                  </a:lnTo>
                  <a:lnTo>
                    <a:pt x="914400" y="929615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2725634" y="2843372"/>
              <a:ext cx="923662" cy="926704"/>
            </a:xfrm>
            <a:custGeom>
              <a:avLst/>
              <a:pathLst>
                <a:path w="923662" h="926704">
                  <a:moveTo>
                    <a:pt x="914400" y="914399"/>
                  </a:moveTo>
                  <a:lnTo>
                    <a:pt x="923662" y="914399"/>
                  </a:lnTo>
                  <a:lnTo>
                    <a:pt x="923564" y="923832"/>
                  </a:lnTo>
                  <a:lnTo>
                    <a:pt x="922167" y="924269"/>
                  </a:lnTo>
                  <a:lnTo>
                    <a:pt x="920769" y="924707"/>
                  </a:lnTo>
                  <a:lnTo>
                    <a:pt x="919372" y="925145"/>
                  </a:lnTo>
                  <a:lnTo>
                    <a:pt x="917974" y="925583"/>
                  </a:lnTo>
                  <a:lnTo>
                    <a:pt x="916577" y="926021"/>
                  </a:lnTo>
                  <a:lnTo>
                    <a:pt x="915180" y="926459"/>
                  </a:lnTo>
                  <a:lnTo>
                    <a:pt x="914400" y="926704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2734897" y="2843372"/>
              <a:ext cx="923662" cy="924351"/>
            </a:xfrm>
            <a:custGeom>
              <a:avLst/>
              <a:pathLst>
                <a:path w="923662" h="92435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1"/>
                  </a:lnTo>
                  <a:lnTo>
                    <a:pt x="923113" y="924216"/>
                  </a:lnTo>
                  <a:lnTo>
                    <a:pt x="921537" y="923826"/>
                  </a:lnTo>
                  <a:lnTo>
                    <a:pt x="919961" y="923437"/>
                  </a:lnTo>
                  <a:lnTo>
                    <a:pt x="918385" y="923048"/>
                  </a:lnTo>
                  <a:lnTo>
                    <a:pt x="917503" y="922831"/>
                  </a:lnTo>
                  <a:lnTo>
                    <a:pt x="917097" y="922958"/>
                  </a:lnTo>
                  <a:lnTo>
                    <a:pt x="915699" y="923395"/>
                  </a:lnTo>
                  <a:lnTo>
                    <a:pt x="914400" y="923801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2744159" y="2843372"/>
              <a:ext cx="923662" cy="926645"/>
            </a:xfrm>
            <a:custGeom>
              <a:avLst/>
              <a:pathLst>
                <a:path w="923662" h="92664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645"/>
                  </a:lnTo>
                  <a:lnTo>
                    <a:pt x="923304" y="926556"/>
                  </a:lnTo>
                  <a:lnTo>
                    <a:pt x="921729" y="926165"/>
                  </a:lnTo>
                  <a:lnTo>
                    <a:pt x="920154" y="925775"/>
                  </a:lnTo>
                  <a:lnTo>
                    <a:pt x="918578" y="925385"/>
                  </a:lnTo>
                  <a:lnTo>
                    <a:pt x="917002" y="924995"/>
                  </a:lnTo>
                  <a:lnTo>
                    <a:pt x="915427" y="924605"/>
                  </a:lnTo>
                  <a:lnTo>
                    <a:pt x="914400" y="924351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2753421" y="2843372"/>
              <a:ext cx="923662" cy="928946"/>
            </a:xfrm>
            <a:custGeom>
              <a:avLst/>
              <a:pathLst>
                <a:path w="923662" h="928946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8946"/>
                  </a:lnTo>
                  <a:lnTo>
                    <a:pt x="923492" y="928904"/>
                  </a:lnTo>
                  <a:lnTo>
                    <a:pt x="921917" y="928512"/>
                  </a:lnTo>
                  <a:lnTo>
                    <a:pt x="920342" y="928120"/>
                  </a:lnTo>
                  <a:lnTo>
                    <a:pt x="918768" y="927729"/>
                  </a:lnTo>
                  <a:lnTo>
                    <a:pt x="917192" y="927338"/>
                  </a:lnTo>
                  <a:lnTo>
                    <a:pt x="915617" y="926947"/>
                  </a:lnTo>
                  <a:lnTo>
                    <a:pt x="914400" y="926645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2762683" y="2843372"/>
              <a:ext cx="923662" cy="931255"/>
            </a:xfrm>
            <a:custGeom>
              <a:avLst/>
              <a:pathLst>
                <a:path w="923662" h="93125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255"/>
                  </a:lnTo>
                  <a:lnTo>
                    <a:pt x="922102" y="930866"/>
                  </a:lnTo>
                  <a:lnTo>
                    <a:pt x="920528" y="930473"/>
                  </a:lnTo>
                  <a:lnTo>
                    <a:pt x="918954" y="930080"/>
                  </a:lnTo>
                  <a:lnTo>
                    <a:pt x="917379" y="929688"/>
                  </a:lnTo>
                  <a:lnTo>
                    <a:pt x="915805" y="929296"/>
                  </a:lnTo>
                  <a:lnTo>
                    <a:pt x="914400" y="928946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277194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382" y="931638"/>
                  </a:lnTo>
                  <a:lnTo>
                    <a:pt x="914400" y="931255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278120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279047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2799732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127"/>
                  </a:lnTo>
                  <a:lnTo>
                    <a:pt x="921834" y="914287"/>
                  </a:lnTo>
                  <a:lnTo>
                    <a:pt x="920549" y="914400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2808994" y="2843372"/>
              <a:ext cx="923662" cy="931365"/>
            </a:xfrm>
            <a:custGeom>
              <a:avLst/>
              <a:pathLst>
                <a:path w="923662" h="9313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813"/>
                  </a:lnTo>
                  <a:lnTo>
                    <a:pt x="920443" y="930561"/>
                  </a:lnTo>
                  <a:lnTo>
                    <a:pt x="914738" y="931335"/>
                  </a:lnTo>
                  <a:lnTo>
                    <a:pt x="914400" y="931365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2818257" y="2843372"/>
              <a:ext cx="923662" cy="929813"/>
            </a:xfrm>
            <a:custGeom>
              <a:avLst/>
              <a:pathLst>
                <a:path w="923662" h="929813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877"/>
                  </a:lnTo>
                  <a:lnTo>
                    <a:pt x="922490" y="927381"/>
                  </a:lnTo>
                  <a:lnTo>
                    <a:pt x="916858" y="929242"/>
                  </a:lnTo>
                  <a:lnTo>
                    <a:pt x="914400" y="929813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2827519" y="2843372"/>
              <a:ext cx="923662" cy="926877"/>
            </a:xfrm>
            <a:custGeom>
              <a:avLst/>
              <a:pathLst>
                <a:path w="923662" h="9268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2395"/>
                  </a:lnTo>
                  <a:lnTo>
                    <a:pt x="918802" y="924983"/>
                  </a:lnTo>
                  <a:lnTo>
                    <a:pt x="914400" y="926877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2836781" y="2843372"/>
              <a:ext cx="923662" cy="922395"/>
            </a:xfrm>
            <a:custGeom>
              <a:avLst/>
              <a:pathLst>
                <a:path w="923662" h="92239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6205"/>
                  </a:lnTo>
                  <a:lnTo>
                    <a:pt x="920451" y="918603"/>
                  </a:lnTo>
                  <a:lnTo>
                    <a:pt x="915040" y="922054"/>
                  </a:lnTo>
                  <a:lnTo>
                    <a:pt x="914400" y="922395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2846043" y="2843372"/>
              <a:ext cx="916775" cy="916205"/>
            </a:xfrm>
            <a:custGeom>
              <a:avLst/>
              <a:pathLst>
                <a:path w="916775" h="916205">
                  <a:moveTo>
                    <a:pt x="914400" y="914399"/>
                  </a:moveTo>
                  <a:lnTo>
                    <a:pt x="916775" y="914399"/>
                  </a:lnTo>
                  <a:lnTo>
                    <a:pt x="916498" y="914638"/>
                  </a:lnTo>
                  <a:lnTo>
                    <a:pt x="914400" y="916205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2512603" y="2826133"/>
              <a:ext cx="914400" cy="918691"/>
            </a:xfrm>
            <a:custGeom>
              <a:avLst/>
              <a:pathLst>
                <a:path w="914400" h="918691">
                  <a:moveTo>
                    <a:pt x="914400" y="914399"/>
                  </a:moveTo>
                  <a:lnTo>
                    <a:pt x="914400" y="918691"/>
                  </a:lnTo>
                  <a:lnTo>
                    <a:pt x="912947" y="917266"/>
                  </a:lnTo>
                  <a:lnTo>
                    <a:pt x="910363" y="914399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2512603" y="2826133"/>
              <a:ext cx="923662" cy="927067"/>
            </a:xfrm>
            <a:custGeom>
              <a:avLst/>
              <a:pathLst>
                <a:path w="923662" h="92706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7067"/>
                  </a:lnTo>
                  <a:lnTo>
                    <a:pt x="923336" y="926824"/>
                  </a:lnTo>
                  <a:lnTo>
                    <a:pt x="918075" y="922297"/>
                  </a:lnTo>
                  <a:lnTo>
                    <a:pt x="914400" y="918691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252186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0721" y="931638"/>
                  </a:lnTo>
                  <a:lnTo>
                    <a:pt x="919455" y="930834"/>
                  </a:lnTo>
                  <a:lnTo>
                    <a:pt x="914400" y="927067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253112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254039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254965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255891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256817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257743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2586701" y="28261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259596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260522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261448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262375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263301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264227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265153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266079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267006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267932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268858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269784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270711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271637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272563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273489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274415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275342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276268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277194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278120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279047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279973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280899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281825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282751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283678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2846043" y="284337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38"/>
                  </a:lnTo>
                  <a:lnTo>
                    <a:pt x="921691" y="910169"/>
                  </a:lnTo>
                  <a:lnTo>
                    <a:pt x="916775" y="914399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2855306" y="2826133"/>
              <a:ext cx="923662" cy="925477"/>
            </a:xfrm>
            <a:custGeom>
              <a:avLst/>
              <a:pathLst>
                <a:path w="923662" h="9254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457"/>
                  </a:lnTo>
                  <a:lnTo>
                    <a:pt x="922409" y="917010"/>
                  </a:lnTo>
                  <a:lnTo>
                    <a:pt x="917491" y="922448"/>
                  </a:lnTo>
                  <a:lnTo>
                    <a:pt x="914400" y="925477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2864568" y="2826133"/>
              <a:ext cx="915253" cy="915457"/>
            </a:xfrm>
            <a:custGeom>
              <a:avLst/>
              <a:pathLst>
                <a:path w="915253" h="915457">
                  <a:moveTo>
                    <a:pt x="914400" y="914399"/>
                  </a:moveTo>
                  <a:lnTo>
                    <a:pt x="915253" y="914399"/>
                  </a:lnTo>
                  <a:lnTo>
                    <a:pt x="914400" y="915457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2503341" y="2808895"/>
              <a:ext cx="914400" cy="925459"/>
            </a:xfrm>
            <a:custGeom>
              <a:avLst/>
              <a:pathLst>
                <a:path w="914400" h="925459">
                  <a:moveTo>
                    <a:pt x="914400" y="914400"/>
                  </a:moveTo>
                  <a:lnTo>
                    <a:pt x="914400" y="925459"/>
                  </a:lnTo>
                  <a:lnTo>
                    <a:pt x="912412" y="922984"/>
                  </a:lnTo>
                  <a:lnTo>
                    <a:pt x="907768" y="916527"/>
                  </a:lnTo>
                  <a:lnTo>
                    <a:pt x="906394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250334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25" y="931638"/>
                  </a:lnTo>
                  <a:lnTo>
                    <a:pt x="917230" y="928982"/>
                  </a:lnTo>
                  <a:lnTo>
                    <a:pt x="914400" y="925459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251260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252186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253112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254039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254965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255891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256817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257743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2586701" y="28088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259596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260522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261448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262375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263301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264227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265153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266079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267006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267932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268858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269784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270711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271637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272563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273489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274415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275342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276268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277194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278120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279047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279973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280899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281825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282751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283678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284604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285530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2864568" y="28261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065"/>
                  </a:lnTo>
                  <a:lnTo>
                    <a:pt x="923464" y="903353"/>
                  </a:lnTo>
                  <a:lnTo>
                    <a:pt x="922500" y="904759"/>
                  </a:lnTo>
                  <a:lnTo>
                    <a:pt x="917908" y="911109"/>
                  </a:lnTo>
                  <a:lnTo>
                    <a:pt x="915253" y="914399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2873830" y="2808895"/>
              <a:ext cx="918450" cy="920303"/>
            </a:xfrm>
            <a:custGeom>
              <a:avLst/>
              <a:pathLst>
                <a:path w="918450" h="920303">
                  <a:moveTo>
                    <a:pt x="914400" y="914400"/>
                  </a:moveTo>
                  <a:lnTo>
                    <a:pt x="918450" y="914400"/>
                  </a:lnTo>
                  <a:lnTo>
                    <a:pt x="918036" y="915003"/>
                  </a:lnTo>
                  <a:lnTo>
                    <a:pt x="917077" y="916400"/>
                  </a:lnTo>
                  <a:lnTo>
                    <a:pt x="916118" y="917797"/>
                  </a:lnTo>
                  <a:lnTo>
                    <a:pt x="915160" y="919194"/>
                  </a:lnTo>
                  <a:lnTo>
                    <a:pt x="914400" y="920303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2494079" y="2791656"/>
              <a:ext cx="914400" cy="929693"/>
            </a:xfrm>
            <a:custGeom>
              <a:avLst/>
              <a:pathLst>
                <a:path w="914400" h="929693">
                  <a:moveTo>
                    <a:pt x="914400" y="914400"/>
                  </a:moveTo>
                  <a:lnTo>
                    <a:pt x="914400" y="929693"/>
                  </a:lnTo>
                  <a:lnTo>
                    <a:pt x="912574" y="926867"/>
                  </a:lnTo>
                  <a:lnTo>
                    <a:pt x="908317" y="919545"/>
                  </a:lnTo>
                  <a:lnTo>
                    <a:pt x="905622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249407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56" y="931638"/>
                  </a:lnTo>
                  <a:lnTo>
                    <a:pt x="914400" y="929693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250334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251260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252186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253112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254039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254965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255891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256817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257743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586701" y="27916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59596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60522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61448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62375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63301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64227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65153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66079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67006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67932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68858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69784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70711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71637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72563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73489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74415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75342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76268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77194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78120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79047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79973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80899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81825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82751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83678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84604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85530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286456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873830" y="28088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13"/>
                  </a:lnTo>
                  <a:lnTo>
                    <a:pt x="922833" y="908018"/>
                  </a:lnTo>
                  <a:lnTo>
                    <a:pt x="921874" y="909415"/>
                  </a:lnTo>
                  <a:lnTo>
                    <a:pt x="920914" y="910811"/>
                  </a:lnTo>
                  <a:lnTo>
                    <a:pt x="919954" y="912208"/>
                  </a:lnTo>
                  <a:lnTo>
                    <a:pt x="918995" y="913605"/>
                  </a:lnTo>
                  <a:lnTo>
                    <a:pt x="918450" y="91440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883092" y="2791656"/>
              <a:ext cx="921041" cy="924051"/>
            </a:xfrm>
            <a:custGeom>
              <a:avLst/>
              <a:pathLst>
                <a:path w="921041" h="924051">
                  <a:moveTo>
                    <a:pt x="914400" y="914400"/>
                  </a:moveTo>
                  <a:lnTo>
                    <a:pt x="921041" y="914400"/>
                  </a:lnTo>
                  <a:lnTo>
                    <a:pt x="920296" y="915481"/>
                  </a:lnTo>
                  <a:lnTo>
                    <a:pt x="919335" y="916877"/>
                  </a:lnTo>
                  <a:lnTo>
                    <a:pt x="918374" y="918273"/>
                  </a:lnTo>
                  <a:lnTo>
                    <a:pt x="917413" y="919670"/>
                  </a:lnTo>
                  <a:lnTo>
                    <a:pt x="916452" y="921066"/>
                  </a:lnTo>
                  <a:lnTo>
                    <a:pt x="915492" y="922463"/>
                  </a:lnTo>
                  <a:lnTo>
                    <a:pt x="914531" y="923860"/>
                  </a:lnTo>
                  <a:lnTo>
                    <a:pt x="914400" y="924051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484817" y="2774418"/>
              <a:ext cx="914400" cy="930713"/>
            </a:xfrm>
            <a:custGeom>
              <a:avLst/>
              <a:pathLst>
                <a:path w="914400" h="930713">
                  <a:moveTo>
                    <a:pt x="914400" y="914399"/>
                  </a:moveTo>
                  <a:lnTo>
                    <a:pt x="914400" y="930713"/>
                  </a:lnTo>
                  <a:lnTo>
                    <a:pt x="913533" y="929059"/>
                  </a:lnTo>
                  <a:lnTo>
                    <a:pt x="909709" y="920952"/>
                  </a:lnTo>
                  <a:lnTo>
                    <a:pt x="906929" y="914399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48481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884" y="931638"/>
                  </a:lnTo>
                  <a:lnTo>
                    <a:pt x="914400" y="930713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49407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50334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51260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52186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253112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254039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254965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255891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256817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257743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2586701" y="277441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259596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260522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261448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262375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263301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264227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265153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266079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267006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267932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268858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269784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270711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271637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272563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273489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274415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275342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276268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277194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278120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279047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279973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280899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281825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282751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283678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284604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285530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286456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287383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2883092" y="27916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595"/>
                  </a:lnTo>
                  <a:lnTo>
                    <a:pt x="923181" y="911292"/>
                  </a:lnTo>
                  <a:lnTo>
                    <a:pt x="922219" y="912688"/>
                  </a:lnTo>
                  <a:lnTo>
                    <a:pt x="921258" y="914085"/>
                  </a:lnTo>
                  <a:lnTo>
                    <a:pt x="921041" y="91440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2892354" y="2774418"/>
              <a:ext cx="923662" cy="927834"/>
            </a:xfrm>
            <a:custGeom>
              <a:avLst/>
              <a:pathLst>
                <a:path w="923662" h="927834">
                  <a:moveTo>
                    <a:pt x="914400" y="914399"/>
                  </a:moveTo>
                  <a:lnTo>
                    <a:pt x="923662" y="914411"/>
                  </a:lnTo>
                  <a:lnTo>
                    <a:pt x="923549" y="914575"/>
                  </a:lnTo>
                  <a:lnTo>
                    <a:pt x="922585" y="915970"/>
                  </a:lnTo>
                  <a:lnTo>
                    <a:pt x="921621" y="917365"/>
                  </a:lnTo>
                  <a:lnTo>
                    <a:pt x="920658" y="918761"/>
                  </a:lnTo>
                  <a:lnTo>
                    <a:pt x="919694" y="920156"/>
                  </a:lnTo>
                  <a:lnTo>
                    <a:pt x="918731" y="921552"/>
                  </a:lnTo>
                  <a:lnTo>
                    <a:pt x="917769" y="922948"/>
                  </a:lnTo>
                  <a:lnTo>
                    <a:pt x="916806" y="924343"/>
                  </a:lnTo>
                  <a:lnTo>
                    <a:pt x="915843" y="925739"/>
                  </a:lnTo>
                  <a:lnTo>
                    <a:pt x="914881" y="927135"/>
                  </a:lnTo>
                  <a:lnTo>
                    <a:pt x="914400" y="927834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2475555" y="2757179"/>
              <a:ext cx="914399" cy="927148"/>
            </a:xfrm>
            <a:custGeom>
              <a:avLst/>
              <a:pathLst>
                <a:path w="914399" h="927148">
                  <a:moveTo>
                    <a:pt x="914399" y="914400"/>
                  </a:moveTo>
                  <a:lnTo>
                    <a:pt x="914399" y="927148"/>
                  </a:lnTo>
                  <a:lnTo>
                    <a:pt x="912029" y="920920"/>
                  </a:lnTo>
                  <a:lnTo>
                    <a:pt x="909813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2475555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191" y="931638"/>
                  </a:lnTo>
                  <a:lnTo>
                    <a:pt x="915379" y="929724"/>
                  </a:lnTo>
                  <a:lnTo>
                    <a:pt x="914399" y="92714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248481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249407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250334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251260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252186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253112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254039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254965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255891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256817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257743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2586701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259596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260522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261448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262375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263301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264227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265153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266079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267006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267932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268858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269784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270711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271637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272563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273489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274415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275342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276268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277194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278120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279047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279973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280899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281825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282751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283678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284604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285530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286456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287383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288309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289235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2901617" y="277441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920"/>
                  </a:lnTo>
                  <a:lnTo>
                    <a:pt x="920670" y="904988"/>
                  </a:lnTo>
                  <a:lnTo>
                    <a:pt x="916221" y="911776"/>
                  </a:lnTo>
                  <a:lnTo>
                    <a:pt x="915251" y="913180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2910879" y="2757179"/>
              <a:ext cx="915992" cy="917158"/>
            </a:xfrm>
            <a:custGeom>
              <a:avLst/>
              <a:pathLst>
                <a:path w="915992" h="917158">
                  <a:moveTo>
                    <a:pt x="914400" y="914400"/>
                  </a:moveTo>
                  <a:lnTo>
                    <a:pt x="915992" y="914400"/>
                  </a:lnTo>
                  <a:lnTo>
                    <a:pt x="915662" y="915019"/>
                  </a:lnTo>
                  <a:lnTo>
                    <a:pt x="914400" y="91715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2466292" y="2739941"/>
              <a:ext cx="914400" cy="916049"/>
            </a:xfrm>
            <a:custGeom>
              <a:avLst/>
              <a:pathLst>
                <a:path w="914400" h="916049">
                  <a:moveTo>
                    <a:pt x="914400" y="914399"/>
                  </a:moveTo>
                  <a:lnTo>
                    <a:pt x="914400" y="916049"/>
                  </a:lnTo>
                  <a:lnTo>
                    <a:pt x="913961" y="914399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24662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076" y="931638"/>
                  </a:lnTo>
                  <a:lnTo>
                    <a:pt x="918193" y="929041"/>
                  </a:lnTo>
                  <a:lnTo>
                    <a:pt x="915354" y="919636"/>
                  </a:lnTo>
                  <a:lnTo>
                    <a:pt x="914400" y="916049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2475555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24848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249407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250334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251260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252186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253112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254039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254965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255891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256817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257743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2586701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259596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260522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261448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262375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263301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264227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265153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266079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267006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267932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268858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269784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270711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271637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272563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273489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274415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275342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276268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277194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278120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279047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279973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280899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281825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282751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283678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284604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285530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286456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287383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28830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289235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29016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2910879" y="27571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148"/>
                  </a:lnTo>
                  <a:lnTo>
                    <a:pt x="923542" y="899424"/>
                  </a:lnTo>
                  <a:lnTo>
                    <a:pt x="919711" y="907411"/>
                  </a:lnTo>
                  <a:lnTo>
                    <a:pt x="915992" y="914400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2920141" y="2739941"/>
              <a:ext cx="915258" cy="916386"/>
            </a:xfrm>
            <a:custGeom>
              <a:avLst/>
              <a:pathLst>
                <a:path w="915258" h="916386">
                  <a:moveTo>
                    <a:pt x="914400" y="914399"/>
                  </a:moveTo>
                  <a:lnTo>
                    <a:pt x="915258" y="914399"/>
                  </a:lnTo>
                  <a:lnTo>
                    <a:pt x="914400" y="916386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2466292" y="27227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961" y="931638"/>
                  </a:lnTo>
                  <a:lnTo>
                    <a:pt x="912782" y="927207"/>
                  </a:lnTo>
                  <a:lnTo>
                    <a:pt x="910484" y="917302"/>
                  </a:lnTo>
                  <a:lnTo>
                    <a:pt x="909906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24662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2475555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24848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24940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250334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251260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252186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253112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254039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254965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255891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256817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257743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2586701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259596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260522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261448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262375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263301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264227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265153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266079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267006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267932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268858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269784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270711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271637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272563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273489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274415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275342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276268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277194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278120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279047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279973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280899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281825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282751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283678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284604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285530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286456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287383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28830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289235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29016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29108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2920141" y="2739941"/>
              <a:ext cx="922111" cy="914399"/>
            </a:xfrm>
            <a:custGeom>
              <a:avLst/>
              <a:pathLst>
                <a:path w="922111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2111" y="897161"/>
                  </a:lnTo>
                  <a:lnTo>
                    <a:pt x="921252" y="899635"/>
                  </a:lnTo>
                  <a:lnTo>
                    <a:pt x="917885" y="908317"/>
                  </a:lnTo>
                  <a:lnTo>
                    <a:pt x="915258" y="914399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2466292" y="27054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6" y="931638"/>
                  </a:lnTo>
                  <a:lnTo>
                    <a:pt x="908467" y="924427"/>
                  </a:lnTo>
                  <a:lnTo>
                    <a:pt x="906782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24662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2475555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24848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24940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250334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251260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252186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253112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254039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254965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255891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256817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257743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2586701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259596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60522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61448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62375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63301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64227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65153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66079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67006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67932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68858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69784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70711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71637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72563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73489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74415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75342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276268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277194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278120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279047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79973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280899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281825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282751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283678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284604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285530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86456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87383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28830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289235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29016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29108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2920141" y="272270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931"/>
                  </a:lnTo>
                  <a:lnTo>
                    <a:pt x="922111" y="914400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2929403" y="2705464"/>
              <a:ext cx="918371" cy="927170"/>
            </a:xfrm>
            <a:custGeom>
              <a:avLst/>
              <a:pathLst>
                <a:path w="918371" h="927170">
                  <a:moveTo>
                    <a:pt x="914400" y="914400"/>
                  </a:moveTo>
                  <a:lnTo>
                    <a:pt x="918371" y="914400"/>
                  </a:lnTo>
                  <a:lnTo>
                    <a:pt x="917979" y="915835"/>
                  </a:lnTo>
                  <a:lnTo>
                    <a:pt x="915112" y="925118"/>
                  </a:lnTo>
                  <a:lnTo>
                    <a:pt x="914400" y="927170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2457030" y="2688225"/>
              <a:ext cx="914400" cy="919452"/>
            </a:xfrm>
            <a:custGeom>
              <a:avLst/>
              <a:pathLst>
                <a:path w="914400" h="919452">
                  <a:moveTo>
                    <a:pt x="914400" y="914400"/>
                  </a:moveTo>
                  <a:lnTo>
                    <a:pt x="914400" y="919452"/>
                  </a:lnTo>
                  <a:lnTo>
                    <a:pt x="913852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24570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044" y="931638"/>
                  </a:lnTo>
                  <a:lnTo>
                    <a:pt x="915999" y="931370"/>
                  </a:lnTo>
                  <a:lnTo>
                    <a:pt x="914559" y="920920"/>
                  </a:lnTo>
                  <a:lnTo>
                    <a:pt x="914400" y="919452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24662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2475555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24848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24940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25033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251260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252186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253112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254039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254965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255891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256817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257743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2586701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259596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260522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261448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62375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63301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64227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65153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66079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67006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67932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68858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69784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70711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71637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72563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73489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74415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75342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76268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77194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78120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79047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79973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80899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81825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82751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83678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84604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85530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86456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8738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8830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89235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9016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9108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9201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929403" y="2705464"/>
              <a:ext cx="922764" cy="914400"/>
            </a:xfrm>
            <a:custGeom>
              <a:avLst/>
              <a:pathLst>
                <a:path w="9227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64" y="897161"/>
                  </a:lnTo>
                  <a:lnTo>
                    <a:pt x="920585" y="906289"/>
                  </a:lnTo>
                  <a:lnTo>
                    <a:pt x="918371" y="914400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457030" y="26709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52" y="931638"/>
                  </a:lnTo>
                  <a:lnTo>
                    <a:pt x="913413" y="927583"/>
                  </a:lnTo>
                  <a:lnTo>
                    <a:pt x="912565" y="916911"/>
                  </a:lnTo>
                  <a:lnTo>
                    <a:pt x="912437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4570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4662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475555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848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4940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5033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51260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52186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53112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54039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54965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5891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56817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7743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586701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59596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60522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61448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62375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63301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64227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65153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66079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67006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67932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68858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69784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70711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71637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72563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73489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74415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75342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76268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77194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78120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79047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79973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80899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81825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82751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83678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84604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85530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86456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8738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8830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89235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9016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9108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9201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929403" y="26882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151"/>
                  </a:lnTo>
                  <a:lnTo>
                    <a:pt x="922921" y="913742"/>
                  </a:lnTo>
                  <a:lnTo>
                    <a:pt x="922764" y="914400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938666" y="2670987"/>
              <a:ext cx="916872" cy="927390"/>
            </a:xfrm>
            <a:custGeom>
              <a:avLst/>
              <a:pathLst>
                <a:path w="916872" h="927390">
                  <a:moveTo>
                    <a:pt x="914400" y="914400"/>
                  </a:moveTo>
                  <a:lnTo>
                    <a:pt x="916872" y="914400"/>
                  </a:lnTo>
                  <a:lnTo>
                    <a:pt x="915720" y="920984"/>
                  </a:lnTo>
                  <a:lnTo>
                    <a:pt x="914400" y="927390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457030" y="26537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437" y="931638"/>
                  </a:lnTo>
                  <a:lnTo>
                    <a:pt x="912018" y="923410"/>
                  </a:lnTo>
                  <a:lnTo>
                    <a:pt x="911812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4570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4662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475555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4848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4940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5033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126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2186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3112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54039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54965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55891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6817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57743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586701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9596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60522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61448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62375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63301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64227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65153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66079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67006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67932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68858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69784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70711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71637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72563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73489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74415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75342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76268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77194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78120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79047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79973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80899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81825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82751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83678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84604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85530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86456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8738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8830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89235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9016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9108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9201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9294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938666" y="2670987"/>
              <a:ext cx="919377" cy="914400"/>
            </a:xfrm>
            <a:custGeom>
              <a:avLst/>
              <a:pathLst>
                <a:path w="91937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77" y="897161"/>
                  </a:lnTo>
                  <a:lnTo>
                    <a:pt x="918996" y="900463"/>
                  </a:lnTo>
                  <a:lnTo>
                    <a:pt x="917501" y="910802"/>
                  </a:lnTo>
                  <a:lnTo>
                    <a:pt x="916872" y="914400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457030" y="26365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812" y="931638"/>
                  </a:lnTo>
                  <a:lnTo>
                    <a:pt x="911772" y="929870"/>
                  </a:lnTo>
                  <a:lnTo>
                    <a:pt x="911828" y="919083"/>
                  </a:lnTo>
                  <a:lnTo>
                    <a:pt x="911984" y="914400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570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4662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475555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4848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4940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5033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126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2186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3112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4039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4965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5891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6817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7743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86701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59596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60522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61448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62375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63301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64227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65153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66079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67006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67932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68858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69784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70711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71637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72563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73489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74415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75342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76268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77194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78120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79047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79973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80899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81825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82751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83678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84604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85530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86456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8738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8830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89235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9016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9108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9201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9294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938666" y="2653748"/>
              <a:ext cx="921072" cy="914400"/>
            </a:xfrm>
            <a:custGeom>
              <a:avLst/>
              <a:pathLst>
                <a:path w="9210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072" y="897161"/>
                  </a:lnTo>
                  <a:lnTo>
                    <a:pt x="920202" y="907232"/>
                  </a:lnTo>
                  <a:lnTo>
                    <a:pt x="919377" y="914400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457030" y="261927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84" y="931638"/>
                  </a:lnTo>
                  <a:lnTo>
                    <a:pt x="912186" y="925554"/>
                  </a:lnTo>
                  <a:lnTo>
                    <a:pt x="912845" y="914836"/>
                  </a:lnTo>
                  <a:lnTo>
                    <a:pt x="912885" y="914400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570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4662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475555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4848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4940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5033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126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2186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53112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4039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4965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55891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6817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7743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6701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59596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60522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61448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62375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63301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64227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265153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266079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67006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67932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268858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69784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70711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71637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272563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273489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74415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75342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276268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77194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278120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79047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279973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280899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281825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282751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283678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284604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285530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286456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28738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28830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289235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29016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29108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29201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29294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2938666" y="26365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649"/>
                  </a:lnTo>
                  <a:lnTo>
                    <a:pt x="921398" y="909034"/>
                  </a:lnTo>
                  <a:lnTo>
                    <a:pt x="921115" y="913898"/>
                  </a:lnTo>
                  <a:lnTo>
                    <a:pt x="921072" y="914400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2947928" y="2619272"/>
              <a:ext cx="923662" cy="924887"/>
            </a:xfrm>
            <a:custGeom>
              <a:avLst/>
              <a:pathLst>
                <a:path w="923662" h="92488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050"/>
                  </a:lnTo>
                  <a:lnTo>
                    <a:pt x="921206" y="920111"/>
                  </a:lnTo>
                  <a:lnTo>
                    <a:pt x="915717" y="924081"/>
                  </a:lnTo>
                  <a:lnTo>
                    <a:pt x="914400" y="924887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2957190" y="2619272"/>
              <a:ext cx="918568" cy="918050"/>
            </a:xfrm>
            <a:custGeom>
              <a:avLst/>
              <a:pathLst>
                <a:path w="918568" h="918050">
                  <a:moveTo>
                    <a:pt x="914400" y="914400"/>
                  </a:moveTo>
                  <a:lnTo>
                    <a:pt x="918568" y="914400"/>
                  </a:lnTo>
                  <a:lnTo>
                    <a:pt x="917312" y="915606"/>
                  </a:lnTo>
                  <a:lnTo>
                    <a:pt x="914400" y="918050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2457030" y="261927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5" y="914400"/>
                  </a:lnTo>
                  <a:lnTo>
                    <a:pt x="913804" y="904196"/>
                  </a:lnTo>
                  <a:lnTo>
                    <a:pt x="914400" y="899201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2466292" y="26020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40"/>
                  </a:lnTo>
                  <a:lnTo>
                    <a:pt x="905380" y="914400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24662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2475555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24848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24940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25033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25126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5218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25311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54039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54965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255891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256817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257743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586701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59596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60522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61448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62375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63301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64227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265153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266079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67006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67932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68858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69784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270711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271637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272563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273489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74415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75342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276268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277194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78120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279047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79973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80899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81825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82751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283678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84604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285530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86456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87383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8830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289235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9016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9108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29201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29294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29386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9479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2957190" y="261927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361"/>
                  </a:lnTo>
                  <a:lnTo>
                    <a:pt x="922545" y="910577"/>
                  </a:lnTo>
                  <a:lnTo>
                    <a:pt x="918568" y="914400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2966452" y="2602033"/>
              <a:ext cx="923662" cy="926599"/>
            </a:xfrm>
            <a:custGeom>
              <a:avLst/>
              <a:pathLst>
                <a:path w="923662" h="9265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728"/>
                  </a:lnTo>
                  <a:lnTo>
                    <a:pt x="923283" y="916248"/>
                  </a:lnTo>
                  <a:lnTo>
                    <a:pt x="918365" y="922278"/>
                  </a:lnTo>
                  <a:lnTo>
                    <a:pt x="914400" y="926599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2975714" y="2602033"/>
              <a:ext cx="915367" cy="915728"/>
            </a:xfrm>
            <a:custGeom>
              <a:avLst/>
              <a:pathLst>
                <a:path w="915367" h="915728">
                  <a:moveTo>
                    <a:pt x="914400" y="914400"/>
                  </a:moveTo>
                  <a:lnTo>
                    <a:pt x="915367" y="914400"/>
                  </a:lnTo>
                  <a:lnTo>
                    <a:pt x="914400" y="91572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3086861" y="2602033"/>
              <a:ext cx="914400" cy="917103"/>
            </a:xfrm>
            <a:custGeom>
              <a:avLst/>
              <a:pathLst>
                <a:path w="914400" h="917103">
                  <a:moveTo>
                    <a:pt x="914400" y="914400"/>
                  </a:moveTo>
                  <a:lnTo>
                    <a:pt x="914400" y="917103"/>
                  </a:lnTo>
                  <a:lnTo>
                    <a:pt x="909753" y="915085"/>
                  </a:lnTo>
                  <a:lnTo>
                    <a:pt x="908481" y="914400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3086861" y="2602033"/>
              <a:ext cx="923662" cy="920039"/>
            </a:xfrm>
            <a:custGeom>
              <a:avLst/>
              <a:pathLst>
                <a:path w="923662" h="92003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039"/>
                  </a:lnTo>
                  <a:lnTo>
                    <a:pt x="921163" y="919458"/>
                  </a:lnTo>
                  <a:lnTo>
                    <a:pt x="915428" y="917550"/>
                  </a:lnTo>
                  <a:lnTo>
                    <a:pt x="914400" y="917103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3096123" y="2602033"/>
              <a:ext cx="923662" cy="921590"/>
            </a:xfrm>
            <a:custGeom>
              <a:avLst/>
              <a:pathLst>
                <a:path w="923662" h="9215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90"/>
                  </a:lnTo>
                  <a:lnTo>
                    <a:pt x="923495" y="921583"/>
                  </a:lnTo>
                  <a:lnTo>
                    <a:pt x="917683" y="920803"/>
                  </a:lnTo>
                  <a:lnTo>
                    <a:pt x="914400" y="920039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3105386" y="2602033"/>
              <a:ext cx="923662" cy="921796"/>
            </a:xfrm>
            <a:custGeom>
              <a:avLst/>
              <a:pathLst>
                <a:path w="923662" h="921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75"/>
                  </a:lnTo>
                  <a:lnTo>
                    <a:pt x="920058" y="921796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3114648" y="2602033"/>
              <a:ext cx="923662" cy="921575"/>
            </a:xfrm>
            <a:custGeom>
              <a:avLst/>
              <a:pathLst>
                <a:path w="923662" h="92157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96"/>
                  </a:lnTo>
                  <a:lnTo>
                    <a:pt x="922425" y="920515"/>
                  </a:lnTo>
                  <a:lnTo>
                    <a:pt x="916619" y="921439"/>
                  </a:lnTo>
                  <a:lnTo>
                    <a:pt x="914400" y="921575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3123910" y="2602033"/>
              <a:ext cx="923662" cy="920196"/>
            </a:xfrm>
            <a:custGeom>
              <a:avLst/>
              <a:pathLst>
                <a:path w="923662" h="9201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33"/>
                  </a:lnTo>
                  <a:lnTo>
                    <a:pt x="918934" y="919026"/>
                  </a:lnTo>
                  <a:lnTo>
                    <a:pt x="914400" y="920196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3133172" y="2602033"/>
              <a:ext cx="920989" cy="917333"/>
            </a:xfrm>
            <a:custGeom>
              <a:avLst/>
              <a:pathLst>
                <a:path w="920989" h="917333">
                  <a:moveTo>
                    <a:pt x="914400" y="914400"/>
                  </a:moveTo>
                  <a:lnTo>
                    <a:pt x="920989" y="914400"/>
                  </a:lnTo>
                  <a:lnTo>
                    <a:pt x="915394" y="916977"/>
                  </a:lnTo>
                  <a:lnTo>
                    <a:pt x="914400" y="917333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457030" y="2584795"/>
              <a:ext cx="914400" cy="922068"/>
            </a:xfrm>
            <a:custGeom>
              <a:avLst/>
              <a:pathLst>
                <a:path w="914400" h="922068">
                  <a:moveTo>
                    <a:pt x="914400" y="914400"/>
                  </a:moveTo>
                  <a:lnTo>
                    <a:pt x="914400" y="922068"/>
                  </a:lnTo>
                  <a:lnTo>
                    <a:pt x="913095" y="919498"/>
                  </a:lnTo>
                  <a:lnTo>
                    <a:pt x="911713" y="916778"/>
                  </a:lnTo>
                  <a:lnTo>
                    <a:pt x="910504" y="914400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24570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43" y="931638"/>
                  </a:lnTo>
                  <a:lnTo>
                    <a:pt x="915059" y="928141"/>
                  </a:lnTo>
                  <a:lnTo>
                    <a:pt x="915609" y="924452"/>
                  </a:lnTo>
                  <a:lnTo>
                    <a:pt x="914476" y="922219"/>
                  </a:lnTo>
                  <a:lnTo>
                    <a:pt x="914400" y="92206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24662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2475555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4848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24940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5033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5126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25218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25311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5403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25496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55891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56817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257743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586701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59596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260522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61448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262375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63301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264227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65153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26607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6700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6793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6885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6978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7071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271637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72563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273489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274415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275342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276268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77194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278120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79047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279973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80899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281825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82751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283678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284604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85530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286456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8738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28830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289235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29016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9108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9201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9294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9386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9479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9571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9664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975714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49"/>
                  </a:lnTo>
                  <a:lnTo>
                    <a:pt x="922640" y="908601"/>
                  </a:lnTo>
                  <a:lnTo>
                    <a:pt x="921054" y="908372"/>
                  </a:lnTo>
                  <a:lnTo>
                    <a:pt x="919774" y="908187"/>
                  </a:lnTo>
                  <a:lnTo>
                    <a:pt x="918760" y="909741"/>
                  </a:lnTo>
                  <a:lnTo>
                    <a:pt x="915367" y="914400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984977" y="2584795"/>
              <a:ext cx="923662" cy="927331"/>
            </a:xfrm>
            <a:custGeom>
              <a:avLst/>
              <a:pathLst>
                <a:path w="923662" h="92733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331"/>
                  </a:lnTo>
                  <a:lnTo>
                    <a:pt x="922894" y="927219"/>
                  </a:lnTo>
                  <a:lnTo>
                    <a:pt x="921308" y="926989"/>
                  </a:lnTo>
                  <a:lnTo>
                    <a:pt x="919722" y="926759"/>
                  </a:lnTo>
                  <a:lnTo>
                    <a:pt x="918136" y="926528"/>
                  </a:lnTo>
                  <a:lnTo>
                    <a:pt x="916550" y="926299"/>
                  </a:lnTo>
                  <a:lnTo>
                    <a:pt x="914964" y="926069"/>
                  </a:lnTo>
                  <a:lnTo>
                    <a:pt x="914400" y="925987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994239" y="2584795"/>
              <a:ext cx="923662" cy="928682"/>
            </a:xfrm>
            <a:custGeom>
              <a:avLst/>
              <a:pathLst>
                <a:path w="923662" h="9286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682"/>
                  </a:lnTo>
                  <a:lnTo>
                    <a:pt x="923146" y="928606"/>
                  </a:lnTo>
                  <a:lnTo>
                    <a:pt x="921561" y="928375"/>
                  </a:lnTo>
                  <a:lnTo>
                    <a:pt x="919975" y="928143"/>
                  </a:lnTo>
                  <a:lnTo>
                    <a:pt x="918389" y="927912"/>
                  </a:lnTo>
                  <a:lnTo>
                    <a:pt x="916804" y="927681"/>
                  </a:lnTo>
                  <a:lnTo>
                    <a:pt x="915218" y="927450"/>
                  </a:lnTo>
                  <a:lnTo>
                    <a:pt x="914400" y="927331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3003501" y="2584795"/>
              <a:ext cx="923662" cy="929857"/>
            </a:xfrm>
            <a:custGeom>
              <a:avLst/>
              <a:pathLst>
                <a:path w="923662" h="92985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57"/>
                  </a:lnTo>
                  <a:lnTo>
                    <a:pt x="919833" y="929477"/>
                  </a:lnTo>
                  <a:lnTo>
                    <a:pt x="918641" y="929303"/>
                  </a:lnTo>
                  <a:lnTo>
                    <a:pt x="917055" y="929070"/>
                  </a:lnTo>
                  <a:lnTo>
                    <a:pt x="915470" y="928838"/>
                  </a:lnTo>
                  <a:lnTo>
                    <a:pt x="914400" y="928682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3012763" y="2584795"/>
              <a:ext cx="923662" cy="930063"/>
            </a:xfrm>
            <a:custGeom>
              <a:avLst/>
              <a:pathLst>
                <a:path w="923662" h="93006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99"/>
                  </a:lnTo>
                  <a:lnTo>
                    <a:pt x="921826" y="930063"/>
                  </a:lnTo>
                  <a:lnTo>
                    <a:pt x="916194" y="930036"/>
                  </a:lnTo>
                  <a:lnTo>
                    <a:pt x="914400" y="929857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3022026" y="2584795"/>
              <a:ext cx="923662" cy="929899"/>
            </a:xfrm>
            <a:custGeom>
              <a:avLst/>
              <a:pathLst>
                <a:path w="923662" h="9298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550"/>
                  </a:lnTo>
                  <a:lnTo>
                    <a:pt x="918190" y="929559"/>
                  </a:lnTo>
                  <a:lnTo>
                    <a:pt x="914400" y="929899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3031288" y="2584795"/>
              <a:ext cx="923662" cy="928550"/>
            </a:xfrm>
            <a:custGeom>
              <a:avLst/>
              <a:pathLst>
                <a:path w="923662" h="928550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25796"/>
                  </a:lnTo>
                  <a:lnTo>
                    <a:pt x="922214" y="926271"/>
                  </a:lnTo>
                  <a:lnTo>
                    <a:pt x="920101" y="926965"/>
                  </a:lnTo>
                  <a:lnTo>
                    <a:pt x="914532" y="928526"/>
                  </a:lnTo>
                  <a:lnTo>
                    <a:pt x="914399" y="928550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3040550" y="2584795"/>
              <a:ext cx="923662" cy="925796"/>
            </a:xfrm>
            <a:custGeom>
              <a:avLst/>
              <a:pathLst>
                <a:path w="923662" h="925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58"/>
                  </a:lnTo>
                  <a:lnTo>
                    <a:pt x="923488" y="922815"/>
                  </a:lnTo>
                  <a:lnTo>
                    <a:pt x="921380" y="923506"/>
                  </a:lnTo>
                  <a:lnTo>
                    <a:pt x="919273" y="924197"/>
                  </a:lnTo>
                  <a:lnTo>
                    <a:pt x="917165" y="924888"/>
                  </a:lnTo>
                  <a:lnTo>
                    <a:pt x="915058" y="925579"/>
                  </a:lnTo>
                  <a:lnTo>
                    <a:pt x="914400" y="925796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3049812" y="2584795"/>
              <a:ext cx="923662" cy="922758"/>
            </a:xfrm>
            <a:custGeom>
              <a:avLst/>
              <a:pathLst>
                <a:path w="923662" h="92275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730"/>
                  </a:lnTo>
                  <a:lnTo>
                    <a:pt x="922658" y="920057"/>
                  </a:lnTo>
                  <a:lnTo>
                    <a:pt x="920550" y="920746"/>
                  </a:lnTo>
                  <a:lnTo>
                    <a:pt x="918441" y="921436"/>
                  </a:lnTo>
                  <a:lnTo>
                    <a:pt x="916333" y="922125"/>
                  </a:lnTo>
                  <a:lnTo>
                    <a:pt x="914400" y="92275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3059074" y="2584795"/>
              <a:ext cx="923662" cy="923805"/>
            </a:xfrm>
            <a:custGeom>
              <a:avLst/>
              <a:pathLst>
                <a:path w="923662" h="9238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805"/>
                  </a:lnTo>
                  <a:lnTo>
                    <a:pt x="922838" y="923228"/>
                  </a:lnTo>
                  <a:lnTo>
                    <a:pt x="921640" y="922388"/>
                  </a:lnTo>
                  <a:lnTo>
                    <a:pt x="920441" y="921548"/>
                  </a:lnTo>
                  <a:lnTo>
                    <a:pt x="919242" y="920709"/>
                  </a:lnTo>
                  <a:lnTo>
                    <a:pt x="918042" y="919869"/>
                  </a:lnTo>
                  <a:lnTo>
                    <a:pt x="916748" y="918963"/>
                  </a:lnTo>
                  <a:lnTo>
                    <a:pt x="915505" y="919369"/>
                  </a:lnTo>
                  <a:lnTo>
                    <a:pt x="914400" y="919730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3068337" y="2584795"/>
              <a:ext cx="923662" cy="929837"/>
            </a:xfrm>
            <a:custGeom>
              <a:avLst/>
              <a:pathLst>
                <a:path w="923662" h="9298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37"/>
                  </a:lnTo>
                  <a:lnTo>
                    <a:pt x="922681" y="929309"/>
                  </a:lnTo>
                  <a:lnTo>
                    <a:pt x="917176" y="925752"/>
                  </a:lnTo>
                  <a:lnTo>
                    <a:pt x="915973" y="924909"/>
                  </a:lnTo>
                  <a:lnTo>
                    <a:pt x="914775" y="924068"/>
                  </a:lnTo>
                  <a:lnTo>
                    <a:pt x="914400" y="923805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30775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43" y="931638"/>
                  </a:lnTo>
                  <a:lnTo>
                    <a:pt x="914400" y="929837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30868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30961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31053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31146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31239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3133172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94"/>
                  </a:lnTo>
                  <a:lnTo>
                    <a:pt x="920989" y="914400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3142434" y="2584795"/>
              <a:ext cx="923662" cy="930133"/>
            </a:xfrm>
            <a:custGeom>
              <a:avLst/>
              <a:pathLst>
                <a:path w="923662" h="93013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19"/>
                  </a:lnTo>
                  <a:lnTo>
                    <a:pt x="922841" y="924764"/>
                  </a:lnTo>
                  <a:lnTo>
                    <a:pt x="917363" y="928457"/>
                  </a:lnTo>
                  <a:lnTo>
                    <a:pt x="914400" y="930133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3151697" y="2584795"/>
              <a:ext cx="923662" cy="924119"/>
            </a:xfrm>
            <a:custGeom>
              <a:avLst/>
              <a:pathLst>
                <a:path w="923662" h="92411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561"/>
                  </a:lnTo>
                  <a:lnTo>
                    <a:pt x="923247" y="916910"/>
                  </a:lnTo>
                  <a:lnTo>
                    <a:pt x="922173" y="917817"/>
                  </a:lnTo>
                  <a:lnTo>
                    <a:pt x="921099" y="918724"/>
                  </a:lnTo>
                  <a:lnTo>
                    <a:pt x="920024" y="919632"/>
                  </a:lnTo>
                  <a:lnTo>
                    <a:pt x="918946" y="920543"/>
                  </a:lnTo>
                  <a:lnTo>
                    <a:pt x="914400" y="924119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3160959" y="2584795"/>
              <a:ext cx="916961" cy="916561"/>
            </a:xfrm>
            <a:custGeom>
              <a:avLst/>
              <a:pathLst>
                <a:path w="916961" h="916561">
                  <a:moveTo>
                    <a:pt x="914400" y="914400"/>
                  </a:moveTo>
                  <a:lnTo>
                    <a:pt x="916961" y="914400"/>
                  </a:lnTo>
                  <a:lnTo>
                    <a:pt x="916134" y="915097"/>
                  </a:lnTo>
                  <a:lnTo>
                    <a:pt x="915060" y="916003"/>
                  </a:lnTo>
                  <a:lnTo>
                    <a:pt x="914400" y="916561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7768" y="2567556"/>
              <a:ext cx="914399" cy="921091"/>
            </a:xfrm>
            <a:custGeom>
              <a:avLst/>
              <a:pathLst>
                <a:path w="914399" h="921091">
                  <a:moveTo>
                    <a:pt x="914399" y="914400"/>
                  </a:moveTo>
                  <a:lnTo>
                    <a:pt x="914399" y="921091"/>
                  </a:lnTo>
                  <a:lnTo>
                    <a:pt x="914056" y="920416"/>
                  </a:lnTo>
                  <a:lnTo>
                    <a:pt x="912671" y="917697"/>
                  </a:lnTo>
                  <a:lnTo>
                    <a:pt x="911285" y="914977"/>
                  </a:lnTo>
                  <a:lnTo>
                    <a:pt x="910990" y="91440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4776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66" y="931638"/>
                  </a:lnTo>
                  <a:lnTo>
                    <a:pt x="919592" y="931296"/>
                  </a:lnTo>
                  <a:lnTo>
                    <a:pt x="918209" y="928576"/>
                  </a:lnTo>
                  <a:lnTo>
                    <a:pt x="916825" y="925856"/>
                  </a:lnTo>
                  <a:lnTo>
                    <a:pt x="915441" y="923136"/>
                  </a:lnTo>
                  <a:lnTo>
                    <a:pt x="914399" y="921091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570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4662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75555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848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940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5033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126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5218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5311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5403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5496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5589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5681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774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586701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959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6052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61448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6237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6330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6422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6515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6607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6700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6793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6885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6978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7071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7163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7256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7348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74415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75342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76268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77194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78120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79047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79973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80899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81825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82751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83678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84604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85530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86456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8738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8830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89235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9016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9108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9201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9294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9386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9479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9571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9664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9757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9849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9942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300350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30127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30220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303128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30405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30498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30590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30683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30775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30868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30961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31053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31146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31239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31331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31424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31516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3160959" y="25847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1" y="908752"/>
                  </a:lnTo>
                  <a:lnTo>
                    <a:pt x="922585" y="909658"/>
                  </a:lnTo>
                  <a:lnTo>
                    <a:pt x="921510" y="910564"/>
                  </a:lnTo>
                  <a:lnTo>
                    <a:pt x="920434" y="911471"/>
                  </a:lnTo>
                  <a:lnTo>
                    <a:pt x="919359" y="912377"/>
                  </a:lnTo>
                  <a:lnTo>
                    <a:pt x="918284" y="913283"/>
                  </a:lnTo>
                  <a:lnTo>
                    <a:pt x="917209" y="914190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3170221" y="2567556"/>
              <a:ext cx="923662" cy="925990"/>
            </a:xfrm>
            <a:custGeom>
              <a:avLst/>
              <a:pathLst>
                <a:path w="923662" h="9259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732"/>
                  </a:lnTo>
                  <a:lnTo>
                    <a:pt x="922689" y="918722"/>
                  </a:lnTo>
                  <a:lnTo>
                    <a:pt x="917632" y="923269"/>
                  </a:lnTo>
                  <a:lnTo>
                    <a:pt x="916551" y="924178"/>
                  </a:lnTo>
                  <a:lnTo>
                    <a:pt x="915475" y="925084"/>
                  </a:lnTo>
                  <a:lnTo>
                    <a:pt x="914400" y="925990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3179483" y="2567556"/>
              <a:ext cx="917673" cy="917732"/>
            </a:xfrm>
            <a:custGeom>
              <a:avLst/>
              <a:pathLst>
                <a:path w="917673" h="917732">
                  <a:moveTo>
                    <a:pt x="914400" y="914400"/>
                  </a:moveTo>
                  <a:lnTo>
                    <a:pt x="917673" y="914400"/>
                  </a:lnTo>
                  <a:lnTo>
                    <a:pt x="914400" y="917732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438506" y="2550318"/>
              <a:ext cx="914400" cy="920170"/>
            </a:xfrm>
            <a:custGeom>
              <a:avLst/>
              <a:pathLst>
                <a:path w="914400" h="920170">
                  <a:moveTo>
                    <a:pt x="914400" y="914400"/>
                  </a:moveTo>
                  <a:lnTo>
                    <a:pt x="914400" y="920170"/>
                  </a:lnTo>
                  <a:lnTo>
                    <a:pt x="913608" y="918622"/>
                  </a:lnTo>
                  <a:lnTo>
                    <a:pt x="912219" y="915904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4385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252" y="931638"/>
                  </a:lnTo>
                  <a:lnTo>
                    <a:pt x="919160" y="929497"/>
                  </a:lnTo>
                  <a:lnTo>
                    <a:pt x="917773" y="926778"/>
                  </a:lnTo>
                  <a:lnTo>
                    <a:pt x="916386" y="924059"/>
                  </a:lnTo>
                  <a:lnTo>
                    <a:pt x="914997" y="921340"/>
                  </a:lnTo>
                  <a:lnTo>
                    <a:pt x="914400" y="920170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4776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570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62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75555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848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4940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5033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5126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218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5311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5403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496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5589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681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5774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586701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959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6052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61448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6237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6330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6422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6515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6607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6700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6793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6885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6978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7071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7163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7256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7348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27441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7534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76268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77194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78120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79047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79973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80899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81825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82751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83678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84604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8553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86456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8738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8830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89235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9016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9108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9201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9294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9386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9479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9571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9664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9757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9849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9942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300350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30127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30220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303128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30405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30498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30590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30683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30775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30868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C56">
                <a:alpha val="100000"/>
              </a:srgbClr>
            </a:solidFill>
            <a:ln w="5420" cap="flat">
              <a:solidFill>
                <a:srgbClr val="52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30961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31053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31146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31239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31331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31424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31516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31609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31702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3179483" y="25675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65"/>
                  </a:lnTo>
                  <a:lnTo>
                    <a:pt x="923139" y="908233"/>
                  </a:lnTo>
                  <a:lnTo>
                    <a:pt x="918354" y="913706"/>
                  </a:lnTo>
                  <a:lnTo>
                    <a:pt x="917673" y="914400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3188745" y="2550318"/>
              <a:ext cx="922333" cy="924803"/>
            </a:xfrm>
            <a:custGeom>
              <a:avLst/>
              <a:pathLst>
                <a:path w="922333" h="924803">
                  <a:moveTo>
                    <a:pt x="914400" y="914400"/>
                  </a:moveTo>
                  <a:lnTo>
                    <a:pt x="922333" y="914400"/>
                  </a:lnTo>
                  <a:lnTo>
                    <a:pt x="922010" y="914835"/>
                  </a:lnTo>
                  <a:lnTo>
                    <a:pt x="920263" y="917188"/>
                  </a:lnTo>
                  <a:lnTo>
                    <a:pt x="918507" y="919556"/>
                  </a:lnTo>
                  <a:lnTo>
                    <a:pt x="914400" y="924803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429243" y="2533079"/>
              <a:ext cx="914400" cy="919126"/>
            </a:xfrm>
            <a:custGeom>
              <a:avLst/>
              <a:pathLst>
                <a:path w="914400" h="919126">
                  <a:moveTo>
                    <a:pt x="914400" y="914400"/>
                  </a:moveTo>
                  <a:lnTo>
                    <a:pt x="914400" y="919126"/>
                  </a:lnTo>
                  <a:lnTo>
                    <a:pt x="912118" y="914400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24292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712" y="931638"/>
                  </a:lnTo>
                  <a:lnTo>
                    <a:pt x="920091" y="930424"/>
                  </a:lnTo>
                  <a:lnTo>
                    <a:pt x="918701" y="927706"/>
                  </a:lnTo>
                  <a:lnTo>
                    <a:pt x="917309" y="924988"/>
                  </a:lnTo>
                  <a:lnTo>
                    <a:pt x="915909" y="922253"/>
                  </a:lnTo>
                  <a:lnTo>
                    <a:pt x="914400" y="919126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4385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44776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4570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4662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475555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4848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4940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5033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5126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5218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5311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5403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5496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5589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5681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5774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586701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5959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6052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61448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6237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6330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6422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6515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6607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6700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6793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6885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6978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7071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7163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7256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7348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7441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7534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7626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77194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78120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79047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79973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80899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81825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82751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83678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8460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8553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86456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8738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8830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89235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9016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9108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9201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9294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9386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9479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9571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9664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9757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9849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9942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300350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30127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30220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303128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30405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30498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30590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30683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30775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30868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30961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31053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31146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31239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31331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31424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31516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31609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B56">
                <a:alpha val="100000"/>
              </a:srgbClr>
            </a:solidFill>
            <a:ln w="5420" cap="flat">
              <a:solidFill>
                <a:srgbClr val="50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31702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31794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3188745" y="25503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609"/>
                  </a:lnTo>
                  <a:lnTo>
                    <a:pt x="922333" y="914400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3198008" y="2533079"/>
              <a:ext cx="923662" cy="929848"/>
            </a:xfrm>
            <a:custGeom>
              <a:avLst/>
              <a:pathLst>
                <a:path w="923662" h="92984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58"/>
                  </a:lnTo>
                  <a:lnTo>
                    <a:pt x="923251" y="917942"/>
                  </a:lnTo>
                  <a:lnTo>
                    <a:pt x="921491" y="920308"/>
                  </a:lnTo>
                  <a:lnTo>
                    <a:pt x="919741" y="922660"/>
                  </a:lnTo>
                  <a:lnTo>
                    <a:pt x="917992" y="925013"/>
                  </a:lnTo>
                  <a:lnTo>
                    <a:pt x="916243" y="927366"/>
                  </a:lnTo>
                  <a:lnTo>
                    <a:pt x="914495" y="929719"/>
                  </a:lnTo>
                  <a:lnTo>
                    <a:pt x="914400" y="92984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3207270" y="2533079"/>
              <a:ext cx="916478" cy="917358"/>
            </a:xfrm>
            <a:custGeom>
              <a:avLst/>
              <a:pathLst>
                <a:path w="916478" h="917358">
                  <a:moveTo>
                    <a:pt x="914400" y="914400"/>
                  </a:moveTo>
                  <a:lnTo>
                    <a:pt x="916478" y="914400"/>
                  </a:lnTo>
                  <a:lnTo>
                    <a:pt x="914400" y="91735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419981" y="2515841"/>
              <a:ext cx="914400" cy="914787"/>
            </a:xfrm>
            <a:custGeom>
              <a:avLst/>
              <a:pathLst>
                <a:path w="914400" h="914787">
                  <a:moveTo>
                    <a:pt x="914400" y="914400"/>
                  </a:moveTo>
                  <a:lnTo>
                    <a:pt x="914400" y="914787"/>
                  </a:lnTo>
                  <a:lnTo>
                    <a:pt x="914253" y="914400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199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381" y="931638"/>
                  </a:lnTo>
                  <a:lnTo>
                    <a:pt x="920784" y="930403"/>
                  </a:lnTo>
                  <a:lnTo>
                    <a:pt x="916694" y="920848"/>
                  </a:lnTo>
                  <a:lnTo>
                    <a:pt x="914400" y="914787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292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4385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4776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4570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4662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2475555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24848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24940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25033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25126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25218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25311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25403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25496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25589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25681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25774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2586701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25959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26052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261448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26237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26330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26422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26515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26607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26700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26793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26885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26978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27071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7163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7256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7348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7441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7534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7626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77194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7812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79047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79973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80899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81825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82751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8367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8460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8553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86456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8738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8830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AF57">
                <a:alpha val="100000"/>
              </a:srgbClr>
            </a:solidFill>
            <a:ln w="5420" cap="flat">
              <a:solidFill>
                <a:srgbClr val="58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89235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9016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9108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9201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9294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9386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9479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9571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9664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9757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9849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9942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300350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30127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30220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303128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30405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30498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30590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30683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30775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30868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30961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31053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31146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31239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31331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31424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31516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31609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31702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31794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3188745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31980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3207270" y="25330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334"/>
                  </a:lnTo>
                  <a:lnTo>
                    <a:pt x="923552" y="903530"/>
                  </a:lnTo>
                  <a:lnTo>
                    <a:pt x="918878" y="910982"/>
                  </a:lnTo>
                  <a:lnTo>
                    <a:pt x="916478" y="914400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3216532" y="2515841"/>
              <a:ext cx="917863" cy="920572"/>
            </a:xfrm>
            <a:custGeom>
              <a:avLst/>
              <a:pathLst>
                <a:path w="917863" h="920572">
                  <a:moveTo>
                    <a:pt x="914399" y="914400"/>
                  </a:moveTo>
                  <a:lnTo>
                    <a:pt x="917863" y="914400"/>
                  </a:lnTo>
                  <a:lnTo>
                    <a:pt x="914399" y="920572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419981" y="24986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253" y="931638"/>
                  </a:lnTo>
                  <a:lnTo>
                    <a:pt x="912913" y="928100"/>
                  </a:lnTo>
                  <a:lnTo>
                    <a:pt x="912092" y="925788"/>
                  </a:lnTo>
                  <a:lnTo>
                    <a:pt x="911276" y="923491"/>
                  </a:lnTo>
                  <a:lnTo>
                    <a:pt x="910459" y="921194"/>
                  </a:lnTo>
                  <a:lnTo>
                    <a:pt x="909642" y="918897"/>
                  </a:lnTo>
                  <a:lnTo>
                    <a:pt x="908825" y="916600"/>
                  </a:lnTo>
                  <a:lnTo>
                    <a:pt x="908042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4199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4292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4385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44776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4570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4662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475555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4848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4940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5033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5126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5218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5311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5403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5496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5589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5681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5774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586701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5959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052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61448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6237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6330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6422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6515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6607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6700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793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6885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6978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071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163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256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7348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441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534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7626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77194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7812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7904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79973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0899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81825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82751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8367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8460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8553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86456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8738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AF57">
                <a:alpha val="100000"/>
              </a:srgbClr>
            </a:solidFill>
            <a:ln w="5420" cap="flat">
              <a:solidFill>
                <a:srgbClr val="58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8830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89235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9016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9108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9201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9294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9386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9479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9571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9664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9757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9849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9942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300350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30127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220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303128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30405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498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30590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30683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30775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30868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30961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31053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31146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31239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31331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31424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31516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31609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31702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31794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3188745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31980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32072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3216532" y="2515841"/>
              <a:ext cx="923662" cy="914400"/>
            </a:xfrm>
            <a:custGeom>
              <a:avLst/>
              <a:pathLst>
                <a:path w="92366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3662" y="897161"/>
                  </a:lnTo>
                  <a:lnTo>
                    <a:pt x="923662" y="902864"/>
                  </a:lnTo>
                  <a:lnTo>
                    <a:pt x="922937" y="904476"/>
                  </a:lnTo>
                  <a:lnTo>
                    <a:pt x="918735" y="912845"/>
                  </a:lnTo>
                  <a:lnTo>
                    <a:pt x="917863" y="914400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3225794" y="2498602"/>
              <a:ext cx="916961" cy="920102"/>
            </a:xfrm>
            <a:custGeom>
              <a:avLst/>
              <a:pathLst>
                <a:path w="916961" h="920102">
                  <a:moveTo>
                    <a:pt x="914400" y="914400"/>
                  </a:moveTo>
                  <a:lnTo>
                    <a:pt x="916961" y="914400"/>
                  </a:lnTo>
                  <a:lnTo>
                    <a:pt x="914400" y="920102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410719" y="2481364"/>
              <a:ext cx="914400" cy="925834"/>
            </a:xfrm>
            <a:custGeom>
              <a:avLst/>
              <a:pathLst>
                <a:path w="914400" h="925834">
                  <a:moveTo>
                    <a:pt x="914400" y="914400"/>
                  </a:moveTo>
                  <a:lnTo>
                    <a:pt x="914400" y="925834"/>
                  </a:lnTo>
                  <a:lnTo>
                    <a:pt x="913777" y="924734"/>
                  </a:lnTo>
                  <a:lnTo>
                    <a:pt x="909801" y="916931"/>
                  </a:lnTo>
                  <a:lnTo>
                    <a:pt x="908639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4107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270" y="931542"/>
                  </a:lnTo>
                  <a:lnTo>
                    <a:pt x="916662" y="929835"/>
                  </a:lnTo>
                  <a:lnTo>
                    <a:pt x="914400" y="925834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4199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4292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4385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44776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4570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4662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475555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4848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4940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5033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5126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5218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5311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5403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5496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5589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5681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5774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586701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5959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6052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61448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6237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330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6422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515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607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6700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6793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6885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6978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7071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63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256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7348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27441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7534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626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277194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7812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7904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79973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80899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81825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8275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367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8460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8553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86456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AF57">
                <a:alpha val="100000"/>
              </a:srgbClr>
            </a:solidFill>
            <a:ln w="5420" cap="flat">
              <a:solidFill>
                <a:srgbClr val="58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8738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8830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89235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9016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9108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9201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9294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9386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9479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9571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9664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757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9849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9942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300350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30127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C56">
                <a:alpha val="100000"/>
              </a:srgbClr>
            </a:solidFill>
            <a:ln w="5420" cap="flat">
              <a:solidFill>
                <a:srgbClr val="52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30220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303128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30405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30498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30590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30683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30775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30868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30961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31053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31146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31239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31331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31424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31516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31609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31702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31794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3188745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31980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32072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3216532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225794" y="2498602"/>
              <a:ext cx="923648" cy="914400"/>
            </a:xfrm>
            <a:custGeom>
              <a:avLst/>
              <a:pathLst>
                <a:path w="923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48" y="897161"/>
                  </a:lnTo>
                  <a:lnTo>
                    <a:pt x="921303" y="903744"/>
                  </a:lnTo>
                  <a:lnTo>
                    <a:pt x="917623" y="912926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401457" y="2464125"/>
              <a:ext cx="914400" cy="923787"/>
            </a:xfrm>
            <a:custGeom>
              <a:avLst/>
              <a:pathLst>
                <a:path w="914400" h="923787">
                  <a:moveTo>
                    <a:pt x="914400" y="914400"/>
                  </a:moveTo>
                  <a:lnTo>
                    <a:pt x="914400" y="923787"/>
                  </a:lnTo>
                  <a:lnTo>
                    <a:pt x="911790" y="917465"/>
                  </a:lnTo>
                  <a:lnTo>
                    <a:pt x="910656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4014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901" y="931638"/>
                  </a:lnTo>
                  <a:lnTo>
                    <a:pt x="915310" y="925993"/>
                  </a:lnTo>
                  <a:lnTo>
                    <a:pt x="914400" y="923787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4107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4199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4292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4385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44776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4570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4662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475555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4848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4940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5033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5126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5218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5311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5403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5496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5589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5681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5774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586701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5959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6052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61448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6237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6330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422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6515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607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6700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6793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6885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6978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071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7163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7256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7348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441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534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7626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7194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812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904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79973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80899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8182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8275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8367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8460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8553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AF57">
                <a:alpha val="100000"/>
              </a:srgbClr>
            </a:solidFill>
            <a:ln w="5420" cap="flat">
              <a:solidFill>
                <a:srgbClr val="58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86456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738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830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89235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9016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9108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9201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9294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7">
                <a:alpha val="100000"/>
              </a:srgbClr>
            </a:solidFill>
            <a:ln w="5420" cap="flat">
              <a:solidFill>
                <a:srgbClr val="54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9386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9479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9571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9664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9757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9849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9942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300350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30127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30220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303128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30405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30498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30590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30683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30775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30868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30961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31053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31146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31239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31331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31424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31516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31609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31702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31794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3188745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31980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32072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3216532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3225794" y="24813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48" y="914400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3235057" y="2464125"/>
              <a:ext cx="919850" cy="931599"/>
            </a:xfrm>
            <a:custGeom>
              <a:avLst/>
              <a:pathLst>
                <a:path w="919850" h="931599">
                  <a:moveTo>
                    <a:pt x="914400" y="914400"/>
                  </a:moveTo>
                  <a:lnTo>
                    <a:pt x="919850" y="914400"/>
                  </a:lnTo>
                  <a:lnTo>
                    <a:pt x="919434" y="915811"/>
                  </a:lnTo>
                  <a:lnTo>
                    <a:pt x="918554" y="918791"/>
                  </a:lnTo>
                  <a:lnTo>
                    <a:pt x="915442" y="928674"/>
                  </a:lnTo>
                  <a:lnTo>
                    <a:pt x="914400" y="931599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392195" y="2446887"/>
              <a:ext cx="914399" cy="915485"/>
            </a:xfrm>
            <a:custGeom>
              <a:avLst/>
              <a:pathLst>
                <a:path w="914399" h="915485">
                  <a:moveTo>
                    <a:pt x="914399" y="914400"/>
                  </a:moveTo>
                  <a:lnTo>
                    <a:pt x="914399" y="915485"/>
                  </a:lnTo>
                  <a:lnTo>
                    <a:pt x="914082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39219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18" y="931638"/>
                  </a:lnTo>
                  <a:lnTo>
                    <a:pt x="917776" y="925846"/>
                  </a:lnTo>
                  <a:lnTo>
                    <a:pt x="914751" y="916684"/>
                  </a:lnTo>
                  <a:lnTo>
                    <a:pt x="914399" y="915485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4014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24107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4199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4292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4385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44776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4570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4662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47555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4848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4940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25033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5126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25218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5311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5403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5496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5589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5681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5774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586701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5959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6052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61448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6237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6330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422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6515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607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6700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688586" y="24641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07" y="897161"/>
                  </a:lnTo>
                  <a:lnTo>
                    <a:pt x="909394" y="899586"/>
                  </a:lnTo>
                  <a:lnTo>
                    <a:pt x="909626" y="899513"/>
                  </a:lnTo>
                  <a:lnTo>
                    <a:pt x="909979" y="899402"/>
                  </a:lnTo>
                  <a:lnTo>
                    <a:pt x="910332" y="899291"/>
                  </a:lnTo>
                  <a:lnTo>
                    <a:pt x="910685" y="899180"/>
                  </a:lnTo>
                  <a:lnTo>
                    <a:pt x="911038" y="899069"/>
                  </a:lnTo>
                  <a:lnTo>
                    <a:pt x="911391" y="898958"/>
                  </a:lnTo>
                  <a:lnTo>
                    <a:pt x="911744" y="898847"/>
                  </a:lnTo>
                  <a:lnTo>
                    <a:pt x="912097" y="898736"/>
                  </a:lnTo>
                  <a:lnTo>
                    <a:pt x="912451" y="898625"/>
                  </a:lnTo>
                  <a:lnTo>
                    <a:pt x="912804" y="898515"/>
                  </a:lnTo>
                  <a:lnTo>
                    <a:pt x="913157" y="898404"/>
                  </a:lnTo>
                  <a:lnTo>
                    <a:pt x="913510" y="898293"/>
                  </a:lnTo>
                  <a:lnTo>
                    <a:pt x="913863" y="898182"/>
                  </a:lnTo>
                  <a:lnTo>
                    <a:pt x="914216" y="898071"/>
                  </a:lnTo>
                  <a:lnTo>
                    <a:pt x="914400" y="898014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697848" y="24468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252"/>
                  </a:lnTo>
                  <a:lnTo>
                    <a:pt x="905307" y="915199"/>
                  </a:lnTo>
                  <a:lnTo>
                    <a:pt x="905660" y="915088"/>
                  </a:lnTo>
                  <a:lnTo>
                    <a:pt x="906013" y="914977"/>
                  </a:lnTo>
                  <a:lnTo>
                    <a:pt x="906366" y="914866"/>
                  </a:lnTo>
                  <a:lnTo>
                    <a:pt x="906720" y="914756"/>
                  </a:lnTo>
                  <a:lnTo>
                    <a:pt x="907073" y="914645"/>
                  </a:lnTo>
                  <a:lnTo>
                    <a:pt x="907426" y="914534"/>
                  </a:lnTo>
                  <a:lnTo>
                    <a:pt x="907855" y="914400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6978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7071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7163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256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7348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7441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534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7626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77194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7812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7904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79973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8089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8182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275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8367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8460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AF57">
                <a:alpha val="100000"/>
              </a:srgbClr>
            </a:solidFill>
            <a:ln w="5420" cap="flat">
              <a:solidFill>
                <a:srgbClr val="58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8553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6456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8738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8830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9235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9016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9108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9201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7">
                <a:alpha val="100000"/>
              </a:srgbClr>
            </a:solidFill>
            <a:ln w="5420" cap="flat">
              <a:solidFill>
                <a:srgbClr val="54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9294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9386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9479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9571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9664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9757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9849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C56">
                <a:alpha val="100000"/>
              </a:srgbClr>
            </a:solidFill>
            <a:ln w="5420" cap="flat">
              <a:solidFill>
                <a:srgbClr val="52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9942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300350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30127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30220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303128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30405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30498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30590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30683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30775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30868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309612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310538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31146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31239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31331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31424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31516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31609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31702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31794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3188745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31980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32072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3216532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32257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235057" y="24641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08"/>
                  </a:lnTo>
                  <a:lnTo>
                    <a:pt x="922935" y="903962"/>
                  </a:lnTo>
                  <a:lnTo>
                    <a:pt x="922059" y="906924"/>
                  </a:lnTo>
                  <a:lnTo>
                    <a:pt x="921184" y="909886"/>
                  </a:lnTo>
                  <a:lnTo>
                    <a:pt x="920308" y="912848"/>
                  </a:lnTo>
                  <a:lnTo>
                    <a:pt x="919850" y="914400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3244319" y="2446887"/>
              <a:ext cx="915687" cy="918747"/>
            </a:xfrm>
            <a:custGeom>
              <a:avLst/>
              <a:pathLst>
                <a:path w="915687" h="918747">
                  <a:moveTo>
                    <a:pt x="914400" y="914400"/>
                  </a:moveTo>
                  <a:lnTo>
                    <a:pt x="915687" y="914400"/>
                  </a:lnTo>
                  <a:lnTo>
                    <a:pt x="915427" y="915277"/>
                  </a:lnTo>
                  <a:lnTo>
                    <a:pt x="914550" y="918239"/>
                  </a:lnTo>
                  <a:lnTo>
                    <a:pt x="914400" y="918747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392195" y="2429648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14082" y="931638"/>
                  </a:lnTo>
                  <a:lnTo>
                    <a:pt x="911986" y="924480"/>
                  </a:lnTo>
                  <a:lnTo>
                    <a:pt x="909488" y="914783"/>
                  </a:lnTo>
                  <a:lnTo>
                    <a:pt x="909402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39219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4014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4107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4199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4292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4385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44776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4570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4662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47555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4848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4940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5033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5126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5218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5311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5403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5496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5589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5681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5774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586701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5959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6052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61448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37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6330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6422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6515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6607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679323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85" y="897161"/>
                  </a:lnTo>
                  <a:lnTo>
                    <a:pt x="913451" y="897382"/>
                  </a:lnTo>
                  <a:lnTo>
                    <a:pt x="913544" y="897698"/>
                  </a:lnTo>
                  <a:lnTo>
                    <a:pt x="913638" y="898014"/>
                  </a:lnTo>
                  <a:lnTo>
                    <a:pt x="913731" y="898330"/>
                  </a:lnTo>
                  <a:lnTo>
                    <a:pt x="913825" y="898645"/>
                  </a:lnTo>
                  <a:lnTo>
                    <a:pt x="913918" y="898961"/>
                  </a:lnTo>
                  <a:lnTo>
                    <a:pt x="914011" y="899277"/>
                  </a:lnTo>
                  <a:lnTo>
                    <a:pt x="914105" y="899592"/>
                  </a:lnTo>
                  <a:lnTo>
                    <a:pt x="914198" y="899908"/>
                  </a:lnTo>
                  <a:lnTo>
                    <a:pt x="914292" y="900224"/>
                  </a:lnTo>
                  <a:lnTo>
                    <a:pt x="914400" y="900613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679323" y="2446887"/>
              <a:ext cx="918070" cy="914400"/>
            </a:xfrm>
            <a:custGeom>
              <a:avLst/>
              <a:pathLst>
                <a:path w="918070" h="914400">
                  <a:moveTo>
                    <a:pt x="914400" y="914400"/>
                  </a:moveTo>
                  <a:lnTo>
                    <a:pt x="914400" y="900613"/>
                  </a:lnTo>
                  <a:lnTo>
                    <a:pt x="917018" y="910053"/>
                  </a:lnTo>
                  <a:lnTo>
                    <a:pt x="918070" y="914400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697848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855" y="914400"/>
                  </a:lnTo>
                  <a:lnTo>
                    <a:pt x="908132" y="914313"/>
                  </a:lnTo>
                  <a:lnTo>
                    <a:pt x="908485" y="914202"/>
                  </a:lnTo>
                  <a:lnTo>
                    <a:pt x="908839" y="914091"/>
                  </a:lnTo>
                  <a:lnTo>
                    <a:pt x="909192" y="913980"/>
                  </a:lnTo>
                  <a:lnTo>
                    <a:pt x="909545" y="913870"/>
                  </a:lnTo>
                  <a:lnTo>
                    <a:pt x="909898" y="913759"/>
                  </a:lnTo>
                  <a:lnTo>
                    <a:pt x="910251" y="913648"/>
                  </a:lnTo>
                  <a:lnTo>
                    <a:pt x="910604" y="913538"/>
                  </a:lnTo>
                  <a:lnTo>
                    <a:pt x="910958" y="913427"/>
                  </a:lnTo>
                  <a:lnTo>
                    <a:pt x="911311" y="913316"/>
                  </a:lnTo>
                  <a:lnTo>
                    <a:pt x="911664" y="913206"/>
                  </a:lnTo>
                  <a:lnTo>
                    <a:pt x="912017" y="913095"/>
                  </a:lnTo>
                  <a:lnTo>
                    <a:pt x="912371" y="912985"/>
                  </a:lnTo>
                  <a:lnTo>
                    <a:pt x="912724" y="912874"/>
                  </a:lnTo>
                  <a:lnTo>
                    <a:pt x="913077" y="912763"/>
                  </a:lnTo>
                  <a:lnTo>
                    <a:pt x="913430" y="912653"/>
                  </a:lnTo>
                  <a:lnTo>
                    <a:pt x="913784" y="912542"/>
                  </a:lnTo>
                  <a:lnTo>
                    <a:pt x="914137" y="912432"/>
                  </a:lnTo>
                  <a:lnTo>
                    <a:pt x="914400" y="912349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707110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8" y="912321"/>
                  </a:lnTo>
                  <a:lnTo>
                    <a:pt x="905581" y="912210"/>
                  </a:lnTo>
                  <a:lnTo>
                    <a:pt x="905934" y="912100"/>
                  </a:lnTo>
                  <a:lnTo>
                    <a:pt x="906288" y="911989"/>
                  </a:lnTo>
                  <a:lnTo>
                    <a:pt x="906641" y="911879"/>
                  </a:lnTo>
                  <a:lnTo>
                    <a:pt x="906994" y="911768"/>
                  </a:lnTo>
                  <a:lnTo>
                    <a:pt x="907348" y="911658"/>
                  </a:lnTo>
                  <a:lnTo>
                    <a:pt x="907701" y="911547"/>
                  </a:lnTo>
                  <a:lnTo>
                    <a:pt x="908054" y="911437"/>
                  </a:lnTo>
                  <a:lnTo>
                    <a:pt x="908408" y="911326"/>
                  </a:lnTo>
                  <a:lnTo>
                    <a:pt x="908761" y="911216"/>
                  </a:lnTo>
                  <a:lnTo>
                    <a:pt x="909114" y="911106"/>
                  </a:lnTo>
                  <a:lnTo>
                    <a:pt x="909468" y="910995"/>
                  </a:lnTo>
                  <a:lnTo>
                    <a:pt x="909821" y="910885"/>
                  </a:lnTo>
                  <a:lnTo>
                    <a:pt x="910174" y="910774"/>
                  </a:lnTo>
                  <a:lnTo>
                    <a:pt x="910528" y="910664"/>
                  </a:lnTo>
                  <a:lnTo>
                    <a:pt x="910881" y="910553"/>
                  </a:lnTo>
                  <a:lnTo>
                    <a:pt x="911234" y="910443"/>
                  </a:lnTo>
                  <a:lnTo>
                    <a:pt x="911588" y="910333"/>
                  </a:lnTo>
                  <a:lnTo>
                    <a:pt x="911941" y="910222"/>
                  </a:lnTo>
                  <a:lnTo>
                    <a:pt x="912294" y="910112"/>
                  </a:lnTo>
                  <a:lnTo>
                    <a:pt x="912648" y="910002"/>
                  </a:lnTo>
                  <a:lnTo>
                    <a:pt x="912876" y="909930"/>
                  </a:lnTo>
                  <a:lnTo>
                    <a:pt x="913934" y="903657"/>
                  </a:lnTo>
                  <a:lnTo>
                    <a:pt x="914400" y="901341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16372" y="24296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580"/>
                  </a:lnTo>
                  <a:lnTo>
                    <a:pt x="905977" y="914400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7163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7256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7348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441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534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7626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77194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7812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7904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79973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089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8182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8275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8367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AF57">
                <a:alpha val="100000"/>
              </a:srgbClr>
            </a:solidFill>
            <a:ln w="5420" cap="flat">
              <a:solidFill>
                <a:srgbClr val="58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8460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8553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86456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738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8830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89235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9016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9108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9201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9294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9386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9479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9571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9664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9757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9849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9942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300350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30127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30220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303128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30405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30498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30590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30683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30775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308686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309612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310538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311464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312391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31331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31424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31516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31609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31702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31794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3188745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31980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32072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3216532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32257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32350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3244319" y="2446887"/>
              <a:ext cx="920799" cy="914400"/>
            </a:xfrm>
            <a:custGeom>
              <a:avLst/>
              <a:pathLst>
                <a:path w="92079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99" y="897161"/>
                  </a:lnTo>
                  <a:lnTo>
                    <a:pt x="920696" y="897509"/>
                  </a:lnTo>
                  <a:lnTo>
                    <a:pt x="919817" y="900470"/>
                  </a:lnTo>
                  <a:lnTo>
                    <a:pt x="918938" y="903431"/>
                  </a:lnTo>
                  <a:lnTo>
                    <a:pt x="918059" y="906393"/>
                  </a:lnTo>
                  <a:lnTo>
                    <a:pt x="917181" y="909354"/>
                  </a:lnTo>
                  <a:lnTo>
                    <a:pt x="916304" y="912316"/>
                  </a:lnTo>
                  <a:lnTo>
                    <a:pt x="915687" y="914400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392195" y="2412410"/>
              <a:ext cx="914399" cy="931638"/>
            </a:xfrm>
            <a:custGeom>
              <a:avLst/>
              <a:pathLst>
                <a:path w="914399" h="931638">
                  <a:moveTo>
                    <a:pt x="914399" y="914399"/>
                  </a:moveTo>
                  <a:lnTo>
                    <a:pt x="914399" y="931638"/>
                  </a:lnTo>
                  <a:lnTo>
                    <a:pt x="909402" y="931638"/>
                  </a:lnTo>
                  <a:lnTo>
                    <a:pt x="907264" y="922096"/>
                  </a:lnTo>
                  <a:lnTo>
                    <a:pt x="905787" y="914399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39219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4014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4107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4199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4292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4385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44776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4570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4662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47555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4848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4940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5033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5126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5218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5311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5403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5496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5589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5681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5774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586701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5959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052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61448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6237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330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422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6515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6607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670061" y="2429648"/>
              <a:ext cx="922648" cy="914400"/>
            </a:xfrm>
            <a:custGeom>
              <a:avLst/>
              <a:pathLst>
                <a:path w="922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69" y="897262"/>
                  </a:lnTo>
                  <a:lnTo>
                    <a:pt x="917661" y="897574"/>
                  </a:lnTo>
                  <a:lnTo>
                    <a:pt x="917755" y="897889"/>
                  </a:lnTo>
                  <a:lnTo>
                    <a:pt x="917849" y="898205"/>
                  </a:lnTo>
                  <a:lnTo>
                    <a:pt x="917942" y="898521"/>
                  </a:lnTo>
                  <a:lnTo>
                    <a:pt x="918036" y="898836"/>
                  </a:lnTo>
                  <a:lnTo>
                    <a:pt x="918130" y="899152"/>
                  </a:lnTo>
                  <a:lnTo>
                    <a:pt x="918223" y="899468"/>
                  </a:lnTo>
                  <a:lnTo>
                    <a:pt x="918317" y="899783"/>
                  </a:lnTo>
                  <a:lnTo>
                    <a:pt x="918411" y="900099"/>
                  </a:lnTo>
                  <a:lnTo>
                    <a:pt x="918504" y="900415"/>
                  </a:lnTo>
                  <a:lnTo>
                    <a:pt x="918598" y="900730"/>
                  </a:lnTo>
                  <a:lnTo>
                    <a:pt x="918691" y="901046"/>
                  </a:lnTo>
                  <a:lnTo>
                    <a:pt x="918785" y="901362"/>
                  </a:lnTo>
                  <a:lnTo>
                    <a:pt x="918879" y="901677"/>
                  </a:lnTo>
                  <a:lnTo>
                    <a:pt x="918972" y="901993"/>
                  </a:lnTo>
                  <a:lnTo>
                    <a:pt x="919066" y="902309"/>
                  </a:lnTo>
                  <a:lnTo>
                    <a:pt x="919160" y="902625"/>
                  </a:lnTo>
                  <a:lnTo>
                    <a:pt x="919253" y="902940"/>
                  </a:lnTo>
                  <a:lnTo>
                    <a:pt x="919347" y="903256"/>
                  </a:lnTo>
                  <a:lnTo>
                    <a:pt x="919440" y="903572"/>
                  </a:lnTo>
                  <a:lnTo>
                    <a:pt x="919534" y="903887"/>
                  </a:lnTo>
                  <a:lnTo>
                    <a:pt x="919627" y="904203"/>
                  </a:lnTo>
                  <a:lnTo>
                    <a:pt x="919721" y="904519"/>
                  </a:lnTo>
                  <a:lnTo>
                    <a:pt x="919815" y="904834"/>
                  </a:lnTo>
                  <a:lnTo>
                    <a:pt x="919908" y="905150"/>
                  </a:lnTo>
                  <a:lnTo>
                    <a:pt x="920002" y="905466"/>
                  </a:lnTo>
                  <a:lnTo>
                    <a:pt x="920095" y="905781"/>
                  </a:lnTo>
                  <a:lnTo>
                    <a:pt x="920189" y="906097"/>
                  </a:lnTo>
                  <a:lnTo>
                    <a:pt x="920282" y="906413"/>
                  </a:lnTo>
                  <a:lnTo>
                    <a:pt x="920376" y="906728"/>
                  </a:lnTo>
                  <a:lnTo>
                    <a:pt x="920469" y="907044"/>
                  </a:lnTo>
                  <a:lnTo>
                    <a:pt x="920563" y="907360"/>
                  </a:lnTo>
                  <a:lnTo>
                    <a:pt x="920657" y="907676"/>
                  </a:lnTo>
                  <a:lnTo>
                    <a:pt x="920750" y="907991"/>
                  </a:lnTo>
                  <a:lnTo>
                    <a:pt x="920844" y="908307"/>
                  </a:lnTo>
                  <a:lnTo>
                    <a:pt x="920937" y="908623"/>
                  </a:lnTo>
                  <a:lnTo>
                    <a:pt x="921031" y="908938"/>
                  </a:lnTo>
                  <a:lnTo>
                    <a:pt x="921124" y="909254"/>
                  </a:lnTo>
                  <a:lnTo>
                    <a:pt x="921218" y="909570"/>
                  </a:lnTo>
                  <a:lnTo>
                    <a:pt x="921311" y="909885"/>
                  </a:lnTo>
                  <a:lnTo>
                    <a:pt x="921405" y="910201"/>
                  </a:lnTo>
                  <a:lnTo>
                    <a:pt x="921498" y="910517"/>
                  </a:lnTo>
                  <a:lnTo>
                    <a:pt x="921592" y="910832"/>
                  </a:lnTo>
                  <a:lnTo>
                    <a:pt x="921685" y="911148"/>
                  </a:lnTo>
                  <a:lnTo>
                    <a:pt x="921779" y="911464"/>
                  </a:lnTo>
                  <a:lnTo>
                    <a:pt x="921872" y="911780"/>
                  </a:lnTo>
                  <a:lnTo>
                    <a:pt x="921966" y="912095"/>
                  </a:lnTo>
                  <a:lnTo>
                    <a:pt x="922059" y="912411"/>
                  </a:lnTo>
                  <a:lnTo>
                    <a:pt x="922152" y="912727"/>
                  </a:lnTo>
                  <a:lnTo>
                    <a:pt x="922246" y="913042"/>
                  </a:lnTo>
                  <a:lnTo>
                    <a:pt x="922339" y="913358"/>
                  </a:lnTo>
                  <a:lnTo>
                    <a:pt x="922433" y="913674"/>
                  </a:lnTo>
                  <a:lnTo>
                    <a:pt x="922526" y="913989"/>
                  </a:lnTo>
                  <a:lnTo>
                    <a:pt x="922648" y="914400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16372" y="24124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977" y="931638"/>
                  </a:lnTo>
                  <a:lnTo>
                    <a:pt x="906755" y="927763"/>
                  </a:lnTo>
                  <a:lnTo>
                    <a:pt x="909133" y="917613"/>
                  </a:lnTo>
                  <a:lnTo>
                    <a:pt x="909999" y="914399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7163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7256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348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441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7534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7626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77194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7812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7904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79973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8089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8182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275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AF57">
                <a:alpha val="100000"/>
              </a:srgbClr>
            </a:solidFill>
            <a:ln w="5420" cap="flat">
              <a:solidFill>
                <a:srgbClr val="58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67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8460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8553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86456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8738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8830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89235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9016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9108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9201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9294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9386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9479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9571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9664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757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9849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9942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300350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30127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30220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303128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30405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30498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30590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30683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30775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308686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309612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310538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311464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312391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31331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31424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31516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31609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31702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31794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3188745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31980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32072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3216532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32257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32350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3244319" y="24296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769"/>
                  </a:lnTo>
                  <a:lnTo>
                    <a:pt x="923336" y="905864"/>
                  </a:lnTo>
                  <a:lnTo>
                    <a:pt x="922456" y="908825"/>
                  </a:lnTo>
                  <a:lnTo>
                    <a:pt x="921576" y="911786"/>
                  </a:lnTo>
                  <a:lnTo>
                    <a:pt x="920799" y="914400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3253581" y="2412410"/>
              <a:ext cx="916664" cy="922007"/>
            </a:xfrm>
            <a:custGeom>
              <a:avLst/>
              <a:pathLst>
                <a:path w="916664" h="922007">
                  <a:moveTo>
                    <a:pt x="914400" y="914399"/>
                  </a:moveTo>
                  <a:lnTo>
                    <a:pt x="916664" y="914399"/>
                  </a:lnTo>
                  <a:lnTo>
                    <a:pt x="915836" y="917181"/>
                  </a:lnTo>
                  <a:lnTo>
                    <a:pt x="914955" y="920141"/>
                  </a:lnTo>
                  <a:lnTo>
                    <a:pt x="914400" y="922007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382932" y="2395171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925" y="918906"/>
                  </a:lnTo>
                  <a:lnTo>
                    <a:pt x="912335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3829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49" y="931638"/>
                  </a:lnTo>
                  <a:lnTo>
                    <a:pt x="914583" y="929207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39219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4014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4107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4199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4292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4385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44776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4570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4662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47555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4848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4940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5033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5126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5218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5311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5403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5496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5589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5681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25774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586701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5959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052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1448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6237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330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6422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515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70061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1802" y="897161"/>
                  </a:lnTo>
                  <a:lnTo>
                    <a:pt x="914400" y="904545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670061" y="2412410"/>
              <a:ext cx="917537" cy="914399"/>
            </a:xfrm>
            <a:custGeom>
              <a:avLst/>
              <a:pathLst>
                <a:path w="917537" h="914399">
                  <a:moveTo>
                    <a:pt x="914400" y="914399"/>
                  </a:moveTo>
                  <a:lnTo>
                    <a:pt x="914400" y="904545"/>
                  </a:lnTo>
                  <a:lnTo>
                    <a:pt x="914757" y="905562"/>
                  </a:lnTo>
                  <a:lnTo>
                    <a:pt x="917537" y="914399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16372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9999" y="914399"/>
                  </a:lnTo>
                  <a:lnTo>
                    <a:pt x="911800" y="907715"/>
                  </a:lnTo>
                  <a:lnTo>
                    <a:pt x="914400" y="899231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25634" y="23951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70"/>
                  </a:lnTo>
                  <a:lnTo>
                    <a:pt x="905485" y="915336"/>
                  </a:lnTo>
                  <a:lnTo>
                    <a:pt x="905809" y="91440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7256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348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27441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7534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7626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7194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7812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7904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7997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8089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8182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8275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8367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8460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8553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86456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8738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8830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89235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9016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9108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9201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9294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9386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9479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9571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9664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9757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9849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9942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300350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30127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30220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303128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30405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30498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30590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30683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307759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308686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309612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310538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311464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312391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313317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31424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31516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31609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31702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31794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3188745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31980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32072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3216532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32257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32350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32443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3253581" y="2412410"/>
              <a:ext cx="921805" cy="914399"/>
            </a:xfrm>
            <a:custGeom>
              <a:avLst/>
              <a:pathLst>
                <a:path w="92180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1805" y="897161"/>
                  </a:lnTo>
                  <a:lnTo>
                    <a:pt x="921131" y="899417"/>
                  </a:lnTo>
                  <a:lnTo>
                    <a:pt x="920248" y="902378"/>
                  </a:lnTo>
                  <a:lnTo>
                    <a:pt x="919365" y="905338"/>
                  </a:lnTo>
                  <a:lnTo>
                    <a:pt x="918482" y="908299"/>
                  </a:lnTo>
                  <a:lnTo>
                    <a:pt x="917599" y="911259"/>
                  </a:lnTo>
                  <a:lnTo>
                    <a:pt x="916717" y="914220"/>
                  </a:lnTo>
                  <a:lnTo>
                    <a:pt x="916664" y="914399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382932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5" y="931638"/>
                  </a:lnTo>
                  <a:lnTo>
                    <a:pt x="911557" y="925697"/>
                  </a:lnTo>
                  <a:lnTo>
                    <a:pt x="910482" y="915130"/>
                  </a:lnTo>
                  <a:lnTo>
                    <a:pt x="910429" y="914399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3829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39219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4014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4107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4199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4292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4385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44776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4570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4662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47555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4848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4940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5033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126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5218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5311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403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496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589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5681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5774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586701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5959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052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1448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6237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6330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422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515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60799" y="2395171"/>
              <a:ext cx="921064" cy="914400"/>
            </a:xfrm>
            <a:custGeom>
              <a:avLst/>
              <a:pathLst>
                <a:path w="9210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79" y="897161"/>
                  </a:lnTo>
                  <a:lnTo>
                    <a:pt x="919224" y="897955"/>
                  </a:lnTo>
                  <a:lnTo>
                    <a:pt x="916989" y="904142"/>
                  </a:lnTo>
                  <a:lnTo>
                    <a:pt x="917694" y="905766"/>
                  </a:lnTo>
                  <a:lnTo>
                    <a:pt x="920972" y="914136"/>
                  </a:lnTo>
                  <a:lnTo>
                    <a:pt x="921064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725634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809" y="931638"/>
                  </a:lnTo>
                  <a:lnTo>
                    <a:pt x="908704" y="923263"/>
                  </a:lnTo>
                  <a:lnTo>
                    <a:pt x="912143" y="914399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7256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7348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7441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7534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7626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77194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7812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7904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7997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8089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8182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8275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8367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8460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8553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86456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8738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8830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89235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9016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9108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9201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9294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9386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9479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9571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9664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9757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9849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9942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300350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30127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30220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303128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30405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30498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30590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30683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307759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308686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309612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310538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311464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312391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313317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31424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31516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31609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31702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31794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3188745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31980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32072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3216532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32257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32350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32443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3253581" y="23951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86"/>
                  </a:lnTo>
                  <a:lnTo>
                    <a:pt x="922900" y="910735"/>
                  </a:lnTo>
                  <a:lnTo>
                    <a:pt x="922015" y="913695"/>
                  </a:lnTo>
                  <a:lnTo>
                    <a:pt x="921805" y="914400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3262843" y="2377933"/>
              <a:ext cx="919168" cy="925424"/>
            </a:xfrm>
            <a:custGeom>
              <a:avLst/>
              <a:pathLst>
                <a:path w="919168" h="925424">
                  <a:moveTo>
                    <a:pt x="914400" y="914399"/>
                  </a:moveTo>
                  <a:lnTo>
                    <a:pt x="919168" y="914399"/>
                  </a:lnTo>
                  <a:lnTo>
                    <a:pt x="917734" y="916810"/>
                  </a:lnTo>
                  <a:lnTo>
                    <a:pt x="916862" y="918274"/>
                  </a:lnTo>
                  <a:lnTo>
                    <a:pt x="916642" y="918831"/>
                  </a:lnTo>
                  <a:lnTo>
                    <a:pt x="915890" y="920727"/>
                  </a:lnTo>
                  <a:lnTo>
                    <a:pt x="915541" y="921608"/>
                  </a:lnTo>
                  <a:lnTo>
                    <a:pt x="915407" y="922054"/>
                  </a:lnTo>
                  <a:lnTo>
                    <a:pt x="914522" y="925014"/>
                  </a:lnTo>
                  <a:lnTo>
                    <a:pt x="914400" y="925424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382932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29" y="931638"/>
                  </a:lnTo>
                  <a:lnTo>
                    <a:pt x="909704" y="921713"/>
                  </a:lnTo>
                  <a:lnTo>
                    <a:pt x="909377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3829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39219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4014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4107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4199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4292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4385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44776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4570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4662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47555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4848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4940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5033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5126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5218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5311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5403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496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5589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5681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774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86701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5959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052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61448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237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6330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422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515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660799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98"/>
                  </a:lnTo>
                  <a:lnTo>
                    <a:pt x="922250" y="905774"/>
                  </a:lnTo>
                  <a:lnTo>
                    <a:pt x="919479" y="914399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670061" y="2360695"/>
              <a:ext cx="915431" cy="918036"/>
            </a:xfrm>
            <a:custGeom>
              <a:avLst/>
              <a:pathLst>
                <a:path w="915431" h="918036">
                  <a:moveTo>
                    <a:pt x="914400" y="914400"/>
                  </a:moveTo>
                  <a:lnTo>
                    <a:pt x="915431" y="914400"/>
                  </a:lnTo>
                  <a:lnTo>
                    <a:pt x="914400" y="918036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725634" y="23779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87" y="914286"/>
                  </a:lnTo>
                  <a:lnTo>
                    <a:pt x="914400" y="909183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734897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421"/>
                  </a:lnTo>
                  <a:lnTo>
                    <a:pt x="906660" y="922908"/>
                  </a:lnTo>
                  <a:lnTo>
                    <a:pt x="906796" y="922612"/>
                  </a:lnTo>
                  <a:lnTo>
                    <a:pt x="906933" y="922312"/>
                  </a:lnTo>
                  <a:lnTo>
                    <a:pt x="907070" y="922012"/>
                  </a:lnTo>
                  <a:lnTo>
                    <a:pt x="907208" y="921712"/>
                  </a:lnTo>
                  <a:lnTo>
                    <a:pt x="907345" y="921412"/>
                  </a:lnTo>
                  <a:lnTo>
                    <a:pt x="907482" y="921113"/>
                  </a:lnTo>
                  <a:lnTo>
                    <a:pt x="907619" y="920813"/>
                  </a:lnTo>
                  <a:lnTo>
                    <a:pt x="907757" y="920513"/>
                  </a:lnTo>
                  <a:lnTo>
                    <a:pt x="907894" y="920213"/>
                  </a:lnTo>
                  <a:lnTo>
                    <a:pt x="908031" y="919914"/>
                  </a:lnTo>
                  <a:lnTo>
                    <a:pt x="908169" y="919614"/>
                  </a:lnTo>
                  <a:lnTo>
                    <a:pt x="908306" y="919314"/>
                  </a:lnTo>
                  <a:lnTo>
                    <a:pt x="908443" y="919014"/>
                  </a:lnTo>
                  <a:lnTo>
                    <a:pt x="908581" y="918714"/>
                  </a:lnTo>
                  <a:lnTo>
                    <a:pt x="908718" y="918415"/>
                  </a:lnTo>
                  <a:lnTo>
                    <a:pt x="908855" y="918115"/>
                  </a:lnTo>
                  <a:lnTo>
                    <a:pt x="908993" y="917815"/>
                  </a:lnTo>
                  <a:lnTo>
                    <a:pt x="909130" y="917515"/>
                  </a:lnTo>
                  <a:lnTo>
                    <a:pt x="909267" y="917216"/>
                  </a:lnTo>
                  <a:lnTo>
                    <a:pt x="909405" y="916916"/>
                  </a:lnTo>
                  <a:lnTo>
                    <a:pt x="909542" y="916616"/>
                  </a:lnTo>
                  <a:lnTo>
                    <a:pt x="909679" y="916316"/>
                  </a:lnTo>
                  <a:lnTo>
                    <a:pt x="909817" y="916017"/>
                  </a:lnTo>
                  <a:lnTo>
                    <a:pt x="909954" y="915717"/>
                  </a:lnTo>
                  <a:lnTo>
                    <a:pt x="910091" y="915417"/>
                  </a:lnTo>
                  <a:lnTo>
                    <a:pt x="910229" y="915117"/>
                  </a:lnTo>
                  <a:lnTo>
                    <a:pt x="910366" y="914818"/>
                  </a:lnTo>
                  <a:lnTo>
                    <a:pt x="910558" y="914400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7348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441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7534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7626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77194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812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7904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7997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8089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8182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8275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8367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8460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8553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86456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8738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8830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89235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9016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9108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9201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9294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9386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9479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9571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9664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9757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9849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9942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300350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30127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30220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303128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30405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30498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30590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30683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307759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308686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309612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310538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311464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312391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313317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314243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31516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31609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31702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31794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3188745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31980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32072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3216532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32257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32350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32443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32535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3262843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56"/>
                  </a:lnTo>
                  <a:lnTo>
                    <a:pt x="922268" y="909195"/>
                  </a:lnTo>
                  <a:lnTo>
                    <a:pt x="920756" y="911733"/>
                  </a:lnTo>
                  <a:lnTo>
                    <a:pt x="919244" y="914271"/>
                  </a:lnTo>
                  <a:lnTo>
                    <a:pt x="919168" y="914399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3272105" y="2360695"/>
              <a:ext cx="920184" cy="924095"/>
            </a:xfrm>
            <a:custGeom>
              <a:avLst/>
              <a:pathLst>
                <a:path w="920184" h="924095">
                  <a:moveTo>
                    <a:pt x="914400" y="914400"/>
                  </a:moveTo>
                  <a:lnTo>
                    <a:pt x="920184" y="914400"/>
                  </a:lnTo>
                  <a:lnTo>
                    <a:pt x="919059" y="916284"/>
                  </a:lnTo>
                  <a:lnTo>
                    <a:pt x="917545" y="918821"/>
                  </a:lnTo>
                  <a:lnTo>
                    <a:pt x="916031" y="921358"/>
                  </a:lnTo>
                  <a:lnTo>
                    <a:pt x="914518" y="923896"/>
                  </a:lnTo>
                  <a:lnTo>
                    <a:pt x="914400" y="924095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82932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377" y="931638"/>
                  </a:lnTo>
                  <a:lnTo>
                    <a:pt x="909224" y="928235"/>
                  </a:lnTo>
                  <a:lnTo>
                    <a:pt x="909045" y="917486"/>
                  </a:lnTo>
                  <a:lnTo>
                    <a:pt x="909079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829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39219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4014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4107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199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24292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24385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244776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24570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24662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247555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24848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24940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25033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25126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25218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25311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25403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25496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25589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25681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25774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2586701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25959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26052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261448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26237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26330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26422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26515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26607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2670061" y="2360695"/>
              <a:ext cx="919540" cy="914400"/>
            </a:xfrm>
            <a:custGeom>
              <a:avLst/>
              <a:pathLst>
                <a:path w="91954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540" y="897161"/>
                  </a:lnTo>
                  <a:lnTo>
                    <a:pt x="918214" y="903345"/>
                  </a:lnTo>
                  <a:lnTo>
                    <a:pt x="915741" y="913308"/>
                  </a:lnTo>
                  <a:lnTo>
                    <a:pt x="915431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2734897" y="236069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558" y="914400"/>
                  </a:lnTo>
                  <a:lnTo>
                    <a:pt x="910641" y="914218"/>
                  </a:lnTo>
                  <a:lnTo>
                    <a:pt x="910778" y="913918"/>
                  </a:lnTo>
                  <a:lnTo>
                    <a:pt x="910916" y="913619"/>
                  </a:lnTo>
                  <a:lnTo>
                    <a:pt x="911053" y="913319"/>
                  </a:lnTo>
                  <a:lnTo>
                    <a:pt x="911191" y="913019"/>
                  </a:lnTo>
                  <a:lnTo>
                    <a:pt x="911328" y="912719"/>
                  </a:lnTo>
                  <a:lnTo>
                    <a:pt x="911466" y="912420"/>
                  </a:lnTo>
                  <a:lnTo>
                    <a:pt x="911603" y="912120"/>
                  </a:lnTo>
                  <a:lnTo>
                    <a:pt x="911741" y="911820"/>
                  </a:lnTo>
                  <a:lnTo>
                    <a:pt x="911878" y="911520"/>
                  </a:lnTo>
                  <a:lnTo>
                    <a:pt x="912015" y="911221"/>
                  </a:lnTo>
                  <a:lnTo>
                    <a:pt x="912153" y="910921"/>
                  </a:lnTo>
                  <a:lnTo>
                    <a:pt x="912290" y="910621"/>
                  </a:lnTo>
                  <a:lnTo>
                    <a:pt x="912428" y="910321"/>
                  </a:lnTo>
                  <a:lnTo>
                    <a:pt x="912565" y="910022"/>
                  </a:lnTo>
                  <a:lnTo>
                    <a:pt x="912703" y="909722"/>
                  </a:lnTo>
                  <a:lnTo>
                    <a:pt x="912840" y="909422"/>
                  </a:lnTo>
                  <a:lnTo>
                    <a:pt x="912978" y="909123"/>
                  </a:lnTo>
                  <a:lnTo>
                    <a:pt x="913115" y="908823"/>
                  </a:lnTo>
                  <a:lnTo>
                    <a:pt x="913253" y="908523"/>
                  </a:lnTo>
                  <a:lnTo>
                    <a:pt x="913391" y="908223"/>
                  </a:lnTo>
                  <a:lnTo>
                    <a:pt x="913528" y="907924"/>
                  </a:lnTo>
                  <a:lnTo>
                    <a:pt x="913666" y="907624"/>
                  </a:lnTo>
                  <a:lnTo>
                    <a:pt x="913803" y="907324"/>
                  </a:lnTo>
                  <a:lnTo>
                    <a:pt x="913941" y="907025"/>
                  </a:lnTo>
                  <a:lnTo>
                    <a:pt x="914078" y="906725"/>
                  </a:lnTo>
                  <a:lnTo>
                    <a:pt x="914216" y="906425"/>
                  </a:lnTo>
                  <a:lnTo>
                    <a:pt x="914400" y="906025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2744159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264"/>
                  </a:lnTo>
                  <a:lnTo>
                    <a:pt x="905229" y="923064"/>
                  </a:lnTo>
                  <a:lnTo>
                    <a:pt x="905366" y="922764"/>
                  </a:lnTo>
                  <a:lnTo>
                    <a:pt x="905504" y="922465"/>
                  </a:lnTo>
                  <a:lnTo>
                    <a:pt x="905642" y="922165"/>
                  </a:lnTo>
                  <a:lnTo>
                    <a:pt x="905779" y="921865"/>
                  </a:lnTo>
                  <a:lnTo>
                    <a:pt x="905917" y="921566"/>
                  </a:lnTo>
                  <a:lnTo>
                    <a:pt x="906054" y="921266"/>
                  </a:lnTo>
                  <a:lnTo>
                    <a:pt x="906192" y="920966"/>
                  </a:lnTo>
                  <a:lnTo>
                    <a:pt x="909361" y="914400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27441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27534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27626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277194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27812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27904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27997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28089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28182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28275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28367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28460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28553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286456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7">
                <a:alpha val="100000"/>
              </a:srgbClr>
            </a:solidFill>
            <a:ln w="5420" cap="flat">
              <a:solidFill>
                <a:srgbClr val="54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28738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28830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289235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29016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29108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29201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29294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29386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29479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29571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29664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29757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29849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29942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00350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0127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0220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03128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0405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0498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0590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0683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0775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08686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09612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10538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11464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12391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13317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14243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15169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1609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1702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1794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188745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1980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2072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216532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2257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2350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2443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2535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2628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272105" y="23606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8657"/>
                  </a:lnTo>
                  <a:lnTo>
                    <a:pt x="922090" y="911210"/>
                  </a:lnTo>
                  <a:lnTo>
                    <a:pt x="920574" y="913747"/>
                  </a:lnTo>
                  <a:lnTo>
                    <a:pt x="920184" y="914400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281368" y="2343456"/>
              <a:ext cx="920648" cy="925814"/>
            </a:xfrm>
            <a:custGeom>
              <a:avLst/>
              <a:pathLst>
                <a:path w="920648" h="925814">
                  <a:moveTo>
                    <a:pt x="914400" y="914400"/>
                  </a:moveTo>
                  <a:lnTo>
                    <a:pt x="920648" y="914400"/>
                  </a:lnTo>
                  <a:lnTo>
                    <a:pt x="918437" y="918707"/>
                  </a:lnTo>
                  <a:lnTo>
                    <a:pt x="914400" y="925814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2382932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79" y="931638"/>
                  </a:lnTo>
                  <a:lnTo>
                    <a:pt x="909165" y="923973"/>
                  </a:lnTo>
                  <a:lnTo>
                    <a:pt x="909541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23829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239219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24014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4107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4199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4292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4385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44776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4570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4662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7555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4848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4940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5033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126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5218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5311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5403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5496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5589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681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774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86701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959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6052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61448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6237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6330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6422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6515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6607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670061" y="2343456"/>
              <a:ext cx="922719" cy="914400"/>
            </a:xfrm>
            <a:custGeom>
              <a:avLst/>
              <a:pathLst>
                <a:path w="92271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19" y="897161"/>
                  </a:lnTo>
                  <a:lnTo>
                    <a:pt x="922292" y="899996"/>
                  </a:lnTo>
                  <a:lnTo>
                    <a:pt x="920400" y="910390"/>
                  </a:lnTo>
                  <a:lnTo>
                    <a:pt x="919540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744159" y="23434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61" y="914400"/>
                  </a:lnTo>
                  <a:lnTo>
                    <a:pt x="909843" y="913401"/>
                  </a:lnTo>
                  <a:lnTo>
                    <a:pt x="913689" y="906179"/>
                  </a:lnTo>
                  <a:lnTo>
                    <a:pt x="914400" y="904969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753421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208"/>
                  </a:lnTo>
                  <a:lnTo>
                    <a:pt x="908459" y="916555"/>
                  </a:lnTo>
                  <a:lnTo>
                    <a:pt x="909858" y="914400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7534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7626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77194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7812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7904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7997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8089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8182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8275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8367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8460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8553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86456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8738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8830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89235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9016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9108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9201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9294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9386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9479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9571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9664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9757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9849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9942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300350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30127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30220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303128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30405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30498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30590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30683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30775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308686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309612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310538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311464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312391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313317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314243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315169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316095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31702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31794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318874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31980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32072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3216532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32257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32350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32443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32535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32628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327210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3281368" y="23434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51"/>
                  </a:lnTo>
                  <a:lnTo>
                    <a:pt x="922320" y="911143"/>
                  </a:lnTo>
                  <a:lnTo>
                    <a:pt x="920648" y="914400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3290630" y="2326218"/>
              <a:ext cx="919267" cy="925489"/>
            </a:xfrm>
            <a:custGeom>
              <a:avLst/>
              <a:pathLst>
                <a:path w="919267" h="925489">
                  <a:moveTo>
                    <a:pt x="914400" y="914400"/>
                  </a:moveTo>
                  <a:lnTo>
                    <a:pt x="919267" y="914400"/>
                  </a:lnTo>
                  <a:lnTo>
                    <a:pt x="916731" y="920462"/>
                  </a:lnTo>
                  <a:lnTo>
                    <a:pt x="914400" y="925489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2382932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41" y="931638"/>
                  </a:lnTo>
                  <a:lnTo>
                    <a:pt x="909586" y="930486"/>
                  </a:lnTo>
                  <a:lnTo>
                    <a:pt x="910306" y="919816"/>
                  </a:lnTo>
                  <a:lnTo>
                    <a:pt x="910826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23829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239219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24014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24107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24199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24292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24385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244776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24570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24662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247555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24848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24940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25033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25126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25218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25311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25403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25496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25589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25681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25774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2586701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25959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26052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261448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26237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26330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26422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26515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26607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2670061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49"/>
                  </a:lnTo>
                  <a:lnTo>
                    <a:pt x="922719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2679323" y="2308979"/>
              <a:ext cx="915768" cy="925387"/>
            </a:xfrm>
            <a:custGeom>
              <a:avLst/>
              <a:pathLst>
                <a:path w="915768" h="925387">
                  <a:moveTo>
                    <a:pt x="914400" y="914400"/>
                  </a:moveTo>
                  <a:lnTo>
                    <a:pt x="915768" y="914400"/>
                  </a:lnTo>
                  <a:lnTo>
                    <a:pt x="914623" y="923906"/>
                  </a:lnTo>
                  <a:lnTo>
                    <a:pt x="914400" y="925387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2753421" y="23262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858" y="914400"/>
                  </a:lnTo>
                  <a:lnTo>
                    <a:pt x="912667" y="910071"/>
                  </a:lnTo>
                  <a:lnTo>
                    <a:pt x="914400" y="90765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2762683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896"/>
                  </a:lnTo>
                  <a:lnTo>
                    <a:pt x="907779" y="921217"/>
                  </a:lnTo>
                  <a:lnTo>
                    <a:pt x="912309" y="915533"/>
                  </a:lnTo>
                  <a:lnTo>
                    <a:pt x="912511" y="915292"/>
                  </a:lnTo>
                  <a:lnTo>
                    <a:pt x="912716" y="915049"/>
                  </a:lnTo>
                  <a:lnTo>
                    <a:pt x="912920" y="914806"/>
                  </a:lnTo>
                  <a:lnTo>
                    <a:pt x="913124" y="914563"/>
                  </a:lnTo>
                  <a:lnTo>
                    <a:pt x="913262" y="914400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27626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277194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AF57">
                <a:alpha val="100000"/>
              </a:srgbClr>
            </a:solidFill>
            <a:ln w="5420" cap="flat">
              <a:solidFill>
                <a:srgbClr val="58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27812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27904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27997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28089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28182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28275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28367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28460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28553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28645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28738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28830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289235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29016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29108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29201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29294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29386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29479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29571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29664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29757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29849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29942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300350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30127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30220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303128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30405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30498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30590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30683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30775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308686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309612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310538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311464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312391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313317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314243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315169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316095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317022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31794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318874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31980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32072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3216532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32257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32350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2443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2535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628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7210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2813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290630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87"/>
                  </a:lnTo>
                  <a:lnTo>
                    <a:pt x="923409" y="903638"/>
                  </a:lnTo>
                  <a:lnTo>
                    <a:pt x="920184" y="912207"/>
                  </a:lnTo>
                  <a:lnTo>
                    <a:pt x="919267" y="914400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299892" y="2308979"/>
              <a:ext cx="916330" cy="920126"/>
            </a:xfrm>
            <a:custGeom>
              <a:avLst/>
              <a:pathLst>
                <a:path w="916330" h="920126">
                  <a:moveTo>
                    <a:pt x="914400" y="914400"/>
                  </a:moveTo>
                  <a:lnTo>
                    <a:pt x="916330" y="914400"/>
                  </a:lnTo>
                  <a:lnTo>
                    <a:pt x="914400" y="920126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2382932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26" y="931638"/>
                  </a:lnTo>
                  <a:lnTo>
                    <a:pt x="911322" y="926469"/>
                  </a:lnTo>
                  <a:lnTo>
                    <a:pt x="912633" y="915995"/>
                  </a:lnTo>
                  <a:lnTo>
                    <a:pt x="912880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23829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239219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24014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24107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24199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24292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24385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244776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24570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4662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7555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4848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940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5033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5126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5218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311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5403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5496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5589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81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774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586701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959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6052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61448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6237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6330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6422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515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6607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6700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679323" y="2308979"/>
              <a:ext cx="917218" cy="914400"/>
            </a:xfrm>
            <a:custGeom>
              <a:avLst/>
              <a:pathLst>
                <a:path w="9172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18" y="897161"/>
                  </a:lnTo>
                  <a:lnTo>
                    <a:pt x="916896" y="902376"/>
                  </a:lnTo>
                  <a:lnTo>
                    <a:pt x="915913" y="913197"/>
                  </a:lnTo>
                  <a:lnTo>
                    <a:pt x="915768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762683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329" y="914320"/>
                  </a:lnTo>
                  <a:lnTo>
                    <a:pt x="913533" y="914077"/>
                  </a:lnTo>
                  <a:lnTo>
                    <a:pt x="913737" y="913834"/>
                  </a:lnTo>
                  <a:lnTo>
                    <a:pt x="913942" y="913591"/>
                  </a:lnTo>
                  <a:lnTo>
                    <a:pt x="914146" y="913348"/>
                  </a:lnTo>
                  <a:lnTo>
                    <a:pt x="914400" y="913047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771946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047"/>
                  </a:lnTo>
                  <a:lnTo>
                    <a:pt x="905293" y="912862"/>
                  </a:lnTo>
                  <a:lnTo>
                    <a:pt x="905497" y="912619"/>
                  </a:lnTo>
                  <a:lnTo>
                    <a:pt x="905702" y="912376"/>
                  </a:lnTo>
                  <a:lnTo>
                    <a:pt x="905906" y="912133"/>
                  </a:lnTo>
                  <a:lnTo>
                    <a:pt x="906110" y="911890"/>
                  </a:lnTo>
                  <a:lnTo>
                    <a:pt x="906315" y="911647"/>
                  </a:lnTo>
                  <a:lnTo>
                    <a:pt x="906519" y="911404"/>
                  </a:lnTo>
                  <a:lnTo>
                    <a:pt x="906724" y="911162"/>
                  </a:lnTo>
                  <a:lnTo>
                    <a:pt x="906928" y="910919"/>
                  </a:lnTo>
                  <a:lnTo>
                    <a:pt x="907133" y="910676"/>
                  </a:lnTo>
                  <a:lnTo>
                    <a:pt x="907337" y="910433"/>
                  </a:lnTo>
                  <a:lnTo>
                    <a:pt x="907542" y="910190"/>
                  </a:lnTo>
                  <a:lnTo>
                    <a:pt x="907746" y="909947"/>
                  </a:lnTo>
                  <a:lnTo>
                    <a:pt x="907951" y="909704"/>
                  </a:lnTo>
                  <a:lnTo>
                    <a:pt x="908155" y="909461"/>
                  </a:lnTo>
                  <a:lnTo>
                    <a:pt x="908360" y="909218"/>
                  </a:lnTo>
                  <a:lnTo>
                    <a:pt x="908564" y="908975"/>
                  </a:lnTo>
                  <a:lnTo>
                    <a:pt x="908769" y="908732"/>
                  </a:lnTo>
                  <a:lnTo>
                    <a:pt x="908973" y="908489"/>
                  </a:lnTo>
                  <a:lnTo>
                    <a:pt x="909178" y="908246"/>
                  </a:lnTo>
                  <a:lnTo>
                    <a:pt x="909382" y="908003"/>
                  </a:lnTo>
                  <a:lnTo>
                    <a:pt x="909587" y="907761"/>
                  </a:lnTo>
                  <a:lnTo>
                    <a:pt x="909791" y="907518"/>
                  </a:lnTo>
                  <a:lnTo>
                    <a:pt x="909996" y="907275"/>
                  </a:lnTo>
                  <a:lnTo>
                    <a:pt x="910200" y="907032"/>
                  </a:lnTo>
                  <a:lnTo>
                    <a:pt x="910405" y="906789"/>
                  </a:lnTo>
                  <a:lnTo>
                    <a:pt x="910610" y="906546"/>
                  </a:lnTo>
                  <a:lnTo>
                    <a:pt x="910814" y="906303"/>
                  </a:lnTo>
                  <a:lnTo>
                    <a:pt x="911019" y="906060"/>
                  </a:lnTo>
                  <a:lnTo>
                    <a:pt x="911223" y="905817"/>
                  </a:lnTo>
                  <a:lnTo>
                    <a:pt x="911428" y="905574"/>
                  </a:lnTo>
                  <a:lnTo>
                    <a:pt x="911633" y="905332"/>
                  </a:lnTo>
                  <a:lnTo>
                    <a:pt x="911837" y="905089"/>
                  </a:lnTo>
                  <a:lnTo>
                    <a:pt x="912042" y="904846"/>
                  </a:lnTo>
                  <a:lnTo>
                    <a:pt x="912247" y="904603"/>
                  </a:lnTo>
                  <a:lnTo>
                    <a:pt x="912451" y="904360"/>
                  </a:lnTo>
                  <a:lnTo>
                    <a:pt x="912656" y="904117"/>
                  </a:lnTo>
                  <a:lnTo>
                    <a:pt x="912861" y="903874"/>
                  </a:lnTo>
                  <a:lnTo>
                    <a:pt x="913065" y="903632"/>
                  </a:lnTo>
                  <a:lnTo>
                    <a:pt x="913270" y="903389"/>
                  </a:lnTo>
                  <a:lnTo>
                    <a:pt x="913475" y="903146"/>
                  </a:lnTo>
                  <a:lnTo>
                    <a:pt x="913679" y="902903"/>
                  </a:lnTo>
                  <a:lnTo>
                    <a:pt x="913884" y="902660"/>
                  </a:lnTo>
                  <a:lnTo>
                    <a:pt x="914089" y="902417"/>
                  </a:lnTo>
                  <a:lnTo>
                    <a:pt x="914400" y="902049"/>
                  </a:lnTo>
                  <a:close/>
                </a:path>
              </a:pathLst>
            </a:custGeom>
            <a:solidFill>
              <a:srgbClr val="58AF57">
                <a:alpha val="100000"/>
              </a:srgbClr>
            </a:solidFill>
            <a:ln w="5420" cap="flat">
              <a:solidFill>
                <a:srgbClr val="58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781208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36" y="919170"/>
                  </a:lnTo>
                  <a:lnTo>
                    <a:pt x="905441" y="918927"/>
                  </a:lnTo>
                  <a:lnTo>
                    <a:pt x="905645" y="918685"/>
                  </a:lnTo>
                  <a:lnTo>
                    <a:pt x="905850" y="918442"/>
                  </a:lnTo>
                  <a:lnTo>
                    <a:pt x="906055" y="918199"/>
                  </a:lnTo>
                  <a:lnTo>
                    <a:pt x="906260" y="917956"/>
                  </a:lnTo>
                  <a:lnTo>
                    <a:pt x="906464" y="917713"/>
                  </a:lnTo>
                  <a:lnTo>
                    <a:pt x="906669" y="917471"/>
                  </a:lnTo>
                  <a:lnTo>
                    <a:pt x="906874" y="917228"/>
                  </a:lnTo>
                  <a:lnTo>
                    <a:pt x="907079" y="916985"/>
                  </a:lnTo>
                  <a:lnTo>
                    <a:pt x="907284" y="916742"/>
                  </a:lnTo>
                  <a:lnTo>
                    <a:pt x="907488" y="916499"/>
                  </a:lnTo>
                  <a:lnTo>
                    <a:pt x="907693" y="916257"/>
                  </a:lnTo>
                  <a:lnTo>
                    <a:pt x="907898" y="916014"/>
                  </a:lnTo>
                  <a:lnTo>
                    <a:pt x="908103" y="915771"/>
                  </a:lnTo>
                  <a:lnTo>
                    <a:pt x="908308" y="915528"/>
                  </a:lnTo>
                  <a:lnTo>
                    <a:pt x="908512" y="915285"/>
                  </a:lnTo>
                  <a:lnTo>
                    <a:pt x="908717" y="915043"/>
                  </a:lnTo>
                  <a:lnTo>
                    <a:pt x="908922" y="914800"/>
                  </a:lnTo>
                  <a:lnTo>
                    <a:pt x="909127" y="914557"/>
                  </a:lnTo>
                  <a:lnTo>
                    <a:pt x="909260" y="914400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7812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7904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7997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8089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8182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8275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8367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8460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7">
                <a:alpha val="100000"/>
              </a:srgbClr>
            </a:solidFill>
            <a:ln w="5420" cap="flat">
              <a:solidFill>
                <a:srgbClr val="54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8553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8645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8738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8830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89235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9016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9108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9201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9294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9386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9479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9571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9664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9757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9849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9942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300350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30127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30220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303128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30405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30498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30590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30683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30775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30868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309612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310538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311464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312391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313317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314243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315169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316095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317022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317948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318874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31980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32072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3216532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32257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32350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32443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32535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32628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327210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32813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32906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3299892" y="2308979"/>
              <a:ext cx="921859" cy="914400"/>
            </a:xfrm>
            <a:custGeom>
              <a:avLst/>
              <a:pathLst>
                <a:path w="9218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59" y="897194"/>
                  </a:lnTo>
                  <a:lnTo>
                    <a:pt x="921184" y="899309"/>
                  </a:lnTo>
                  <a:lnTo>
                    <a:pt x="920509" y="901425"/>
                  </a:lnTo>
                  <a:lnTo>
                    <a:pt x="919835" y="903540"/>
                  </a:lnTo>
                  <a:lnTo>
                    <a:pt x="919160" y="905655"/>
                  </a:lnTo>
                  <a:lnTo>
                    <a:pt x="918486" y="907770"/>
                  </a:lnTo>
                  <a:lnTo>
                    <a:pt x="917812" y="909885"/>
                  </a:lnTo>
                  <a:lnTo>
                    <a:pt x="917134" y="912014"/>
                  </a:lnTo>
                  <a:lnTo>
                    <a:pt x="916330" y="914400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382932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0" y="914400"/>
                  </a:lnTo>
                  <a:lnTo>
                    <a:pt x="914235" y="905663"/>
                  </a:lnTo>
                  <a:lnTo>
                    <a:pt x="914400" y="904775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392195" y="2274502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5137" y="931638"/>
                  </a:lnTo>
                  <a:lnTo>
                    <a:pt x="905137" y="922013"/>
                  </a:lnTo>
                  <a:lnTo>
                    <a:pt x="906551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39219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4014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4107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4199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4292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4385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44776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4570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4662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47555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4848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4940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5033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5126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218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5311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5403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5496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5589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5681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5774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586701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5959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6052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1448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6237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330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6422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6515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6607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6700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679323" y="2291741"/>
              <a:ext cx="917933" cy="914400"/>
            </a:xfrm>
            <a:custGeom>
              <a:avLst/>
              <a:pathLst>
                <a:path w="91793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933" y="897161"/>
                  </a:lnTo>
                  <a:lnTo>
                    <a:pt x="917930" y="897757"/>
                  </a:lnTo>
                  <a:lnTo>
                    <a:pt x="917569" y="908712"/>
                  </a:lnTo>
                  <a:lnTo>
                    <a:pt x="917218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81208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32" y="914314"/>
                  </a:lnTo>
                  <a:lnTo>
                    <a:pt x="909537" y="914072"/>
                  </a:lnTo>
                  <a:lnTo>
                    <a:pt x="909742" y="913829"/>
                  </a:lnTo>
                  <a:lnTo>
                    <a:pt x="909947" y="913586"/>
                  </a:lnTo>
                  <a:lnTo>
                    <a:pt x="910151" y="913343"/>
                  </a:lnTo>
                  <a:lnTo>
                    <a:pt x="910356" y="913101"/>
                  </a:lnTo>
                  <a:lnTo>
                    <a:pt x="910561" y="912858"/>
                  </a:lnTo>
                  <a:lnTo>
                    <a:pt x="910766" y="912615"/>
                  </a:lnTo>
                  <a:lnTo>
                    <a:pt x="910971" y="912372"/>
                  </a:lnTo>
                  <a:lnTo>
                    <a:pt x="911176" y="912130"/>
                  </a:lnTo>
                  <a:lnTo>
                    <a:pt x="911381" y="911887"/>
                  </a:lnTo>
                  <a:lnTo>
                    <a:pt x="911586" y="911644"/>
                  </a:lnTo>
                  <a:lnTo>
                    <a:pt x="911791" y="911402"/>
                  </a:lnTo>
                  <a:lnTo>
                    <a:pt x="911996" y="911159"/>
                  </a:lnTo>
                  <a:lnTo>
                    <a:pt x="912201" y="910916"/>
                  </a:lnTo>
                  <a:lnTo>
                    <a:pt x="912406" y="910673"/>
                  </a:lnTo>
                  <a:lnTo>
                    <a:pt x="912611" y="910431"/>
                  </a:lnTo>
                  <a:lnTo>
                    <a:pt x="912816" y="910188"/>
                  </a:lnTo>
                  <a:lnTo>
                    <a:pt x="913021" y="909945"/>
                  </a:lnTo>
                  <a:lnTo>
                    <a:pt x="913226" y="909703"/>
                  </a:lnTo>
                  <a:lnTo>
                    <a:pt x="913431" y="909460"/>
                  </a:lnTo>
                  <a:lnTo>
                    <a:pt x="913636" y="909217"/>
                  </a:lnTo>
                  <a:lnTo>
                    <a:pt x="913841" y="908975"/>
                  </a:lnTo>
                  <a:lnTo>
                    <a:pt x="914046" y="908732"/>
                  </a:lnTo>
                  <a:lnTo>
                    <a:pt x="914251" y="908489"/>
                  </a:lnTo>
                  <a:lnTo>
                    <a:pt x="914400" y="908313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2790470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94" y="908247"/>
                  </a:lnTo>
                  <a:lnTo>
                    <a:pt x="905399" y="908004"/>
                  </a:lnTo>
                  <a:lnTo>
                    <a:pt x="905604" y="907761"/>
                  </a:lnTo>
                  <a:lnTo>
                    <a:pt x="905809" y="907519"/>
                  </a:lnTo>
                  <a:lnTo>
                    <a:pt x="906014" y="907276"/>
                  </a:lnTo>
                  <a:lnTo>
                    <a:pt x="906219" y="907033"/>
                  </a:lnTo>
                  <a:lnTo>
                    <a:pt x="906424" y="906791"/>
                  </a:lnTo>
                  <a:lnTo>
                    <a:pt x="906629" y="906548"/>
                  </a:lnTo>
                  <a:lnTo>
                    <a:pt x="906835" y="906305"/>
                  </a:lnTo>
                  <a:lnTo>
                    <a:pt x="907040" y="906063"/>
                  </a:lnTo>
                  <a:lnTo>
                    <a:pt x="907245" y="905820"/>
                  </a:lnTo>
                  <a:lnTo>
                    <a:pt x="907450" y="905577"/>
                  </a:lnTo>
                  <a:lnTo>
                    <a:pt x="907655" y="905335"/>
                  </a:lnTo>
                  <a:lnTo>
                    <a:pt x="907860" y="905092"/>
                  </a:lnTo>
                  <a:lnTo>
                    <a:pt x="908065" y="904849"/>
                  </a:lnTo>
                  <a:lnTo>
                    <a:pt x="908271" y="904607"/>
                  </a:lnTo>
                  <a:lnTo>
                    <a:pt x="908476" y="904364"/>
                  </a:lnTo>
                  <a:lnTo>
                    <a:pt x="908681" y="904122"/>
                  </a:lnTo>
                  <a:lnTo>
                    <a:pt x="908886" y="903879"/>
                  </a:lnTo>
                  <a:lnTo>
                    <a:pt x="909091" y="903636"/>
                  </a:lnTo>
                  <a:lnTo>
                    <a:pt x="909296" y="903394"/>
                  </a:lnTo>
                  <a:lnTo>
                    <a:pt x="909502" y="903151"/>
                  </a:lnTo>
                  <a:lnTo>
                    <a:pt x="909707" y="902909"/>
                  </a:lnTo>
                  <a:lnTo>
                    <a:pt x="909912" y="902666"/>
                  </a:lnTo>
                  <a:lnTo>
                    <a:pt x="910117" y="902423"/>
                  </a:lnTo>
                  <a:lnTo>
                    <a:pt x="910323" y="902181"/>
                  </a:lnTo>
                  <a:lnTo>
                    <a:pt x="910528" y="901938"/>
                  </a:lnTo>
                  <a:lnTo>
                    <a:pt x="910733" y="901696"/>
                  </a:lnTo>
                  <a:lnTo>
                    <a:pt x="914400" y="897551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2799732" y="22745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90"/>
                  </a:lnTo>
                  <a:lnTo>
                    <a:pt x="905263" y="914648"/>
                  </a:lnTo>
                  <a:lnTo>
                    <a:pt x="905504" y="914400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279973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8089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182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8275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8367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8460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8553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8645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8738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8830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89235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9016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9108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9201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9294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9386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9479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9571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9664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757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9849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942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300350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30127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30220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303128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30405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30498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30590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30683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775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30868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309612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310538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311464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312391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313317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314243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315169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316095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17022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317948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318874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319800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320727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3216532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32257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32350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32443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32535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32628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327210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32813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32906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3299892" y="22917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88"/>
                  </a:lnTo>
                  <a:lnTo>
                    <a:pt x="923210" y="910203"/>
                  </a:lnTo>
                  <a:lnTo>
                    <a:pt x="922534" y="912318"/>
                  </a:lnTo>
                  <a:lnTo>
                    <a:pt x="921870" y="914400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3309154" y="2274502"/>
              <a:ext cx="918118" cy="926027"/>
            </a:xfrm>
            <a:custGeom>
              <a:avLst/>
              <a:pathLst>
                <a:path w="918118" h="926027">
                  <a:moveTo>
                    <a:pt x="914400" y="914400"/>
                  </a:moveTo>
                  <a:lnTo>
                    <a:pt x="918118" y="914400"/>
                  </a:lnTo>
                  <a:lnTo>
                    <a:pt x="918005" y="914753"/>
                  </a:lnTo>
                  <a:lnTo>
                    <a:pt x="917328" y="916867"/>
                  </a:lnTo>
                  <a:lnTo>
                    <a:pt x="916652" y="918982"/>
                  </a:lnTo>
                  <a:lnTo>
                    <a:pt x="915975" y="921097"/>
                  </a:lnTo>
                  <a:lnTo>
                    <a:pt x="915299" y="923212"/>
                  </a:lnTo>
                  <a:lnTo>
                    <a:pt x="914623" y="925327"/>
                  </a:lnTo>
                  <a:lnTo>
                    <a:pt x="914400" y="926027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392195" y="2257264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6551" y="931638"/>
                  </a:lnTo>
                  <a:lnTo>
                    <a:pt x="906860" y="929976"/>
                  </a:lnTo>
                  <a:lnTo>
                    <a:pt x="909029" y="920009"/>
                  </a:lnTo>
                  <a:lnTo>
                    <a:pt x="910436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39219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4014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4107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4199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4292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4385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44776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4570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4662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47555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4848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4940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5033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5126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5218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5311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5403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25496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5589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5681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5774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586701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5959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6052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61448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6237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6330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26422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6515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26607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26700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679323" y="2274502"/>
              <a:ext cx="917979" cy="914400"/>
            </a:xfrm>
            <a:custGeom>
              <a:avLst/>
              <a:pathLst>
                <a:path w="9179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814" y="897161"/>
                  </a:lnTo>
                  <a:lnTo>
                    <a:pt x="917979" y="904022"/>
                  </a:lnTo>
                  <a:lnTo>
                    <a:pt x="917933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799732" y="22745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504" y="914400"/>
                  </a:lnTo>
                  <a:lnTo>
                    <a:pt x="909144" y="910647"/>
                  </a:lnTo>
                  <a:lnTo>
                    <a:pt x="909556" y="910241"/>
                  </a:lnTo>
                  <a:lnTo>
                    <a:pt x="909972" y="909832"/>
                  </a:lnTo>
                  <a:lnTo>
                    <a:pt x="910388" y="909423"/>
                  </a:lnTo>
                  <a:lnTo>
                    <a:pt x="910804" y="909014"/>
                  </a:lnTo>
                  <a:lnTo>
                    <a:pt x="911221" y="908605"/>
                  </a:lnTo>
                  <a:lnTo>
                    <a:pt x="911637" y="908196"/>
                  </a:lnTo>
                  <a:lnTo>
                    <a:pt x="912053" y="907787"/>
                  </a:lnTo>
                  <a:lnTo>
                    <a:pt x="912470" y="907378"/>
                  </a:lnTo>
                  <a:lnTo>
                    <a:pt x="912886" y="906969"/>
                  </a:lnTo>
                  <a:lnTo>
                    <a:pt x="913302" y="906560"/>
                  </a:lnTo>
                  <a:lnTo>
                    <a:pt x="913719" y="906151"/>
                  </a:lnTo>
                  <a:lnTo>
                    <a:pt x="914135" y="905742"/>
                  </a:lnTo>
                  <a:lnTo>
                    <a:pt x="914400" y="905483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808994" y="22572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721"/>
                  </a:lnTo>
                  <a:lnTo>
                    <a:pt x="905289" y="922572"/>
                  </a:lnTo>
                  <a:lnTo>
                    <a:pt x="905706" y="922163"/>
                  </a:lnTo>
                  <a:lnTo>
                    <a:pt x="906122" y="921754"/>
                  </a:lnTo>
                  <a:lnTo>
                    <a:pt x="906539" y="921345"/>
                  </a:lnTo>
                  <a:lnTo>
                    <a:pt x="906955" y="920936"/>
                  </a:lnTo>
                  <a:lnTo>
                    <a:pt x="907372" y="920528"/>
                  </a:lnTo>
                  <a:lnTo>
                    <a:pt x="907789" y="920119"/>
                  </a:lnTo>
                  <a:lnTo>
                    <a:pt x="908205" y="919710"/>
                  </a:lnTo>
                  <a:lnTo>
                    <a:pt x="908622" y="919301"/>
                  </a:lnTo>
                  <a:lnTo>
                    <a:pt x="909038" y="918892"/>
                  </a:lnTo>
                  <a:lnTo>
                    <a:pt x="909455" y="918484"/>
                  </a:lnTo>
                  <a:lnTo>
                    <a:pt x="909872" y="918075"/>
                  </a:lnTo>
                  <a:lnTo>
                    <a:pt x="910289" y="917666"/>
                  </a:lnTo>
                  <a:lnTo>
                    <a:pt x="910705" y="917257"/>
                  </a:lnTo>
                  <a:lnTo>
                    <a:pt x="911122" y="916849"/>
                  </a:lnTo>
                  <a:lnTo>
                    <a:pt x="911539" y="916440"/>
                  </a:lnTo>
                  <a:lnTo>
                    <a:pt x="911956" y="916031"/>
                  </a:lnTo>
                  <a:lnTo>
                    <a:pt x="912373" y="915623"/>
                  </a:lnTo>
                  <a:lnTo>
                    <a:pt x="912790" y="915214"/>
                  </a:lnTo>
                  <a:lnTo>
                    <a:pt x="913207" y="914805"/>
                  </a:lnTo>
                  <a:lnTo>
                    <a:pt x="913648" y="914400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8089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28182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275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367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7">
                <a:alpha val="100000"/>
              </a:srgbClr>
            </a:solidFill>
            <a:ln w="5420" cap="flat">
              <a:solidFill>
                <a:srgbClr val="54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8460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553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8645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8738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8830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89235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9016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C56">
                <a:alpha val="100000"/>
              </a:srgbClr>
            </a:solidFill>
            <a:ln w="5420" cap="flat">
              <a:solidFill>
                <a:srgbClr val="52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9108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9201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9294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9386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9479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9571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9664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9757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9849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9942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300350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30127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30220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303128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30405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30498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30590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30683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30775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30868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309612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310538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11464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312391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313317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314243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315169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316095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317022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317948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318874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319800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320727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216532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32257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32350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32443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32535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32628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27210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32813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32906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32998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3309154" y="2274502"/>
              <a:ext cx="923150" cy="914400"/>
            </a:xfrm>
            <a:custGeom>
              <a:avLst/>
              <a:pathLst>
                <a:path w="92315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150" y="897161"/>
                  </a:lnTo>
                  <a:lnTo>
                    <a:pt x="921238" y="904212"/>
                  </a:lnTo>
                  <a:lnTo>
                    <a:pt x="918686" y="912624"/>
                  </a:lnTo>
                  <a:lnTo>
                    <a:pt x="918118" y="914400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382932" y="2240025"/>
              <a:ext cx="914400" cy="914999"/>
            </a:xfrm>
            <a:custGeom>
              <a:avLst/>
              <a:pathLst>
                <a:path w="914400" h="914999">
                  <a:moveTo>
                    <a:pt x="914400" y="914400"/>
                  </a:moveTo>
                  <a:lnTo>
                    <a:pt x="914400" y="914999"/>
                  </a:lnTo>
                  <a:lnTo>
                    <a:pt x="914130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38293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20477" y="928533"/>
                  </a:lnTo>
                  <a:lnTo>
                    <a:pt x="920240" y="928005"/>
                  </a:lnTo>
                  <a:lnTo>
                    <a:pt x="919475" y="926300"/>
                  </a:lnTo>
                  <a:lnTo>
                    <a:pt x="918710" y="924595"/>
                  </a:lnTo>
                  <a:lnTo>
                    <a:pt x="917945" y="922890"/>
                  </a:lnTo>
                  <a:lnTo>
                    <a:pt x="917180" y="921186"/>
                  </a:lnTo>
                  <a:lnTo>
                    <a:pt x="916414" y="919481"/>
                  </a:lnTo>
                  <a:lnTo>
                    <a:pt x="915648" y="917776"/>
                  </a:lnTo>
                  <a:lnTo>
                    <a:pt x="914882" y="916072"/>
                  </a:lnTo>
                  <a:lnTo>
                    <a:pt x="914400" y="914999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39219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4014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4107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4199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4292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4385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44776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24570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4662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47555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4848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4940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5033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5126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5218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5311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5403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5496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5589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681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5774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586701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959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6052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261448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6237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330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6422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6515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6607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6700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679323" y="2257264"/>
              <a:ext cx="917814" cy="914400"/>
            </a:xfrm>
            <a:custGeom>
              <a:avLst/>
              <a:pathLst>
                <a:path w="91781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6959" y="897161"/>
                  </a:lnTo>
                  <a:lnTo>
                    <a:pt x="917139" y="899374"/>
                  </a:lnTo>
                  <a:lnTo>
                    <a:pt x="917715" y="910296"/>
                  </a:lnTo>
                  <a:lnTo>
                    <a:pt x="917814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808994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8" y="914400"/>
                  </a:lnTo>
                  <a:lnTo>
                    <a:pt x="914400" y="91370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818257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708"/>
                  </a:lnTo>
                  <a:lnTo>
                    <a:pt x="909037" y="910119"/>
                  </a:lnTo>
                  <a:lnTo>
                    <a:pt x="914252" y="905924"/>
                  </a:lnTo>
                  <a:lnTo>
                    <a:pt x="914400" y="905813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827519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36" y="905739"/>
                  </a:lnTo>
                  <a:lnTo>
                    <a:pt x="905485" y="905553"/>
                  </a:lnTo>
                  <a:lnTo>
                    <a:pt x="905734" y="905367"/>
                  </a:lnTo>
                  <a:lnTo>
                    <a:pt x="905982" y="905180"/>
                  </a:lnTo>
                  <a:lnTo>
                    <a:pt x="906231" y="904994"/>
                  </a:lnTo>
                  <a:lnTo>
                    <a:pt x="906480" y="904808"/>
                  </a:lnTo>
                  <a:lnTo>
                    <a:pt x="906729" y="904622"/>
                  </a:lnTo>
                  <a:lnTo>
                    <a:pt x="906978" y="904435"/>
                  </a:lnTo>
                  <a:lnTo>
                    <a:pt x="907227" y="904249"/>
                  </a:lnTo>
                  <a:lnTo>
                    <a:pt x="907475" y="904063"/>
                  </a:lnTo>
                  <a:lnTo>
                    <a:pt x="907724" y="903877"/>
                  </a:lnTo>
                  <a:lnTo>
                    <a:pt x="907973" y="903690"/>
                  </a:lnTo>
                  <a:lnTo>
                    <a:pt x="908222" y="903504"/>
                  </a:lnTo>
                  <a:lnTo>
                    <a:pt x="908471" y="903318"/>
                  </a:lnTo>
                  <a:lnTo>
                    <a:pt x="908720" y="903132"/>
                  </a:lnTo>
                  <a:lnTo>
                    <a:pt x="908969" y="902946"/>
                  </a:lnTo>
                  <a:lnTo>
                    <a:pt x="909217" y="902759"/>
                  </a:lnTo>
                  <a:lnTo>
                    <a:pt x="909466" y="902573"/>
                  </a:lnTo>
                  <a:lnTo>
                    <a:pt x="909715" y="902387"/>
                  </a:lnTo>
                  <a:lnTo>
                    <a:pt x="909964" y="902201"/>
                  </a:lnTo>
                  <a:lnTo>
                    <a:pt x="910213" y="902015"/>
                  </a:lnTo>
                  <a:lnTo>
                    <a:pt x="910462" y="901829"/>
                  </a:lnTo>
                  <a:lnTo>
                    <a:pt x="910711" y="901642"/>
                  </a:lnTo>
                  <a:lnTo>
                    <a:pt x="910960" y="901456"/>
                  </a:lnTo>
                  <a:lnTo>
                    <a:pt x="911209" y="901270"/>
                  </a:lnTo>
                  <a:lnTo>
                    <a:pt x="911458" y="901084"/>
                  </a:lnTo>
                  <a:lnTo>
                    <a:pt x="911707" y="900898"/>
                  </a:lnTo>
                  <a:lnTo>
                    <a:pt x="911956" y="900712"/>
                  </a:lnTo>
                  <a:lnTo>
                    <a:pt x="912205" y="900526"/>
                  </a:lnTo>
                  <a:lnTo>
                    <a:pt x="912454" y="900339"/>
                  </a:lnTo>
                  <a:lnTo>
                    <a:pt x="912703" y="900153"/>
                  </a:lnTo>
                  <a:lnTo>
                    <a:pt x="912952" y="899967"/>
                  </a:lnTo>
                  <a:lnTo>
                    <a:pt x="913201" y="899781"/>
                  </a:lnTo>
                  <a:lnTo>
                    <a:pt x="913450" y="899595"/>
                  </a:lnTo>
                  <a:lnTo>
                    <a:pt x="913699" y="899409"/>
                  </a:lnTo>
                  <a:lnTo>
                    <a:pt x="913948" y="899223"/>
                  </a:lnTo>
                  <a:lnTo>
                    <a:pt x="914197" y="899037"/>
                  </a:lnTo>
                  <a:lnTo>
                    <a:pt x="914400" y="898885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36781" y="22400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83" y="916089"/>
                  </a:lnTo>
                  <a:lnTo>
                    <a:pt x="905433" y="915903"/>
                  </a:lnTo>
                  <a:lnTo>
                    <a:pt x="905682" y="915717"/>
                  </a:lnTo>
                  <a:lnTo>
                    <a:pt x="905931" y="915531"/>
                  </a:lnTo>
                  <a:lnTo>
                    <a:pt x="906180" y="915345"/>
                  </a:lnTo>
                  <a:lnTo>
                    <a:pt x="906429" y="915159"/>
                  </a:lnTo>
                  <a:lnTo>
                    <a:pt x="906678" y="914973"/>
                  </a:lnTo>
                  <a:lnTo>
                    <a:pt x="906927" y="914787"/>
                  </a:lnTo>
                  <a:lnTo>
                    <a:pt x="907176" y="914601"/>
                  </a:lnTo>
                  <a:lnTo>
                    <a:pt x="907445" y="914400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8367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8460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53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645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8738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8830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89235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9016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9108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9201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9294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9386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9479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9571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9664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9757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9849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9942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300350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30127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0220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03128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0405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0498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0590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0683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0775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0868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09612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10538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11464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12391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13317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14243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15169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16095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17022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17948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18874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19800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20727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216532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22579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2350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2443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2535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2628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27210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2813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2906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2998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309154" y="22572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472"/>
                  </a:lnTo>
                  <a:lnTo>
                    <a:pt x="923577" y="912826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318417" y="2240025"/>
              <a:ext cx="917978" cy="929710"/>
            </a:xfrm>
            <a:custGeom>
              <a:avLst/>
              <a:pathLst>
                <a:path w="917978" h="929710">
                  <a:moveTo>
                    <a:pt x="914400" y="914400"/>
                  </a:moveTo>
                  <a:lnTo>
                    <a:pt x="917978" y="914400"/>
                  </a:lnTo>
                  <a:lnTo>
                    <a:pt x="917572" y="916196"/>
                  </a:lnTo>
                  <a:lnTo>
                    <a:pt x="917005" y="918714"/>
                  </a:lnTo>
                  <a:lnTo>
                    <a:pt x="916434" y="921246"/>
                  </a:lnTo>
                  <a:lnTo>
                    <a:pt x="914400" y="929710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2382932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16" y="931606"/>
                  </a:lnTo>
                  <a:lnTo>
                    <a:pt x="913349" y="929901"/>
                  </a:lnTo>
                  <a:lnTo>
                    <a:pt x="912582" y="928197"/>
                  </a:lnTo>
                  <a:lnTo>
                    <a:pt x="911815" y="926492"/>
                  </a:lnTo>
                  <a:lnTo>
                    <a:pt x="911048" y="924788"/>
                  </a:lnTo>
                  <a:lnTo>
                    <a:pt x="910281" y="923084"/>
                  </a:lnTo>
                  <a:lnTo>
                    <a:pt x="909513" y="921380"/>
                  </a:lnTo>
                  <a:lnTo>
                    <a:pt x="908746" y="919676"/>
                  </a:lnTo>
                  <a:lnTo>
                    <a:pt x="907978" y="917972"/>
                  </a:lnTo>
                  <a:lnTo>
                    <a:pt x="907210" y="916267"/>
                  </a:lnTo>
                  <a:lnTo>
                    <a:pt x="906441" y="914564"/>
                  </a:lnTo>
                  <a:lnTo>
                    <a:pt x="906367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238293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239219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24014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24107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24199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24292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24385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244776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24570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24662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247555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24848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24940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25033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25126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25218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25311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25403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25496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25589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25681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25774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2586701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25959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26052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261448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26237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26330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26422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26515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26607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26700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2679323" y="2240025"/>
              <a:ext cx="916959" cy="914400"/>
            </a:xfrm>
            <a:custGeom>
              <a:avLst/>
              <a:pathLst>
                <a:path w="9169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297" y="897161"/>
                  </a:lnTo>
                  <a:lnTo>
                    <a:pt x="916253" y="905762"/>
                  </a:lnTo>
                  <a:lnTo>
                    <a:pt x="916959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2836781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445" y="914400"/>
                  </a:lnTo>
                  <a:lnTo>
                    <a:pt x="907674" y="914229"/>
                  </a:lnTo>
                  <a:lnTo>
                    <a:pt x="907923" y="914043"/>
                  </a:lnTo>
                  <a:lnTo>
                    <a:pt x="908172" y="913857"/>
                  </a:lnTo>
                  <a:lnTo>
                    <a:pt x="908421" y="913671"/>
                  </a:lnTo>
                  <a:lnTo>
                    <a:pt x="908671" y="913485"/>
                  </a:lnTo>
                  <a:lnTo>
                    <a:pt x="908920" y="913299"/>
                  </a:lnTo>
                  <a:lnTo>
                    <a:pt x="909169" y="913113"/>
                  </a:lnTo>
                  <a:lnTo>
                    <a:pt x="909418" y="912927"/>
                  </a:lnTo>
                  <a:lnTo>
                    <a:pt x="909667" y="912741"/>
                  </a:lnTo>
                  <a:lnTo>
                    <a:pt x="909916" y="912555"/>
                  </a:lnTo>
                  <a:lnTo>
                    <a:pt x="910166" y="912369"/>
                  </a:lnTo>
                  <a:lnTo>
                    <a:pt x="910415" y="912183"/>
                  </a:lnTo>
                  <a:lnTo>
                    <a:pt x="910664" y="911997"/>
                  </a:lnTo>
                  <a:lnTo>
                    <a:pt x="910913" y="911811"/>
                  </a:lnTo>
                  <a:lnTo>
                    <a:pt x="911162" y="911625"/>
                  </a:lnTo>
                  <a:lnTo>
                    <a:pt x="911411" y="911439"/>
                  </a:lnTo>
                  <a:lnTo>
                    <a:pt x="911661" y="911253"/>
                  </a:lnTo>
                  <a:lnTo>
                    <a:pt x="914400" y="909313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2846043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313"/>
                  </a:lnTo>
                  <a:lnTo>
                    <a:pt x="905336" y="909017"/>
                  </a:lnTo>
                  <a:lnTo>
                    <a:pt x="910052" y="902708"/>
                  </a:lnTo>
                  <a:lnTo>
                    <a:pt x="914400" y="897511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2855306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50"/>
                  </a:lnTo>
                  <a:lnTo>
                    <a:pt x="905430" y="914400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28553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28645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28738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28830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28923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29016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29108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29201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29294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29386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29479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29571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29664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29757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29849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29942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00350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0127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0220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03128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0405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0498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0590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0683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0775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0868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09612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10538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11464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12391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13317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14243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15169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16095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17022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17948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18874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19800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20727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216532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22579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2350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2443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2535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2628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27210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2813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2906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2998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3091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318417" y="2240025"/>
              <a:ext cx="921873" cy="914400"/>
            </a:xfrm>
            <a:custGeom>
              <a:avLst/>
              <a:pathLst>
                <a:path w="92187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73" y="897161"/>
                  </a:lnTo>
                  <a:lnTo>
                    <a:pt x="921553" y="898573"/>
                  </a:lnTo>
                  <a:lnTo>
                    <a:pt x="920984" y="901090"/>
                  </a:lnTo>
                  <a:lnTo>
                    <a:pt x="920415" y="903608"/>
                  </a:lnTo>
                  <a:lnTo>
                    <a:pt x="919846" y="906125"/>
                  </a:lnTo>
                  <a:lnTo>
                    <a:pt x="919277" y="908643"/>
                  </a:lnTo>
                  <a:lnTo>
                    <a:pt x="918709" y="911161"/>
                  </a:lnTo>
                  <a:lnTo>
                    <a:pt x="918140" y="913678"/>
                  </a:lnTo>
                  <a:lnTo>
                    <a:pt x="917978" y="914400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2373670" y="2205548"/>
              <a:ext cx="914400" cy="928911"/>
            </a:xfrm>
            <a:custGeom>
              <a:avLst/>
              <a:pathLst>
                <a:path w="914400" h="928911">
                  <a:moveTo>
                    <a:pt x="914400" y="914400"/>
                  </a:moveTo>
                  <a:lnTo>
                    <a:pt x="914400" y="928911"/>
                  </a:lnTo>
                  <a:lnTo>
                    <a:pt x="914166" y="928394"/>
                  </a:lnTo>
                  <a:lnTo>
                    <a:pt x="913397" y="926690"/>
                  </a:lnTo>
                  <a:lnTo>
                    <a:pt x="912628" y="924987"/>
                  </a:lnTo>
                  <a:lnTo>
                    <a:pt x="911859" y="923283"/>
                  </a:lnTo>
                  <a:lnTo>
                    <a:pt x="911089" y="921579"/>
                  </a:lnTo>
                  <a:lnTo>
                    <a:pt x="910319" y="919876"/>
                  </a:lnTo>
                  <a:lnTo>
                    <a:pt x="909549" y="918172"/>
                  </a:lnTo>
                  <a:lnTo>
                    <a:pt x="908779" y="916468"/>
                  </a:lnTo>
                  <a:lnTo>
                    <a:pt x="908009" y="914765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23736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29" y="931638"/>
                  </a:lnTo>
                  <a:lnTo>
                    <a:pt x="914935" y="930098"/>
                  </a:lnTo>
                  <a:lnTo>
                    <a:pt x="914400" y="928911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238293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239219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24014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24107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24199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24292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243850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244776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24570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24662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247555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24848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24940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25033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25126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25218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25311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25403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25496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25589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25681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25774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2586701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25959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26052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261448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26237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26330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26422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26515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26607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2679323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789" y="897161"/>
                  </a:lnTo>
                  <a:lnTo>
                    <a:pt x="913560" y="901639"/>
                  </a:lnTo>
                  <a:lnTo>
                    <a:pt x="914400" y="907585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2679323" y="2222787"/>
              <a:ext cx="915297" cy="914400"/>
            </a:xfrm>
            <a:custGeom>
              <a:avLst/>
              <a:pathLst>
                <a:path w="915297" h="914400">
                  <a:moveTo>
                    <a:pt x="914400" y="914400"/>
                  </a:moveTo>
                  <a:lnTo>
                    <a:pt x="914400" y="907585"/>
                  </a:lnTo>
                  <a:lnTo>
                    <a:pt x="915059" y="912254"/>
                  </a:lnTo>
                  <a:lnTo>
                    <a:pt x="915297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2855306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430" y="914400"/>
                  </a:lnTo>
                  <a:lnTo>
                    <a:pt x="905677" y="914105"/>
                  </a:lnTo>
                  <a:lnTo>
                    <a:pt x="910721" y="908746"/>
                  </a:lnTo>
                  <a:lnTo>
                    <a:pt x="914400" y="905300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2864568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300"/>
                  </a:lnTo>
                  <a:lnTo>
                    <a:pt x="906646" y="903885"/>
                  </a:lnTo>
                  <a:lnTo>
                    <a:pt x="911964" y="899536"/>
                  </a:lnTo>
                  <a:lnTo>
                    <a:pt x="912357" y="899236"/>
                  </a:lnTo>
                  <a:lnTo>
                    <a:pt x="912754" y="898934"/>
                  </a:lnTo>
                  <a:lnTo>
                    <a:pt x="913151" y="898632"/>
                  </a:lnTo>
                  <a:lnTo>
                    <a:pt x="913548" y="898330"/>
                  </a:lnTo>
                  <a:lnTo>
                    <a:pt x="913945" y="898029"/>
                  </a:lnTo>
                  <a:lnTo>
                    <a:pt x="914400" y="897683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873830" y="22055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921"/>
                  </a:lnTo>
                  <a:lnTo>
                    <a:pt x="905477" y="914663"/>
                  </a:lnTo>
                  <a:lnTo>
                    <a:pt x="905824" y="914400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8738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8830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8923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9016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9108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9201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9294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9386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9479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9571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9664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9757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9849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9942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300350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30127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30220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303128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30405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30498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30590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30683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30775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308686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309612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310538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311464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312391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313317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314243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315169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316095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317022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317948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318874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319800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32072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3216532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322579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32350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32443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32535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32628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327210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328136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32906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32998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33091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3318417" y="22227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497"/>
                  </a:lnTo>
                  <a:lnTo>
                    <a:pt x="923263" y="908259"/>
                  </a:lnTo>
                  <a:lnTo>
                    <a:pt x="922693" y="910776"/>
                  </a:lnTo>
                  <a:lnTo>
                    <a:pt x="922123" y="913294"/>
                  </a:lnTo>
                  <a:lnTo>
                    <a:pt x="921873" y="914400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3327679" y="2205548"/>
              <a:ext cx="916792" cy="923736"/>
            </a:xfrm>
            <a:custGeom>
              <a:avLst/>
              <a:pathLst>
                <a:path w="916792" h="923736">
                  <a:moveTo>
                    <a:pt x="914400" y="914400"/>
                  </a:moveTo>
                  <a:lnTo>
                    <a:pt x="916792" y="914400"/>
                  </a:lnTo>
                  <a:lnTo>
                    <a:pt x="916667" y="914867"/>
                  </a:lnTo>
                  <a:lnTo>
                    <a:pt x="915863" y="917877"/>
                  </a:lnTo>
                  <a:lnTo>
                    <a:pt x="915060" y="920887"/>
                  </a:lnTo>
                  <a:lnTo>
                    <a:pt x="914963" y="921250"/>
                  </a:lnTo>
                  <a:lnTo>
                    <a:pt x="914571" y="922980"/>
                  </a:lnTo>
                  <a:lnTo>
                    <a:pt x="914400" y="923736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2364408" y="2188310"/>
              <a:ext cx="914399" cy="925659"/>
            </a:xfrm>
            <a:custGeom>
              <a:avLst/>
              <a:pathLst>
                <a:path w="914399" h="925659">
                  <a:moveTo>
                    <a:pt x="914399" y="914400"/>
                  </a:moveTo>
                  <a:lnTo>
                    <a:pt x="914399" y="925659"/>
                  </a:lnTo>
                  <a:lnTo>
                    <a:pt x="914187" y="925190"/>
                  </a:lnTo>
                  <a:lnTo>
                    <a:pt x="913416" y="923487"/>
                  </a:lnTo>
                  <a:lnTo>
                    <a:pt x="912644" y="921784"/>
                  </a:lnTo>
                  <a:lnTo>
                    <a:pt x="911872" y="920081"/>
                  </a:lnTo>
                  <a:lnTo>
                    <a:pt x="911100" y="918378"/>
                  </a:lnTo>
                  <a:lnTo>
                    <a:pt x="910328" y="916675"/>
                  </a:lnTo>
                  <a:lnTo>
                    <a:pt x="909555" y="914972"/>
                  </a:lnTo>
                  <a:lnTo>
                    <a:pt x="909296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36440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6500" y="930300"/>
                  </a:lnTo>
                  <a:lnTo>
                    <a:pt x="915729" y="928597"/>
                  </a:lnTo>
                  <a:lnTo>
                    <a:pt x="914958" y="926893"/>
                  </a:lnTo>
                  <a:lnTo>
                    <a:pt x="914399" y="925659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3736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238293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39219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4014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4107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24199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24292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243850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244776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24570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24662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247555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24848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24940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25033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25126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25218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25311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25403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25496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25589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25681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25774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2586701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25959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26052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261448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26237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26330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26422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26515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26607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2670061" y="2205548"/>
              <a:ext cx="922051" cy="914400"/>
            </a:xfrm>
            <a:custGeom>
              <a:avLst/>
              <a:pathLst>
                <a:path w="92205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03" y="897161"/>
                  </a:lnTo>
                  <a:lnTo>
                    <a:pt x="918932" y="897316"/>
                  </a:lnTo>
                  <a:lnTo>
                    <a:pt x="919037" y="897871"/>
                  </a:lnTo>
                  <a:lnTo>
                    <a:pt x="919142" y="898427"/>
                  </a:lnTo>
                  <a:lnTo>
                    <a:pt x="919246" y="898982"/>
                  </a:lnTo>
                  <a:lnTo>
                    <a:pt x="919351" y="899538"/>
                  </a:lnTo>
                  <a:lnTo>
                    <a:pt x="919455" y="900093"/>
                  </a:lnTo>
                  <a:lnTo>
                    <a:pt x="919560" y="900649"/>
                  </a:lnTo>
                  <a:lnTo>
                    <a:pt x="919664" y="901204"/>
                  </a:lnTo>
                  <a:lnTo>
                    <a:pt x="919769" y="901760"/>
                  </a:lnTo>
                  <a:lnTo>
                    <a:pt x="919874" y="902316"/>
                  </a:lnTo>
                  <a:lnTo>
                    <a:pt x="919978" y="902871"/>
                  </a:lnTo>
                  <a:lnTo>
                    <a:pt x="920083" y="903427"/>
                  </a:lnTo>
                  <a:lnTo>
                    <a:pt x="920187" y="903982"/>
                  </a:lnTo>
                  <a:lnTo>
                    <a:pt x="920292" y="904538"/>
                  </a:lnTo>
                  <a:lnTo>
                    <a:pt x="920396" y="905093"/>
                  </a:lnTo>
                  <a:lnTo>
                    <a:pt x="920501" y="905649"/>
                  </a:lnTo>
                  <a:lnTo>
                    <a:pt x="920605" y="906204"/>
                  </a:lnTo>
                  <a:lnTo>
                    <a:pt x="920710" y="906760"/>
                  </a:lnTo>
                  <a:lnTo>
                    <a:pt x="920814" y="907315"/>
                  </a:lnTo>
                  <a:lnTo>
                    <a:pt x="920918" y="907871"/>
                  </a:lnTo>
                  <a:lnTo>
                    <a:pt x="921023" y="908426"/>
                  </a:lnTo>
                  <a:lnTo>
                    <a:pt x="922051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2873830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874" y="914361"/>
                  </a:lnTo>
                  <a:lnTo>
                    <a:pt x="906271" y="914060"/>
                  </a:lnTo>
                  <a:lnTo>
                    <a:pt x="906668" y="913758"/>
                  </a:lnTo>
                  <a:lnTo>
                    <a:pt x="907065" y="913456"/>
                  </a:lnTo>
                  <a:lnTo>
                    <a:pt x="907462" y="913154"/>
                  </a:lnTo>
                  <a:lnTo>
                    <a:pt x="907859" y="912852"/>
                  </a:lnTo>
                  <a:lnTo>
                    <a:pt x="908256" y="912551"/>
                  </a:lnTo>
                  <a:lnTo>
                    <a:pt x="908653" y="912249"/>
                  </a:lnTo>
                  <a:lnTo>
                    <a:pt x="909051" y="911947"/>
                  </a:lnTo>
                  <a:lnTo>
                    <a:pt x="909448" y="911646"/>
                  </a:lnTo>
                  <a:lnTo>
                    <a:pt x="909845" y="911344"/>
                  </a:lnTo>
                  <a:lnTo>
                    <a:pt x="910242" y="911042"/>
                  </a:lnTo>
                  <a:lnTo>
                    <a:pt x="910639" y="910740"/>
                  </a:lnTo>
                  <a:lnTo>
                    <a:pt x="911037" y="910439"/>
                  </a:lnTo>
                  <a:lnTo>
                    <a:pt x="911434" y="910137"/>
                  </a:lnTo>
                  <a:lnTo>
                    <a:pt x="911831" y="909836"/>
                  </a:lnTo>
                  <a:lnTo>
                    <a:pt x="912229" y="909534"/>
                  </a:lnTo>
                  <a:lnTo>
                    <a:pt x="912626" y="909232"/>
                  </a:lnTo>
                  <a:lnTo>
                    <a:pt x="913023" y="908931"/>
                  </a:lnTo>
                  <a:lnTo>
                    <a:pt x="913421" y="908629"/>
                  </a:lnTo>
                  <a:lnTo>
                    <a:pt x="913818" y="908327"/>
                  </a:lnTo>
                  <a:lnTo>
                    <a:pt x="914215" y="908026"/>
                  </a:lnTo>
                  <a:lnTo>
                    <a:pt x="914400" y="907886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2883092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886"/>
                  </a:lnTo>
                  <a:lnTo>
                    <a:pt x="905351" y="907724"/>
                  </a:lnTo>
                  <a:lnTo>
                    <a:pt x="905748" y="907423"/>
                  </a:lnTo>
                  <a:lnTo>
                    <a:pt x="906145" y="907121"/>
                  </a:lnTo>
                  <a:lnTo>
                    <a:pt x="911308" y="903480"/>
                  </a:lnTo>
                  <a:lnTo>
                    <a:pt x="914400" y="901621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2892354" y="21883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59"/>
                  </a:lnTo>
                  <a:lnTo>
                    <a:pt x="907298" y="917560"/>
                  </a:lnTo>
                  <a:lnTo>
                    <a:pt x="912629" y="914890"/>
                  </a:lnTo>
                  <a:lnTo>
                    <a:pt x="913846" y="914400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28923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29016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C56">
                <a:alpha val="100000"/>
              </a:srgbClr>
            </a:solidFill>
            <a:ln w="5420" cap="flat">
              <a:solidFill>
                <a:srgbClr val="52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29108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29201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29294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29386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29479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29571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29664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29757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29849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29942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300350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30127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30220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303128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30405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30498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30590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30683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30775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308686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309612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310538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311464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312391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313317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314243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315169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316095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317022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317948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318874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319800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32072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3216532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322579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32350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32443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32535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32628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327210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328136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32906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32998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33091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33184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3327679" y="2205548"/>
              <a:ext cx="921403" cy="914400"/>
            </a:xfrm>
            <a:custGeom>
              <a:avLst/>
              <a:pathLst>
                <a:path w="9214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03" y="897161"/>
                  </a:lnTo>
                  <a:lnTo>
                    <a:pt x="920691" y="899818"/>
                  </a:lnTo>
                  <a:lnTo>
                    <a:pt x="919886" y="902828"/>
                  </a:lnTo>
                  <a:lnTo>
                    <a:pt x="919080" y="905838"/>
                  </a:lnTo>
                  <a:lnTo>
                    <a:pt x="918275" y="908847"/>
                  </a:lnTo>
                  <a:lnTo>
                    <a:pt x="917471" y="911857"/>
                  </a:lnTo>
                  <a:lnTo>
                    <a:pt x="916792" y="914400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2355146" y="2171071"/>
              <a:ext cx="914400" cy="922481"/>
            </a:xfrm>
            <a:custGeom>
              <a:avLst/>
              <a:pathLst>
                <a:path w="914400" h="922481">
                  <a:moveTo>
                    <a:pt x="914400" y="914400"/>
                  </a:moveTo>
                  <a:lnTo>
                    <a:pt x="914400" y="922481"/>
                  </a:lnTo>
                  <a:lnTo>
                    <a:pt x="914178" y="921993"/>
                  </a:lnTo>
                  <a:lnTo>
                    <a:pt x="913404" y="920291"/>
                  </a:lnTo>
                  <a:lnTo>
                    <a:pt x="912630" y="918588"/>
                  </a:lnTo>
                  <a:lnTo>
                    <a:pt x="911856" y="916886"/>
                  </a:lnTo>
                  <a:lnTo>
                    <a:pt x="911081" y="915183"/>
                  </a:lnTo>
                  <a:lnTo>
                    <a:pt x="910724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235514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58" y="931638"/>
                  </a:lnTo>
                  <a:lnTo>
                    <a:pt x="918045" y="930507"/>
                  </a:lnTo>
                  <a:lnTo>
                    <a:pt x="917272" y="928804"/>
                  </a:lnTo>
                  <a:lnTo>
                    <a:pt x="916499" y="927101"/>
                  </a:lnTo>
                  <a:lnTo>
                    <a:pt x="915725" y="925399"/>
                  </a:lnTo>
                  <a:lnTo>
                    <a:pt x="914952" y="923696"/>
                  </a:lnTo>
                  <a:lnTo>
                    <a:pt x="914400" y="922481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236440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23736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238293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239219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24014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24107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24199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24292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243850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244776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24570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24662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247555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24848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249407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250334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251260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252186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253112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254039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254965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255891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256817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257743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2586701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259596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260522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261448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262375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263301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264227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265153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26607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2670061" y="2188310"/>
              <a:ext cx="918903" cy="914400"/>
            </a:xfrm>
            <a:custGeom>
              <a:avLst/>
              <a:pathLst>
                <a:path w="918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652" y="897161"/>
                  </a:lnTo>
                  <a:lnTo>
                    <a:pt x="915685" y="897333"/>
                  </a:lnTo>
                  <a:lnTo>
                    <a:pt x="915790" y="897889"/>
                  </a:lnTo>
                  <a:lnTo>
                    <a:pt x="915895" y="898444"/>
                  </a:lnTo>
                  <a:lnTo>
                    <a:pt x="916000" y="899000"/>
                  </a:lnTo>
                  <a:lnTo>
                    <a:pt x="916104" y="899555"/>
                  </a:lnTo>
                  <a:lnTo>
                    <a:pt x="916209" y="900111"/>
                  </a:lnTo>
                  <a:lnTo>
                    <a:pt x="916314" y="900666"/>
                  </a:lnTo>
                  <a:lnTo>
                    <a:pt x="916419" y="901222"/>
                  </a:lnTo>
                  <a:lnTo>
                    <a:pt x="916524" y="901777"/>
                  </a:lnTo>
                  <a:lnTo>
                    <a:pt x="916629" y="902333"/>
                  </a:lnTo>
                  <a:lnTo>
                    <a:pt x="916733" y="902888"/>
                  </a:lnTo>
                  <a:lnTo>
                    <a:pt x="916838" y="903444"/>
                  </a:lnTo>
                  <a:lnTo>
                    <a:pt x="916943" y="903999"/>
                  </a:lnTo>
                  <a:lnTo>
                    <a:pt x="917048" y="904555"/>
                  </a:lnTo>
                  <a:lnTo>
                    <a:pt x="917153" y="905110"/>
                  </a:lnTo>
                  <a:lnTo>
                    <a:pt x="917257" y="905666"/>
                  </a:lnTo>
                  <a:lnTo>
                    <a:pt x="917362" y="906222"/>
                  </a:lnTo>
                  <a:lnTo>
                    <a:pt x="917467" y="906777"/>
                  </a:lnTo>
                  <a:lnTo>
                    <a:pt x="917572" y="907333"/>
                  </a:lnTo>
                  <a:lnTo>
                    <a:pt x="917676" y="907888"/>
                  </a:lnTo>
                  <a:lnTo>
                    <a:pt x="917781" y="908444"/>
                  </a:lnTo>
                  <a:lnTo>
                    <a:pt x="917886" y="908999"/>
                  </a:lnTo>
                  <a:lnTo>
                    <a:pt x="917990" y="909555"/>
                  </a:lnTo>
                  <a:lnTo>
                    <a:pt x="918095" y="910110"/>
                  </a:lnTo>
                  <a:lnTo>
                    <a:pt x="918200" y="910666"/>
                  </a:lnTo>
                  <a:lnTo>
                    <a:pt x="918305" y="911221"/>
                  </a:lnTo>
                  <a:lnTo>
                    <a:pt x="918409" y="911777"/>
                  </a:lnTo>
                  <a:lnTo>
                    <a:pt x="918514" y="912332"/>
                  </a:lnTo>
                  <a:lnTo>
                    <a:pt x="918618" y="912888"/>
                  </a:lnTo>
                  <a:lnTo>
                    <a:pt x="918723" y="913443"/>
                  </a:lnTo>
                  <a:lnTo>
                    <a:pt x="918828" y="913999"/>
                  </a:lnTo>
                  <a:lnTo>
                    <a:pt x="918903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289235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46" y="914400"/>
                  </a:lnTo>
                  <a:lnTo>
                    <a:pt x="914400" y="914176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290161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76"/>
                  </a:lnTo>
                  <a:lnTo>
                    <a:pt x="908763" y="912716"/>
                  </a:lnTo>
                  <a:lnTo>
                    <a:pt x="914209" y="911043"/>
                  </a:lnTo>
                  <a:lnTo>
                    <a:pt x="914400" y="911002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291087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002"/>
                  </a:lnTo>
                  <a:lnTo>
                    <a:pt x="910432" y="909876"/>
                  </a:lnTo>
                  <a:lnTo>
                    <a:pt x="914400" y="909401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292014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01"/>
                  </a:lnTo>
                  <a:lnTo>
                    <a:pt x="906679" y="909217"/>
                  </a:lnTo>
                  <a:lnTo>
                    <a:pt x="907068" y="909188"/>
                  </a:lnTo>
                  <a:lnTo>
                    <a:pt x="907460" y="909159"/>
                  </a:lnTo>
                  <a:lnTo>
                    <a:pt x="907851" y="909131"/>
                  </a:lnTo>
                  <a:lnTo>
                    <a:pt x="908242" y="909102"/>
                  </a:lnTo>
                  <a:lnTo>
                    <a:pt x="908633" y="909074"/>
                  </a:lnTo>
                  <a:lnTo>
                    <a:pt x="909025" y="909045"/>
                  </a:lnTo>
                  <a:lnTo>
                    <a:pt x="909416" y="909016"/>
                  </a:lnTo>
                  <a:lnTo>
                    <a:pt x="909807" y="908988"/>
                  </a:lnTo>
                  <a:lnTo>
                    <a:pt x="910199" y="908959"/>
                  </a:lnTo>
                  <a:lnTo>
                    <a:pt x="910590" y="908931"/>
                  </a:lnTo>
                  <a:lnTo>
                    <a:pt x="910981" y="908902"/>
                  </a:lnTo>
                  <a:lnTo>
                    <a:pt x="911373" y="908874"/>
                  </a:lnTo>
                  <a:lnTo>
                    <a:pt x="911764" y="908845"/>
                  </a:lnTo>
                  <a:lnTo>
                    <a:pt x="912155" y="908816"/>
                  </a:lnTo>
                  <a:lnTo>
                    <a:pt x="912547" y="908788"/>
                  </a:lnTo>
                  <a:lnTo>
                    <a:pt x="912938" y="908759"/>
                  </a:lnTo>
                  <a:lnTo>
                    <a:pt x="913329" y="908731"/>
                  </a:lnTo>
                  <a:lnTo>
                    <a:pt x="913721" y="908703"/>
                  </a:lnTo>
                  <a:lnTo>
                    <a:pt x="914112" y="908674"/>
                  </a:lnTo>
                  <a:lnTo>
                    <a:pt x="914400" y="908653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292940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1" y="908646"/>
                  </a:lnTo>
                  <a:lnTo>
                    <a:pt x="905632" y="908617"/>
                  </a:lnTo>
                  <a:lnTo>
                    <a:pt x="906024" y="908589"/>
                  </a:lnTo>
                  <a:lnTo>
                    <a:pt x="906415" y="908560"/>
                  </a:lnTo>
                  <a:lnTo>
                    <a:pt x="906806" y="908532"/>
                  </a:lnTo>
                  <a:lnTo>
                    <a:pt x="907198" y="908504"/>
                  </a:lnTo>
                  <a:lnTo>
                    <a:pt x="907589" y="908475"/>
                  </a:lnTo>
                  <a:lnTo>
                    <a:pt x="907980" y="908447"/>
                  </a:lnTo>
                  <a:lnTo>
                    <a:pt x="908372" y="908419"/>
                  </a:lnTo>
                  <a:lnTo>
                    <a:pt x="908763" y="908390"/>
                  </a:lnTo>
                  <a:lnTo>
                    <a:pt x="909155" y="908362"/>
                  </a:lnTo>
                  <a:lnTo>
                    <a:pt x="909546" y="908334"/>
                  </a:lnTo>
                  <a:lnTo>
                    <a:pt x="909937" y="908305"/>
                  </a:lnTo>
                  <a:lnTo>
                    <a:pt x="910329" y="908277"/>
                  </a:lnTo>
                  <a:lnTo>
                    <a:pt x="910720" y="908249"/>
                  </a:lnTo>
                  <a:lnTo>
                    <a:pt x="911111" y="908221"/>
                  </a:lnTo>
                  <a:lnTo>
                    <a:pt x="911503" y="908192"/>
                  </a:lnTo>
                  <a:lnTo>
                    <a:pt x="911894" y="908164"/>
                  </a:lnTo>
                  <a:lnTo>
                    <a:pt x="912285" y="908136"/>
                  </a:lnTo>
                  <a:lnTo>
                    <a:pt x="912677" y="908108"/>
                  </a:lnTo>
                  <a:lnTo>
                    <a:pt x="913068" y="908080"/>
                  </a:lnTo>
                  <a:lnTo>
                    <a:pt x="913459" y="908051"/>
                  </a:lnTo>
                  <a:lnTo>
                    <a:pt x="913851" y="908023"/>
                  </a:lnTo>
                  <a:lnTo>
                    <a:pt x="914242" y="907995"/>
                  </a:lnTo>
                  <a:lnTo>
                    <a:pt x="914400" y="907984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293866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984"/>
                  </a:lnTo>
                  <a:lnTo>
                    <a:pt x="905371" y="907967"/>
                  </a:lnTo>
                  <a:lnTo>
                    <a:pt x="905763" y="907939"/>
                  </a:lnTo>
                  <a:lnTo>
                    <a:pt x="906154" y="907911"/>
                  </a:lnTo>
                  <a:lnTo>
                    <a:pt x="906545" y="907883"/>
                  </a:lnTo>
                  <a:lnTo>
                    <a:pt x="906937" y="907854"/>
                  </a:lnTo>
                  <a:lnTo>
                    <a:pt x="907328" y="907826"/>
                  </a:lnTo>
                  <a:lnTo>
                    <a:pt x="907720" y="907798"/>
                  </a:lnTo>
                  <a:lnTo>
                    <a:pt x="908111" y="907770"/>
                  </a:lnTo>
                  <a:lnTo>
                    <a:pt x="908502" y="907742"/>
                  </a:lnTo>
                  <a:lnTo>
                    <a:pt x="908894" y="907714"/>
                  </a:lnTo>
                  <a:lnTo>
                    <a:pt x="909285" y="907686"/>
                  </a:lnTo>
                  <a:lnTo>
                    <a:pt x="909677" y="907658"/>
                  </a:lnTo>
                  <a:lnTo>
                    <a:pt x="910068" y="907630"/>
                  </a:lnTo>
                  <a:lnTo>
                    <a:pt x="910459" y="907602"/>
                  </a:lnTo>
                  <a:lnTo>
                    <a:pt x="910851" y="907574"/>
                  </a:lnTo>
                  <a:lnTo>
                    <a:pt x="911242" y="907546"/>
                  </a:lnTo>
                  <a:lnTo>
                    <a:pt x="911634" y="907518"/>
                  </a:lnTo>
                  <a:lnTo>
                    <a:pt x="912025" y="907490"/>
                  </a:lnTo>
                  <a:lnTo>
                    <a:pt x="912416" y="907463"/>
                  </a:lnTo>
                  <a:lnTo>
                    <a:pt x="912808" y="907435"/>
                  </a:lnTo>
                  <a:lnTo>
                    <a:pt x="913199" y="907407"/>
                  </a:lnTo>
                  <a:lnTo>
                    <a:pt x="913591" y="907379"/>
                  </a:lnTo>
                  <a:lnTo>
                    <a:pt x="913982" y="907351"/>
                  </a:lnTo>
                  <a:lnTo>
                    <a:pt x="914400" y="907321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2947928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321"/>
                  </a:lnTo>
                  <a:lnTo>
                    <a:pt x="905503" y="907295"/>
                  </a:lnTo>
                  <a:lnTo>
                    <a:pt x="905894" y="907267"/>
                  </a:lnTo>
                  <a:lnTo>
                    <a:pt x="906285" y="907240"/>
                  </a:lnTo>
                  <a:lnTo>
                    <a:pt x="906677" y="907212"/>
                  </a:lnTo>
                  <a:lnTo>
                    <a:pt x="907068" y="907184"/>
                  </a:lnTo>
                  <a:lnTo>
                    <a:pt x="907460" y="907156"/>
                  </a:lnTo>
                  <a:lnTo>
                    <a:pt x="907851" y="907128"/>
                  </a:lnTo>
                  <a:lnTo>
                    <a:pt x="908243" y="907101"/>
                  </a:lnTo>
                  <a:lnTo>
                    <a:pt x="908634" y="907073"/>
                  </a:lnTo>
                  <a:lnTo>
                    <a:pt x="909025" y="907045"/>
                  </a:lnTo>
                  <a:lnTo>
                    <a:pt x="909417" y="907018"/>
                  </a:lnTo>
                  <a:lnTo>
                    <a:pt x="909808" y="906990"/>
                  </a:lnTo>
                  <a:lnTo>
                    <a:pt x="910200" y="906962"/>
                  </a:lnTo>
                  <a:lnTo>
                    <a:pt x="910591" y="906934"/>
                  </a:lnTo>
                  <a:lnTo>
                    <a:pt x="910983" y="906907"/>
                  </a:lnTo>
                  <a:lnTo>
                    <a:pt x="911374" y="906879"/>
                  </a:lnTo>
                  <a:lnTo>
                    <a:pt x="911765" y="906851"/>
                  </a:lnTo>
                  <a:lnTo>
                    <a:pt x="912157" y="906824"/>
                  </a:lnTo>
                  <a:lnTo>
                    <a:pt x="912548" y="906796"/>
                  </a:lnTo>
                  <a:lnTo>
                    <a:pt x="912940" y="906769"/>
                  </a:lnTo>
                  <a:lnTo>
                    <a:pt x="913331" y="906741"/>
                  </a:lnTo>
                  <a:lnTo>
                    <a:pt x="913723" y="906713"/>
                  </a:lnTo>
                  <a:lnTo>
                    <a:pt x="914114" y="906686"/>
                  </a:lnTo>
                  <a:lnTo>
                    <a:pt x="914400" y="906666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295719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3" y="906658"/>
                  </a:lnTo>
                  <a:lnTo>
                    <a:pt x="905635" y="906631"/>
                  </a:lnTo>
                  <a:lnTo>
                    <a:pt x="906026" y="906603"/>
                  </a:lnTo>
                  <a:lnTo>
                    <a:pt x="906418" y="906576"/>
                  </a:lnTo>
                  <a:lnTo>
                    <a:pt x="906809" y="906548"/>
                  </a:lnTo>
                  <a:lnTo>
                    <a:pt x="907201" y="906521"/>
                  </a:lnTo>
                  <a:lnTo>
                    <a:pt x="907592" y="906493"/>
                  </a:lnTo>
                  <a:lnTo>
                    <a:pt x="907984" y="906466"/>
                  </a:lnTo>
                  <a:lnTo>
                    <a:pt x="908375" y="906438"/>
                  </a:lnTo>
                  <a:lnTo>
                    <a:pt x="908766" y="906411"/>
                  </a:lnTo>
                  <a:lnTo>
                    <a:pt x="909158" y="906383"/>
                  </a:lnTo>
                  <a:lnTo>
                    <a:pt x="909549" y="906356"/>
                  </a:lnTo>
                  <a:lnTo>
                    <a:pt x="909941" y="906329"/>
                  </a:lnTo>
                  <a:lnTo>
                    <a:pt x="910332" y="906301"/>
                  </a:lnTo>
                  <a:lnTo>
                    <a:pt x="910724" y="906274"/>
                  </a:lnTo>
                  <a:lnTo>
                    <a:pt x="911115" y="906246"/>
                  </a:lnTo>
                  <a:lnTo>
                    <a:pt x="911507" y="906219"/>
                  </a:lnTo>
                  <a:lnTo>
                    <a:pt x="911898" y="906192"/>
                  </a:lnTo>
                  <a:lnTo>
                    <a:pt x="912290" y="906164"/>
                  </a:lnTo>
                  <a:lnTo>
                    <a:pt x="912681" y="906137"/>
                  </a:lnTo>
                  <a:lnTo>
                    <a:pt x="913073" y="906110"/>
                  </a:lnTo>
                  <a:lnTo>
                    <a:pt x="913464" y="906082"/>
                  </a:lnTo>
                  <a:lnTo>
                    <a:pt x="913856" y="906055"/>
                  </a:lnTo>
                  <a:lnTo>
                    <a:pt x="914247" y="906028"/>
                  </a:lnTo>
                  <a:lnTo>
                    <a:pt x="914400" y="906017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296645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017"/>
                  </a:lnTo>
                  <a:lnTo>
                    <a:pt x="905376" y="906001"/>
                  </a:lnTo>
                  <a:lnTo>
                    <a:pt x="905768" y="905973"/>
                  </a:lnTo>
                  <a:lnTo>
                    <a:pt x="906159" y="905946"/>
                  </a:lnTo>
                  <a:lnTo>
                    <a:pt x="906551" y="905919"/>
                  </a:lnTo>
                  <a:lnTo>
                    <a:pt x="906942" y="905892"/>
                  </a:lnTo>
                  <a:lnTo>
                    <a:pt x="907334" y="905864"/>
                  </a:lnTo>
                  <a:lnTo>
                    <a:pt x="907725" y="905837"/>
                  </a:lnTo>
                  <a:lnTo>
                    <a:pt x="908117" y="905810"/>
                  </a:lnTo>
                  <a:lnTo>
                    <a:pt x="908508" y="905783"/>
                  </a:lnTo>
                  <a:lnTo>
                    <a:pt x="908900" y="905756"/>
                  </a:lnTo>
                  <a:lnTo>
                    <a:pt x="909291" y="905729"/>
                  </a:lnTo>
                  <a:lnTo>
                    <a:pt x="909683" y="905702"/>
                  </a:lnTo>
                  <a:lnTo>
                    <a:pt x="910074" y="905674"/>
                  </a:lnTo>
                  <a:lnTo>
                    <a:pt x="910466" y="905647"/>
                  </a:lnTo>
                  <a:lnTo>
                    <a:pt x="914400" y="905580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297571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580"/>
                  </a:lnTo>
                  <a:lnTo>
                    <a:pt x="907431" y="905541"/>
                  </a:lnTo>
                  <a:lnTo>
                    <a:pt x="913652" y="906085"/>
                  </a:lnTo>
                  <a:lnTo>
                    <a:pt x="914400" y="906189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298497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189"/>
                  </a:lnTo>
                  <a:lnTo>
                    <a:pt x="914400" y="907483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299423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483"/>
                  </a:lnTo>
                  <a:lnTo>
                    <a:pt x="914400" y="908776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300350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776"/>
                  </a:lnTo>
                  <a:lnTo>
                    <a:pt x="914400" y="910070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301276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70"/>
                  </a:lnTo>
                  <a:lnTo>
                    <a:pt x="914400" y="911297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302202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97"/>
                  </a:lnTo>
                  <a:lnTo>
                    <a:pt x="905620" y="911139"/>
                  </a:lnTo>
                  <a:lnTo>
                    <a:pt x="906153" y="910965"/>
                  </a:lnTo>
                  <a:lnTo>
                    <a:pt x="906686" y="910790"/>
                  </a:lnTo>
                  <a:lnTo>
                    <a:pt x="907219" y="910616"/>
                  </a:lnTo>
                  <a:lnTo>
                    <a:pt x="907752" y="910442"/>
                  </a:lnTo>
                  <a:lnTo>
                    <a:pt x="908285" y="910268"/>
                  </a:lnTo>
                  <a:lnTo>
                    <a:pt x="908818" y="910093"/>
                  </a:lnTo>
                  <a:lnTo>
                    <a:pt x="909351" y="909919"/>
                  </a:lnTo>
                  <a:lnTo>
                    <a:pt x="909884" y="909745"/>
                  </a:lnTo>
                  <a:lnTo>
                    <a:pt x="910417" y="909571"/>
                  </a:lnTo>
                  <a:lnTo>
                    <a:pt x="910950" y="909396"/>
                  </a:lnTo>
                  <a:lnTo>
                    <a:pt x="911483" y="909222"/>
                  </a:lnTo>
                  <a:lnTo>
                    <a:pt x="912016" y="909048"/>
                  </a:lnTo>
                  <a:lnTo>
                    <a:pt x="912549" y="908874"/>
                  </a:lnTo>
                  <a:lnTo>
                    <a:pt x="913082" y="908700"/>
                  </a:lnTo>
                  <a:lnTo>
                    <a:pt x="913615" y="908526"/>
                  </a:lnTo>
                  <a:lnTo>
                    <a:pt x="914148" y="908352"/>
                  </a:lnTo>
                  <a:lnTo>
                    <a:pt x="914400" y="908270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3031288" y="218831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270"/>
                  </a:lnTo>
                  <a:lnTo>
                    <a:pt x="905419" y="908178"/>
                  </a:lnTo>
                  <a:lnTo>
                    <a:pt x="905952" y="908004"/>
                  </a:lnTo>
                  <a:lnTo>
                    <a:pt x="906485" y="907830"/>
                  </a:lnTo>
                  <a:lnTo>
                    <a:pt x="907018" y="907656"/>
                  </a:lnTo>
                  <a:lnTo>
                    <a:pt x="907551" y="907482"/>
                  </a:lnTo>
                  <a:lnTo>
                    <a:pt x="908084" y="907308"/>
                  </a:lnTo>
                  <a:lnTo>
                    <a:pt x="908618" y="907134"/>
                  </a:lnTo>
                  <a:lnTo>
                    <a:pt x="909151" y="906960"/>
                  </a:lnTo>
                  <a:lnTo>
                    <a:pt x="909684" y="906786"/>
                  </a:lnTo>
                  <a:lnTo>
                    <a:pt x="910217" y="906613"/>
                  </a:lnTo>
                  <a:lnTo>
                    <a:pt x="910751" y="906439"/>
                  </a:lnTo>
                  <a:lnTo>
                    <a:pt x="911284" y="906265"/>
                  </a:lnTo>
                  <a:lnTo>
                    <a:pt x="911817" y="906091"/>
                  </a:lnTo>
                  <a:lnTo>
                    <a:pt x="912350" y="905918"/>
                  </a:lnTo>
                  <a:lnTo>
                    <a:pt x="912884" y="905744"/>
                  </a:lnTo>
                  <a:lnTo>
                    <a:pt x="913417" y="905570"/>
                  </a:lnTo>
                  <a:lnTo>
                    <a:pt x="913950" y="905397"/>
                  </a:lnTo>
                  <a:lnTo>
                    <a:pt x="914399" y="905250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304055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1" y="905223"/>
                  </a:lnTo>
                  <a:lnTo>
                    <a:pt x="905755" y="905049"/>
                  </a:lnTo>
                  <a:lnTo>
                    <a:pt x="906288" y="904876"/>
                  </a:lnTo>
                  <a:lnTo>
                    <a:pt x="911803" y="903345"/>
                  </a:lnTo>
                  <a:lnTo>
                    <a:pt x="914400" y="902871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304981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871"/>
                  </a:lnTo>
                  <a:lnTo>
                    <a:pt x="908090" y="902331"/>
                  </a:lnTo>
                  <a:lnTo>
                    <a:pt x="913659" y="901837"/>
                  </a:lnTo>
                  <a:lnTo>
                    <a:pt x="913997" y="901823"/>
                  </a:lnTo>
                  <a:lnTo>
                    <a:pt x="914400" y="901806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305907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06"/>
                  </a:lnTo>
                  <a:lnTo>
                    <a:pt x="905415" y="901794"/>
                  </a:lnTo>
                  <a:lnTo>
                    <a:pt x="905755" y="901780"/>
                  </a:lnTo>
                  <a:lnTo>
                    <a:pt x="906095" y="901765"/>
                  </a:lnTo>
                  <a:lnTo>
                    <a:pt x="906435" y="901751"/>
                  </a:lnTo>
                  <a:lnTo>
                    <a:pt x="906775" y="901737"/>
                  </a:lnTo>
                  <a:lnTo>
                    <a:pt x="907115" y="901723"/>
                  </a:lnTo>
                  <a:lnTo>
                    <a:pt x="907455" y="901709"/>
                  </a:lnTo>
                  <a:lnTo>
                    <a:pt x="907795" y="901694"/>
                  </a:lnTo>
                  <a:lnTo>
                    <a:pt x="908135" y="901680"/>
                  </a:lnTo>
                  <a:lnTo>
                    <a:pt x="908475" y="901666"/>
                  </a:lnTo>
                  <a:lnTo>
                    <a:pt x="908815" y="901652"/>
                  </a:lnTo>
                  <a:lnTo>
                    <a:pt x="909155" y="901638"/>
                  </a:lnTo>
                  <a:lnTo>
                    <a:pt x="909495" y="901623"/>
                  </a:lnTo>
                  <a:lnTo>
                    <a:pt x="909835" y="901609"/>
                  </a:lnTo>
                  <a:lnTo>
                    <a:pt x="910175" y="901595"/>
                  </a:lnTo>
                  <a:lnTo>
                    <a:pt x="910514" y="901581"/>
                  </a:lnTo>
                  <a:lnTo>
                    <a:pt x="910854" y="901567"/>
                  </a:lnTo>
                  <a:lnTo>
                    <a:pt x="911194" y="901553"/>
                  </a:lnTo>
                  <a:lnTo>
                    <a:pt x="911534" y="901539"/>
                  </a:lnTo>
                  <a:lnTo>
                    <a:pt x="911874" y="901524"/>
                  </a:lnTo>
                  <a:lnTo>
                    <a:pt x="912214" y="901510"/>
                  </a:lnTo>
                  <a:lnTo>
                    <a:pt x="912554" y="901496"/>
                  </a:lnTo>
                  <a:lnTo>
                    <a:pt x="912894" y="901482"/>
                  </a:lnTo>
                  <a:lnTo>
                    <a:pt x="913234" y="901468"/>
                  </a:lnTo>
                  <a:lnTo>
                    <a:pt x="913574" y="901454"/>
                  </a:lnTo>
                  <a:lnTo>
                    <a:pt x="913914" y="901440"/>
                  </a:lnTo>
                  <a:lnTo>
                    <a:pt x="914254" y="901426"/>
                  </a:lnTo>
                  <a:lnTo>
                    <a:pt x="914400" y="901420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306833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420"/>
                  </a:lnTo>
                  <a:lnTo>
                    <a:pt x="905332" y="901412"/>
                  </a:lnTo>
                  <a:lnTo>
                    <a:pt x="905672" y="901398"/>
                  </a:lnTo>
                  <a:lnTo>
                    <a:pt x="906012" y="901384"/>
                  </a:lnTo>
                  <a:lnTo>
                    <a:pt x="906352" y="901370"/>
                  </a:lnTo>
                  <a:lnTo>
                    <a:pt x="906692" y="901356"/>
                  </a:lnTo>
                  <a:lnTo>
                    <a:pt x="907032" y="901342"/>
                  </a:lnTo>
                  <a:lnTo>
                    <a:pt x="907372" y="901328"/>
                  </a:lnTo>
                  <a:lnTo>
                    <a:pt x="907712" y="901314"/>
                  </a:lnTo>
                  <a:lnTo>
                    <a:pt x="908052" y="901300"/>
                  </a:lnTo>
                  <a:lnTo>
                    <a:pt x="908392" y="901286"/>
                  </a:lnTo>
                  <a:lnTo>
                    <a:pt x="908732" y="901272"/>
                  </a:lnTo>
                  <a:lnTo>
                    <a:pt x="909072" y="901258"/>
                  </a:lnTo>
                  <a:lnTo>
                    <a:pt x="909412" y="901244"/>
                  </a:lnTo>
                  <a:lnTo>
                    <a:pt x="909752" y="901230"/>
                  </a:lnTo>
                  <a:lnTo>
                    <a:pt x="910092" y="901216"/>
                  </a:lnTo>
                  <a:lnTo>
                    <a:pt x="910432" y="901203"/>
                  </a:lnTo>
                  <a:lnTo>
                    <a:pt x="910772" y="901189"/>
                  </a:lnTo>
                  <a:lnTo>
                    <a:pt x="911112" y="901175"/>
                  </a:lnTo>
                  <a:lnTo>
                    <a:pt x="911452" y="901161"/>
                  </a:lnTo>
                  <a:lnTo>
                    <a:pt x="911792" y="901147"/>
                  </a:lnTo>
                  <a:lnTo>
                    <a:pt x="912132" y="901133"/>
                  </a:lnTo>
                  <a:lnTo>
                    <a:pt x="912472" y="901119"/>
                  </a:lnTo>
                  <a:lnTo>
                    <a:pt x="912812" y="901106"/>
                  </a:lnTo>
                  <a:lnTo>
                    <a:pt x="913152" y="901092"/>
                  </a:lnTo>
                  <a:lnTo>
                    <a:pt x="913492" y="901078"/>
                  </a:lnTo>
                  <a:lnTo>
                    <a:pt x="913832" y="901064"/>
                  </a:lnTo>
                  <a:lnTo>
                    <a:pt x="914172" y="901050"/>
                  </a:lnTo>
                  <a:lnTo>
                    <a:pt x="914400" y="901041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3077599" y="21710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50" y="918275"/>
                  </a:lnTo>
                  <a:lnTo>
                    <a:pt x="905590" y="918261"/>
                  </a:lnTo>
                  <a:lnTo>
                    <a:pt x="905930" y="918247"/>
                  </a:lnTo>
                  <a:lnTo>
                    <a:pt x="906270" y="918234"/>
                  </a:lnTo>
                  <a:lnTo>
                    <a:pt x="906610" y="918220"/>
                  </a:lnTo>
                  <a:lnTo>
                    <a:pt x="906950" y="918206"/>
                  </a:lnTo>
                  <a:lnTo>
                    <a:pt x="907290" y="918193"/>
                  </a:lnTo>
                  <a:lnTo>
                    <a:pt x="907630" y="918179"/>
                  </a:lnTo>
                  <a:lnTo>
                    <a:pt x="909268" y="918186"/>
                  </a:lnTo>
                  <a:lnTo>
                    <a:pt x="909378" y="917819"/>
                  </a:lnTo>
                  <a:lnTo>
                    <a:pt x="909492" y="917440"/>
                  </a:lnTo>
                  <a:lnTo>
                    <a:pt x="909605" y="917060"/>
                  </a:lnTo>
                  <a:lnTo>
                    <a:pt x="909719" y="916681"/>
                  </a:lnTo>
                  <a:lnTo>
                    <a:pt x="909833" y="916302"/>
                  </a:lnTo>
                  <a:lnTo>
                    <a:pt x="909946" y="915923"/>
                  </a:lnTo>
                  <a:lnTo>
                    <a:pt x="910060" y="915544"/>
                  </a:lnTo>
                  <a:lnTo>
                    <a:pt x="910429" y="914400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30775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308686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309612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310538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311464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312391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313317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314243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315169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316095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317022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317948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318874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319800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32072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3216532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322579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32350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32443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32535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32628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327210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328136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32906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32998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330915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33184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3327679" y="21883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5973"/>
                  </a:lnTo>
                  <a:lnTo>
                    <a:pt x="923110" y="908029"/>
                  </a:lnTo>
                  <a:lnTo>
                    <a:pt x="922304" y="911038"/>
                  </a:lnTo>
                  <a:lnTo>
                    <a:pt x="921497" y="914047"/>
                  </a:lnTo>
                  <a:lnTo>
                    <a:pt x="921403" y="914400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3336941" y="2171071"/>
              <a:ext cx="916765" cy="923212"/>
            </a:xfrm>
            <a:custGeom>
              <a:avLst/>
              <a:pathLst>
                <a:path w="916765" h="923212">
                  <a:moveTo>
                    <a:pt x="914400" y="914400"/>
                  </a:moveTo>
                  <a:lnTo>
                    <a:pt x="916765" y="914400"/>
                  </a:lnTo>
                  <a:lnTo>
                    <a:pt x="916271" y="916240"/>
                  </a:lnTo>
                  <a:lnTo>
                    <a:pt x="915463" y="919249"/>
                  </a:lnTo>
                  <a:lnTo>
                    <a:pt x="914655" y="922258"/>
                  </a:lnTo>
                  <a:lnTo>
                    <a:pt x="914400" y="923212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2345883" y="2153833"/>
              <a:ext cx="914400" cy="919375"/>
            </a:xfrm>
            <a:custGeom>
              <a:avLst/>
              <a:pathLst>
                <a:path w="914400" h="919375">
                  <a:moveTo>
                    <a:pt x="914400" y="914400"/>
                  </a:moveTo>
                  <a:lnTo>
                    <a:pt x="914400" y="919375"/>
                  </a:lnTo>
                  <a:lnTo>
                    <a:pt x="914139" y="918804"/>
                  </a:lnTo>
                  <a:lnTo>
                    <a:pt x="913358" y="917091"/>
                  </a:lnTo>
                  <a:lnTo>
                    <a:pt x="912199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23458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87" y="931638"/>
                  </a:lnTo>
                  <a:lnTo>
                    <a:pt x="919569" y="930719"/>
                  </a:lnTo>
                  <a:lnTo>
                    <a:pt x="918794" y="929017"/>
                  </a:lnTo>
                  <a:lnTo>
                    <a:pt x="918018" y="927315"/>
                  </a:lnTo>
                  <a:lnTo>
                    <a:pt x="917243" y="925613"/>
                  </a:lnTo>
                  <a:lnTo>
                    <a:pt x="916467" y="923910"/>
                  </a:lnTo>
                  <a:lnTo>
                    <a:pt x="915692" y="922208"/>
                  </a:lnTo>
                  <a:lnTo>
                    <a:pt x="914916" y="920506"/>
                  </a:lnTo>
                  <a:lnTo>
                    <a:pt x="914400" y="919375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235514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236440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23736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238293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239219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24014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24107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24199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24292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243850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244776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24570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24662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247555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4848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940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50334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51260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52186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53112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54039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54965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55891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56817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57743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2586701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259596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260522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261448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262375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263301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264227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265153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2670061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0" y="897161"/>
                  </a:lnTo>
                  <a:lnTo>
                    <a:pt x="914322" y="907355"/>
                  </a:lnTo>
                  <a:lnTo>
                    <a:pt x="914400" y="90776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2670061" y="2171071"/>
              <a:ext cx="915652" cy="914400"/>
            </a:xfrm>
            <a:custGeom>
              <a:avLst/>
              <a:pathLst>
                <a:path w="915652" h="914400">
                  <a:moveTo>
                    <a:pt x="914400" y="914400"/>
                  </a:moveTo>
                  <a:lnTo>
                    <a:pt x="914400" y="907768"/>
                  </a:lnTo>
                  <a:lnTo>
                    <a:pt x="914426" y="907906"/>
                  </a:lnTo>
                  <a:lnTo>
                    <a:pt x="914531" y="908461"/>
                  </a:lnTo>
                  <a:lnTo>
                    <a:pt x="914636" y="909017"/>
                  </a:lnTo>
                  <a:lnTo>
                    <a:pt x="914741" y="909572"/>
                  </a:lnTo>
                  <a:lnTo>
                    <a:pt x="914845" y="910128"/>
                  </a:lnTo>
                  <a:lnTo>
                    <a:pt x="914950" y="910683"/>
                  </a:lnTo>
                  <a:lnTo>
                    <a:pt x="915055" y="911239"/>
                  </a:lnTo>
                  <a:lnTo>
                    <a:pt x="915160" y="911794"/>
                  </a:lnTo>
                  <a:lnTo>
                    <a:pt x="915265" y="912350"/>
                  </a:lnTo>
                  <a:lnTo>
                    <a:pt x="915370" y="912905"/>
                  </a:lnTo>
                  <a:lnTo>
                    <a:pt x="915475" y="913461"/>
                  </a:lnTo>
                  <a:lnTo>
                    <a:pt x="915580" y="914016"/>
                  </a:lnTo>
                  <a:lnTo>
                    <a:pt x="915652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077599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29" y="914400"/>
                  </a:lnTo>
                  <a:lnTo>
                    <a:pt x="913659" y="904375"/>
                  </a:lnTo>
                  <a:lnTo>
                    <a:pt x="914400" y="902375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086861" y="21538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613"/>
                  </a:lnTo>
                  <a:lnTo>
                    <a:pt x="907067" y="914400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08686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09612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10538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11464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12391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13317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14243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15169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16095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17022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1794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18874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19800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2072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216532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22579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2350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2443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2535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2628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27210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28136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2906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2998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30915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3184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3276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336941" y="2171071"/>
              <a:ext cx="920907" cy="914400"/>
            </a:xfrm>
            <a:custGeom>
              <a:avLst/>
              <a:pathLst>
                <a:path w="9209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907" y="897161"/>
                  </a:lnTo>
                  <a:lnTo>
                    <a:pt x="919559" y="903358"/>
                  </a:lnTo>
                  <a:lnTo>
                    <a:pt x="917084" y="913212"/>
                  </a:lnTo>
                  <a:lnTo>
                    <a:pt x="916765" y="914400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2345883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199" y="931638"/>
                  </a:lnTo>
                  <a:lnTo>
                    <a:pt x="909400" y="925137"/>
                  </a:lnTo>
                  <a:lnTo>
                    <a:pt x="905731" y="915540"/>
                  </a:lnTo>
                  <a:lnTo>
                    <a:pt x="905345" y="914400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23458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235514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236440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23736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238293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239219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24014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24107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24199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24292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243850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244776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24570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24662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247555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24848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24940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250334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251260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252186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253112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254039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254965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255891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256817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257743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2586701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259596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260522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261448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262375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263301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264227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265153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2660799" y="2153833"/>
              <a:ext cx="921493" cy="914400"/>
            </a:xfrm>
            <a:custGeom>
              <a:avLst/>
              <a:pathLst>
                <a:path w="9214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132" y="897161"/>
                  </a:lnTo>
                  <a:lnTo>
                    <a:pt x="919112" y="904408"/>
                  </a:lnTo>
                  <a:lnTo>
                    <a:pt x="921493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086861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67" y="931638"/>
                  </a:lnTo>
                  <a:lnTo>
                    <a:pt x="908367" y="928126"/>
                  </a:lnTo>
                  <a:lnTo>
                    <a:pt x="908557" y="927646"/>
                  </a:lnTo>
                  <a:lnTo>
                    <a:pt x="908750" y="927159"/>
                  </a:lnTo>
                  <a:lnTo>
                    <a:pt x="908942" y="926672"/>
                  </a:lnTo>
                  <a:lnTo>
                    <a:pt x="909135" y="926185"/>
                  </a:lnTo>
                  <a:lnTo>
                    <a:pt x="909328" y="925699"/>
                  </a:lnTo>
                  <a:lnTo>
                    <a:pt x="909520" y="925212"/>
                  </a:lnTo>
                  <a:lnTo>
                    <a:pt x="909713" y="924725"/>
                  </a:lnTo>
                  <a:lnTo>
                    <a:pt x="909906" y="924239"/>
                  </a:lnTo>
                  <a:lnTo>
                    <a:pt x="910098" y="923752"/>
                  </a:lnTo>
                  <a:lnTo>
                    <a:pt x="910291" y="923265"/>
                  </a:lnTo>
                  <a:lnTo>
                    <a:pt x="910484" y="922778"/>
                  </a:lnTo>
                  <a:lnTo>
                    <a:pt x="910676" y="922292"/>
                  </a:lnTo>
                  <a:lnTo>
                    <a:pt x="910869" y="921805"/>
                  </a:lnTo>
                  <a:lnTo>
                    <a:pt x="911062" y="921318"/>
                  </a:lnTo>
                  <a:lnTo>
                    <a:pt x="911255" y="920832"/>
                  </a:lnTo>
                  <a:lnTo>
                    <a:pt x="911448" y="920345"/>
                  </a:lnTo>
                  <a:lnTo>
                    <a:pt x="911640" y="919858"/>
                  </a:lnTo>
                  <a:lnTo>
                    <a:pt x="911833" y="919372"/>
                  </a:lnTo>
                  <a:lnTo>
                    <a:pt x="912026" y="918885"/>
                  </a:lnTo>
                  <a:lnTo>
                    <a:pt x="912219" y="918398"/>
                  </a:lnTo>
                  <a:lnTo>
                    <a:pt x="912412" y="917912"/>
                  </a:lnTo>
                  <a:lnTo>
                    <a:pt x="912605" y="917425"/>
                  </a:lnTo>
                  <a:lnTo>
                    <a:pt x="912797" y="916938"/>
                  </a:lnTo>
                  <a:lnTo>
                    <a:pt x="912990" y="916452"/>
                  </a:lnTo>
                  <a:lnTo>
                    <a:pt x="913183" y="915965"/>
                  </a:lnTo>
                  <a:lnTo>
                    <a:pt x="913376" y="915478"/>
                  </a:lnTo>
                  <a:lnTo>
                    <a:pt x="913569" y="914992"/>
                  </a:lnTo>
                  <a:lnTo>
                    <a:pt x="913804" y="914400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08686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09612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10538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11464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12391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13317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14243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15169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16095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17022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1794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18874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19800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2072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216532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22579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2350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2443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2535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2628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27210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28136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2906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2998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30915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3184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3276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336941" y="21538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58" y="900230"/>
                  </a:lnTo>
                  <a:lnTo>
                    <a:pt x="921753" y="910513"/>
                  </a:lnTo>
                  <a:lnTo>
                    <a:pt x="920907" y="914400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346203" y="2136594"/>
              <a:ext cx="914869" cy="917447"/>
            </a:xfrm>
            <a:custGeom>
              <a:avLst/>
              <a:pathLst>
                <a:path w="914869" h="917447">
                  <a:moveTo>
                    <a:pt x="914400" y="914400"/>
                  </a:moveTo>
                  <a:lnTo>
                    <a:pt x="914869" y="914400"/>
                  </a:lnTo>
                  <a:lnTo>
                    <a:pt x="914400" y="917447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2336621" y="2119356"/>
              <a:ext cx="914400" cy="931023"/>
            </a:xfrm>
            <a:custGeom>
              <a:avLst/>
              <a:pathLst>
                <a:path w="914400" h="931023">
                  <a:moveTo>
                    <a:pt x="914400" y="914400"/>
                  </a:moveTo>
                  <a:lnTo>
                    <a:pt x="914400" y="931023"/>
                  </a:lnTo>
                  <a:lnTo>
                    <a:pt x="911623" y="922808"/>
                  </a:lnTo>
                  <a:lnTo>
                    <a:pt x="911493" y="922374"/>
                  </a:lnTo>
                  <a:lnTo>
                    <a:pt x="908119" y="918196"/>
                  </a:lnTo>
                  <a:lnTo>
                    <a:pt x="905377" y="914400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23366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07" y="931638"/>
                  </a:lnTo>
                  <a:lnTo>
                    <a:pt x="914400" y="931023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23458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235514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236440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23736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238293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239219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24014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24107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24199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24292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243850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244776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24570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24662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247555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24848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24940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25033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251260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252186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253112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254039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254965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255891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256817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257743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2586701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259596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h3196"/>
            <p:cNvSpPr/>
            <p:nvPr/>
          </p:nvSpPr>
          <p:spPr>
            <a:xfrm>
              <a:off x="260522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h3197"/>
            <p:cNvSpPr/>
            <p:nvPr/>
          </p:nvSpPr>
          <p:spPr>
            <a:xfrm>
              <a:off x="261448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h3198"/>
            <p:cNvSpPr/>
            <p:nvPr/>
          </p:nvSpPr>
          <p:spPr>
            <a:xfrm>
              <a:off x="262375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h3199"/>
            <p:cNvSpPr/>
            <p:nvPr/>
          </p:nvSpPr>
          <p:spPr>
            <a:xfrm>
              <a:off x="263301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h3200"/>
            <p:cNvSpPr/>
            <p:nvPr/>
          </p:nvSpPr>
          <p:spPr>
            <a:xfrm>
              <a:off x="264227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h3201"/>
            <p:cNvSpPr/>
            <p:nvPr/>
          </p:nvSpPr>
          <p:spPr>
            <a:xfrm>
              <a:off x="2660799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1676" y="897161"/>
                  </a:lnTo>
                  <a:lnTo>
                    <a:pt x="913521" y="902450"/>
                  </a:lnTo>
                  <a:lnTo>
                    <a:pt x="914400" y="905284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h3202"/>
            <p:cNvSpPr/>
            <p:nvPr/>
          </p:nvSpPr>
          <p:spPr>
            <a:xfrm>
              <a:off x="2660799" y="2136594"/>
              <a:ext cx="917132" cy="914400"/>
            </a:xfrm>
            <a:custGeom>
              <a:avLst/>
              <a:pathLst>
                <a:path w="917132" h="914400">
                  <a:moveTo>
                    <a:pt x="914400" y="914400"/>
                  </a:moveTo>
                  <a:lnTo>
                    <a:pt x="914400" y="905284"/>
                  </a:lnTo>
                  <a:lnTo>
                    <a:pt x="916453" y="911910"/>
                  </a:lnTo>
                  <a:lnTo>
                    <a:pt x="917132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h3203"/>
            <p:cNvSpPr/>
            <p:nvPr/>
          </p:nvSpPr>
          <p:spPr>
            <a:xfrm>
              <a:off x="3086861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04" y="914400"/>
                  </a:lnTo>
                  <a:lnTo>
                    <a:pt x="913955" y="914018"/>
                  </a:lnTo>
                  <a:lnTo>
                    <a:pt x="914148" y="913532"/>
                  </a:lnTo>
                  <a:lnTo>
                    <a:pt x="914341" y="913045"/>
                  </a:lnTo>
                  <a:lnTo>
                    <a:pt x="914400" y="91289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h3204"/>
            <p:cNvSpPr/>
            <p:nvPr/>
          </p:nvSpPr>
          <p:spPr>
            <a:xfrm>
              <a:off x="3096123" y="21193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136"/>
                  </a:lnTo>
                  <a:lnTo>
                    <a:pt x="905272" y="929797"/>
                  </a:lnTo>
                  <a:lnTo>
                    <a:pt x="905465" y="929310"/>
                  </a:lnTo>
                  <a:lnTo>
                    <a:pt x="905658" y="928823"/>
                  </a:lnTo>
                  <a:lnTo>
                    <a:pt x="905851" y="928337"/>
                  </a:lnTo>
                  <a:lnTo>
                    <a:pt x="906044" y="927850"/>
                  </a:lnTo>
                  <a:lnTo>
                    <a:pt x="906237" y="927364"/>
                  </a:lnTo>
                  <a:lnTo>
                    <a:pt x="906430" y="926877"/>
                  </a:lnTo>
                  <a:lnTo>
                    <a:pt x="906623" y="926390"/>
                  </a:lnTo>
                  <a:lnTo>
                    <a:pt x="906817" y="925904"/>
                  </a:lnTo>
                  <a:lnTo>
                    <a:pt x="907010" y="925417"/>
                  </a:lnTo>
                  <a:lnTo>
                    <a:pt x="907203" y="924930"/>
                  </a:lnTo>
                  <a:lnTo>
                    <a:pt x="907396" y="924444"/>
                  </a:lnTo>
                  <a:lnTo>
                    <a:pt x="907589" y="923957"/>
                  </a:lnTo>
                  <a:lnTo>
                    <a:pt x="907782" y="923471"/>
                  </a:lnTo>
                  <a:lnTo>
                    <a:pt x="907976" y="922984"/>
                  </a:lnTo>
                  <a:lnTo>
                    <a:pt x="908169" y="922497"/>
                  </a:lnTo>
                  <a:lnTo>
                    <a:pt x="908362" y="922011"/>
                  </a:lnTo>
                  <a:lnTo>
                    <a:pt x="908555" y="921524"/>
                  </a:lnTo>
                  <a:lnTo>
                    <a:pt x="908749" y="921038"/>
                  </a:lnTo>
                  <a:lnTo>
                    <a:pt x="908942" y="920551"/>
                  </a:lnTo>
                  <a:lnTo>
                    <a:pt x="909135" y="920064"/>
                  </a:lnTo>
                  <a:lnTo>
                    <a:pt x="909329" y="919578"/>
                  </a:lnTo>
                  <a:lnTo>
                    <a:pt x="909522" y="919091"/>
                  </a:lnTo>
                  <a:lnTo>
                    <a:pt x="909715" y="918605"/>
                  </a:lnTo>
                  <a:lnTo>
                    <a:pt x="909909" y="918118"/>
                  </a:lnTo>
                  <a:lnTo>
                    <a:pt x="910102" y="917631"/>
                  </a:lnTo>
                  <a:lnTo>
                    <a:pt x="910295" y="917145"/>
                  </a:lnTo>
                  <a:lnTo>
                    <a:pt x="910489" y="916658"/>
                  </a:lnTo>
                  <a:lnTo>
                    <a:pt x="910682" y="916172"/>
                  </a:lnTo>
                  <a:lnTo>
                    <a:pt x="910876" y="915685"/>
                  </a:lnTo>
                  <a:lnTo>
                    <a:pt x="911069" y="915199"/>
                  </a:lnTo>
                  <a:lnTo>
                    <a:pt x="911263" y="914712"/>
                  </a:lnTo>
                  <a:lnTo>
                    <a:pt x="911387" y="914400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h3205"/>
            <p:cNvSpPr/>
            <p:nvPr/>
          </p:nvSpPr>
          <p:spPr>
            <a:xfrm>
              <a:off x="309612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h3206"/>
            <p:cNvSpPr/>
            <p:nvPr/>
          </p:nvSpPr>
          <p:spPr>
            <a:xfrm>
              <a:off x="310538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h3207"/>
            <p:cNvSpPr/>
            <p:nvPr/>
          </p:nvSpPr>
          <p:spPr>
            <a:xfrm>
              <a:off x="311464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h3208"/>
            <p:cNvSpPr/>
            <p:nvPr/>
          </p:nvSpPr>
          <p:spPr>
            <a:xfrm>
              <a:off x="312391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h3209"/>
            <p:cNvSpPr/>
            <p:nvPr/>
          </p:nvSpPr>
          <p:spPr>
            <a:xfrm>
              <a:off x="313317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h3210"/>
            <p:cNvSpPr/>
            <p:nvPr/>
          </p:nvSpPr>
          <p:spPr>
            <a:xfrm>
              <a:off x="314243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h3211"/>
            <p:cNvSpPr/>
            <p:nvPr/>
          </p:nvSpPr>
          <p:spPr>
            <a:xfrm>
              <a:off x="315169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h3212"/>
            <p:cNvSpPr/>
            <p:nvPr/>
          </p:nvSpPr>
          <p:spPr>
            <a:xfrm>
              <a:off x="316095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h3213"/>
            <p:cNvSpPr/>
            <p:nvPr/>
          </p:nvSpPr>
          <p:spPr>
            <a:xfrm>
              <a:off x="31702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h3214"/>
            <p:cNvSpPr/>
            <p:nvPr/>
          </p:nvSpPr>
          <p:spPr>
            <a:xfrm>
              <a:off x="31794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h3215"/>
            <p:cNvSpPr/>
            <p:nvPr/>
          </p:nvSpPr>
          <p:spPr>
            <a:xfrm>
              <a:off x="318874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h3216"/>
            <p:cNvSpPr/>
            <p:nvPr/>
          </p:nvSpPr>
          <p:spPr>
            <a:xfrm>
              <a:off x="319800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h3217"/>
            <p:cNvSpPr/>
            <p:nvPr/>
          </p:nvSpPr>
          <p:spPr>
            <a:xfrm>
              <a:off x="32072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h3218"/>
            <p:cNvSpPr/>
            <p:nvPr/>
          </p:nvSpPr>
          <p:spPr>
            <a:xfrm>
              <a:off x="3216532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h3219"/>
            <p:cNvSpPr/>
            <p:nvPr/>
          </p:nvSpPr>
          <p:spPr>
            <a:xfrm>
              <a:off x="322579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h3220"/>
            <p:cNvSpPr/>
            <p:nvPr/>
          </p:nvSpPr>
          <p:spPr>
            <a:xfrm>
              <a:off x="32350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h3221"/>
            <p:cNvSpPr/>
            <p:nvPr/>
          </p:nvSpPr>
          <p:spPr>
            <a:xfrm>
              <a:off x="32443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h3222"/>
            <p:cNvSpPr/>
            <p:nvPr/>
          </p:nvSpPr>
          <p:spPr>
            <a:xfrm>
              <a:off x="32535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h3223"/>
            <p:cNvSpPr/>
            <p:nvPr/>
          </p:nvSpPr>
          <p:spPr>
            <a:xfrm>
              <a:off x="32628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h3224"/>
            <p:cNvSpPr/>
            <p:nvPr/>
          </p:nvSpPr>
          <p:spPr>
            <a:xfrm>
              <a:off x="327210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h3225"/>
            <p:cNvSpPr/>
            <p:nvPr/>
          </p:nvSpPr>
          <p:spPr>
            <a:xfrm>
              <a:off x="328136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h3226"/>
            <p:cNvSpPr/>
            <p:nvPr/>
          </p:nvSpPr>
          <p:spPr>
            <a:xfrm>
              <a:off x="32906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h3227"/>
            <p:cNvSpPr/>
            <p:nvPr/>
          </p:nvSpPr>
          <p:spPr>
            <a:xfrm>
              <a:off x="32998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h3228"/>
            <p:cNvSpPr/>
            <p:nvPr/>
          </p:nvSpPr>
          <p:spPr>
            <a:xfrm>
              <a:off x="330915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h3229"/>
            <p:cNvSpPr/>
            <p:nvPr/>
          </p:nvSpPr>
          <p:spPr>
            <a:xfrm>
              <a:off x="33184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h3230"/>
            <p:cNvSpPr/>
            <p:nvPr/>
          </p:nvSpPr>
          <p:spPr>
            <a:xfrm>
              <a:off x="33276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h3231"/>
            <p:cNvSpPr/>
            <p:nvPr/>
          </p:nvSpPr>
          <p:spPr>
            <a:xfrm>
              <a:off x="33369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h3232"/>
            <p:cNvSpPr/>
            <p:nvPr/>
          </p:nvSpPr>
          <p:spPr>
            <a:xfrm>
              <a:off x="3346203" y="2136594"/>
              <a:ext cx="917231" cy="914400"/>
            </a:xfrm>
            <a:custGeom>
              <a:avLst/>
              <a:pathLst>
                <a:path w="91723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31" y="897161"/>
                  </a:lnTo>
                  <a:lnTo>
                    <a:pt x="916009" y="907012"/>
                  </a:lnTo>
                  <a:lnTo>
                    <a:pt x="914869" y="914400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h3233"/>
            <p:cNvSpPr/>
            <p:nvPr/>
          </p:nvSpPr>
          <p:spPr>
            <a:xfrm>
              <a:off x="2318097" y="2102118"/>
              <a:ext cx="914400" cy="916761"/>
            </a:xfrm>
            <a:custGeom>
              <a:avLst/>
              <a:pathLst>
                <a:path w="914400" h="916761">
                  <a:moveTo>
                    <a:pt x="914400" y="914400"/>
                  </a:moveTo>
                  <a:lnTo>
                    <a:pt x="914400" y="916761"/>
                  </a:lnTo>
                  <a:lnTo>
                    <a:pt x="913213" y="914727"/>
                  </a:lnTo>
                  <a:lnTo>
                    <a:pt x="913040" y="914400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h3234"/>
            <p:cNvSpPr/>
            <p:nvPr/>
          </p:nvSpPr>
          <p:spPr>
            <a:xfrm>
              <a:off x="2318097" y="2102118"/>
              <a:ext cx="923662" cy="931307"/>
            </a:xfrm>
            <a:custGeom>
              <a:avLst/>
              <a:pathLst>
                <a:path w="923662" h="93130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07"/>
                  </a:lnTo>
                  <a:lnTo>
                    <a:pt x="921975" y="928971"/>
                  </a:lnTo>
                  <a:lnTo>
                    <a:pt x="917493" y="922063"/>
                  </a:lnTo>
                  <a:lnTo>
                    <a:pt x="914400" y="916761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h3235"/>
            <p:cNvSpPr/>
            <p:nvPr/>
          </p:nvSpPr>
          <p:spPr>
            <a:xfrm>
              <a:off x="23273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39" y="931638"/>
                  </a:lnTo>
                  <a:lnTo>
                    <a:pt x="914400" y="931307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h3236"/>
            <p:cNvSpPr/>
            <p:nvPr/>
          </p:nvSpPr>
          <p:spPr>
            <a:xfrm>
              <a:off x="23366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h3237"/>
            <p:cNvSpPr/>
            <p:nvPr/>
          </p:nvSpPr>
          <p:spPr>
            <a:xfrm>
              <a:off x="23458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235514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236440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23736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238293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239219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24014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24107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24199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24292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243850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244776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24570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24662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247555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24848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24940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25033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251260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252186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253112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254039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254965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255891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256817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257743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2586701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259596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260522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261448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262375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263301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2651537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1" y="897161"/>
                  </a:lnTo>
                  <a:lnTo>
                    <a:pt x="914400" y="897709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2651537" y="2119356"/>
              <a:ext cx="920938" cy="914400"/>
            </a:xfrm>
            <a:custGeom>
              <a:avLst/>
              <a:pathLst>
                <a:path w="920938" h="914400">
                  <a:moveTo>
                    <a:pt x="914400" y="914400"/>
                  </a:moveTo>
                  <a:lnTo>
                    <a:pt x="914400" y="897709"/>
                  </a:lnTo>
                  <a:lnTo>
                    <a:pt x="916137" y="901695"/>
                  </a:lnTo>
                  <a:lnTo>
                    <a:pt x="919588" y="910528"/>
                  </a:lnTo>
                  <a:lnTo>
                    <a:pt x="920938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3096123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387" y="914400"/>
                  </a:lnTo>
                  <a:lnTo>
                    <a:pt x="911456" y="914225"/>
                  </a:lnTo>
                  <a:lnTo>
                    <a:pt x="914400" y="907192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3105386" y="21021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430"/>
                  </a:lnTo>
                  <a:lnTo>
                    <a:pt x="905552" y="923440"/>
                  </a:lnTo>
                  <a:lnTo>
                    <a:pt x="909118" y="915732"/>
                  </a:lnTo>
                  <a:lnTo>
                    <a:pt x="909798" y="914400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310538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311464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312391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313317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314243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315169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31609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31702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31794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318874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319800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32072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3216532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322579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32350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32443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32535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32628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327210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328136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32906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32998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330915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33184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33276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33369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3346203" y="2119356"/>
              <a:ext cx="918718" cy="914400"/>
            </a:xfrm>
            <a:custGeom>
              <a:avLst/>
              <a:pathLst>
                <a:path w="9187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718" y="897161"/>
                  </a:lnTo>
                  <a:lnTo>
                    <a:pt x="918338" y="902938"/>
                  </a:lnTo>
                  <a:lnTo>
                    <a:pt x="917324" y="913651"/>
                  </a:lnTo>
                  <a:lnTo>
                    <a:pt x="917231" y="914400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2308835" y="2084879"/>
              <a:ext cx="914400" cy="915715"/>
            </a:xfrm>
            <a:custGeom>
              <a:avLst/>
              <a:pathLst>
                <a:path w="914400" h="915715">
                  <a:moveTo>
                    <a:pt x="914400" y="914400"/>
                  </a:moveTo>
                  <a:lnTo>
                    <a:pt x="914400" y="915715"/>
                  </a:lnTo>
                  <a:lnTo>
                    <a:pt x="913840" y="914400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230883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303" y="931638"/>
                  </a:lnTo>
                  <a:lnTo>
                    <a:pt x="918406" y="924224"/>
                  </a:lnTo>
                  <a:lnTo>
                    <a:pt x="914561" y="916095"/>
                  </a:lnTo>
                  <a:lnTo>
                    <a:pt x="914400" y="915715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23180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23273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23366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23458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235514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236440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23736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238293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239219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24014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24107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24199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24292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243850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244776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24570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24662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247555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24848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24940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25033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251260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252186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253112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254039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254965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255891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256817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257743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2586701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259596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260522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261448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262375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263301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2642274" y="2102118"/>
              <a:ext cx="923423" cy="914400"/>
            </a:xfrm>
            <a:custGeom>
              <a:avLst/>
              <a:pathLst>
                <a:path w="92342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76" y="897161"/>
                  </a:lnTo>
                  <a:lnTo>
                    <a:pt x="917771" y="902345"/>
                  </a:lnTo>
                  <a:lnTo>
                    <a:pt x="921703" y="910452"/>
                  </a:lnTo>
                  <a:lnTo>
                    <a:pt x="923423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3105386" y="21021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798" y="914400"/>
                  </a:lnTo>
                  <a:lnTo>
                    <a:pt x="912883" y="908360"/>
                  </a:lnTo>
                  <a:lnTo>
                    <a:pt x="914400" y="905669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3114648" y="20848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907"/>
                  </a:lnTo>
                  <a:lnTo>
                    <a:pt x="907576" y="918580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311464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312391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313317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314243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31516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31609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31702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31794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318874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319800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32072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3216532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322579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32350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32443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32535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32628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327210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328136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32906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32998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330915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33184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B56">
                <a:alpha val="100000"/>
              </a:srgbClr>
            </a:solidFill>
            <a:ln w="5420" cap="flat">
              <a:solidFill>
                <a:srgbClr val="50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33276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33369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3346203" y="2102118"/>
              <a:ext cx="919464" cy="914400"/>
            </a:xfrm>
            <a:custGeom>
              <a:avLst/>
              <a:pathLst>
                <a:path w="9194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64" y="897161"/>
                  </a:lnTo>
                  <a:lnTo>
                    <a:pt x="919451" y="898527"/>
                  </a:lnTo>
                  <a:lnTo>
                    <a:pt x="919048" y="909379"/>
                  </a:lnTo>
                  <a:lnTo>
                    <a:pt x="918718" y="914400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2308835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40" y="931638"/>
                  </a:lnTo>
                  <a:lnTo>
                    <a:pt x="910950" y="924842"/>
                  </a:lnTo>
                  <a:lnTo>
                    <a:pt x="907582" y="916011"/>
                  </a:lnTo>
                  <a:lnTo>
                    <a:pt x="907033" y="914400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230883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23180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23273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23366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23458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235514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236440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23736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238293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239219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24014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24107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24199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24292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243850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244776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24570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24662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247555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24848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24940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25033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251260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252186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253112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254039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254965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255891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256817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257743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2586701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259596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260522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261448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2633012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512" y="897161"/>
                  </a:lnTo>
                  <a:lnTo>
                    <a:pt x="913938" y="897733"/>
                  </a:lnTo>
                  <a:lnTo>
                    <a:pt x="914400" y="898425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2642274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425"/>
                  </a:lnTo>
                  <a:lnTo>
                    <a:pt x="909245" y="904584"/>
                  </a:lnTo>
                  <a:lnTo>
                    <a:pt x="913614" y="911874"/>
                  </a:lnTo>
                  <a:lnTo>
                    <a:pt x="914400" y="913331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2642274" y="2084879"/>
              <a:ext cx="914976" cy="914400"/>
            </a:xfrm>
            <a:custGeom>
              <a:avLst/>
              <a:pathLst>
                <a:path w="914976" h="914400">
                  <a:moveTo>
                    <a:pt x="914400" y="914400"/>
                  </a:moveTo>
                  <a:lnTo>
                    <a:pt x="914400" y="913331"/>
                  </a:lnTo>
                  <a:lnTo>
                    <a:pt x="914976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3114648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051" y="914400"/>
                  </a:lnTo>
                  <a:lnTo>
                    <a:pt x="914400" y="907054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3123910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292"/>
                  </a:lnTo>
                  <a:lnTo>
                    <a:pt x="909874" y="916215"/>
                  </a:lnTo>
                  <a:lnTo>
                    <a:pt x="909946" y="915894"/>
                  </a:lnTo>
                  <a:lnTo>
                    <a:pt x="910019" y="915572"/>
                  </a:lnTo>
                  <a:lnTo>
                    <a:pt x="910092" y="915251"/>
                  </a:lnTo>
                  <a:lnTo>
                    <a:pt x="910165" y="914929"/>
                  </a:lnTo>
                  <a:lnTo>
                    <a:pt x="910237" y="914607"/>
                  </a:lnTo>
                  <a:lnTo>
                    <a:pt x="910284" y="914400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312391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313317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314243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31516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31609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31702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31794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318874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319800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32072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3216532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322579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32350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32443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32535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32628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327210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B56">
                <a:alpha val="100000"/>
              </a:srgbClr>
            </a:solidFill>
            <a:ln w="5420" cap="flat">
              <a:solidFill>
                <a:srgbClr val="50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328136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32906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32998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330915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33184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33276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33369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3346203" y="2084879"/>
              <a:ext cx="919806" cy="914400"/>
            </a:xfrm>
            <a:custGeom>
              <a:avLst/>
              <a:pathLst>
                <a:path w="91980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806" y="897161"/>
                  </a:lnTo>
                  <a:lnTo>
                    <a:pt x="919420" y="898265"/>
                  </a:lnTo>
                  <a:lnTo>
                    <a:pt x="919548" y="904889"/>
                  </a:lnTo>
                  <a:lnTo>
                    <a:pt x="919464" y="914400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2299572" y="2050402"/>
              <a:ext cx="914400" cy="926070"/>
            </a:xfrm>
            <a:custGeom>
              <a:avLst/>
              <a:pathLst>
                <a:path w="914400" h="926070">
                  <a:moveTo>
                    <a:pt x="914400" y="914400"/>
                  </a:moveTo>
                  <a:lnTo>
                    <a:pt x="914400" y="926070"/>
                  </a:lnTo>
                  <a:lnTo>
                    <a:pt x="913729" y="924102"/>
                  </a:lnTo>
                  <a:lnTo>
                    <a:pt x="910876" y="914663"/>
                  </a:lnTo>
                  <a:lnTo>
                    <a:pt x="910806" y="914400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22995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296" y="931638"/>
                  </a:lnTo>
                  <a:lnTo>
                    <a:pt x="914400" y="926070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230883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23180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23273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23366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23458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235514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236440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23736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238293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239219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24014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24107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24199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24292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243850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244776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24570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24662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247555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24848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24940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25033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251260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252186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253112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254039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254965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255891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256817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257743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2586701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259596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260522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95E">
                <a:alpha val="100000"/>
              </a:srgbClr>
            </a:solidFill>
            <a:ln w="5420" cap="flat">
              <a:solidFill>
                <a:srgbClr val="88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2623750" y="20676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417" y="897239"/>
                  </a:lnTo>
                  <a:lnTo>
                    <a:pt x="913510" y="902662"/>
                  </a:lnTo>
                  <a:lnTo>
                    <a:pt x="914400" y="90373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2623750" y="2067641"/>
              <a:ext cx="922774" cy="914400"/>
            </a:xfrm>
            <a:custGeom>
              <a:avLst/>
              <a:pathLst>
                <a:path w="922774" h="914400">
                  <a:moveTo>
                    <a:pt x="914400" y="914400"/>
                  </a:moveTo>
                  <a:lnTo>
                    <a:pt x="914400" y="903730"/>
                  </a:lnTo>
                  <a:lnTo>
                    <a:pt x="918442" y="908579"/>
                  </a:lnTo>
                  <a:lnTo>
                    <a:pt x="922774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3123910" y="20504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10" y="931524"/>
                  </a:lnTo>
                  <a:lnTo>
                    <a:pt x="910383" y="931203"/>
                  </a:lnTo>
                  <a:lnTo>
                    <a:pt x="910455" y="930881"/>
                  </a:lnTo>
                  <a:lnTo>
                    <a:pt x="910528" y="930559"/>
                  </a:lnTo>
                  <a:lnTo>
                    <a:pt x="910601" y="930238"/>
                  </a:lnTo>
                  <a:lnTo>
                    <a:pt x="910673" y="929916"/>
                  </a:lnTo>
                  <a:lnTo>
                    <a:pt x="910746" y="929595"/>
                  </a:lnTo>
                  <a:lnTo>
                    <a:pt x="910819" y="929273"/>
                  </a:lnTo>
                  <a:lnTo>
                    <a:pt x="910892" y="928951"/>
                  </a:lnTo>
                  <a:lnTo>
                    <a:pt x="910964" y="928630"/>
                  </a:lnTo>
                  <a:lnTo>
                    <a:pt x="911037" y="928308"/>
                  </a:lnTo>
                  <a:lnTo>
                    <a:pt x="911110" y="927987"/>
                  </a:lnTo>
                  <a:lnTo>
                    <a:pt x="911183" y="927665"/>
                  </a:lnTo>
                  <a:lnTo>
                    <a:pt x="911255" y="927343"/>
                  </a:lnTo>
                  <a:lnTo>
                    <a:pt x="911328" y="927022"/>
                  </a:lnTo>
                  <a:lnTo>
                    <a:pt x="911401" y="926700"/>
                  </a:lnTo>
                  <a:lnTo>
                    <a:pt x="911501" y="926258"/>
                  </a:lnTo>
                  <a:lnTo>
                    <a:pt x="911084" y="919836"/>
                  </a:lnTo>
                  <a:lnTo>
                    <a:pt x="910879" y="914400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312391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31331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314243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31516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31609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31702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31794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B56">
                <a:alpha val="100000"/>
              </a:srgbClr>
            </a:solidFill>
            <a:ln w="5420" cap="flat">
              <a:solidFill>
                <a:srgbClr val="50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318874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319800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32072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3216532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322579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32350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32443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32535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32628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C56">
                <a:alpha val="100000"/>
              </a:srgbClr>
            </a:solidFill>
            <a:ln w="5420" cap="flat">
              <a:solidFill>
                <a:srgbClr val="52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327210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328136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32906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32998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330915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33184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33276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33369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3346203" y="20676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44"/>
                  </a:lnTo>
                  <a:lnTo>
                    <a:pt x="922185" y="907587"/>
                  </a:lnTo>
                  <a:lnTo>
                    <a:pt x="919806" y="914400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3355465" y="2050402"/>
              <a:ext cx="916124" cy="920082"/>
            </a:xfrm>
            <a:custGeom>
              <a:avLst/>
              <a:pathLst>
                <a:path w="916124" h="920082">
                  <a:moveTo>
                    <a:pt x="914400" y="914400"/>
                  </a:moveTo>
                  <a:lnTo>
                    <a:pt x="916124" y="914400"/>
                  </a:lnTo>
                  <a:lnTo>
                    <a:pt x="915784" y="915636"/>
                  </a:lnTo>
                  <a:lnTo>
                    <a:pt x="914400" y="920082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2299572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06" y="931638"/>
                  </a:lnTo>
                  <a:lnTo>
                    <a:pt x="908292" y="922198"/>
                  </a:lnTo>
                  <a:lnTo>
                    <a:pt x="907781" y="920145"/>
                  </a:lnTo>
                  <a:lnTo>
                    <a:pt x="907272" y="918104"/>
                  </a:lnTo>
                  <a:lnTo>
                    <a:pt x="906764" y="916062"/>
                  </a:lnTo>
                  <a:lnTo>
                    <a:pt x="906349" y="914400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22995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230883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23180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23273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23366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23458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235514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236440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23736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238293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239219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24014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24107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24199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24292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243850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244776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24570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24662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247555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24848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24940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25033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25126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252186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253112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254039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254965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255891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256817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257743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2595963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71" y="897209"/>
                  </a:lnTo>
                  <a:lnTo>
                    <a:pt x="914035" y="897380"/>
                  </a:lnTo>
                  <a:lnTo>
                    <a:pt x="914400" y="897615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2605226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615"/>
                  </a:lnTo>
                  <a:lnTo>
                    <a:pt x="905300" y="897721"/>
                  </a:lnTo>
                  <a:lnTo>
                    <a:pt x="905564" y="897892"/>
                  </a:lnTo>
                  <a:lnTo>
                    <a:pt x="905828" y="898062"/>
                  </a:lnTo>
                  <a:lnTo>
                    <a:pt x="906092" y="898233"/>
                  </a:lnTo>
                  <a:lnTo>
                    <a:pt x="906356" y="898404"/>
                  </a:lnTo>
                  <a:lnTo>
                    <a:pt x="906620" y="898574"/>
                  </a:lnTo>
                  <a:lnTo>
                    <a:pt x="906883" y="898745"/>
                  </a:lnTo>
                  <a:lnTo>
                    <a:pt x="907147" y="898916"/>
                  </a:lnTo>
                  <a:lnTo>
                    <a:pt x="907411" y="899087"/>
                  </a:lnTo>
                  <a:lnTo>
                    <a:pt x="907675" y="899257"/>
                  </a:lnTo>
                  <a:lnTo>
                    <a:pt x="907939" y="899428"/>
                  </a:lnTo>
                  <a:lnTo>
                    <a:pt x="908202" y="899599"/>
                  </a:lnTo>
                  <a:lnTo>
                    <a:pt x="908466" y="899770"/>
                  </a:lnTo>
                  <a:lnTo>
                    <a:pt x="908730" y="899940"/>
                  </a:lnTo>
                  <a:lnTo>
                    <a:pt x="908994" y="900111"/>
                  </a:lnTo>
                  <a:lnTo>
                    <a:pt x="909258" y="900282"/>
                  </a:lnTo>
                  <a:lnTo>
                    <a:pt x="909521" y="900453"/>
                  </a:lnTo>
                  <a:lnTo>
                    <a:pt x="909785" y="900624"/>
                  </a:lnTo>
                  <a:lnTo>
                    <a:pt x="910049" y="900794"/>
                  </a:lnTo>
                  <a:lnTo>
                    <a:pt x="910313" y="900965"/>
                  </a:lnTo>
                  <a:lnTo>
                    <a:pt x="910576" y="901136"/>
                  </a:lnTo>
                  <a:lnTo>
                    <a:pt x="910840" y="901307"/>
                  </a:lnTo>
                  <a:lnTo>
                    <a:pt x="914400" y="90381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2614488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10"/>
                  </a:lnTo>
                  <a:lnTo>
                    <a:pt x="907067" y="905167"/>
                  </a:lnTo>
                  <a:lnTo>
                    <a:pt x="912439" y="909561"/>
                  </a:lnTo>
                  <a:lnTo>
                    <a:pt x="914400" y="911401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2614488" y="2050402"/>
              <a:ext cx="917596" cy="914400"/>
            </a:xfrm>
            <a:custGeom>
              <a:avLst/>
              <a:pathLst>
                <a:path w="917596" h="914400">
                  <a:moveTo>
                    <a:pt x="914400" y="914400"/>
                  </a:moveTo>
                  <a:lnTo>
                    <a:pt x="914400" y="911401"/>
                  </a:lnTo>
                  <a:lnTo>
                    <a:pt x="917596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3123910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79" y="931638"/>
                  </a:lnTo>
                  <a:lnTo>
                    <a:pt x="910695" y="926770"/>
                  </a:lnTo>
                  <a:lnTo>
                    <a:pt x="910613" y="923435"/>
                  </a:lnTo>
                  <a:lnTo>
                    <a:pt x="910532" y="920103"/>
                  </a:lnTo>
                  <a:lnTo>
                    <a:pt x="910451" y="916770"/>
                  </a:lnTo>
                  <a:lnTo>
                    <a:pt x="910393" y="914400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312391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31331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314243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31516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C56">
                <a:alpha val="100000"/>
              </a:srgbClr>
            </a:solidFill>
            <a:ln w="5420" cap="flat">
              <a:solidFill>
                <a:srgbClr val="52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31609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C56">
                <a:alpha val="100000"/>
              </a:srgbClr>
            </a:solidFill>
            <a:ln w="5420" cap="flat">
              <a:solidFill>
                <a:srgbClr val="52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31702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31794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318874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319800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32072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3216532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322579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32350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32443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32535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32628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327210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328136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7">
                <a:alpha val="100000"/>
              </a:srgbClr>
            </a:solidFill>
            <a:ln w="5420" cap="flat">
              <a:solidFill>
                <a:srgbClr val="54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32906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32998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330915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33184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33276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33369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33462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3355465" y="2050402"/>
              <a:ext cx="920566" cy="914400"/>
            </a:xfrm>
            <a:custGeom>
              <a:avLst/>
              <a:pathLst>
                <a:path w="9205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566" y="897161"/>
                  </a:lnTo>
                  <a:lnTo>
                    <a:pt x="918387" y="906185"/>
                  </a:lnTo>
                  <a:lnTo>
                    <a:pt x="916124" y="914400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2290310" y="2015925"/>
              <a:ext cx="914400" cy="926777"/>
            </a:xfrm>
            <a:custGeom>
              <a:avLst/>
              <a:pathLst>
                <a:path w="914400" h="926777">
                  <a:moveTo>
                    <a:pt x="914400" y="914400"/>
                  </a:moveTo>
                  <a:lnTo>
                    <a:pt x="914400" y="926777"/>
                  </a:lnTo>
                  <a:lnTo>
                    <a:pt x="913990" y="925136"/>
                  </a:lnTo>
                  <a:lnTo>
                    <a:pt x="913480" y="923095"/>
                  </a:lnTo>
                  <a:lnTo>
                    <a:pt x="913204" y="921986"/>
                  </a:lnTo>
                  <a:lnTo>
                    <a:pt x="911804" y="920224"/>
                  </a:lnTo>
                  <a:lnTo>
                    <a:pt x="907656" y="914400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22903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12" y="931638"/>
                  </a:lnTo>
                  <a:lnTo>
                    <a:pt x="915517" y="931260"/>
                  </a:lnTo>
                  <a:lnTo>
                    <a:pt x="915008" y="929218"/>
                  </a:lnTo>
                  <a:lnTo>
                    <a:pt x="914499" y="927177"/>
                  </a:lnTo>
                  <a:lnTo>
                    <a:pt x="914400" y="926777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22995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230883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23180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23273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23366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23458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235514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236440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23736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238293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239219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24014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24107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24199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24292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243850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244776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24570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24662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247555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24848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24940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25033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25126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252186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253112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254039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254965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255891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256817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2586701" y="203316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978" y="897161"/>
                  </a:lnTo>
                  <a:lnTo>
                    <a:pt x="914399" y="897972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2586701" y="2033164"/>
              <a:ext cx="922959" cy="914400"/>
            </a:xfrm>
            <a:custGeom>
              <a:avLst/>
              <a:pathLst>
                <a:path w="922959" h="914400">
                  <a:moveTo>
                    <a:pt x="914399" y="914400"/>
                  </a:moveTo>
                  <a:lnTo>
                    <a:pt x="914399" y="897972"/>
                  </a:lnTo>
                  <a:lnTo>
                    <a:pt x="917196" y="903356"/>
                  </a:lnTo>
                  <a:lnTo>
                    <a:pt x="922505" y="914106"/>
                  </a:lnTo>
                  <a:lnTo>
                    <a:pt x="922769" y="914277"/>
                  </a:lnTo>
                  <a:lnTo>
                    <a:pt x="922959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3123910" y="20159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93" y="931638"/>
                  </a:lnTo>
                  <a:lnTo>
                    <a:pt x="910370" y="930676"/>
                  </a:lnTo>
                  <a:lnTo>
                    <a:pt x="910289" y="927344"/>
                  </a:lnTo>
                  <a:lnTo>
                    <a:pt x="910207" y="924011"/>
                  </a:lnTo>
                  <a:lnTo>
                    <a:pt x="910126" y="920679"/>
                  </a:lnTo>
                  <a:lnTo>
                    <a:pt x="910044" y="917344"/>
                  </a:lnTo>
                  <a:lnTo>
                    <a:pt x="910014" y="914400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31239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31331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314243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31516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31609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31702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31794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318874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319800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32072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3216532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322579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32350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32443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32535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32628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327210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328136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32906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32998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330915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33184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33276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33369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AF57">
                <a:alpha val="100000"/>
              </a:srgbClr>
            </a:solidFill>
            <a:ln w="5420" cap="flat">
              <a:solidFill>
                <a:srgbClr val="58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33462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3355465" y="20331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8967"/>
                  </a:lnTo>
                  <a:lnTo>
                    <a:pt x="922795" y="903839"/>
                  </a:lnTo>
                  <a:lnTo>
                    <a:pt x="920726" y="913737"/>
                  </a:lnTo>
                  <a:lnTo>
                    <a:pt x="920566" y="914400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3364728" y="2015925"/>
              <a:ext cx="914721" cy="916206"/>
            </a:xfrm>
            <a:custGeom>
              <a:avLst/>
              <a:pathLst>
                <a:path w="914721" h="916206">
                  <a:moveTo>
                    <a:pt x="914400" y="914400"/>
                  </a:moveTo>
                  <a:lnTo>
                    <a:pt x="914721" y="914400"/>
                  </a:lnTo>
                  <a:lnTo>
                    <a:pt x="914400" y="916206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2281048" y="1998687"/>
              <a:ext cx="914400" cy="927774"/>
            </a:xfrm>
            <a:custGeom>
              <a:avLst/>
              <a:pathLst>
                <a:path w="914400" h="927774">
                  <a:moveTo>
                    <a:pt x="914400" y="914400"/>
                  </a:moveTo>
                  <a:lnTo>
                    <a:pt x="914400" y="927774"/>
                  </a:lnTo>
                  <a:lnTo>
                    <a:pt x="912093" y="924173"/>
                  </a:lnTo>
                  <a:lnTo>
                    <a:pt x="907894" y="916900"/>
                  </a:lnTo>
                  <a:lnTo>
                    <a:pt x="906592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228104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18" y="931638"/>
                  </a:lnTo>
                  <a:lnTo>
                    <a:pt x="916487" y="931034"/>
                  </a:lnTo>
                  <a:lnTo>
                    <a:pt x="914400" y="927774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22903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22995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230883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23180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23273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23366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23458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235514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236440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23736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238293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239219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24014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24107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24199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24292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243850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244776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24570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24662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247555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24848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24940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25033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25126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252186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253112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254039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254965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255891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2577439" y="20159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11" y="897161"/>
                  </a:lnTo>
                  <a:lnTo>
                    <a:pt x="913216" y="897722"/>
                  </a:lnTo>
                  <a:lnTo>
                    <a:pt x="914400" y="899553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2577439" y="2015925"/>
              <a:ext cx="923241" cy="914400"/>
            </a:xfrm>
            <a:custGeom>
              <a:avLst/>
              <a:pathLst>
                <a:path w="923241" h="914400">
                  <a:moveTo>
                    <a:pt x="914400" y="914400"/>
                  </a:moveTo>
                  <a:lnTo>
                    <a:pt x="914400" y="899553"/>
                  </a:lnTo>
                  <a:lnTo>
                    <a:pt x="917850" y="904896"/>
                  </a:lnTo>
                  <a:lnTo>
                    <a:pt x="922269" y="912528"/>
                  </a:lnTo>
                  <a:lnTo>
                    <a:pt x="923241" y="914400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3123910" y="19986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014" y="931638"/>
                  </a:lnTo>
                  <a:lnTo>
                    <a:pt x="909933" y="923600"/>
                  </a:lnTo>
                  <a:lnTo>
                    <a:pt x="910102" y="914400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31239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31331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314243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31516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31609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31702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31794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318874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319800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32072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3216532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322579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AF57">
                <a:alpha val="100000"/>
              </a:srgbClr>
            </a:solidFill>
            <a:ln w="5420" cap="flat">
              <a:solidFill>
                <a:srgbClr val="58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32350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32443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32535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32628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327210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328136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32906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32998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330915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33184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33276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33369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33462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335546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3364728" y="2015925"/>
              <a:ext cx="917579" cy="914400"/>
            </a:xfrm>
            <a:custGeom>
              <a:avLst/>
              <a:pathLst>
                <a:path w="9175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79" y="897161"/>
                  </a:lnTo>
                  <a:lnTo>
                    <a:pt x="917290" y="898935"/>
                  </a:lnTo>
                  <a:lnTo>
                    <a:pt x="916799" y="901947"/>
                  </a:lnTo>
                  <a:lnTo>
                    <a:pt x="916309" y="904959"/>
                  </a:lnTo>
                  <a:lnTo>
                    <a:pt x="915818" y="907970"/>
                  </a:lnTo>
                  <a:lnTo>
                    <a:pt x="915326" y="910996"/>
                  </a:lnTo>
                  <a:lnTo>
                    <a:pt x="914721" y="914400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2271786" y="1981448"/>
              <a:ext cx="914400" cy="928844"/>
            </a:xfrm>
            <a:custGeom>
              <a:avLst/>
              <a:pathLst>
                <a:path w="914400" h="928844">
                  <a:moveTo>
                    <a:pt x="914400" y="914400"/>
                  </a:moveTo>
                  <a:lnTo>
                    <a:pt x="914400" y="928844"/>
                  </a:lnTo>
                  <a:lnTo>
                    <a:pt x="913164" y="926472"/>
                  </a:lnTo>
                  <a:lnTo>
                    <a:pt x="909391" y="918432"/>
                  </a:lnTo>
                  <a:lnTo>
                    <a:pt x="907687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227178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54" y="931638"/>
                  </a:lnTo>
                  <a:lnTo>
                    <a:pt x="914400" y="928844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228104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22903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22995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230883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23180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23273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23366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23458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235514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236440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23736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238293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239219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24014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24107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24199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24292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243850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244776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24570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24662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247555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24848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24940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25033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25126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252186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253112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254039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254965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2568177" y="19986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133" y="897161"/>
                  </a:lnTo>
                  <a:lnTo>
                    <a:pt x="912618" y="902065"/>
                  </a:lnTo>
                  <a:lnTo>
                    <a:pt x="914400" y="904263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2568177" y="1998687"/>
              <a:ext cx="922074" cy="914400"/>
            </a:xfrm>
            <a:custGeom>
              <a:avLst/>
              <a:pathLst>
                <a:path w="922074" h="914400">
                  <a:moveTo>
                    <a:pt x="914400" y="914400"/>
                  </a:moveTo>
                  <a:lnTo>
                    <a:pt x="914400" y="904263"/>
                  </a:lnTo>
                  <a:lnTo>
                    <a:pt x="917642" y="908264"/>
                  </a:lnTo>
                  <a:lnTo>
                    <a:pt x="922074" y="914400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3123910" y="19814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02" y="931638"/>
                  </a:lnTo>
                  <a:lnTo>
                    <a:pt x="910135" y="929860"/>
                  </a:lnTo>
                  <a:lnTo>
                    <a:pt x="910649" y="918918"/>
                  </a:lnTo>
                  <a:lnTo>
                    <a:pt x="910992" y="914400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31239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31331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314243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31516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31609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AF57">
                <a:alpha val="100000"/>
              </a:srgbClr>
            </a:solidFill>
            <a:ln w="5420" cap="flat">
              <a:solidFill>
                <a:srgbClr val="58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31702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31794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318874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319800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32072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3216532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322579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32350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32443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32535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32628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327210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328136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32906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32998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330915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33184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33276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33369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33462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335546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3364728" y="1998687"/>
              <a:ext cx="920284" cy="914400"/>
            </a:xfrm>
            <a:custGeom>
              <a:avLst/>
              <a:pathLst>
                <a:path w="92028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284" y="897161"/>
                  </a:lnTo>
                  <a:lnTo>
                    <a:pt x="919257" y="904113"/>
                  </a:lnTo>
                  <a:lnTo>
                    <a:pt x="918764" y="907138"/>
                  </a:lnTo>
                  <a:lnTo>
                    <a:pt x="918272" y="910150"/>
                  </a:lnTo>
                  <a:lnTo>
                    <a:pt x="917781" y="913162"/>
                  </a:lnTo>
                  <a:lnTo>
                    <a:pt x="917579" y="91440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2262523" y="1964210"/>
              <a:ext cx="914400" cy="925414"/>
            </a:xfrm>
            <a:custGeom>
              <a:avLst/>
              <a:pathLst>
                <a:path w="914400" h="925414">
                  <a:moveTo>
                    <a:pt x="914400" y="914400"/>
                  </a:moveTo>
                  <a:lnTo>
                    <a:pt x="914400" y="925414"/>
                  </a:lnTo>
                  <a:lnTo>
                    <a:pt x="911799" y="918559"/>
                  </a:lnTo>
                  <a:lnTo>
                    <a:pt x="910388" y="914400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226252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49" y="931638"/>
                  </a:lnTo>
                  <a:lnTo>
                    <a:pt x="915107" y="927279"/>
                  </a:lnTo>
                  <a:lnTo>
                    <a:pt x="914400" y="925414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227178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228104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22903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22995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230883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23180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23273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23366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23458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235514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236440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23736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238293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239219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24014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24107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24199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24292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243850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244776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24570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24662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247555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24848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24940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25033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25126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252186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253112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2549652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899671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2558914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71"/>
                  </a:lnTo>
                  <a:lnTo>
                    <a:pt x="906977" y="903668"/>
                  </a:lnTo>
                  <a:lnTo>
                    <a:pt x="907198" y="903894"/>
                  </a:lnTo>
                  <a:lnTo>
                    <a:pt x="907419" y="904121"/>
                  </a:lnTo>
                  <a:lnTo>
                    <a:pt x="907639" y="904347"/>
                  </a:lnTo>
                  <a:lnTo>
                    <a:pt x="907860" y="904573"/>
                  </a:lnTo>
                  <a:lnTo>
                    <a:pt x="908081" y="904799"/>
                  </a:lnTo>
                  <a:lnTo>
                    <a:pt x="908301" y="905025"/>
                  </a:lnTo>
                  <a:lnTo>
                    <a:pt x="908522" y="905251"/>
                  </a:lnTo>
                  <a:lnTo>
                    <a:pt x="908743" y="905477"/>
                  </a:lnTo>
                  <a:lnTo>
                    <a:pt x="908964" y="905703"/>
                  </a:lnTo>
                  <a:lnTo>
                    <a:pt x="909184" y="905930"/>
                  </a:lnTo>
                  <a:lnTo>
                    <a:pt x="909405" y="906156"/>
                  </a:lnTo>
                  <a:lnTo>
                    <a:pt x="909626" y="906382"/>
                  </a:lnTo>
                  <a:lnTo>
                    <a:pt x="909846" y="906608"/>
                  </a:lnTo>
                  <a:lnTo>
                    <a:pt x="910067" y="906834"/>
                  </a:lnTo>
                  <a:lnTo>
                    <a:pt x="910288" y="907060"/>
                  </a:lnTo>
                  <a:lnTo>
                    <a:pt x="910508" y="907287"/>
                  </a:lnTo>
                  <a:lnTo>
                    <a:pt x="910729" y="907513"/>
                  </a:lnTo>
                  <a:lnTo>
                    <a:pt x="910950" y="907739"/>
                  </a:lnTo>
                  <a:lnTo>
                    <a:pt x="911170" y="907965"/>
                  </a:lnTo>
                  <a:lnTo>
                    <a:pt x="911391" y="908191"/>
                  </a:lnTo>
                  <a:lnTo>
                    <a:pt x="911611" y="908417"/>
                  </a:lnTo>
                  <a:lnTo>
                    <a:pt x="911832" y="908644"/>
                  </a:lnTo>
                  <a:lnTo>
                    <a:pt x="912053" y="908870"/>
                  </a:lnTo>
                  <a:lnTo>
                    <a:pt x="912273" y="909096"/>
                  </a:lnTo>
                  <a:lnTo>
                    <a:pt x="912494" y="909322"/>
                  </a:lnTo>
                  <a:lnTo>
                    <a:pt x="912714" y="909548"/>
                  </a:lnTo>
                  <a:lnTo>
                    <a:pt x="912935" y="909775"/>
                  </a:lnTo>
                  <a:lnTo>
                    <a:pt x="913155" y="910001"/>
                  </a:lnTo>
                  <a:lnTo>
                    <a:pt x="913376" y="910227"/>
                  </a:lnTo>
                  <a:lnTo>
                    <a:pt x="913596" y="910453"/>
                  </a:lnTo>
                  <a:lnTo>
                    <a:pt x="913817" y="910680"/>
                  </a:lnTo>
                  <a:lnTo>
                    <a:pt x="914037" y="910906"/>
                  </a:lnTo>
                  <a:lnTo>
                    <a:pt x="914258" y="911132"/>
                  </a:lnTo>
                  <a:lnTo>
                    <a:pt x="914400" y="911277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2558914" y="1981448"/>
              <a:ext cx="917395" cy="914400"/>
            </a:xfrm>
            <a:custGeom>
              <a:avLst/>
              <a:pathLst>
                <a:path w="917395" h="914400">
                  <a:moveTo>
                    <a:pt x="914400" y="914400"/>
                  </a:moveTo>
                  <a:lnTo>
                    <a:pt x="914479" y="911358"/>
                  </a:lnTo>
                  <a:lnTo>
                    <a:pt x="914699" y="911584"/>
                  </a:lnTo>
                  <a:lnTo>
                    <a:pt x="914919" y="911811"/>
                  </a:lnTo>
                  <a:lnTo>
                    <a:pt x="915140" y="912037"/>
                  </a:lnTo>
                  <a:lnTo>
                    <a:pt x="915360" y="912263"/>
                  </a:lnTo>
                  <a:lnTo>
                    <a:pt x="915581" y="912489"/>
                  </a:lnTo>
                  <a:lnTo>
                    <a:pt x="915801" y="912716"/>
                  </a:lnTo>
                  <a:lnTo>
                    <a:pt x="916022" y="912942"/>
                  </a:lnTo>
                  <a:lnTo>
                    <a:pt x="916242" y="913168"/>
                  </a:lnTo>
                  <a:lnTo>
                    <a:pt x="916463" y="913395"/>
                  </a:lnTo>
                  <a:lnTo>
                    <a:pt x="916683" y="913621"/>
                  </a:lnTo>
                  <a:lnTo>
                    <a:pt x="917395" y="914400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3123910" y="19642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992" y="931638"/>
                  </a:lnTo>
                  <a:lnTo>
                    <a:pt x="911475" y="925280"/>
                  </a:lnTo>
                  <a:lnTo>
                    <a:pt x="912624" y="914400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31239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31331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314243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31516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31609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31702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31794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318874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319800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32072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3216532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322579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32350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32443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32535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32628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327210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328136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32906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32998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330915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33184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33276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33369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33462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335546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3364728" y="1981448"/>
              <a:ext cx="922337" cy="914400"/>
            </a:xfrm>
            <a:custGeom>
              <a:avLst/>
              <a:pathLst>
                <a:path w="92233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337" y="897161"/>
                  </a:lnTo>
                  <a:lnTo>
                    <a:pt x="922096" y="899909"/>
                  </a:lnTo>
                  <a:lnTo>
                    <a:pt x="920831" y="910701"/>
                  </a:lnTo>
                  <a:lnTo>
                    <a:pt x="920284" y="914400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225326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50" y="931638"/>
                  </a:lnTo>
                  <a:lnTo>
                    <a:pt x="917998" y="926770"/>
                  </a:lnTo>
                  <a:lnTo>
                    <a:pt x="915190" y="917462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226252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227178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228104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229031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22995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230883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23180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23273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23366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23458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235514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236440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23736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238293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239219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24014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24107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24199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24292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243850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244776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24570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24662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247555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24848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24940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25033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25126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252186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253112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2540390" y="1964210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37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3123910" y="19642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624" y="914400"/>
                  </a:lnTo>
                  <a:lnTo>
                    <a:pt x="914051" y="903848"/>
                  </a:lnTo>
                  <a:lnTo>
                    <a:pt x="914400" y="901752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3133172" y="19469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991"/>
                  </a:lnTo>
                  <a:lnTo>
                    <a:pt x="905900" y="914400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31331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314243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31516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31609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31702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31794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318874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319800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32072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3216532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322579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32350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32443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32535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32628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327210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328136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32906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32998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330915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33184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33276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33369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33462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335546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3364728" y="1964210"/>
              <a:ext cx="923580" cy="914400"/>
            </a:xfrm>
            <a:custGeom>
              <a:avLst/>
              <a:pathLst>
                <a:path w="92358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580" y="897161"/>
                  </a:lnTo>
                  <a:lnTo>
                    <a:pt x="923050" y="906245"/>
                  </a:lnTo>
                  <a:lnTo>
                    <a:pt x="922337" y="914400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2253261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375" y="931638"/>
                  </a:lnTo>
                  <a:lnTo>
                    <a:pt x="912644" y="925134"/>
                  </a:lnTo>
                  <a:lnTo>
                    <a:pt x="910366" y="915336"/>
                  </a:lnTo>
                  <a:lnTo>
                    <a:pt x="910178" y="914400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225326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226252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227178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228104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229031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22995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230883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23180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23273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23366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23458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235514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236440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23736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238293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239219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24014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24107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24199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24292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243850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244776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24570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24662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247555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24848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24940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25033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25126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252186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2540390" y="19469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85" y="897266"/>
                  </a:lnTo>
                  <a:lnTo>
                    <a:pt x="907184" y="897704"/>
                  </a:lnTo>
                  <a:lnTo>
                    <a:pt x="907382" y="898141"/>
                  </a:lnTo>
                  <a:lnTo>
                    <a:pt x="907580" y="898579"/>
                  </a:lnTo>
                  <a:lnTo>
                    <a:pt x="907778" y="899016"/>
                  </a:lnTo>
                  <a:lnTo>
                    <a:pt x="907976" y="899453"/>
                  </a:lnTo>
                  <a:lnTo>
                    <a:pt x="908174" y="899891"/>
                  </a:lnTo>
                  <a:lnTo>
                    <a:pt x="908372" y="900328"/>
                  </a:lnTo>
                  <a:lnTo>
                    <a:pt x="908571" y="900766"/>
                  </a:lnTo>
                  <a:lnTo>
                    <a:pt x="908769" y="901203"/>
                  </a:lnTo>
                  <a:lnTo>
                    <a:pt x="908967" y="901641"/>
                  </a:lnTo>
                  <a:lnTo>
                    <a:pt x="909165" y="902078"/>
                  </a:lnTo>
                  <a:lnTo>
                    <a:pt x="909363" y="902516"/>
                  </a:lnTo>
                  <a:lnTo>
                    <a:pt x="909561" y="902953"/>
                  </a:lnTo>
                  <a:lnTo>
                    <a:pt x="909759" y="903390"/>
                  </a:lnTo>
                  <a:lnTo>
                    <a:pt x="909957" y="903828"/>
                  </a:lnTo>
                  <a:lnTo>
                    <a:pt x="910155" y="904265"/>
                  </a:lnTo>
                  <a:lnTo>
                    <a:pt x="910353" y="904703"/>
                  </a:lnTo>
                  <a:lnTo>
                    <a:pt x="910551" y="905140"/>
                  </a:lnTo>
                  <a:lnTo>
                    <a:pt x="910749" y="905578"/>
                  </a:lnTo>
                  <a:lnTo>
                    <a:pt x="910946" y="906015"/>
                  </a:lnTo>
                  <a:lnTo>
                    <a:pt x="911144" y="906453"/>
                  </a:lnTo>
                  <a:lnTo>
                    <a:pt x="911342" y="906890"/>
                  </a:lnTo>
                  <a:lnTo>
                    <a:pt x="911540" y="907328"/>
                  </a:lnTo>
                  <a:lnTo>
                    <a:pt x="911738" y="907765"/>
                  </a:lnTo>
                  <a:lnTo>
                    <a:pt x="911936" y="908203"/>
                  </a:lnTo>
                  <a:lnTo>
                    <a:pt x="912134" y="908640"/>
                  </a:lnTo>
                  <a:lnTo>
                    <a:pt x="912332" y="909078"/>
                  </a:lnTo>
                  <a:lnTo>
                    <a:pt x="912529" y="909515"/>
                  </a:lnTo>
                  <a:lnTo>
                    <a:pt x="912727" y="909953"/>
                  </a:lnTo>
                  <a:lnTo>
                    <a:pt x="912925" y="910390"/>
                  </a:lnTo>
                  <a:lnTo>
                    <a:pt x="913123" y="910828"/>
                  </a:lnTo>
                  <a:lnTo>
                    <a:pt x="913321" y="911265"/>
                  </a:lnTo>
                  <a:lnTo>
                    <a:pt x="913518" y="911703"/>
                  </a:lnTo>
                  <a:lnTo>
                    <a:pt x="913716" y="912140"/>
                  </a:lnTo>
                  <a:lnTo>
                    <a:pt x="914400" y="913653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2540390" y="1946971"/>
              <a:ext cx="914737" cy="914400"/>
            </a:xfrm>
            <a:custGeom>
              <a:avLst/>
              <a:pathLst>
                <a:path w="914737" h="914400">
                  <a:moveTo>
                    <a:pt x="914400" y="914400"/>
                  </a:moveTo>
                  <a:lnTo>
                    <a:pt x="914400" y="913653"/>
                  </a:lnTo>
                  <a:lnTo>
                    <a:pt x="914737" y="914400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3133172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900" y="931638"/>
                  </a:lnTo>
                  <a:lnTo>
                    <a:pt x="906532" y="927831"/>
                  </a:lnTo>
                  <a:lnTo>
                    <a:pt x="908571" y="917523"/>
                  </a:lnTo>
                  <a:lnTo>
                    <a:pt x="909293" y="914400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31331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314243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31516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31609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31702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31794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318874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319800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32072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3216532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322579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32350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32443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32535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32628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327210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328136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32906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32998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330915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33184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33276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33369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33462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335546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3364728" y="19469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993"/>
                  </a:lnTo>
                  <a:lnTo>
                    <a:pt x="923580" y="914400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3373990" y="1929733"/>
              <a:ext cx="914755" cy="930231"/>
            </a:xfrm>
            <a:custGeom>
              <a:avLst/>
              <a:pathLst>
                <a:path w="914755" h="930231">
                  <a:moveTo>
                    <a:pt x="914400" y="914400"/>
                  </a:moveTo>
                  <a:lnTo>
                    <a:pt x="914755" y="914400"/>
                  </a:lnTo>
                  <a:lnTo>
                    <a:pt x="914752" y="918711"/>
                  </a:lnTo>
                  <a:lnTo>
                    <a:pt x="914428" y="929740"/>
                  </a:lnTo>
                  <a:lnTo>
                    <a:pt x="914400" y="930231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2253261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78" y="931638"/>
                  </a:lnTo>
                  <a:lnTo>
                    <a:pt x="908363" y="922571"/>
                  </a:lnTo>
                  <a:lnTo>
                    <a:pt x="907135" y="915314"/>
                  </a:lnTo>
                  <a:lnTo>
                    <a:pt x="906714" y="914678"/>
                  </a:lnTo>
                  <a:lnTo>
                    <a:pt x="906548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225326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226252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227178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228104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229031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22995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230883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23180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23273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23366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23458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235514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236440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23736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238293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239219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24014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24107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24199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24292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243850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244776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24570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24662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247555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24848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24940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25033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25126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2531128" y="1929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378" y="897161"/>
                  </a:lnTo>
                  <a:lnTo>
                    <a:pt x="908508" y="897447"/>
                  </a:lnTo>
                  <a:lnTo>
                    <a:pt x="908707" y="897885"/>
                  </a:lnTo>
                  <a:lnTo>
                    <a:pt x="908905" y="898322"/>
                  </a:lnTo>
                  <a:lnTo>
                    <a:pt x="909104" y="898759"/>
                  </a:lnTo>
                  <a:lnTo>
                    <a:pt x="909303" y="899197"/>
                  </a:lnTo>
                  <a:lnTo>
                    <a:pt x="909501" y="899634"/>
                  </a:lnTo>
                  <a:lnTo>
                    <a:pt x="909700" y="900071"/>
                  </a:lnTo>
                  <a:lnTo>
                    <a:pt x="909899" y="900508"/>
                  </a:lnTo>
                  <a:lnTo>
                    <a:pt x="910097" y="900946"/>
                  </a:lnTo>
                  <a:lnTo>
                    <a:pt x="910296" y="901383"/>
                  </a:lnTo>
                  <a:lnTo>
                    <a:pt x="910495" y="901821"/>
                  </a:lnTo>
                  <a:lnTo>
                    <a:pt x="910693" y="902258"/>
                  </a:lnTo>
                  <a:lnTo>
                    <a:pt x="910892" y="902695"/>
                  </a:lnTo>
                  <a:lnTo>
                    <a:pt x="911090" y="903133"/>
                  </a:lnTo>
                  <a:lnTo>
                    <a:pt x="911289" y="903570"/>
                  </a:lnTo>
                  <a:lnTo>
                    <a:pt x="911487" y="904007"/>
                  </a:lnTo>
                  <a:lnTo>
                    <a:pt x="911686" y="904445"/>
                  </a:lnTo>
                  <a:lnTo>
                    <a:pt x="911884" y="904882"/>
                  </a:lnTo>
                  <a:lnTo>
                    <a:pt x="912083" y="905319"/>
                  </a:lnTo>
                  <a:lnTo>
                    <a:pt x="912281" y="905757"/>
                  </a:lnTo>
                  <a:lnTo>
                    <a:pt x="912480" y="906194"/>
                  </a:lnTo>
                  <a:lnTo>
                    <a:pt x="912678" y="906631"/>
                  </a:lnTo>
                  <a:lnTo>
                    <a:pt x="912877" y="907069"/>
                  </a:lnTo>
                  <a:lnTo>
                    <a:pt x="913075" y="907506"/>
                  </a:lnTo>
                  <a:lnTo>
                    <a:pt x="913273" y="907944"/>
                  </a:lnTo>
                  <a:lnTo>
                    <a:pt x="913472" y="908381"/>
                  </a:lnTo>
                  <a:lnTo>
                    <a:pt x="913670" y="908818"/>
                  </a:lnTo>
                  <a:lnTo>
                    <a:pt x="913868" y="909256"/>
                  </a:lnTo>
                  <a:lnTo>
                    <a:pt x="914067" y="909693"/>
                  </a:lnTo>
                  <a:lnTo>
                    <a:pt x="914265" y="910131"/>
                  </a:lnTo>
                  <a:lnTo>
                    <a:pt x="914400" y="910427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2531128" y="1929733"/>
              <a:ext cx="916200" cy="914400"/>
            </a:xfrm>
            <a:custGeom>
              <a:avLst/>
              <a:pathLst>
                <a:path w="916200" h="914400">
                  <a:moveTo>
                    <a:pt x="914400" y="914400"/>
                  </a:moveTo>
                  <a:lnTo>
                    <a:pt x="914400" y="910427"/>
                  </a:lnTo>
                  <a:lnTo>
                    <a:pt x="914463" y="910568"/>
                  </a:lnTo>
                  <a:lnTo>
                    <a:pt x="914662" y="911005"/>
                  </a:lnTo>
                  <a:lnTo>
                    <a:pt x="914860" y="911443"/>
                  </a:lnTo>
                  <a:lnTo>
                    <a:pt x="915058" y="911880"/>
                  </a:lnTo>
                  <a:lnTo>
                    <a:pt x="915257" y="912318"/>
                  </a:lnTo>
                  <a:lnTo>
                    <a:pt x="915455" y="912755"/>
                  </a:lnTo>
                  <a:lnTo>
                    <a:pt x="915653" y="913192"/>
                  </a:lnTo>
                  <a:lnTo>
                    <a:pt x="915851" y="913630"/>
                  </a:lnTo>
                  <a:lnTo>
                    <a:pt x="916049" y="914067"/>
                  </a:lnTo>
                  <a:lnTo>
                    <a:pt x="916200" y="914400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3133172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293" y="931638"/>
                  </a:lnTo>
                  <a:lnTo>
                    <a:pt x="910902" y="924670"/>
                  </a:lnTo>
                  <a:lnTo>
                    <a:pt x="913517" y="914822"/>
                  </a:lnTo>
                  <a:lnTo>
                    <a:pt x="913645" y="91440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31331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314243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31516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31609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31702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31794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318874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319800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32072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3216532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322579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32350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32443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32535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32628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327210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328136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32906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32998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330915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33184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33276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33369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33462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335546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336472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3373990" y="1929733"/>
              <a:ext cx="914760" cy="914400"/>
            </a:xfrm>
            <a:custGeom>
              <a:avLst/>
              <a:pathLst>
                <a:path w="914760" h="914400">
                  <a:moveTo>
                    <a:pt x="914400" y="914400"/>
                  </a:moveTo>
                  <a:lnTo>
                    <a:pt x="914465" y="897161"/>
                  </a:lnTo>
                  <a:lnTo>
                    <a:pt x="914760" y="907665"/>
                  </a:lnTo>
                  <a:lnTo>
                    <a:pt x="914755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2243999" y="1895256"/>
              <a:ext cx="914400" cy="929265"/>
            </a:xfrm>
            <a:custGeom>
              <a:avLst/>
              <a:pathLst>
                <a:path w="914400" h="929265">
                  <a:moveTo>
                    <a:pt x="914400" y="914400"/>
                  </a:moveTo>
                  <a:lnTo>
                    <a:pt x="914400" y="929265"/>
                  </a:lnTo>
                  <a:lnTo>
                    <a:pt x="911612" y="924575"/>
                  </a:lnTo>
                  <a:lnTo>
                    <a:pt x="907462" y="916813"/>
                  </a:lnTo>
                  <a:lnTo>
                    <a:pt x="906301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224399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0" y="931638"/>
                  </a:lnTo>
                  <a:lnTo>
                    <a:pt x="914400" y="929265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225326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226252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227178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228104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229031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229957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230883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23180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23273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23366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23458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235514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236440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23736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238293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239219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24014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24107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24199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24292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243850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244776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24570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24662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247555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24848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24940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25033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2521866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90184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2521866" y="1912494"/>
              <a:ext cx="917640" cy="914400"/>
            </a:xfrm>
            <a:custGeom>
              <a:avLst/>
              <a:pathLst>
                <a:path w="917640" h="914400">
                  <a:moveTo>
                    <a:pt x="914400" y="914400"/>
                  </a:moveTo>
                  <a:lnTo>
                    <a:pt x="914400" y="901848"/>
                  </a:lnTo>
                  <a:lnTo>
                    <a:pt x="917207" y="913446"/>
                  </a:lnTo>
                  <a:lnTo>
                    <a:pt x="917373" y="913811"/>
                  </a:lnTo>
                  <a:lnTo>
                    <a:pt x="917572" y="914248"/>
                  </a:lnTo>
                  <a:lnTo>
                    <a:pt x="917640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3133172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5" y="914400"/>
                  </a:lnTo>
                  <a:lnTo>
                    <a:pt x="914400" y="911902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3142434" y="18952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141"/>
                  </a:lnTo>
                  <a:lnTo>
                    <a:pt x="907148" y="922486"/>
                  </a:lnTo>
                  <a:lnTo>
                    <a:pt x="909904" y="914400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314243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31516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31609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31702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31794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318874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319800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32072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3216532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322579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32350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32443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32535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32628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327210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328136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32906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32998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330915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33184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33276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33369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334620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335546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3373990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32" y="897161"/>
                  </a:lnTo>
                  <a:lnTo>
                    <a:pt x="913825" y="902888"/>
                  </a:lnTo>
                  <a:lnTo>
                    <a:pt x="914400" y="912977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3373990" y="1912494"/>
              <a:ext cx="914450" cy="914400"/>
            </a:xfrm>
            <a:custGeom>
              <a:avLst/>
              <a:pathLst>
                <a:path w="914450" h="914400">
                  <a:moveTo>
                    <a:pt x="914400" y="914400"/>
                  </a:moveTo>
                  <a:lnTo>
                    <a:pt x="914400" y="912977"/>
                  </a:lnTo>
                  <a:lnTo>
                    <a:pt x="914450" y="913872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2234737" y="1878018"/>
              <a:ext cx="914400" cy="929217"/>
            </a:xfrm>
            <a:custGeom>
              <a:avLst/>
              <a:pathLst>
                <a:path w="914400" h="929217">
                  <a:moveTo>
                    <a:pt x="914400" y="914400"/>
                  </a:moveTo>
                  <a:lnTo>
                    <a:pt x="914400" y="929217"/>
                  </a:lnTo>
                  <a:lnTo>
                    <a:pt x="912801" y="925893"/>
                  </a:lnTo>
                  <a:lnTo>
                    <a:pt x="911658" y="923385"/>
                  </a:lnTo>
                  <a:lnTo>
                    <a:pt x="910523" y="920896"/>
                  </a:lnTo>
                  <a:lnTo>
                    <a:pt x="909387" y="918406"/>
                  </a:lnTo>
                  <a:lnTo>
                    <a:pt x="908251" y="915917"/>
                  </a:lnTo>
                  <a:lnTo>
                    <a:pt x="907558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223473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564" y="931638"/>
                  </a:lnTo>
                  <a:lnTo>
                    <a:pt x="914400" y="929217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224399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225326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226252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227178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228104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229031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229957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230883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23180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23273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23366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23458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235514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236440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23736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238293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239219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24014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24107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24199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24292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243850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244776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24570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24662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247555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24848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24940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25033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2512603" y="1895256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354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3142434" y="18780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4" y="931638"/>
                  </a:lnTo>
                  <a:lnTo>
                    <a:pt x="910309" y="930449"/>
                  </a:lnTo>
                  <a:lnTo>
                    <a:pt x="911563" y="927167"/>
                  </a:lnTo>
                  <a:lnTo>
                    <a:pt x="911487" y="925215"/>
                  </a:lnTo>
                  <a:lnTo>
                    <a:pt x="911444" y="920297"/>
                  </a:lnTo>
                  <a:lnTo>
                    <a:pt x="910528" y="914953"/>
                  </a:lnTo>
                  <a:lnTo>
                    <a:pt x="910450" y="914400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314243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31516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31609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31702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31794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318874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319800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32072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3216532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322579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32350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32443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32535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32628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327210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328136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32906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32998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330915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33184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33276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33369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334620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335546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3364728" y="1895256"/>
              <a:ext cx="922594" cy="914400"/>
            </a:xfrm>
            <a:custGeom>
              <a:avLst/>
              <a:pathLst>
                <a:path w="92259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13" y="897161"/>
                  </a:lnTo>
                  <a:lnTo>
                    <a:pt x="920897" y="898421"/>
                  </a:lnTo>
                  <a:lnTo>
                    <a:pt x="922148" y="909219"/>
                  </a:lnTo>
                  <a:lnTo>
                    <a:pt x="922594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2225475" y="1860779"/>
              <a:ext cx="914400" cy="926339"/>
            </a:xfrm>
            <a:custGeom>
              <a:avLst/>
              <a:pathLst>
                <a:path w="914400" h="926339">
                  <a:moveTo>
                    <a:pt x="914400" y="914400"/>
                  </a:moveTo>
                  <a:lnTo>
                    <a:pt x="914400" y="926339"/>
                  </a:lnTo>
                  <a:lnTo>
                    <a:pt x="914102" y="925687"/>
                  </a:lnTo>
                  <a:lnTo>
                    <a:pt x="912964" y="923198"/>
                  </a:lnTo>
                  <a:lnTo>
                    <a:pt x="911825" y="920709"/>
                  </a:lnTo>
                  <a:lnTo>
                    <a:pt x="910686" y="918220"/>
                  </a:lnTo>
                  <a:lnTo>
                    <a:pt x="909547" y="915732"/>
                  </a:lnTo>
                  <a:lnTo>
                    <a:pt x="908936" y="914400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222547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820" y="931638"/>
                  </a:lnTo>
                  <a:lnTo>
                    <a:pt x="916377" y="930666"/>
                  </a:lnTo>
                  <a:lnTo>
                    <a:pt x="915239" y="928176"/>
                  </a:lnTo>
                  <a:lnTo>
                    <a:pt x="914400" y="926339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223473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224399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225326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226252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227178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228104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229031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229957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230883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23180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23273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23366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23458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235514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236440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23736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238293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239219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24014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24107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24199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24292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243850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244776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24570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24662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247555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24848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24940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2512603" y="18780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3" y="897161"/>
                  </a:lnTo>
                  <a:lnTo>
                    <a:pt x="914400" y="898070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2512603" y="1878018"/>
              <a:ext cx="918354" cy="914400"/>
            </a:xfrm>
            <a:custGeom>
              <a:avLst/>
              <a:pathLst>
                <a:path w="918354" h="914400">
                  <a:moveTo>
                    <a:pt x="914400" y="914400"/>
                  </a:moveTo>
                  <a:lnTo>
                    <a:pt x="914410" y="898109"/>
                  </a:lnTo>
                  <a:lnTo>
                    <a:pt x="914553" y="898702"/>
                  </a:lnTo>
                  <a:lnTo>
                    <a:pt x="914699" y="899301"/>
                  </a:lnTo>
                  <a:lnTo>
                    <a:pt x="914844" y="899901"/>
                  </a:lnTo>
                  <a:lnTo>
                    <a:pt x="914989" y="900500"/>
                  </a:lnTo>
                  <a:lnTo>
                    <a:pt x="915134" y="901099"/>
                  </a:lnTo>
                  <a:lnTo>
                    <a:pt x="915279" y="901699"/>
                  </a:lnTo>
                  <a:lnTo>
                    <a:pt x="915425" y="902298"/>
                  </a:lnTo>
                  <a:lnTo>
                    <a:pt x="915570" y="902898"/>
                  </a:lnTo>
                  <a:lnTo>
                    <a:pt x="915715" y="903497"/>
                  </a:lnTo>
                  <a:lnTo>
                    <a:pt x="915860" y="904096"/>
                  </a:lnTo>
                  <a:lnTo>
                    <a:pt x="916005" y="904696"/>
                  </a:lnTo>
                  <a:lnTo>
                    <a:pt x="916150" y="905295"/>
                  </a:lnTo>
                  <a:lnTo>
                    <a:pt x="918354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3142434" y="18607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50" y="931638"/>
                  </a:lnTo>
                  <a:lnTo>
                    <a:pt x="909065" y="921822"/>
                  </a:lnTo>
                  <a:lnTo>
                    <a:pt x="908235" y="914400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314243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31516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31609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31702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31794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318874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319800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32072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3216532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322579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32350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32443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32535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32628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327210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328136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32906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32998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330915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33184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33276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333694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334620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335546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3364728" y="18780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312"/>
                  </a:lnTo>
                  <a:lnTo>
                    <a:pt x="921581" y="908229"/>
                  </a:lnTo>
                  <a:lnTo>
                    <a:pt x="920436" y="912510"/>
                  </a:lnTo>
                  <a:lnTo>
                    <a:pt x="920713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3373990" y="1860779"/>
              <a:ext cx="914861" cy="916550"/>
            </a:xfrm>
            <a:custGeom>
              <a:avLst/>
              <a:pathLst>
                <a:path w="914861" h="916550">
                  <a:moveTo>
                    <a:pt x="914400" y="914400"/>
                  </a:moveTo>
                  <a:lnTo>
                    <a:pt x="914861" y="914400"/>
                  </a:lnTo>
                  <a:lnTo>
                    <a:pt x="914613" y="915637"/>
                  </a:lnTo>
                  <a:lnTo>
                    <a:pt x="914400" y="91655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2216212" y="1843541"/>
              <a:ext cx="914400" cy="923351"/>
            </a:xfrm>
            <a:custGeom>
              <a:avLst/>
              <a:pathLst>
                <a:path w="914400" h="923351">
                  <a:moveTo>
                    <a:pt x="914400" y="914400"/>
                  </a:moveTo>
                  <a:lnTo>
                    <a:pt x="914400" y="923351"/>
                  </a:lnTo>
                  <a:lnTo>
                    <a:pt x="914246" y="923016"/>
                  </a:lnTo>
                  <a:lnTo>
                    <a:pt x="913096" y="920510"/>
                  </a:lnTo>
                  <a:lnTo>
                    <a:pt x="910437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221621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99" y="931638"/>
                  </a:lnTo>
                  <a:lnTo>
                    <a:pt x="917669" y="930481"/>
                  </a:lnTo>
                  <a:lnTo>
                    <a:pt x="916528" y="927993"/>
                  </a:lnTo>
                  <a:lnTo>
                    <a:pt x="915388" y="925505"/>
                  </a:lnTo>
                  <a:lnTo>
                    <a:pt x="914400" y="923351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222547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223473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224399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225326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226252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227178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228104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229031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229957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230883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23180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23273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23366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23458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235514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236440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23736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238293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239219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24014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24107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24199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24292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243850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244776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24570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24662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247555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24848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24940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2503341" y="1860779"/>
              <a:ext cx="923426" cy="914400"/>
            </a:xfrm>
            <a:custGeom>
              <a:avLst/>
              <a:pathLst>
                <a:path w="923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650" y="897161"/>
                  </a:lnTo>
                  <a:lnTo>
                    <a:pt x="921123" y="905530"/>
                  </a:lnTo>
                  <a:lnTo>
                    <a:pt x="923426" y="914400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3142434" y="18435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235" y="931638"/>
                  </a:lnTo>
                  <a:lnTo>
                    <a:pt x="907892" y="928564"/>
                  </a:lnTo>
                  <a:lnTo>
                    <a:pt x="907012" y="917969"/>
                  </a:lnTo>
                  <a:lnTo>
                    <a:pt x="906817" y="914400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314243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31516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31609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31702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31794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318874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319800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32072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3216532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322579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32350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32443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32535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32628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327210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328136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32906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32998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330915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33184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33276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333694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334620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335546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336472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3373990" y="1860779"/>
              <a:ext cx="918063" cy="914400"/>
            </a:xfrm>
            <a:custGeom>
              <a:avLst/>
              <a:pathLst>
                <a:path w="91806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063" y="897161"/>
                  </a:lnTo>
                  <a:lnTo>
                    <a:pt x="916630" y="905598"/>
                  </a:lnTo>
                  <a:lnTo>
                    <a:pt x="914861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2206950" y="1826302"/>
              <a:ext cx="914400" cy="918058"/>
            </a:xfrm>
            <a:custGeom>
              <a:avLst/>
              <a:pathLst>
                <a:path w="914400" h="918058">
                  <a:moveTo>
                    <a:pt x="914400" y="914400"/>
                  </a:moveTo>
                  <a:lnTo>
                    <a:pt x="914400" y="918058"/>
                  </a:lnTo>
                  <a:lnTo>
                    <a:pt x="913123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220695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18702" y="929346"/>
                  </a:lnTo>
                  <a:lnTo>
                    <a:pt x="915287" y="920599"/>
                  </a:lnTo>
                  <a:lnTo>
                    <a:pt x="914400" y="91805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221621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222547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223473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224399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225326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226252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227178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228104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229031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229957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230883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23180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23273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23366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23458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235514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236440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23736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238293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239219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24014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24107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24199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24292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243850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244776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24570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24662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247555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24848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2503341" y="18435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671" y="897161"/>
                  </a:lnTo>
                  <a:lnTo>
                    <a:pt x="914400" y="901782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2503341" y="1843541"/>
              <a:ext cx="918650" cy="914400"/>
            </a:xfrm>
            <a:custGeom>
              <a:avLst/>
              <a:pathLst>
                <a:path w="918650" h="914400">
                  <a:moveTo>
                    <a:pt x="914400" y="914400"/>
                  </a:moveTo>
                  <a:lnTo>
                    <a:pt x="914400" y="901782"/>
                  </a:lnTo>
                  <a:lnTo>
                    <a:pt x="915210" y="903949"/>
                  </a:lnTo>
                  <a:lnTo>
                    <a:pt x="918300" y="913213"/>
                  </a:lnTo>
                  <a:lnTo>
                    <a:pt x="918650" y="914400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3142434" y="18263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817" y="931638"/>
                  </a:lnTo>
                  <a:lnTo>
                    <a:pt x="906429" y="924541"/>
                  </a:lnTo>
                  <a:lnTo>
                    <a:pt x="906159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314243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31516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31609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31702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31794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318874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319800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32072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3216532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322579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32350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32443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32535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32628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327210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328136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32906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32998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330915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33184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332767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333694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334620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335546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336472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3373990" y="1843541"/>
              <a:ext cx="920375" cy="914400"/>
            </a:xfrm>
            <a:custGeom>
              <a:avLst/>
              <a:pathLst>
                <a:path w="920375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375" y="897161"/>
                  </a:lnTo>
                  <a:lnTo>
                    <a:pt x="919815" y="902244"/>
                  </a:lnTo>
                  <a:lnTo>
                    <a:pt x="918366" y="912617"/>
                  </a:lnTo>
                  <a:lnTo>
                    <a:pt x="918063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2206950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123" y="931638"/>
                  </a:lnTo>
                  <a:lnTo>
                    <a:pt x="912122" y="928771"/>
                  </a:lnTo>
                  <a:lnTo>
                    <a:pt x="909215" y="919408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220695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221621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222547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223473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224399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225326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226252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227178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228104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229031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229957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230883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23180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23273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23366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23458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235514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236440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23736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238293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239219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24014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24107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24199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24292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243850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244776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24570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24662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247555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24848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2494079" y="1826302"/>
              <a:ext cx="921933" cy="914400"/>
            </a:xfrm>
            <a:custGeom>
              <a:avLst/>
              <a:pathLst>
                <a:path w="921933" h="914400">
                  <a:moveTo>
                    <a:pt x="914400" y="914400"/>
                  </a:moveTo>
                  <a:lnTo>
                    <a:pt x="914518" y="897161"/>
                  </a:lnTo>
                  <a:lnTo>
                    <a:pt x="917528" y="903631"/>
                  </a:lnTo>
                  <a:lnTo>
                    <a:pt x="921124" y="912239"/>
                  </a:lnTo>
                  <a:lnTo>
                    <a:pt x="921933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3142434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59" y="931638"/>
                  </a:lnTo>
                  <a:lnTo>
                    <a:pt x="906144" y="931072"/>
                  </a:lnTo>
                  <a:lnTo>
                    <a:pt x="906157" y="920351"/>
                  </a:lnTo>
                  <a:lnTo>
                    <a:pt x="906330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314243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31516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31609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31702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31794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318874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319800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32072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3216532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322579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32350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32443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32535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32628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327210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328136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32906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32998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330915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33184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332767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333694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334620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335546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336472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3373990" y="1826302"/>
              <a:ext cx="921903" cy="914400"/>
            </a:xfrm>
            <a:custGeom>
              <a:avLst/>
              <a:pathLst>
                <a:path w="921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903" y="897161"/>
                  </a:lnTo>
                  <a:lnTo>
                    <a:pt x="921837" y="898387"/>
                  </a:lnTo>
                  <a:lnTo>
                    <a:pt x="920973" y="908983"/>
                  </a:lnTo>
                  <a:lnTo>
                    <a:pt x="920375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2197688" y="1791825"/>
              <a:ext cx="914400" cy="921008"/>
            </a:xfrm>
            <a:custGeom>
              <a:avLst/>
              <a:pathLst>
                <a:path w="914400" h="921008">
                  <a:moveTo>
                    <a:pt x="914400" y="914400"/>
                  </a:moveTo>
                  <a:lnTo>
                    <a:pt x="914400" y="921008"/>
                  </a:lnTo>
                  <a:lnTo>
                    <a:pt x="913979" y="919252"/>
                  </a:lnTo>
                  <a:lnTo>
                    <a:pt x="911860" y="916430"/>
                  </a:lnTo>
                  <a:lnTo>
                    <a:pt x="910493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219768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5838" y="927014"/>
                  </a:lnTo>
                  <a:lnTo>
                    <a:pt x="914400" y="92100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220695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221621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222547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223473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224399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225326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226252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227178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228104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229031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229957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230883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23180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23273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23366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23458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235514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236440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23736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238293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239219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24014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24107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24199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24292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243850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244776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24570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24662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247555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5" y="897161"/>
                  </a:lnTo>
                  <a:lnTo>
                    <a:pt x="905349" y="897324"/>
                  </a:lnTo>
                  <a:lnTo>
                    <a:pt x="909629" y="904770"/>
                  </a:lnTo>
                  <a:lnTo>
                    <a:pt x="913692" y="912626"/>
                  </a:lnTo>
                  <a:lnTo>
                    <a:pt x="914400" y="914146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146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3142434" y="17918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330" y="931638"/>
                  </a:lnTo>
                  <a:lnTo>
                    <a:pt x="906468" y="926884"/>
                  </a:lnTo>
                  <a:lnTo>
                    <a:pt x="907077" y="916223"/>
                  </a:lnTo>
                  <a:lnTo>
                    <a:pt x="907233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314243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31516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31609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31702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31794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318874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319800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32072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3216532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322579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32350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32443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32535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32628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327210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328136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32906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32998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330915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331841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332767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333694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334620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335546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336472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3373990" y="1809064"/>
              <a:ext cx="922603" cy="914400"/>
            </a:xfrm>
            <a:custGeom>
              <a:avLst/>
              <a:pathLst>
                <a:path w="9226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603" y="897161"/>
                  </a:lnTo>
                  <a:lnTo>
                    <a:pt x="922406" y="904960"/>
                  </a:lnTo>
                  <a:lnTo>
                    <a:pt x="921903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2188426" y="1774587"/>
              <a:ext cx="914400" cy="923321"/>
            </a:xfrm>
            <a:custGeom>
              <a:avLst/>
              <a:pathLst>
                <a:path w="914400" h="923321">
                  <a:moveTo>
                    <a:pt x="914400" y="914400"/>
                  </a:moveTo>
                  <a:lnTo>
                    <a:pt x="914400" y="923321"/>
                  </a:lnTo>
                  <a:lnTo>
                    <a:pt x="912242" y="919758"/>
                  </a:lnTo>
                  <a:lnTo>
                    <a:pt x="909319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218842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55" y="931638"/>
                  </a:lnTo>
                  <a:lnTo>
                    <a:pt x="916585" y="926929"/>
                  </a:lnTo>
                  <a:lnTo>
                    <a:pt x="914400" y="923321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219768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220695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221621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222547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223473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224399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225326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226252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227178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228104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229031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229957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230883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23180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23273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23366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23458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235514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236440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23736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238293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2392195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24014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24107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24199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24292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243850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244776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24570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24662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069" y="897161"/>
                  </a:lnTo>
                  <a:lnTo>
                    <a:pt x="910230" y="905657"/>
                  </a:lnTo>
                  <a:lnTo>
                    <a:pt x="910920" y="908789"/>
                  </a:lnTo>
                  <a:lnTo>
                    <a:pt x="914400" y="914232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232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3142434" y="17745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233" y="931638"/>
                  </a:lnTo>
                  <a:lnTo>
                    <a:pt x="907982" y="922873"/>
                  </a:lnTo>
                  <a:lnTo>
                    <a:pt x="908950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314243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31516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31609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31702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31794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318874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319800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32072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3216532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322579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32350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32443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32535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32628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327210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328136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32906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32998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330915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331841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332767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333694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334620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335546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336472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3373990" y="17918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42"/>
                  </a:lnTo>
                  <a:lnTo>
                    <a:pt x="922916" y="904237"/>
                  </a:lnTo>
                  <a:lnTo>
                    <a:pt x="922753" y="904759"/>
                  </a:lnTo>
                  <a:lnTo>
                    <a:pt x="922736" y="906253"/>
                  </a:lnTo>
                  <a:lnTo>
                    <a:pt x="922706" y="908872"/>
                  </a:lnTo>
                  <a:lnTo>
                    <a:pt x="922676" y="911492"/>
                  </a:lnTo>
                  <a:lnTo>
                    <a:pt x="922603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3383252" y="1774587"/>
              <a:ext cx="915611" cy="918780"/>
            </a:xfrm>
            <a:custGeom>
              <a:avLst/>
              <a:pathLst>
                <a:path w="915611" h="918780">
                  <a:moveTo>
                    <a:pt x="914400" y="914400"/>
                  </a:moveTo>
                  <a:lnTo>
                    <a:pt x="915611" y="914400"/>
                  </a:lnTo>
                  <a:lnTo>
                    <a:pt x="914400" y="91878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2179163" y="1757348"/>
              <a:ext cx="914400" cy="923369"/>
            </a:xfrm>
            <a:custGeom>
              <a:avLst/>
              <a:pathLst>
                <a:path w="914400" h="923369">
                  <a:moveTo>
                    <a:pt x="914400" y="914400"/>
                  </a:moveTo>
                  <a:lnTo>
                    <a:pt x="914400" y="923369"/>
                  </a:lnTo>
                  <a:lnTo>
                    <a:pt x="913451" y="921438"/>
                  </a:lnTo>
                  <a:lnTo>
                    <a:pt x="910340" y="914400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217916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82" y="931638"/>
                  </a:lnTo>
                  <a:lnTo>
                    <a:pt x="917368" y="929413"/>
                  </a:lnTo>
                  <a:lnTo>
                    <a:pt x="914400" y="923369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218842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219768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220695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221621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222547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223473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224399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225326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226252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227178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228104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229031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229957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230883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23180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23273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23366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23458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235514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236440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23736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238293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2392195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24014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24107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24199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24292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243850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244776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24570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2475555" y="17745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145" y="897161"/>
                  </a:lnTo>
                  <a:lnTo>
                    <a:pt x="914215" y="903484"/>
                  </a:lnTo>
                  <a:lnTo>
                    <a:pt x="914399" y="904119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2475555" y="1774587"/>
              <a:ext cx="917331" cy="914400"/>
            </a:xfrm>
            <a:custGeom>
              <a:avLst/>
              <a:pathLst>
                <a:path w="917331" h="914400">
                  <a:moveTo>
                    <a:pt x="914399" y="914400"/>
                  </a:moveTo>
                  <a:lnTo>
                    <a:pt x="914399" y="904119"/>
                  </a:lnTo>
                  <a:lnTo>
                    <a:pt x="916991" y="913060"/>
                  </a:lnTo>
                  <a:lnTo>
                    <a:pt x="917331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3142434" y="17573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950" y="931638"/>
                  </a:lnTo>
                  <a:lnTo>
                    <a:pt x="909180" y="929625"/>
                  </a:lnTo>
                  <a:lnTo>
                    <a:pt x="910669" y="919268"/>
                  </a:lnTo>
                  <a:lnTo>
                    <a:pt x="911517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314243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31516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31609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31702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31794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318874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319800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32072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3216532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322579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32350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32443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32535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32628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327210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328136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32906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329989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330915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331841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332767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333694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334620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335546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336472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337399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3383252" y="1774587"/>
              <a:ext cx="919708" cy="914400"/>
            </a:xfrm>
            <a:custGeom>
              <a:avLst/>
              <a:pathLst>
                <a:path w="91970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708" y="897161"/>
                  </a:lnTo>
                  <a:lnTo>
                    <a:pt x="918681" y="902071"/>
                  </a:lnTo>
                  <a:lnTo>
                    <a:pt x="916303" y="911895"/>
                  </a:lnTo>
                  <a:lnTo>
                    <a:pt x="915611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2169901" y="1740110"/>
              <a:ext cx="914400" cy="918327"/>
            </a:xfrm>
            <a:custGeom>
              <a:avLst/>
              <a:pathLst>
                <a:path w="914400" h="918327">
                  <a:moveTo>
                    <a:pt x="914400" y="914400"/>
                  </a:moveTo>
                  <a:lnTo>
                    <a:pt x="914400" y="918327"/>
                  </a:lnTo>
                  <a:lnTo>
                    <a:pt x="913005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216990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02" y="931638"/>
                  </a:lnTo>
                  <a:lnTo>
                    <a:pt x="919025" y="930332"/>
                  </a:lnTo>
                  <a:lnTo>
                    <a:pt x="915576" y="921640"/>
                  </a:lnTo>
                  <a:lnTo>
                    <a:pt x="914400" y="918327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217916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218842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219768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220695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221621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222547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223473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224399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225326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226252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227178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228104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229031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229957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230883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23180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23273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23366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23458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235514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236440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23736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238293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2392195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24014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24107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24199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24292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243850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244776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24570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2466292" y="1757348"/>
              <a:ext cx="921407" cy="914400"/>
            </a:xfrm>
            <a:custGeom>
              <a:avLst/>
              <a:pathLst>
                <a:path w="9214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64" y="897161"/>
                  </a:lnTo>
                  <a:lnTo>
                    <a:pt x="917135" y="902449"/>
                  </a:lnTo>
                  <a:lnTo>
                    <a:pt x="920435" y="911430"/>
                  </a:lnTo>
                  <a:lnTo>
                    <a:pt x="921407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3142434" y="17573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517" y="914400"/>
                  </a:lnTo>
                  <a:lnTo>
                    <a:pt x="912444" y="909069"/>
                  </a:lnTo>
                  <a:lnTo>
                    <a:pt x="914400" y="899549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3151697" y="17401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787"/>
                  </a:lnTo>
                  <a:lnTo>
                    <a:pt x="905239" y="916293"/>
                  </a:lnTo>
                  <a:lnTo>
                    <a:pt x="905359" y="915751"/>
                  </a:lnTo>
                  <a:lnTo>
                    <a:pt x="905480" y="915202"/>
                  </a:lnTo>
                  <a:lnTo>
                    <a:pt x="905602" y="914654"/>
                  </a:lnTo>
                  <a:lnTo>
                    <a:pt x="905658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31516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31609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31702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31794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318874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319800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32072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3216532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322579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32350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32443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32535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32628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327210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328136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32906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329989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330915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331841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332767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333694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334620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335546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336472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337399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3383252" y="1757348"/>
              <a:ext cx="922872" cy="914400"/>
            </a:xfrm>
            <a:custGeom>
              <a:avLst/>
              <a:pathLst>
                <a:path w="9228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872" y="897161"/>
                  </a:lnTo>
                  <a:lnTo>
                    <a:pt x="922596" y="899038"/>
                  </a:lnTo>
                  <a:lnTo>
                    <a:pt x="920780" y="909269"/>
                  </a:lnTo>
                  <a:lnTo>
                    <a:pt x="919708" y="914400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2169901" y="17228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005" y="931638"/>
                  </a:lnTo>
                  <a:lnTo>
                    <a:pt x="912375" y="929863"/>
                  </a:lnTo>
                  <a:lnTo>
                    <a:pt x="909432" y="920549"/>
                  </a:lnTo>
                  <a:lnTo>
                    <a:pt x="907714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216990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217916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218842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219768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220695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221621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222547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223473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224399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225326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226252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227178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228104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229031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229957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230883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23180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23273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23366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23458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235514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236440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23736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238293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2392195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24014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24107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24199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24292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243850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244776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2466292" y="17401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52" y="897161"/>
                  </a:lnTo>
                  <a:lnTo>
                    <a:pt x="909796" y="902755"/>
                  </a:lnTo>
                  <a:lnTo>
                    <a:pt x="913585" y="911042"/>
                  </a:lnTo>
                  <a:lnTo>
                    <a:pt x="914400" y="913026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2466292" y="1740110"/>
              <a:ext cx="914964" cy="914400"/>
            </a:xfrm>
            <a:custGeom>
              <a:avLst/>
              <a:pathLst>
                <a:path w="914964" h="914400">
                  <a:moveTo>
                    <a:pt x="914400" y="914400"/>
                  </a:moveTo>
                  <a:lnTo>
                    <a:pt x="914400" y="913026"/>
                  </a:lnTo>
                  <a:lnTo>
                    <a:pt x="914964" y="914400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3142434" y="1722871"/>
              <a:ext cx="914400" cy="921299"/>
            </a:xfrm>
            <a:custGeom>
              <a:avLst/>
              <a:pathLst>
                <a:path w="914400" h="921299">
                  <a:moveTo>
                    <a:pt x="914400" y="914400"/>
                  </a:moveTo>
                  <a:lnTo>
                    <a:pt x="914400" y="921299"/>
                  </a:lnTo>
                  <a:lnTo>
                    <a:pt x="911692" y="919372"/>
                  </a:lnTo>
                  <a:lnTo>
                    <a:pt x="906421" y="915025"/>
                  </a:lnTo>
                  <a:lnTo>
                    <a:pt x="905758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314243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20" y="931638"/>
                  </a:lnTo>
                  <a:lnTo>
                    <a:pt x="914985" y="931344"/>
                  </a:lnTo>
                  <a:lnTo>
                    <a:pt x="915107" y="930796"/>
                  </a:lnTo>
                  <a:lnTo>
                    <a:pt x="915228" y="930248"/>
                  </a:lnTo>
                  <a:lnTo>
                    <a:pt x="915350" y="929700"/>
                  </a:lnTo>
                  <a:lnTo>
                    <a:pt x="915471" y="929152"/>
                  </a:lnTo>
                  <a:lnTo>
                    <a:pt x="915593" y="928604"/>
                  </a:lnTo>
                  <a:lnTo>
                    <a:pt x="915714" y="928055"/>
                  </a:lnTo>
                  <a:lnTo>
                    <a:pt x="915836" y="927507"/>
                  </a:lnTo>
                  <a:lnTo>
                    <a:pt x="915957" y="926959"/>
                  </a:lnTo>
                  <a:lnTo>
                    <a:pt x="916079" y="926411"/>
                  </a:lnTo>
                  <a:lnTo>
                    <a:pt x="916200" y="925863"/>
                  </a:lnTo>
                  <a:lnTo>
                    <a:pt x="916322" y="925315"/>
                  </a:lnTo>
                  <a:lnTo>
                    <a:pt x="916444" y="924766"/>
                  </a:lnTo>
                  <a:lnTo>
                    <a:pt x="916565" y="924218"/>
                  </a:lnTo>
                  <a:lnTo>
                    <a:pt x="916687" y="923670"/>
                  </a:lnTo>
                  <a:lnTo>
                    <a:pt x="916829" y="923028"/>
                  </a:lnTo>
                  <a:lnTo>
                    <a:pt x="914400" y="921299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31516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31609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31702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31794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318874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319800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32072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3216532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322579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32350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32443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32535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32628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327210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328136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329063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329989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330915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331841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332767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333694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334620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335546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336472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337399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3383252" y="17401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024"/>
                  </a:lnTo>
                  <a:lnTo>
                    <a:pt x="922872" y="914400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3392514" y="1722871"/>
              <a:ext cx="918902" cy="926262"/>
            </a:xfrm>
            <a:custGeom>
              <a:avLst/>
              <a:pathLst>
                <a:path w="918902" h="926262">
                  <a:moveTo>
                    <a:pt x="914400" y="914400"/>
                  </a:moveTo>
                  <a:lnTo>
                    <a:pt x="918902" y="914400"/>
                  </a:lnTo>
                  <a:lnTo>
                    <a:pt x="918782" y="914665"/>
                  </a:lnTo>
                  <a:lnTo>
                    <a:pt x="914955" y="922323"/>
                  </a:lnTo>
                  <a:lnTo>
                    <a:pt x="914861" y="923122"/>
                  </a:lnTo>
                  <a:lnTo>
                    <a:pt x="914400" y="926262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2160639" y="1705633"/>
              <a:ext cx="914400" cy="921590"/>
            </a:xfrm>
            <a:custGeom>
              <a:avLst/>
              <a:pathLst>
                <a:path w="914400" h="921590">
                  <a:moveTo>
                    <a:pt x="914400" y="914400"/>
                  </a:moveTo>
                  <a:lnTo>
                    <a:pt x="914400" y="921590"/>
                  </a:lnTo>
                  <a:lnTo>
                    <a:pt x="913611" y="918366"/>
                  </a:lnTo>
                  <a:lnTo>
                    <a:pt x="912772" y="914400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216063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76" y="931638"/>
                  </a:lnTo>
                  <a:lnTo>
                    <a:pt x="916016" y="928201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216990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217916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218842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219768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220695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221621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222547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223473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224399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225326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226252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227178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228104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229031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22995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230883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23180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23273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23366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23458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235514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2364408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23736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238293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2392195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24014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24107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24199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24292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243850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2457030" y="17228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218" y="897161"/>
                  </a:lnTo>
                  <a:lnTo>
                    <a:pt x="910576" y="899252"/>
                  </a:lnTo>
                  <a:lnTo>
                    <a:pt x="911500" y="905821"/>
                  </a:lnTo>
                  <a:lnTo>
                    <a:pt x="914400" y="910955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2457030" y="1722871"/>
              <a:ext cx="916214" cy="914400"/>
            </a:xfrm>
            <a:custGeom>
              <a:avLst/>
              <a:pathLst>
                <a:path w="916214" h="914400">
                  <a:moveTo>
                    <a:pt x="914400" y="914400"/>
                  </a:moveTo>
                  <a:lnTo>
                    <a:pt x="914400" y="910955"/>
                  </a:lnTo>
                  <a:lnTo>
                    <a:pt x="915040" y="912090"/>
                  </a:lnTo>
                  <a:lnTo>
                    <a:pt x="916214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3123910" y="1705633"/>
              <a:ext cx="914400" cy="921591"/>
            </a:xfrm>
            <a:custGeom>
              <a:avLst/>
              <a:pathLst>
                <a:path w="914400" h="921591">
                  <a:moveTo>
                    <a:pt x="914400" y="914400"/>
                  </a:moveTo>
                  <a:lnTo>
                    <a:pt x="914400" y="921591"/>
                  </a:lnTo>
                  <a:lnTo>
                    <a:pt x="909954" y="916256"/>
                  </a:lnTo>
                  <a:lnTo>
                    <a:pt x="908571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3123910" y="1705633"/>
              <a:ext cx="923662" cy="931053"/>
            </a:xfrm>
            <a:custGeom>
              <a:avLst/>
              <a:pathLst>
                <a:path w="923662" h="93105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053"/>
                  </a:lnTo>
                  <a:lnTo>
                    <a:pt x="919802" y="927412"/>
                  </a:lnTo>
                  <a:lnTo>
                    <a:pt x="914800" y="922072"/>
                  </a:lnTo>
                  <a:lnTo>
                    <a:pt x="914400" y="921591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31331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20" y="931638"/>
                  </a:lnTo>
                  <a:lnTo>
                    <a:pt x="914400" y="931053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314243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31516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31609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31702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31794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318874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319800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32072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3216532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322579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32350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32443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32535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32628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327210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328136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329063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329989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330915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331841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332767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333694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334620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335546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336472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337399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338325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3392514" y="17228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522"/>
                  </a:lnTo>
                  <a:lnTo>
                    <a:pt x="922551" y="906277"/>
                  </a:lnTo>
                  <a:lnTo>
                    <a:pt x="918902" y="914400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3401777" y="1705633"/>
              <a:ext cx="916948" cy="920761"/>
            </a:xfrm>
            <a:custGeom>
              <a:avLst/>
              <a:pathLst>
                <a:path w="916948" h="920761">
                  <a:moveTo>
                    <a:pt x="914400" y="914400"/>
                  </a:moveTo>
                  <a:lnTo>
                    <a:pt x="916948" y="914400"/>
                  </a:lnTo>
                  <a:lnTo>
                    <a:pt x="916815" y="914768"/>
                  </a:lnTo>
                  <a:lnTo>
                    <a:pt x="914400" y="920761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2160639" y="16883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772" y="931638"/>
                  </a:lnTo>
                  <a:lnTo>
                    <a:pt x="911485" y="925550"/>
                  </a:lnTo>
                  <a:lnTo>
                    <a:pt x="909644" y="915302"/>
                  </a:lnTo>
                  <a:lnTo>
                    <a:pt x="909509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216063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216990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217916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218842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219768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220695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221621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222547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223473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224399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225326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226252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227178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22810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22903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22995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230883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23180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23273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23366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23458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235514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2364408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23736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238293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2392195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24014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24107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24199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24292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243850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2447768" y="1705633"/>
              <a:ext cx="919480" cy="914400"/>
            </a:xfrm>
            <a:custGeom>
              <a:avLst/>
              <a:pathLst>
                <a:path w="91948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6242" y="897161"/>
                  </a:lnTo>
                  <a:lnTo>
                    <a:pt x="918057" y="906094"/>
                  </a:lnTo>
                  <a:lnTo>
                    <a:pt x="919480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3114648" y="1688394"/>
              <a:ext cx="914400" cy="927009"/>
            </a:xfrm>
            <a:custGeom>
              <a:avLst/>
              <a:pathLst>
                <a:path w="914400" h="927009">
                  <a:moveTo>
                    <a:pt x="914400" y="914400"/>
                  </a:moveTo>
                  <a:lnTo>
                    <a:pt x="914400" y="927009"/>
                  </a:lnTo>
                  <a:lnTo>
                    <a:pt x="910043" y="920499"/>
                  </a:lnTo>
                  <a:lnTo>
                    <a:pt x="906369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31146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833" y="931638"/>
                  </a:lnTo>
                  <a:lnTo>
                    <a:pt x="914539" y="927218"/>
                  </a:lnTo>
                  <a:lnTo>
                    <a:pt x="914400" y="927009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31239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31331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314243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31516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31609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31702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31794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318874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319800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32072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3216532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322579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32350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32443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32535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32628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327210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328136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329063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329989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330915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331841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332767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333694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334620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335546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336472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337399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338325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339251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3401777" y="17056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80"/>
                  </a:lnTo>
                  <a:lnTo>
                    <a:pt x="922269" y="901517"/>
                  </a:lnTo>
                  <a:lnTo>
                    <a:pt x="921251" y="902054"/>
                  </a:lnTo>
                  <a:lnTo>
                    <a:pt x="920087" y="905686"/>
                  </a:lnTo>
                  <a:lnTo>
                    <a:pt x="916948" y="914400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3411039" y="1688394"/>
              <a:ext cx="921256" cy="918019"/>
            </a:xfrm>
            <a:custGeom>
              <a:avLst/>
              <a:pathLst>
                <a:path w="921256" h="918019">
                  <a:moveTo>
                    <a:pt x="914400" y="914400"/>
                  </a:moveTo>
                  <a:lnTo>
                    <a:pt x="921256" y="914400"/>
                  </a:lnTo>
                  <a:lnTo>
                    <a:pt x="920054" y="915034"/>
                  </a:lnTo>
                  <a:lnTo>
                    <a:pt x="918644" y="915778"/>
                  </a:lnTo>
                  <a:lnTo>
                    <a:pt x="917234" y="916522"/>
                  </a:lnTo>
                  <a:lnTo>
                    <a:pt x="915825" y="917266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2160639" y="16711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09" y="931638"/>
                  </a:lnTo>
                  <a:lnTo>
                    <a:pt x="908093" y="922128"/>
                  </a:lnTo>
                  <a:lnTo>
                    <a:pt x="907172" y="914400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216063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216990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217916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218842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219768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220695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221621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222547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223473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224399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225326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226252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22717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22810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22903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22995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230883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23180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23273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23366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23458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235514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2364408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23736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238293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2392195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24014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24107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24199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24292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2447768" y="168839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005" y="897161"/>
                  </a:lnTo>
                  <a:lnTo>
                    <a:pt x="913623" y="903135"/>
                  </a:lnTo>
                  <a:lnTo>
                    <a:pt x="914399" y="90642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2447768" y="1688394"/>
              <a:ext cx="916242" cy="914400"/>
            </a:xfrm>
            <a:custGeom>
              <a:avLst/>
              <a:pathLst>
                <a:path w="916242" h="914400">
                  <a:moveTo>
                    <a:pt x="914399" y="914400"/>
                  </a:moveTo>
                  <a:lnTo>
                    <a:pt x="914399" y="906420"/>
                  </a:lnTo>
                  <a:lnTo>
                    <a:pt x="915983" y="913125"/>
                  </a:lnTo>
                  <a:lnTo>
                    <a:pt x="916242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3105386" y="1671156"/>
              <a:ext cx="914400" cy="929483"/>
            </a:xfrm>
            <a:custGeom>
              <a:avLst/>
              <a:pathLst>
                <a:path w="914400" h="929483">
                  <a:moveTo>
                    <a:pt x="914400" y="914400"/>
                  </a:moveTo>
                  <a:lnTo>
                    <a:pt x="914400" y="929483"/>
                  </a:lnTo>
                  <a:lnTo>
                    <a:pt x="910904" y="923043"/>
                  </a:lnTo>
                  <a:lnTo>
                    <a:pt x="907022" y="915108"/>
                  </a:lnTo>
                  <a:lnTo>
                    <a:pt x="906710" y="914400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31053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32" y="931638"/>
                  </a:lnTo>
                  <a:lnTo>
                    <a:pt x="915002" y="930593"/>
                  </a:lnTo>
                  <a:lnTo>
                    <a:pt x="914400" y="929483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31146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31239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31331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314243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31516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31609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31702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31794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318874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319800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32072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3216532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322579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32350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32443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32535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32628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327210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328136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329063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329989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330915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331841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332767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333694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334620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335546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336472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337399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338325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339251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340177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3411039" y="16883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131"/>
                  </a:lnTo>
                  <a:lnTo>
                    <a:pt x="922875" y="913546"/>
                  </a:lnTo>
                  <a:lnTo>
                    <a:pt x="921464" y="914290"/>
                  </a:lnTo>
                  <a:lnTo>
                    <a:pt x="921256" y="914400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3420301" y="1671156"/>
              <a:ext cx="923662" cy="930370"/>
            </a:xfrm>
            <a:custGeom>
              <a:avLst/>
              <a:pathLst>
                <a:path w="923662" h="93037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925"/>
                  </a:lnTo>
                  <a:lnTo>
                    <a:pt x="921676" y="926274"/>
                  </a:lnTo>
                  <a:lnTo>
                    <a:pt x="916438" y="929295"/>
                  </a:lnTo>
                  <a:lnTo>
                    <a:pt x="915023" y="930041"/>
                  </a:lnTo>
                  <a:lnTo>
                    <a:pt x="914400" y="930370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3429563" y="1671156"/>
              <a:ext cx="923662" cy="924925"/>
            </a:xfrm>
            <a:custGeom>
              <a:avLst/>
              <a:pathLst>
                <a:path w="923662" h="92492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72"/>
                  </a:lnTo>
                  <a:lnTo>
                    <a:pt x="922617" y="918808"/>
                  </a:lnTo>
                  <a:lnTo>
                    <a:pt x="917565" y="922775"/>
                  </a:lnTo>
                  <a:lnTo>
                    <a:pt x="914400" y="924925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3438825" y="1671156"/>
              <a:ext cx="918275" cy="917872"/>
            </a:xfrm>
            <a:custGeom>
              <a:avLst/>
              <a:pathLst>
                <a:path w="918275" h="917872">
                  <a:moveTo>
                    <a:pt x="914400" y="914400"/>
                  </a:moveTo>
                  <a:lnTo>
                    <a:pt x="918275" y="914400"/>
                  </a:lnTo>
                  <a:lnTo>
                    <a:pt x="914400" y="917872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2160639" y="16539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172" y="931638"/>
                  </a:lnTo>
                  <a:lnTo>
                    <a:pt x="906836" y="928818"/>
                  </a:lnTo>
                  <a:lnTo>
                    <a:pt x="905877" y="918161"/>
                  </a:lnTo>
                  <a:lnTo>
                    <a:pt x="905646" y="914400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21606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21699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21791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218842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219768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220695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221621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222547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223473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224399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225326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22625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22717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22810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22903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22995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230883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23180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23273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23366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23458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235514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2364408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23736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238293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2392195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24014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24107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24199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24292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2438506" y="1671156"/>
              <a:ext cx="921267" cy="914400"/>
            </a:xfrm>
            <a:custGeom>
              <a:avLst/>
              <a:pathLst>
                <a:path w="92126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950" y="897161"/>
                  </a:lnTo>
                  <a:lnTo>
                    <a:pt x="917334" y="901158"/>
                  </a:lnTo>
                  <a:lnTo>
                    <a:pt x="920246" y="910629"/>
                  </a:lnTo>
                  <a:lnTo>
                    <a:pt x="921267" y="914400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3096123" y="1653917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629" y="924048"/>
                  </a:lnTo>
                  <a:lnTo>
                    <a:pt x="909209" y="915407"/>
                  </a:lnTo>
                  <a:lnTo>
                    <a:pt x="908852" y="914400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30961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972" y="931638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31053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31146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31239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31331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314243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31516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31609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31702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31794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318874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319800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32072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3216532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322579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32350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32443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32535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32628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327210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328136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329063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329989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330915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331841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332767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333694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334620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335546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336472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337399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338325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339251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340177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34110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34203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34295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659">
                <a:alpha val="100000"/>
              </a:srgbClr>
            </a:solidFill>
            <a:ln w="5420" cap="flat">
              <a:solidFill>
                <a:srgbClr val="63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3438825" y="16711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885"/>
                  </a:lnTo>
                  <a:lnTo>
                    <a:pt x="923113" y="909507"/>
                  </a:lnTo>
                  <a:lnTo>
                    <a:pt x="918275" y="914400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3448088" y="1653917"/>
              <a:ext cx="923662" cy="926123"/>
            </a:xfrm>
            <a:custGeom>
              <a:avLst/>
              <a:pathLst>
                <a:path w="923662" h="9261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12"/>
                  </a:lnTo>
                  <a:lnTo>
                    <a:pt x="923069" y="915701"/>
                  </a:lnTo>
                  <a:lnTo>
                    <a:pt x="918533" y="921435"/>
                  </a:lnTo>
                  <a:lnTo>
                    <a:pt x="914400" y="926123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3457350" y="1653917"/>
              <a:ext cx="914784" cy="914912"/>
            </a:xfrm>
            <a:custGeom>
              <a:avLst/>
              <a:pathLst>
                <a:path w="914784" h="914912">
                  <a:moveTo>
                    <a:pt x="914400" y="914400"/>
                  </a:moveTo>
                  <a:lnTo>
                    <a:pt x="914784" y="914400"/>
                  </a:lnTo>
                  <a:lnTo>
                    <a:pt x="914400" y="914912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2151377" y="1636679"/>
              <a:ext cx="914400" cy="922220"/>
            </a:xfrm>
            <a:custGeom>
              <a:avLst/>
              <a:pathLst>
                <a:path w="914400" h="922220">
                  <a:moveTo>
                    <a:pt x="914400" y="914400"/>
                  </a:moveTo>
                  <a:lnTo>
                    <a:pt x="914400" y="922220"/>
                  </a:lnTo>
                  <a:lnTo>
                    <a:pt x="914141" y="91440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21513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08" y="931638"/>
                  </a:lnTo>
                  <a:lnTo>
                    <a:pt x="914480" y="924664"/>
                  </a:lnTo>
                  <a:lnTo>
                    <a:pt x="914400" y="922220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21606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21699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21791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218842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21976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220695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221621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222547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223473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224399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22532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22625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22717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22810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22903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22995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230883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23180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23273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23366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23458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235514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2364408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23736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238293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2392195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24014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24107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24199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2438506" y="16539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34" y="897161"/>
                  </a:lnTo>
                  <a:lnTo>
                    <a:pt x="910725" y="900376"/>
                  </a:lnTo>
                  <a:lnTo>
                    <a:pt x="914157" y="909224"/>
                  </a:lnTo>
                  <a:lnTo>
                    <a:pt x="914400" y="909923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2438506" y="1653917"/>
              <a:ext cx="915950" cy="914400"/>
            </a:xfrm>
            <a:custGeom>
              <a:avLst/>
              <a:pathLst>
                <a:path w="915950" h="914400">
                  <a:moveTo>
                    <a:pt x="914400" y="914400"/>
                  </a:moveTo>
                  <a:lnTo>
                    <a:pt x="914400" y="909923"/>
                  </a:lnTo>
                  <a:lnTo>
                    <a:pt x="915950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3086861" y="1636679"/>
              <a:ext cx="914400" cy="920841"/>
            </a:xfrm>
            <a:custGeom>
              <a:avLst/>
              <a:pathLst>
                <a:path w="914400" h="920841">
                  <a:moveTo>
                    <a:pt x="914400" y="914400"/>
                  </a:moveTo>
                  <a:lnTo>
                    <a:pt x="914400" y="920841"/>
                  </a:lnTo>
                  <a:lnTo>
                    <a:pt x="912368" y="914400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30868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15" y="931638"/>
                  </a:lnTo>
                  <a:lnTo>
                    <a:pt x="915297" y="923686"/>
                  </a:lnTo>
                  <a:lnTo>
                    <a:pt x="914400" y="920841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30961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31053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31146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31239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31331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314243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31516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31609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31702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31794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318874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319800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32072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3216532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322579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32350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32443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32535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326284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327210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328136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329063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558">
                <a:alpha val="100000"/>
              </a:srgbClr>
            </a:solidFill>
            <a:ln w="5420" cap="flat">
              <a:solidFill>
                <a:srgbClr val="61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329989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330915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331841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332767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333694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334620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335546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336472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337399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338325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339251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34017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34110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34203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34295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343882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34480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3457350" y="16539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11"/>
                  </a:lnTo>
                  <a:lnTo>
                    <a:pt x="923046" y="907822"/>
                  </a:lnTo>
                  <a:lnTo>
                    <a:pt x="921821" y="908440"/>
                  </a:lnTo>
                  <a:lnTo>
                    <a:pt x="920596" y="909059"/>
                  </a:lnTo>
                  <a:lnTo>
                    <a:pt x="919371" y="909677"/>
                  </a:lnTo>
                  <a:lnTo>
                    <a:pt x="918147" y="910296"/>
                  </a:lnTo>
                  <a:lnTo>
                    <a:pt x="917693" y="910525"/>
                  </a:lnTo>
                  <a:lnTo>
                    <a:pt x="917551" y="910714"/>
                  </a:lnTo>
                  <a:lnTo>
                    <a:pt x="916305" y="912373"/>
                  </a:lnTo>
                  <a:lnTo>
                    <a:pt x="915060" y="914032"/>
                  </a:lnTo>
                  <a:lnTo>
                    <a:pt x="914784" y="914400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3466612" y="1636679"/>
              <a:ext cx="923662" cy="924749"/>
            </a:xfrm>
            <a:custGeom>
              <a:avLst/>
              <a:pathLst>
                <a:path w="923662" h="924749">
                  <a:moveTo>
                    <a:pt x="914400" y="914400"/>
                  </a:moveTo>
                  <a:lnTo>
                    <a:pt x="923662" y="914400"/>
                  </a:lnTo>
                  <a:lnTo>
                    <a:pt x="923587" y="920117"/>
                  </a:lnTo>
                  <a:lnTo>
                    <a:pt x="922361" y="920734"/>
                  </a:lnTo>
                  <a:lnTo>
                    <a:pt x="921135" y="921352"/>
                  </a:lnTo>
                  <a:lnTo>
                    <a:pt x="919910" y="921970"/>
                  </a:lnTo>
                  <a:lnTo>
                    <a:pt x="918684" y="922587"/>
                  </a:lnTo>
                  <a:lnTo>
                    <a:pt x="917459" y="923205"/>
                  </a:lnTo>
                  <a:lnTo>
                    <a:pt x="916234" y="923823"/>
                  </a:lnTo>
                  <a:lnTo>
                    <a:pt x="915008" y="924442"/>
                  </a:lnTo>
                  <a:lnTo>
                    <a:pt x="914400" y="924749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3475874" y="1636679"/>
              <a:ext cx="923662" cy="920079"/>
            </a:xfrm>
            <a:custGeom>
              <a:avLst/>
              <a:pathLst>
                <a:path w="923662" h="9200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186"/>
                  </a:lnTo>
                  <a:lnTo>
                    <a:pt x="919234" y="917646"/>
                  </a:lnTo>
                  <a:lnTo>
                    <a:pt x="918003" y="918265"/>
                  </a:lnTo>
                  <a:lnTo>
                    <a:pt x="916777" y="918882"/>
                  </a:lnTo>
                  <a:lnTo>
                    <a:pt x="915551" y="919499"/>
                  </a:lnTo>
                  <a:lnTo>
                    <a:pt x="914400" y="920079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3485137" y="1636679"/>
              <a:ext cx="915767" cy="915186"/>
            </a:xfrm>
            <a:custGeom>
              <a:avLst/>
              <a:pathLst>
                <a:path w="915767" h="915186">
                  <a:moveTo>
                    <a:pt x="914400" y="914400"/>
                  </a:moveTo>
                  <a:lnTo>
                    <a:pt x="915767" y="914400"/>
                  </a:lnTo>
                  <a:lnTo>
                    <a:pt x="915514" y="914567"/>
                  </a:lnTo>
                  <a:lnTo>
                    <a:pt x="914400" y="915186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2151377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41" y="931638"/>
                  </a:lnTo>
                  <a:lnTo>
                    <a:pt x="914124" y="931117"/>
                  </a:lnTo>
                  <a:lnTo>
                    <a:pt x="914070" y="920312"/>
                  </a:lnTo>
                  <a:lnTo>
                    <a:pt x="914207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21513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21606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21699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21791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218842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21976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22069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22162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222547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223473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224399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22532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22625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22717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22810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22903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22995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230883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23180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23273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23366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23458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235514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2364408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23736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238293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2392195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24014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24107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2429243" y="16366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347" y="897161"/>
                  </a:lnTo>
                  <a:lnTo>
                    <a:pt x="912396" y="900989"/>
                  </a:lnTo>
                  <a:lnTo>
                    <a:pt x="914400" y="905149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2429243" y="1636679"/>
              <a:ext cx="918597" cy="914400"/>
            </a:xfrm>
            <a:custGeom>
              <a:avLst/>
              <a:pathLst>
                <a:path w="918597" h="914400">
                  <a:moveTo>
                    <a:pt x="914400" y="914400"/>
                  </a:moveTo>
                  <a:lnTo>
                    <a:pt x="914400" y="905149"/>
                  </a:lnTo>
                  <a:lnTo>
                    <a:pt x="916310" y="909115"/>
                  </a:lnTo>
                  <a:lnTo>
                    <a:pt x="918597" y="914400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3086861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68" y="931638"/>
                  </a:lnTo>
                  <a:lnTo>
                    <a:pt x="909718" y="922148"/>
                  </a:lnTo>
                  <a:lnTo>
                    <a:pt x="907823" y="914400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30868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30961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31053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31146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31239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31331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314243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31516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31609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31702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31794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318874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319800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32072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3216532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322579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32350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32443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325358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326284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327210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328136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329063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329989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330915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331841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332767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333694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334620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335546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336472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337399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338325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339251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34017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34110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34203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34295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343882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34480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34573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34666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347587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3485137" y="16366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067"/>
                  </a:lnTo>
                  <a:lnTo>
                    <a:pt x="922143" y="910442"/>
                  </a:lnTo>
                  <a:lnTo>
                    <a:pt x="921508" y="910534"/>
                  </a:lnTo>
                  <a:lnTo>
                    <a:pt x="920962" y="910957"/>
                  </a:lnTo>
                  <a:lnTo>
                    <a:pt x="915767" y="914400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3494399" y="1619441"/>
              <a:ext cx="923662" cy="927305"/>
            </a:xfrm>
            <a:custGeom>
              <a:avLst/>
              <a:pathLst>
                <a:path w="923662" h="9273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520"/>
                  </a:lnTo>
                  <a:lnTo>
                    <a:pt x="918791" y="926221"/>
                  </a:lnTo>
                  <a:lnTo>
                    <a:pt x="914400" y="927305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3503661" y="1619441"/>
              <a:ext cx="923662" cy="924520"/>
            </a:xfrm>
            <a:custGeom>
              <a:avLst/>
              <a:pathLst>
                <a:path w="923662" h="9245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54"/>
                  </a:lnTo>
                  <a:lnTo>
                    <a:pt x="921179" y="921547"/>
                  </a:lnTo>
                  <a:lnTo>
                    <a:pt x="915387" y="924175"/>
                  </a:lnTo>
                  <a:lnTo>
                    <a:pt x="914400" y="924520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3512923" y="1619441"/>
              <a:ext cx="923662" cy="920154"/>
            </a:xfrm>
            <a:custGeom>
              <a:avLst/>
              <a:pathLst>
                <a:path w="923662" h="92015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628"/>
                  </a:lnTo>
                  <a:lnTo>
                    <a:pt x="922645" y="915254"/>
                  </a:lnTo>
                  <a:lnTo>
                    <a:pt x="920973" y="916283"/>
                  </a:lnTo>
                  <a:lnTo>
                    <a:pt x="919301" y="917312"/>
                  </a:lnTo>
                  <a:lnTo>
                    <a:pt x="917624" y="918345"/>
                  </a:lnTo>
                  <a:lnTo>
                    <a:pt x="914400" y="920154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3522185" y="1619441"/>
              <a:ext cx="914771" cy="914628"/>
            </a:xfrm>
            <a:custGeom>
              <a:avLst/>
              <a:pathLst>
                <a:path w="914771" h="914628">
                  <a:moveTo>
                    <a:pt x="914400" y="914400"/>
                  </a:moveTo>
                  <a:lnTo>
                    <a:pt x="914771" y="914400"/>
                  </a:lnTo>
                  <a:lnTo>
                    <a:pt x="914400" y="91462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2151377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207" y="914400"/>
                  </a:lnTo>
                  <a:lnTo>
                    <a:pt x="914319" y="909517"/>
                  </a:lnTo>
                  <a:lnTo>
                    <a:pt x="914341" y="908925"/>
                  </a:lnTo>
                  <a:lnTo>
                    <a:pt x="914364" y="908332"/>
                  </a:lnTo>
                  <a:lnTo>
                    <a:pt x="914386" y="907739"/>
                  </a:lnTo>
                  <a:lnTo>
                    <a:pt x="914400" y="907366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2160639" y="1602202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04"/>
                  </a:lnTo>
                  <a:lnTo>
                    <a:pt x="905145" y="924384"/>
                  </a:lnTo>
                  <a:lnTo>
                    <a:pt x="905168" y="923791"/>
                  </a:lnTo>
                  <a:lnTo>
                    <a:pt x="905190" y="923197"/>
                  </a:lnTo>
                  <a:lnTo>
                    <a:pt x="905212" y="922604"/>
                  </a:lnTo>
                  <a:lnTo>
                    <a:pt x="905234" y="922011"/>
                  </a:lnTo>
                  <a:lnTo>
                    <a:pt x="905256" y="921418"/>
                  </a:lnTo>
                  <a:lnTo>
                    <a:pt x="905278" y="920825"/>
                  </a:lnTo>
                  <a:lnTo>
                    <a:pt x="905300" y="920231"/>
                  </a:lnTo>
                  <a:lnTo>
                    <a:pt x="905322" y="919638"/>
                  </a:lnTo>
                  <a:lnTo>
                    <a:pt x="905344" y="919045"/>
                  </a:lnTo>
                  <a:lnTo>
                    <a:pt x="905366" y="918452"/>
                  </a:lnTo>
                  <a:lnTo>
                    <a:pt x="905388" y="917858"/>
                  </a:lnTo>
                  <a:lnTo>
                    <a:pt x="905411" y="917265"/>
                  </a:lnTo>
                  <a:lnTo>
                    <a:pt x="905433" y="916672"/>
                  </a:lnTo>
                  <a:lnTo>
                    <a:pt x="905455" y="916079"/>
                  </a:lnTo>
                  <a:lnTo>
                    <a:pt x="905477" y="915486"/>
                  </a:lnTo>
                  <a:lnTo>
                    <a:pt x="905499" y="914892"/>
                  </a:lnTo>
                  <a:lnTo>
                    <a:pt x="905517" y="914399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21606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21699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21791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218842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21976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22069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22162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222547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22347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22439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22532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22625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22717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22810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22903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22995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230883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23180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23273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23366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23458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235514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2364408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23736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238293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2392195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24014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2419981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181" y="897161"/>
                  </a:lnTo>
                  <a:lnTo>
                    <a:pt x="913168" y="903183"/>
                  </a:lnTo>
                  <a:lnTo>
                    <a:pt x="914400" y="905252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2419981" y="1619441"/>
              <a:ext cx="919609" cy="914400"/>
            </a:xfrm>
            <a:custGeom>
              <a:avLst/>
              <a:pathLst>
                <a:path w="919609" h="914400">
                  <a:moveTo>
                    <a:pt x="914400" y="914400"/>
                  </a:moveTo>
                  <a:lnTo>
                    <a:pt x="914400" y="905252"/>
                  </a:lnTo>
                  <a:lnTo>
                    <a:pt x="917520" y="910497"/>
                  </a:lnTo>
                  <a:lnTo>
                    <a:pt x="919609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3077599" y="1602202"/>
              <a:ext cx="914400" cy="919205"/>
            </a:xfrm>
            <a:custGeom>
              <a:avLst/>
              <a:pathLst>
                <a:path w="914400" h="919205">
                  <a:moveTo>
                    <a:pt x="914400" y="914399"/>
                  </a:moveTo>
                  <a:lnTo>
                    <a:pt x="914400" y="919205"/>
                  </a:lnTo>
                  <a:lnTo>
                    <a:pt x="913534" y="914399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30775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7085" y="931638"/>
                  </a:lnTo>
                  <a:lnTo>
                    <a:pt x="916591" y="929619"/>
                  </a:lnTo>
                  <a:lnTo>
                    <a:pt x="914477" y="919635"/>
                  </a:lnTo>
                  <a:lnTo>
                    <a:pt x="914400" y="919205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30868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30961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31053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31146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31239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31331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314243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31516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31609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31702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31794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318874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319800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32072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3216532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322579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32350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324431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325358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326284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327210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328136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329063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329989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330915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331841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659">
                <a:alpha val="100000"/>
              </a:srgbClr>
            </a:solidFill>
            <a:ln w="5420" cap="flat">
              <a:solidFill>
                <a:srgbClr val="63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332767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333694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334620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335546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336472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337399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338325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339251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340177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34110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34203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34295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343882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34480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34573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34666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347587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A">
                <a:alpha val="100000"/>
              </a:srgbClr>
            </a:solidFill>
            <a:ln w="5420" cap="flat">
              <a:solidFill>
                <a:srgbClr val="68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34851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34943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35036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35129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3522185" y="16194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936"/>
                  </a:lnTo>
                  <a:lnTo>
                    <a:pt x="923421" y="909084"/>
                  </a:lnTo>
                  <a:lnTo>
                    <a:pt x="921747" y="910112"/>
                  </a:lnTo>
                  <a:lnTo>
                    <a:pt x="920074" y="911140"/>
                  </a:lnTo>
                  <a:lnTo>
                    <a:pt x="918401" y="912168"/>
                  </a:lnTo>
                  <a:lnTo>
                    <a:pt x="916728" y="913196"/>
                  </a:lnTo>
                  <a:lnTo>
                    <a:pt x="915055" y="914225"/>
                  </a:lnTo>
                  <a:lnTo>
                    <a:pt x="914771" y="914400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3531448" y="1602202"/>
              <a:ext cx="923662" cy="926175"/>
            </a:xfrm>
            <a:custGeom>
              <a:avLst/>
              <a:pathLst>
                <a:path w="923662" h="92617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495"/>
                  </a:lnTo>
                  <a:lnTo>
                    <a:pt x="922532" y="921187"/>
                  </a:lnTo>
                  <a:lnTo>
                    <a:pt x="920857" y="922214"/>
                  </a:lnTo>
                  <a:lnTo>
                    <a:pt x="919182" y="923241"/>
                  </a:lnTo>
                  <a:lnTo>
                    <a:pt x="917507" y="924268"/>
                  </a:lnTo>
                  <a:lnTo>
                    <a:pt x="915833" y="925295"/>
                  </a:lnTo>
                  <a:lnTo>
                    <a:pt x="914400" y="926175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3540710" y="1602202"/>
              <a:ext cx="923494" cy="920495"/>
            </a:xfrm>
            <a:custGeom>
              <a:avLst/>
              <a:pathLst>
                <a:path w="923494" h="920495">
                  <a:moveTo>
                    <a:pt x="914400" y="914399"/>
                  </a:moveTo>
                  <a:lnTo>
                    <a:pt x="923494" y="914399"/>
                  </a:lnTo>
                  <a:lnTo>
                    <a:pt x="921276" y="916070"/>
                  </a:lnTo>
                  <a:lnTo>
                    <a:pt x="916627" y="919131"/>
                  </a:lnTo>
                  <a:lnTo>
                    <a:pt x="914946" y="920161"/>
                  </a:lnTo>
                  <a:lnTo>
                    <a:pt x="914400" y="920495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216063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21" y="931538"/>
                  </a:lnTo>
                  <a:lnTo>
                    <a:pt x="905543" y="930944"/>
                  </a:lnTo>
                  <a:lnTo>
                    <a:pt x="905565" y="930351"/>
                  </a:lnTo>
                  <a:lnTo>
                    <a:pt x="905587" y="929758"/>
                  </a:lnTo>
                  <a:lnTo>
                    <a:pt x="905610" y="929165"/>
                  </a:lnTo>
                  <a:lnTo>
                    <a:pt x="905632" y="928571"/>
                  </a:lnTo>
                  <a:lnTo>
                    <a:pt x="905654" y="927978"/>
                  </a:lnTo>
                  <a:lnTo>
                    <a:pt x="905676" y="927385"/>
                  </a:lnTo>
                  <a:lnTo>
                    <a:pt x="905698" y="926792"/>
                  </a:lnTo>
                  <a:lnTo>
                    <a:pt x="905720" y="926199"/>
                  </a:lnTo>
                  <a:lnTo>
                    <a:pt x="905742" y="925605"/>
                  </a:lnTo>
                  <a:lnTo>
                    <a:pt x="905764" y="925012"/>
                  </a:lnTo>
                  <a:lnTo>
                    <a:pt x="905994" y="920473"/>
                  </a:lnTo>
                  <a:lnTo>
                    <a:pt x="905975" y="920322"/>
                  </a:lnTo>
                  <a:lnTo>
                    <a:pt x="905700" y="918137"/>
                  </a:lnTo>
                  <a:lnTo>
                    <a:pt x="905424" y="915953"/>
                  </a:lnTo>
                  <a:lnTo>
                    <a:pt x="905229" y="914399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21606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21699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21791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218842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21976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22069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22162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222547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22347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22439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22532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22625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22717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22810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22903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22995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230883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23180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23273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23366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23458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235514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2364408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23736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238293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2392195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2410719" y="1602202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7078" y="897161"/>
                  </a:lnTo>
                  <a:lnTo>
                    <a:pt x="907567" y="900478"/>
                  </a:lnTo>
                  <a:lnTo>
                    <a:pt x="908220" y="901179"/>
                  </a:lnTo>
                  <a:lnTo>
                    <a:pt x="913136" y="907125"/>
                  </a:lnTo>
                  <a:lnTo>
                    <a:pt x="914400" y="908835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2410719" y="1602202"/>
              <a:ext cx="918444" cy="914399"/>
            </a:xfrm>
            <a:custGeom>
              <a:avLst/>
              <a:pathLst>
                <a:path w="918444" h="914399">
                  <a:moveTo>
                    <a:pt x="914400" y="914399"/>
                  </a:moveTo>
                  <a:lnTo>
                    <a:pt x="914400" y="908835"/>
                  </a:lnTo>
                  <a:lnTo>
                    <a:pt x="917878" y="913545"/>
                  </a:lnTo>
                  <a:lnTo>
                    <a:pt x="918444" y="914399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307759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3534" y="931638"/>
                  </a:lnTo>
                  <a:lnTo>
                    <a:pt x="912644" y="926698"/>
                  </a:lnTo>
                  <a:lnTo>
                    <a:pt x="911097" y="916360"/>
                  </a:lnTo>
                  <a:lnTo>
                    <a:pt x="910861" y="914399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30775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30868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30961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31053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31146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31239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31331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314243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31516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31609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31702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31794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318874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319800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32072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3216532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322579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323505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324431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325358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326284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659">
                <a:alpha val="100000"/>
              </a:srgbClr>
            </a:solidFill>
            <a:ln w="5420" cap="flat">
              <a:solidFill>
                <a:srgbClr val="63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327210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328136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329063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329989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330915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331841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332767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333694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334620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335546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336472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337399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338325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339251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340177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34110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34203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34295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343882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34480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34573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34666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347587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34851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34943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35036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35129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352218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35314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3540710" y="160220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73"/>
                  </a:lnTo>
                  <a:lnTo>
                    <a:pt x="923494" y="914399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3549972" y="1584964"/>
              <a:ext cx="923662" cy="931512"/>
            </a:xfrm>
            <a:custGeom>
              <a:avLst/>
              <a:pathLst>
                <a:path w="923662" h="931512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715"/>
                  </a:lnTo>
                  <a:lnTo>
                    <a:pt x="922489" y="924771"/>
                  </a:lnTo>
                  <a:lnTo>
                    <a:pt x="921068" y="926052"/>
                  </a:lnTo>
                  <a:lnTo>
                    <a:pt x="916584" y="929867"/>
                  </a:lnTo>
                  <a:lnTo>
                    <a:pt x="914400" y="931512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3559234" y="1584964"/>
              <a:ext cx="923662" cy="923715"/>
            </a:xfrm>
            <a:custGeom>
              <a:avLst/>
              <a:pathLst>
                <a:path w="923662" h="9237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381"/>
                  </a:lnTo>
                  <a:lnTo>
                    <a:pt x="923138" y="915851"/>
                  </a:lnTo>
                  <a:lnTo>
                    <a:pt x="921721" y="917125"/>
                  </a:lnTo>
                  <a:lnTo>
                    <a:pt x="920305" y="918399"/>
                  </a:lnTo>
                  <a:lnTo>
                    <a:pt x="918889" y="919673"/>
                  </a:lnTo>
                  <a:lnTo>
                    <a:pt x="917473" y="920947"/>
                  </a:lnTo>
                  <a:lnTo>
                    <a:pt x="916057" y="922222"/>
                  </a:lnTo>
                  <a:lnTo>
                    <a:pt x="914642" y="923496"/>
                  </a:lnTo>
                  <a:lnTo>
                    <a:pt x="914400" y="923715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3568497" y="1584964"/>
              <a:ext cx="915845" cy="915381"/>
            </a:xfrm>
            <a:custGeom>
              <a:avLst/>
              <a:pathLst>
                <a:path w="915845" h="915381">
                  <a:moveTo>
                    <a:pt x="914400" y="914399"/>
                  </a:moveTo>
                  <a:lnTo>
                    <a:pt x="915845" y="914399"/>
                  </a:lnTo>
                  <a:lnTo>
                    <a:pt x="915105" y="914746"/>
                  </a:lnTo>
                  <a:lnTo>
                    <a:pt x="914400" y="915381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2151377" y="1567725"/>
              <a:ext cx="914400" cy="930912"/>
            </a:xfrm>
            <a:custGeom>
              <a:avLst/>
              <a:pathLst>
                <a:path w="914400" h="930912">
                  <a:moveTo>
                    <a:pt x="914400" y="914400"/>
                  </a:moveTo>
                  <a:lnTo>
                    <a:pt x="914400" y="930912"/>
                  </a:lnTo>
                  <a:lnTo>
                    <a:pt x="914136" y="928822"/>
                  </a:lnTo>
                  <a:lnTo>
                    <a:pt x="913861" y="926638"/>
                  </a:lnTo>
                  <a:lnTo>
                    <a:pt x="913585" y="924453"/>
                  </a:lnTo>
                  <a:lnTo>
                    <a:pt x="913310" y="922269"/>
                  </a:lnTo>
                  <a:lnTo>
                    <a:pt x="913034" y="920084"/>
                  </a:lnTo>
                  <a:lnTo>
                    <a:pt x="912758" y="917900"/>
                  </a:lnTo>
                  <a:lnTo>
                    <a:pt x="912481" y="915707"/>
                  </a:lnTo>
                  <a:lnTo>
                    <a:pt x="912334" y="914400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21513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91" y="931638"/>
                  </a:lnTo>
                  <a:lnTo>
                    <a:pt x="914400" y="930912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21606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21699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21791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218842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21976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22069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22162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222547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22347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22439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22532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22625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22717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22810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22903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22995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230883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23180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23273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23366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23458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235514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2364408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23736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238293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2401457" y="1584964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426" y="897161"/>
                  </a:lnTo>
                  <a:lnTo>
                    <a:pt x="913591" y="897942"/>
                  </a:lnTo>
                  <a:lnTo>
                    <a:pt x="914400" y="902473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2401457" y="1584964"/>
              <a:ext cx="916340" cy="914399"/>
            </a:xfrm>
            <a:custGeom>
              <a:avLst/>
              <a:pathLst>
                <a:path w="916340" h="914399">
                  <a:moveTo>
                    <a:pt x="914400" y="914399"/>
                  </a:moveTo>
                  <a:lnTo>
                    <a:pt x="914400" y="902473"/>
                  </a:lnTo>
                  <a:lnTo>
                    <a:pt x="915441" y="908307"/>
                  </a:lnTo>
                  <a:lnTo>
                    <a:pt x="916340" y="914399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3077599" y="15677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61" y="931638"/>
                  </a:lnTo>
                  <a:lnTo>
                    <a:pt x="909840" y="923125"/>
                  </a:lnTo>
                  <a:lnTo>
                    <a:pt x="909045" y="914400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30775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30868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30961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31053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31146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31239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31331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31424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31516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31609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31702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31794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318874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319800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659">
                <a:alpha val="100000"/>
              </a:srgbClr>
            </a:solidFill>
            <a:ln w="5420" cap="flat">
              <a:solidFill>
                <a:srgbClr val="63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32072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3216532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322579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323505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324431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325358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326284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327210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328136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329063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329989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330915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331841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332767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333694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334620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335546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336472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337399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338325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339251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34017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34110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34203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34295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343882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34480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34573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34666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347587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34851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34943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35036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35129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352218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35314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35407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35499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35592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3568497" y="1584964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571" y="910782"/>
                  </a:lnTo>
                  <a:lnTo>
                    <a:pt x="922494" y="911286"/>
                  </a:lnTo>
                  <a:lnTo>
                    <a:pt x="921417" y="911790"/>
                  </a:lnTo>
                  <a:lnTo>
                    <a:pt x="920340" y="912294"/>
                  </a:lnTo>
                  <a:lnTo>
                    <a:pt x="919264" y="912798"/>
                  </a:lnTo>
                  <a:lnTo>
                    <a:pt x="918187" y="913303"/>
                  </a:lnTo>
                  <a:lnTo>
                    <a:pt x="917110" y="913807"/>
                  </a:lnTo>
                  <a:lnTo>
                    <a:pt x="916034" y="914311"/>
                  </a:lnTo>
                  <a:lnTo>
                    <a:pt x="915845" y="914399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3577759" y="1567725"/>
              <a:ext cx="923662" cy="927979"/>
            </a:xfrm>
            <a:custGeom>
              <a:avLst/>
              <a:pathLst>
                <a:path w="923662" h="9279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652"/>
                  </a:lnTo>
                  <a:lnTo>
                    <a:pt x="922929" y="923993"/>
                  </a:lnTo>
                  <a:lnTo>
                    <a:pt x="921852" y="924496"/>
                  </a:lnTo>
                  <a:lnTo>
                    <a:pt x="920774" y="925000"/>
                  </a:lnTo>
                  <a:lnTo>
                    <a:pt x="919696" y="925503"/>
                  </a:lnTo>
                  <a:lnTo>
                    <a:pt x="918619" y="926006"/>
                  </a:lnTo>
                  <a:lnTo>
                    <a:pt x="917541" y="926510"/>
                  </a:lnTo>
                  <a:lnTo>
                    <a:pt x="916464" y="927013"/>
                  </a:lnTo>
                  <a:lnTo>
                    <a:pt x="915386" y="927517"/>
                  </a:lnTo>
                  <a:lnTo>
                    <a:pt x="914400" y="927979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3587021" y="1567725"/>
              <a:ext cx="923662" cy="923652"/>
            </a:xfrm>
            <a:custGeom>
              <a:avLst/>
              <a:pathLst>
                <a:path w="923662" h="92365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151"/>
                  </a:lnTo>
                  <a:lnTo>
                    <a:pt x="920140" y="920975"/>
                  </a:lnTo>
                  <a:lnTo>
                    <a:pt x="919058" y="921479"/>
                  </a:lnTo>
                  <a:lnTo>
                    <a:pt x="917980" y="921982"/>
                  </a:lnTo>
                  <a:lnTo>
                    <a:pt x="916901" y="922484"/>
                  </a:lnTo>
                  <a:lnTo>
                    <a:pt x="915823" y="922987"/>
                  </a:lnTo>
                  <a:lnTo>
                    <a:pt x="914745" y="923490"/>
                  </a:lnTo>
                  <a:lnTo>
                    <a:pt x="914400" y="923652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3596283" y="1567725"/>
              <a:ext cx="922301" cy="919151"/>
            </a:xfrm>
            <a:custGeom>
              <a:avLst/>
              <a:pathLst>
                <a:path w="922301" h="919151">
                  <a:moveTo>
                    <a:pt x="914400" y="914400"/>
                  </a:moveTo>
                  <a:lnTo>
                    <a:pt x="922301" y="914400"/>
                  </a:lnTo>
                  <a:lnTo>
                    <a:pt x="921953" y="914655"/>
                  </a:lnTo>
                  <a:lnTo>
                    <a:pt x="916460" y="918084"/>
                  </a:lnTo>
                  <a:lnTo>
                    <a:pt x="914400" y="919151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2151377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4" y="931638"/>
                  </a:lnTo>
                  <a:lnTo>
                    <a:pt x="911371" y="923082"/>
                  </a:lnTo>
                  <a:lnTo>
                    <a:pt x="910628" y="914399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21513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21606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21699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21791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218842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21976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22069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22162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222547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22347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22439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22532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22625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22717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22810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22903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22995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230883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23180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23273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23366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23458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235514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2364408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23736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238293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2392195" y="1567725"/>
              <a:ext cx="922688" cy="914400"/>
            </a:xfrm>
            <a:custGeom>
              <a:avLst/>
              <a:pathLst>
                <a:path w="922688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795" y="897161"/>
                  </a:lnTo>
                  <a:lnTo>
                    <a:pt x="920711" y="905012"/>
                  </a:lnTo>
                  <a:lnTo>
                    <a:pt x="922688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3077599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9045" y="931638"/>
                  </a:lnTo>
                  <a:lnTo>
                    <a:pt x="908876" y="929783"/>
                  </a:lnTo>
                  <a:lnTo>
                    <a:pt x="908209" y="919123"/>
                  </a:lnTo>
                  <a:lnTo>
                    <a:pt x="908046" y="914399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30775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30868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30961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31053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659">
                <a:alpha val="100000"/>
              </a:srgbClr>
            </a:solidFill>
            <a:ln w="5420" cap="flat">
              <a:solidFill>
                <a:srgbClr val="63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31146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31239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31331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31424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31516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31609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31702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31794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318874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319800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32072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3216532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322579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323505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324431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325358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326284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327210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328136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329063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329989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330915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331841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332767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333694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334620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335546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336472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337399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338325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339251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34017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34110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34203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34295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343882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34480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34573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34666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347587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34851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34943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35036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35129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352218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35314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35407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35499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35592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35684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35777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35870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3596283" y="15677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401"/>
                  </a:lnTo>
                  <a:lnTo>
                    <a:pt x="922301" y="9144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3605545" y="1550487"/>
              <a:ext cx="923662" cy="930639"/>
            </a:xfrm>
            <a:custGeom>
              <a:avLst/>
              <a:pathLst>
                <a:path w="923662" h="930639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163"/>
                  </a:lnTo>
                  <a:lnTo>
                    <a:pt x="923353" y="923462"/>
                  </a:lnTo>
                  <a:lnTo>
                    <a:pt x="918081" y="927937"/>
                  </a:lnTo>
                  <a:lnTo>
                    <a:pt x="914400" y="930639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3614808" y="1550487"/>
              <a:ext cx="922956" cy="923163"/>
            </a:xfrm>
            <a:custGeom>
              <a:avLst/>
              <a:pathLst>
                <a:path w="922956" h="923163">
                  <a:moveTo>
                    <a:pt x="914400" y="914399"/>
                  </a:moveTo>
                  <a:lnTo>
                    <a:pt x="922956" y="914399"/>
                  </a:lnTo>
                  <a:lnTo>
                    <a:pt x="919230" y="918483"/>
                  </a:lnTo>
                  <a:lnTo>
                    <a:pt x="914400" y="923163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2142115" y="1533248"/>
              <a:ext cx="914400" cy="919434"/>
            </a:xfrm>
            <a:custGeom>
              <a:avLst/>
              <a:pathLst>
                <a:path w="914400" h="919434">
                  <a:moveTo>
                    <a:pt x="914400" y="914399"/>
                  </a:moveTo>
                  <a:lnTo>
                    <a:pt x="914400" y="919434"/>
                  </a:lnTo>
                  <a:lnTo>
                    <a:pt x="912019" y="917566"/>
                  </a:lnTo>
                  <a:lnTo>
                    <a:pt x="908500" y="914399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214211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891" y="931638"/>
                  </a:lnTo>
                  <a:lnTo>
                    <a:pt x="919782" y="930369"/>
                  </a:lnTo>
                  <a:lnTo>
                    <a:pt x="919354" y="923093"/>
                  </a:lnTo>
                  <a:lnTo>
                    <a:pt x="917264" y="921682"/>
                  </a:lnTo>
                  <a:lnTo>
                    <a:pt x="914400" y="919434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21513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21606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21699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21791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218842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21976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22069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22162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222547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22347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22439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22532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22625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22717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22810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22903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22995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230883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23180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23273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23366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23458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235514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2364408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23736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2392195" y="1550487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853" y="897161"/>
                  </a:lnTo>
                  <a:lnTo>
                    <a:pt x="914399" y="898889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2392195" y="1550487"/>
              <a:ext cx="918795" cy="914399"/>
            </a:xfrm>
            <a:custGeom>
              <a:avLst/>
              <a:pathLst>
                <a:path w="918795" h="914399">
                  <a:moveTo>
                    <a:pt x="914399" y="914399"/>
                  </a:moveTo>
                  <a:lnTo>
                    <a:pt x="914399" y="898889"/>
                  </a:lnTo>
                  <a:lnTo>
                    <a:pt x="915578" y="902616"/>
                  </a:lnTo>
                  <a:lnTo>
                    <a:pt x="918284" y="912307"/>
                  </a:lnTo>
                  <a:lnTo>
                    <a:pt x="918795" y="914399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3077599" y="1533248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046" y="931638"/>
                  </a:lnTo>
                  <a:lnTo>
                    <a:pt x="907840" y="925652"/>
                  </a:lnTo>
                  <a:lnTo>
                    <a:pt x="907769" y="914921"/>
                  </a:lnTo>
                  <a:lnTo>
                    <a:pt x="907780" y="914399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30775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30868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30961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31053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31146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31239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31331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31424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31516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31609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31702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31794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31887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319800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32072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3216532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322579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323505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324431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325358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326284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327210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328136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329063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329989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330915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331841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332767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333694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334620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335546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336472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337399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338325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339251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34017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34110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34203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34295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343882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34480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34573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34666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347587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34851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34943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35036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35129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352218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35314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35407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35499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35592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35684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35777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35870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35962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36055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3614808" y="1550487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627"/>
                  </a:lnTo>
                  <a:lnTo>
                    <a:pt x="922956" y="914399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3624070" y="1533248"/>
              <a:ext cx="923662" cy="930865"/>
            </a:xfrm>
            <a:custGeom>
              <a:avLst/>
              <a:pathLst>
                <a:path w="923662" h="9308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022"/>
                  </a:lnTo>
                  <a:lnTo>
                    <a:pt x="921688" y="922437"/>
                  </a:lnTo>
                  <a:lnTo>
                    <a:pt x="920001" y="924396"/>
                  </a:lnTo>
                  <a:lnTo>
                    <a:pt x="918323" y="926343"/>
                  </a:lnTo>
                  <a:lnTo>
                    <a:pt x="916647" y="928291"/>
                  </a:lnTo>
                  <a:lnTo>
                    <a:pt x="914961" y="930250"/>
                  </a:lnTo>
                  <a:lnTo>
                    <a:pt x="914400" y="930865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3633332" y="1533248"/>
              <a:ext cx="918789" cy="920022"/>
            </a:xfrm>
            <a:custGeom>
              <a:avLst/>
              <a:pathLst>
                <a:path w="918789" h="920022">
                  <a:moveTo>
                    <a:pt x="914400" y="914399"/>
                  </a:moveTo>
                  <a:lnTo>
                    <a:pt x="918789" y="914399"/>
                  </a:lnTo>
                  <a:lnTo>
                    <a:pt x="916892" y="916972"/>
                  </a:lnTo>
                  <a:lnTo>
                    <a:pt x="914400" y="920022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2123590" y="1516010"/>
              <a:ext cx="914400" cy="918019"/>
            </a:xfrm>
            <a:custGeom>
              <a:avLst/>
              <a:pathLst>
                <a:path w="914400" h="918019">
                  <a:moveTo>
                    <a:pt x="914400" y="914400"/>
                  </a:moveTo>
                  <a:lnTo>
                    <a:pt x="914400" y="918019"/>
                  </a:lnTo>
                  <a:lnTo>
                    <a:pt x="911581" y="9144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2123590" y="1516010"/>
              <a:ext cx="923662" cy="928401"/>
            </a:xfrm>
            <a:custGeom>
              <a:avLst/>
              <a:pathLst>
                <a:path w="923662" h="92840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401"/>
                  </a:lnTo>
                  <a:lnTo>
                    <a:pt x="920429" y="925102"/>
                  </a:lnTo>
                  <a:lnTo>
                    <a:pt x="915585" y="919541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21328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62" y="931638"/>
                  </a:lnTo>
                  <a:lnTo>
                    <a:pt x="916157" y="930194"/>
                  </a:lnTo>
                  <a:lnTo>
                    <a:pt x="914400" y="928401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214211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21513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21606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21699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21791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218842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21976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22069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22162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222547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22347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22439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22532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22625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22717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22810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22903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22995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230883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23180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23273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23366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23458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235514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2364408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23736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2382932" y="1533248"/>
              <a:ext cx="923115" cy="914399"/>
            </a:xfrm>
            <a:custGeom>
              <a:avLst/>
              <a:pathLst>
                <a:path w="92311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963" y="897161"/>
                  </a:lnTo>
                  <a:lnTo>
                    <a:pt x="918624" y="901335"/>
                  </a:lnTo>
                  <a:lnTo>
                    <a:pt x="921864" y="910442"/>
                  </a:lnTo>
                  <a:lnTo>
                    <a:pt x="923115" y="914399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3077599" y="15160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780" y="931638"/>
                  </a:lnTo>
                  <a:lnTo>
                    <a:pt x="907998" y="921436"/>
                  </a:lnTo>
                  <a:lnTo>
                    <a:pt x="908345" y="914400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30775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30868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30961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31053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31146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31239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31331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31424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31516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31609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31702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31794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31887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31980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32072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3216532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322579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323505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324431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325358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326284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327210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328136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329063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329989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330915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331841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332767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333694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334620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335546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336472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337399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33832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339251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34017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34110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34203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34295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343882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34480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34573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34666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347587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34851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34943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35036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35129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352218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35314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35407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35499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35592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35684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35777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35870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35962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36055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36148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36240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3633332" y="153324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443"/>
                  </a:lnTo>
                  <a:lnTo>
                    <a:pt x="921212" y="911114"/>
                  </a:lnTo>
                  <a:lnTo>
                    <a:pt x="918789" y="914399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3642594" y="1516010"/>
              <a:ext cx="920751" cy="924681"/>
            </a:xfrm>
            <a:custGeom>
              <a:avLst/>
              <a:pathLst>
                <a:path w="920751" h="924681">
                  <a:moveTo>
                    <a:pt x="914400" y="914400"/>
                  </a:moveTo>
                  <a:lnTo>
                    <a:pt x="920751" y="914400"/>
                  </a:lnTo>
                  <a:lnTo>
                    <a:pt x="920110" y="915510"/>
                  </a:lnTo>
                  <a:lnTo>
                    <a:pt x="916113" y="922114"/>
                  </a:lnTo>
                  <a:lnTo>
                    <a:pt x="914400" y="924681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2114328" y="1498771"/>
              <a:ext cx="914400" cy="922326"/>
            </a:xfrm>
            <a:custGeom>
              <a:avLst/>
              <a:pathLst>
                <a:path w="914400" h="922326">
                  <a:moveTo>
                    <a:pt x="914400" y="914400"/>
                  </a:moveTo>
                  <a:lnTo>
                    <a:pt x="914400" y="922326"/>
                  </a:lnTo>
                  <a:lnTo>
                    <a:pt x="911319" y="917434"/>
                  </a:lnTo>
                  <a:lnTo>
                    <a:pt x="909595" y="9144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21143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843" y="931638"/>
                  </a:lnTo>
                  <a:lnTo>
                    <a:pt x="920162" y="930764"/>
                  </a:lnTo>
                  <a:lnTo>
                    <a:pt x="915649" y="924310"/>
                  </a:lnTo>
                  <a:lnTo>
                    <a:pt x="914400" y="922326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21235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21328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214211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21513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21606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21699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21791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218842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21976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22069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22162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222547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22347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22439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22532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22625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22717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22810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22903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22995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230883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23180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23273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23366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23458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235514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2364408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2382932" y="15160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400" y="897161"/>
                  </a:lnTo>
                  <a:lnTo>
                    <a:pt x="914400" y="904996"/>
                  </a:lnTo>
                  <a:lnTo>
                    <a:pt x="913815" y="906834"/>
                  </a:lnTo>
                  <a:lnTo>
                    <a:pt x="914400" y="908150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2382932" y="1516010"/>
              <a:ext cx="916963" cy="914400"/>
            </a:xfrm>
            <a:custGeom>
              <a:avLst/>
              <a:pathLst>
                <a:path w="916963" h="914400">
                  <a:moveTo>
                    <a:pt x="914400" y="914400"/>
                  </a:moveTo>
                  <a:lnTo>
                    <a:pt x="914400" y="908150"/>
                  </a:lnTo>
                  <a:lnTo>
                    <a:pt x="915131" y="909798"/>
                  </a:lnTo>
                  <a:lnTo>
                    <a:pt x="916963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2382932" y="1498771"/>
              <a:ext cx="916866" cy="922235"/>
            </a:xfrm>
            <a:custGeom>
              <a:avLst/>
              <a:pathLst>
                <a:path w="916866" h="922235">
                  <a:moveTo>
                    <a:pt x="914400" y="914400"/>
                  </a:moveTo>
                  <a:lnTo>
                    <a:pt x="916866" y="914400"/>
                  </a:lnTo>
                  <a:lnTo>
                    <a:pt x="916675" y="915078"/>
                  </a:lnTo>
                  <a:lnTo>
                    <a:pt x="914400" y="922235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3077599" y="14987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345" y="931638"/>
                  </a:lnTo>
                  <a:lnTo>
                    <a:pt x="908525" y="927988"/>
                  </a:lnTo>
                  <a:lnTo>
                    <a:pt x="909349" y="917366"/>
                  </a:lnTo>
                  <a:lnTo>
                    <a:pt x="909665" y="914400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30775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30868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30961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31053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31146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31239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31331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31424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31516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31609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31702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31794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31887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31980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32072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3216532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322579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323505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324431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325358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326284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327210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328136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329063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329989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330915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331841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332767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333694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334620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335546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33647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33739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33832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339251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34017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34110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34203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34295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343882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34480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34573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34666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347587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34851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34943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35036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35129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352218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35314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35407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35499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35592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35684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35777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35870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35962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36055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36148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36240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363333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3642594" y="15160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9437"/>
                  </a:lnTo>
                  <a:lnTo>
                    <a:pt x="922449" y="911457"/>
                  </a:lnTo>
                  <a:lnTo>
                    <a:pt x="921284" y="913476"/>
                  </a:lnTo>
                  <a:lnTo>
                    <a:pt x="920751" y="914400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3651857" y="1498771"/>
              <a:ext cx="921385" cy="926595"/>
            </a:xfrm>
            <a:custGeom>
              <a:avLst/>
              <a:pathLst>
                <a:path w="921385" h="926595">
                  <a:moveTo>
                    <a:pt x="914400" y="914400"/>
                  </a:moveTo>
                  <a:lnTo>
                    <a:pt x="921385" y="914400"/>
                  </a:lnTo>
                  <a:lnTo>
                    <a:pt x="920196" y="916565"/>
                  </a:lnTo>
                  <a:lnTo>
                    <a:pt x="919020" y="918599"/>
                  </a:lnTo>
                  <a:lnTo>
                    <a:pt x="917852" y="920618"/>
                  </a:lnTo>
                  <a:lnTo>
                    <a:pt x="916685" y="922637"/>
                  </a:lnTo>
                  <a:lnTo>
                    <a:pt x="915519" y="924656"/>
                  </a:lnTo>
                  <a:lnTo>
                    <a:pt x="914400" y="926595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2105066" y="1481533"/>
              <a:ext cx="914400" cy="923402"/>
            </a:xfrm>
            <a:custGeom>
              <a:avLst/>
              <a:pathLst>
                <a:path w="914400" h="923402">
                  <a:moveTo>
                    <a:pt x="914400" y="914400"/>
                  </a:moveTo>
                  <a:lnTo>
                    <a:pt x="914400" y="923402"/>
                  </a:lnTo>
                  <a:lnTo>
                    <a:pt x="912517" y="919731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210506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857" y="931638"/>
                  </a:lnTo>
                  <a:lnTo>
                    <a:pt x="916446" y="927394"/>
                  </a:lnTo>
                  <a:lnTo>
                    <a:pt x="914400" y="923402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21143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21235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21328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214211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21513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21606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21699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21791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218842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21976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22069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22162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222547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22347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22439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22532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22625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22717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22810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22903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22995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230883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23180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23273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23366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23458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235514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2364408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23736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2382932" y="1498771"/>
              <a:ext cx="921426" cy="914400"/>
            </a:xfrm>
            <a:custGeom>
              <a:avLst/>
              <a:pathLst>
                <a:path w="921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26" y="897161"/>
                  </a:lnTo>
                  <a:lnTo>
                    <a:pt x="919356" y="905553"/>
                  </a:lnTo>
                  <a:lnTo>
                    <a:pt x="916866" y="914400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3077599" y="14815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665" y="931638"/>
                  </a:lnTo>
                  <a:lnTo>
                    <a:pt x="910468" y="924077"/>
                  </a:lnTo>
                  <a:lnTo>
                    <a:pt x="911781" y="914400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30775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30868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30961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31053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31146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31239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31331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31424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31516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31609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31702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31794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31887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31980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32072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3216532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32257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323505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324431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325358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326284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327210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328136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329063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329989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330915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331841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332767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333694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334620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335546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33647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33739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33832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339251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34017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34110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34203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34295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343882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34480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34573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34666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347587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34851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34943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35036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35129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352218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35314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35407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35499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35592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35684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35777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35870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35962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36055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36148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36240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363333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36425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3651857" y="14987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199"/>
                  </a:lnTo>
                  <a:lnTo>
                    <a:pt x="922887" y="911664"/>
                  </a:lnTo>
                  <a:lnTo>
                    <a:pt x="921385" y="914400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3661119" y="1481533"/>
              <a:ext cx="923662" cy="928437"/>
            </a:xfrm>
            <a:custGeom>
              <a:avLst/>
              <a:pathLst>
                <a:path w="923662" h="9284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113"/>
                  </a:lnTo>
                  <a:lnTo>
                    <a:pt x="922945" y="922704"/>
                  </a:lnTo>
                  <a:lnTo>
                    <a:pt x="917513" y="926565"/>
                  </a:lnTo>
                  <a:lnTo>
                    <a:pt x="914400" y="928437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3670381" y="1481533"/>
              <a:ext cx="923150" cy="922113"/>
            </a:xfrm>
            <a:custGeom>
              <a:avLst/>
              <a:pathLst>
                <a:path w="923150" h="922113">
                  <a:moveTo>
                    <a:pt x="914400" y="914400"/>
                  </a:moveTo>
                  <a:lnTo>
                    <a:pt x="923150" y="914400"/>
                  </a:lnTo>
                  <a:lnTo>
                    <a:pt x="918998" y="918320"/>
                  </a:lnTo>
                  <a:lnTo>
                    <a:pt x="914400" y="922113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2095803" y="1464294"/>
              <a:ext cx="914400" cy="920598"/>
            </a:xfrm>
            <a:custGeom>
              <a:avLst/>
              <a:pathLst>
                <a:path w="914400" h="920598">
                  <a:moveTo>
                    <a:pt x="914400" y="914400"/>
                  </a:moveTo>
                  <a:lnTo>
                    <a:pt x="914400" y="920598"/>
                  </a:lnTo>
                  <a:lnTo>
                    <a:pt x="913874" y="919403"/>
                  </a:lnTo>
                  <a:lnTo>
                    <a:pt x="912827" y="917023"/>
                  </a:lnTo>
                  <a:lnTo>
                    <a:pt x="911780" y="914643"/>
                  </a:lnTo>
                  <a:lnTo>
                    <a:pt x="911673" y="914400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20958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313" y="931638"/>
                  </a:lnTo>
                  <a:lnTo>
                    <a:pt x="918066" y="928941"/>
                  </a:lnTo>
                  <a:lnTo>
                    <a:pt x="917013" y="926543"/>
                  </a:lnTo>
                  <a:lnTo>
                    <a:pt x="915967" y="924163"/>
                  </a:lnTo>
                  <a:lnTo>
                    <a:pt x="914921" y="921783"/>
                  </a:lnTo>
                  <a:lnTo>
                    <a:pt x="914400" y="92059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210506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21143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21235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21328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214211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21513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21606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21699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21791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218842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21976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22069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22162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222547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22347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22439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22532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22625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22717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22810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22903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22995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230883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23180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23273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23366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23458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235514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2364408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23736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2382932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147"/>
                  </a:lnTo>
                  <a:lnTo>
                    <a:pt x="921766" y="913020"/>
                  </a:lnTo>
                  <a:lnTo>
                    <a:pt x="921426" y="914400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2392195" y="1464294"/>
              <a:ext cx="915706" cy="921386"/>
            </a:xfrm>
            <a:custGeom>
              <a:avLst/>
              <a:pathLst>
                <a:path w="915706" h="921386">
                  <a:moveTo>
                    <a:pt x="914399" y="914400"/>
                  </a:moveTo>
                  <a:lnTo>
                    <a:pt x="915706" y="914400"/>
                  </a:lnTo>
                  <a:lnTo>
                    <a:pt x="914638" y="920267"/>
                  </a:lnTo>
                  <a:lnTo>
                    <a:pt x="914399" y="921386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3077599" y="14815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781" y="914400"/>
                  </a:lnTo>
                  <a:lnTo>
                    <a:pt x="911879" y="913671"/>
                  </a:lnTo>
                  <a:lnTo>
                    <a:pt x="913578" y="903416"/>
                  </a:lnTo>
                  <a:lnTo>
                    <a:pt x="914400" y="899242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3086861" y="14642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80"/>
                  </a:lnTo>
                  <a:lnTo>
                    <a:pt x="905547" y="914400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30868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30961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31053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31146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31239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31331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31424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31516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31609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31702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31794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31887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31980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32072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3216532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32257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32350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32443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325358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326284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327210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328136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329063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329989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330915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331841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332767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333694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33462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335546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33647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33739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33832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339251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34017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34110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34203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34295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343882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34480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34573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34666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347587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34851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34943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35036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35129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352218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35314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35407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35499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35592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35684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35777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35870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35962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36055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36148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36240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363333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36425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36518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36611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3670381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917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3679643" y="1464294"/>
              <a:ext cx="923662" cy="931155"/>
            </a:xfrm>
            <a:custGeom>
              <a:avLst/>
              <a:pathLst>
                <a:path w="923662" h="93115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815"/>
                  </a:lnTo>
                  <a:lnTo>
                    <a:pt x="919961" y="925270"/>
                  </a:lnTo>
                  <a:lnTo>
                    <a:pt x="914920" y="930663"/>
                  </a:lnTo>
                  <a:lnTo>
                    <a:pt x="914400" y="931155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3688905" y="1464294"/>
              <a:ext cx="919289" cy="920815"/>
            </a:xfrm>
            <a:custGeom>
              <a:avLst/>
              <a:pathLst>
                <a:path w="919289" h="920815">
                  <a:moveTo>
                    <a:pt x="914400" y="914400"/>
                  </a:moveTo>
                  <a:lnTo>
                    <a:pt x="919289" y="914400"/>
                  </a:lnTo>
                  <a:lnTo>
                    <a:pt x="915580" y="919394"/>
                  </a:lnTo>
                  <a:lnTo>
                    <a:pt x="914400" y="920815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2086541" y="1447056"/>
              <a:ext cx="914400" cy="916975"/>
            </a:xfrm>
            <a:custGeom>
              <a:avLst/>
              <a:pathLst>
                <a:path w="914400" h="916975">
                  <a:moveTo>
                    <a:pt x="914400" y="914400"/>
                  </a:moveTo>
                  <a:lnTo>
                    <a:pt x="914400" y="916975"/>
                  </a:lnTo>
                  <a:lnTo>
                    <a:pt x="913933" y="916145"/>
                  </a:lnTo>
                  <a:lnTo>
                    <a:pt x="912951" y="914400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20865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935" y="931638"/>
                  </a:lnTo>
                  <a:lnTo>
                    <a:pt x="919994" y="929502"/>
                  </a:lnTo>
                  <a:lnTo>
                    <a:pt x="918946" y="927122"/>
                  </a:lnTo>
                  <a:lnTo>
                    <a:pt x="917897" y="924743"/>
                  </a:lnTo>
                  <a:lnTo>
                    <a:pt x="916848" y="922363"/>
                  </a:lnTo>
                  <a:lnTo>
                    <a:pt x="915799" y="919984"/>
                  </a:lnTo>
                  <a:lnTo>
                    <a:pt x="914732" y="917566"/>
                  </a:lnTo>
                  <a:lnTo>
                    <a:pt x="914400" y="916975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20958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210506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21143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21235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21328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214211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21513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21606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21699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21791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218842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21976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22069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22162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222547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22347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22439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22532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22625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22717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22810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22903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22995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230883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23180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23273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23366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23458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235514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2364408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23736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23829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2392195" y="1464294"/>
              <a:ext cx="918370" cy="914400"/>
            </a:xfrm>
            <a:custGeom>
              <a:avLst/>
              <a:pathLst>
                <a:path w="91837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370" y="897161"/>
                  </a:lnTo>
                  <a:lnTo>
                    <a:pt x="918057" y="899733"/>
                  </a:lnTo>
                  <a:lnTo>
                    <a:pt x="916491" y="910083"/>
                  </a:lnTo>
                  <a:lnTo>
                    <a:pt x="915706" y="914400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3086861" y="14470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47" y="931638"/>
                  </a:lnTo>
                  <a:lnTo>
                    <a:pt x="906299" y="927816"/>
                  </a:lnTo>
                  <a:lnTo>
                    <a:pt x="908559" y="917943"/>
                  </a:lnTo>
                  <a:lnTo>
                    <a:pt x="909490" y="914400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30868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30961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31053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A">
                <a:alpha val="100000"/>
              </a:srgbClr>
            </a:solidFill>
            <a:ln w="5420" cap="flat">
              <a:solidFill>
                <a:srgbClr val="68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31146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31239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31331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31424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31516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31609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31702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31794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31887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31980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32072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3216532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32257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32350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32443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32535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32628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327210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328136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329063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329989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330915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331841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332767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33369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33462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335546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33647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33739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33832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339251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34017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34110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34203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34295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343882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34480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34573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34666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347587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34851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34943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35036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35129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352218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35314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35407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35499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35592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35684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35777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35870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35962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36055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36148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36240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36333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36425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36518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36611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36703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36796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3688905" y="14642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990"/>
                  </a:lnTo>
                  <a:lnTo>
                    <a:pt x="920290" y="913051"/>
                  </a:lnTo>
                  <a:lnTo>
                    <a:pt x="919289" y="914400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3698168" y="1447056"/>
              <a:ext cx="920892" cy="925229"/>
            </a:xfrm>
            <a:custGeom>
              <a:avLst/>
              <a:pathLst>
                <a:path w="920892" h="925229">
                  <a:moveTo>
                    <a:pt x="914400" y="914400"/>
                  </a:moveTo>
                  <a:lnTo>
                    <a:pt x="920892" y="914400"/>
                  </a:lnTo>
                  <a:lnTo>
                    <a:pt x="919882" y="916272"/>
                  </a:lnTo>
                  <a:lnTo>
                    <a:pt x="915554" y="923496"/>
                  </a:lnTo>
                  <a:lnTo>
                    <a:pt x="914400" y="925229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2077279" y="1429817"/>
              <a:ext cx="914400" cy="917764"/>
            </a:xfrm>
            <a:custGeom>
              <a:avLst/>
              <a:pathLst>
                <a:path w="914400" h="917764">
                  <a:moveTo>
                    <a:pt x="914400" y="914400"/>
                  </a:moveTo>
                  <a:lnTo>
                    <a:pt x="914400" y="917764"/>
                  </a:lnTo>
                  <a:lnTo>
                    <a:pt x="914273" y="917540"/>
                  </a:lnTo>
                  <a:lnTo>
                    <a:pt x="913156" y="915560"/>
                  </a:lnTo>
                  <a:lnTo>
                    <a:pt x="912501" y="914400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20772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213" y="931638"/>
                  </a:lnTo>
                  <a:lnTo>
                    <a:pt x="922081" y="931403"/>
                  </a:lnTo>
                  <a:lnTo>
                    <a:pt x="920967" y="929422"/>
                  </a:lnTo>
                  <a:lnTo>
                    <a:pt x="919852" y="927441"/>
                  </a:lnTo>
                  <a:lnTo>
                    <a:pt x="918737" y="925461"/>
                  </a:lnTo>
                  <a:lnTo>
                    <a:pt x="917622" y="923480"/>
                  </a:lnTo>
                  <a:lnTo>
                    <a:pt x="916506" y="921500"/>
                  </a:lnTo>
                  <a:lnTo>
                    <a:pt x="915389" y="919520"/>
                  </a:lnTo>
                  <a:lnTo>
                    <a:pt x="914400" y="917764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20865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20958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210506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21143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21235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21328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214211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21513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21606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21699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21791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218842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21976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22069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22162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222547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22347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22439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22532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22625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22717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22810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22903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22995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230883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23180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23273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23366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23458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235514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2364408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23736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23829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2392195" y="1447056"/>
              <a:ext cx="920195" cy="914400"/>
            </a:xfrm>
            <a:custGeom>
              <a:avLst/>
              <a:pathLst>
                <a:path w="92019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195" y="897161"/>
                  </a:lnTo>
                  <a:lnTo>
                    <a:pt x="919332" y="906484"/>
                  </a:lnTo>
                  <a:lnTo>
                    <a:pt x="918370" y="914400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3086861" y="14470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490" y="914400"/>
                  </a:lnTo>
                  <a:lnTo>
                    <a:pt x="911092" y="908302"/>
                  </a:lnTo>
                  <a:lnTo>
                    <a:pt x="913890" y="898918"/>
                  </a:lnTo>
                  <a:lnTo>
                    <a:pt x="914400" y="897400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3096123" y="14298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639"/>
                  </a:lnTo>
                  <a:lnTo>
                    <a:pt x="905218" y="914400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30961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31053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31146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31239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31331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31424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31516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31609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31702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31794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31887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31980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32072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3216532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32257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32350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32443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32535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32628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32721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328136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329063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329989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330915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331841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33276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33369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33462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335546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33647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33739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33832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339251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34017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34110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34203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34295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343882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34480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34573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34666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347587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34851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34943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35036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35129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352218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35314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35407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35499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35592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35684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35777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35870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35962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36055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36148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36240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36333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36425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36518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36611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36703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36796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36889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3698168" y="14470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266"/>
                  </a:lnTo>
                  <a:lnTo>
                    <a:pt x="920892" y="914400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3707430" y="1429817"/>
              <a:ext cx="920146" cy="926505"/>
            </a:xfrm>
            <a:custGeom>
              <a:avLst/>
              <a:pathLst>
                <a:path w="920146" h="926505">
                  <a:moveTo>
                    <a:pt x="914400" y="914400"/>
                  </a:moveTo>
                  <a:lnTo>
                    <a:pt x="920146" y="914400"/>
                  </a:lnTo>
                  <a:lnTo>
                    <a:pt x="918639" y="917849"/>
                  </a:lnTo>
                  <a:lnTo>
                    <a:pt x="914739" y="925875"/>
                  </a:lnTo>
                  <a:lnTo>
                    <a:pt x="914400" y="926505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2068017" y="1412579"/>
              <a:ext cx="914400" cy="917701"/>
            </a:xfrm>
            <a:custGeom>
              <a:avLst/>
              <a:pathLst>
                <a:path w="914400" h="917701">
                  <a:moveTo>
                    <a:pt x="914400" y="914400"/>
                  </a:moveTo>
                  <a:lnTo>
                    <a:pt x="914400" y="917701"/>
                  </a:lnTo>
                  <a:lnTo>
                    <a:pt x="912806" y="9144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20680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763" y="931638"/>
                  </a:lnTo>
                  <a:lnTo>
                    <a:pt x="921301" y="930818"/>
                  </a:lnTo>
                  <a:lnTo>
                    <a:pt x="920175" y="928824"/>
                  </a:lnTo>
                  <a:lnTo>
                    <a:pt x="916089" y="921201"/>
                  </a:lnTo>
                  <a:lnTo>
                    <a:pt x="914400" y="917701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20772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20865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20958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210506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21143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21235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21328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214211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21513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21606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21699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21791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218842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21976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22069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22162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222547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22347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22439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22532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22625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22717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22810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22903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22995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230883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23180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23273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23366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23458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235514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2364408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23736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23829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2392195" y="1429817"/>
              <a:ext cx="921185" cy="914400"/>
            </a:xfrm>
            <a:custGeom>
              <a:avLst/>
              <a:pathLst>
                <a:path w="92118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185" y="897161"/>
                  </a:lnTo>
                  <a:lnTo>
                    <a:pt x="920996" y="902450"/>
                  </a:lnTo>
                  <a:lnTo>
                    <a:pt x="920312" y="913126"/>
                  </a:lnTo>
                  <a:lnTo>
                    <a:pt x="920195" y="914400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3096123" y="14125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218" y="931638"/>
                  </a:lnTo>
                  <a:lnTo>
                    <a:pt x="907683" y="924294"/>
                  </a:lnTo>
                  <a:lnTo>
                    <a:pt x="910988" y="915500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30961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31053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31146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31239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31331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31424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31516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31609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31702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31794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31887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31980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32072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3216532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32257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32350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32443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32535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32628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32721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32813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329063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329989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330915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33184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33276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33369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33462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335546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33647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33739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33832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339251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34017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34110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34203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34295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343882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34480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34573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34666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347587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34851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34943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35036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35129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352218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35314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35407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35499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35592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35684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35777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35870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35962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36055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36148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36240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36333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36425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36518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36611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36703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36796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36889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36981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3707430" y="14298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001"/>
                  </a:lnTo>
                  <a:lnTo>
                    <a:pt x="922307" y="909454"/>
                  </a:lnTo>
                  <a:lnTo>
                    <a:pt x="920146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3716692" y="1412579"/>
              <a:ext cx="917719" cy="923239"/>
            </a:xfrm>
            <a:custGeom>
              <a:avLst/>
              <a:pathLst>
                <a:path w="917719" h="923239">
                  <a:moveTo>
                    <a:pt x="914400" y="914400"/>
                  </a:moveTo>
                  <a:lnTo>
                    <a:pt x="917719" y="914400"/>
                  </a:lnTo>
                  <a:lnTo>
                    <a:pt x="916473" y="917953"/>
                  </a:lnTo>
                  <a:lnTo>
                    <a:pt x="914400" y="923239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2068017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806" y="931638"/>
                  </a:lnTo>
                  <a:lnTo>
                    <a:pt x="912223" y="930431"/>
                  </a:lnTo>
                  <a:lnTo>
                    <a:pt x="908585" y="922058"/>
                  </a:lnTo>
                  <a:lnTo>
                    <a:pt x="905597" y="9144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20680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20772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20865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20958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210506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21143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21235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21328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214211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21513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21606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21699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21791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218842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21976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22069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22162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222547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22347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22439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22532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22625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22717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22810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22903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22995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230883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23180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23273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23366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23458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235514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2364408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23736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23829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2392195" y="1412579"/>
              <a:ext cx="921464" cy="914400"/>
            </a:xfrm>
            <a:custGeom>
              <a:avLst/>
              <a:pathLst>
                <a:path w="921464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443" y="897161"/>
                  </a:lnTo>
                  <a:lnTo>
                    <a:pt x="921464" y="898209"/>
                  </a:lnTo>
                  <a:lnTo>
                    <a:pt x="921380" y="908960"/>
                  </a:lnTo>
                  <a:lnTo>
                    <a:pt x="921185" y="914400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3096123" y="14125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450" y="914400"/>
                  </a:lnTo>
                  <a:lnTo>
                    <a:pt x="914400" y="907359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3105386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597"/>
                  </a:lnTo>
                  <a:lnTo>
                    <a:pt x="905272" y="924276"/>
                  </a:lnTo>
                  <a:lnTo>
                    <a:pt x="909049" y="916167"/>
                  </a:lnTo>
                  <a:lnTo>
                    <a:pt x="909962" y="914400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31053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31146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31239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31331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31424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31516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31609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31702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31794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31887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31980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32072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3216532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32257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32350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32443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32535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32628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32721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32813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32906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329989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330915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33184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33276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33369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33462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335546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33647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33739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33832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339251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34017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34110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34203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34295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343882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34480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34573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34666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347587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34851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34943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35036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35129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352218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35314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35407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35499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35592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35684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35777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35870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35962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36055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36148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36240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36333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36425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36518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36611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36703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36796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36889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36981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37074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3716692" y="1412579"/>
              <a:ext cx="923222" cy="914400"/>
            </a:xfrm>
            <a:custGeom>
              <a:avLst/>
              <a:pathLst>
                <a:path w="92322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222" y="897161"/>
                  </a:lnTo>
                  <a:lnTo>
                    <a:pt x="922569" y="899533"/>
                  </a:lnTo>
                  <a:lnTo>
                    <a:pt x="919650" y="908891"/>
                  </a:lnTo>
                  <a:lnTo>
                    <a:pt x="917719" y="914400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2058755" y="1378102"/>
              <a:ext cx="914400" cy="930443"/>
            </a:xfrm>
            <a:custGeom>
              <a:avLst/>
              <a:pathLst>
                <a:path w="914400" h="930443">
                  <a:moveTo>
                    <a:pt x="914400" y="914400"/>
                  </a:moveTo>
                  <a:lnTo>
                    <a:pt x="914400" y="930443"/>
                  </a:lnTo>
                  <a:lnTo>
                    <a:pt x="912516" y="925043"/>
                  </a:lnTo>
                  <a:lnTo>
                    <a:pt x="910910" y="922839"/>
                  </a:lnTo>
                  <a:lnTo>
                    <a:pt x="906415" y="915962"/>
                  </a:lnTo>
                  <a:lnTo>
                    <a:pt x="905496" y="9144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205875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860" y="931638"/>
                  </a:lnTo>
                  <a:lnTo>
                    <a:pt x="914448" y="930584"/>
                  </a:lnTo>
                  <a:lnTo>
                    <a:pt x="914400" y="930443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20680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20772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20865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20958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210506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21143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21235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21328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214211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21513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21606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21699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21791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218842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21976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22069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22162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222547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22347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22439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22532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22625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227178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22810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22903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22995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230883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23180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23273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23366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23458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235514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2364408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23736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23829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2392195" y="1395340"/>
              <a:ext cx="921443" cy="914400"/>
            </a:xfrm>
            <a:custGeom>
              <a:avLst/>
              <a:pathLst>
                <a:path w="921443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990" y="897161"/>
                  </a:lnTo>
                  <a:lnTo>
                    <a:pt x="921000" y="897451"/>
                  </a:lnTo>
                  <a:lnTo>
                    <a:pt x="921011" y="897766"/>
                  </a:lnTo>
                  <a:lnTo>
                    <a:pt x="921022" y="898082"/>
                  </a:lnTo>
                  <a:lnTo>
                    <a:pt x="921033" y="898397"/>
                  </a:lnTo>
                  <a:lnTo>
                    <a:pt x="921043" y="898712"/>
                  </a:lnTo>
                  <a:lnTo>
                    <a:pt x="921054" y="899027"/>
                  </a:lnTo>
                  <a:lnTo>
                    <a:pt x="921065" y="899343"/>
                  </a:lnTo>
                  <a:lnTo>
                    <a:pt x="921076" y="899658"/>
                  </a:lnTo>
                  <a:lnTo>
                    <a:pt x="921086" y="899973"/>
                  </a:lnTo>
                  <a:lnTo>
                    <a:pt x="921097" y="900289"/>
                  </a:lnTo>
                  <a:lnTo>
                    <a:pt x="921108" y="900604"/>
                  </a:lnTo>
                  <a:lnTo>
                    <a:pt x="921119" y="900919"/>
                  </a:lnTo>
                  <a:lnTo>
                    <a:pt x="921129" y="901234"/>
                  </a:lnTo>
                  <a:lnTo>
                    <a:pt x="921140" y="901550"/>
                  </a:lnTo>
                  <a:lnTo>
                    <a:pt x="921151" y="901865"/>
                  </a:lnTo>
                  <a:lnTo>
                    <a:pt x="921162" y="902180"/>
                  </a:lnTo>
                  <a:lnTo>
                    <a:pt x="921172" y="902496"/>
                  </a:lnTo>
                  <a:lnTo>
                    <a:pt x="921183" y="902811"/>
                  </a:lnTo>
                  <a:lnTo>
                    <a:pt x="921194" y="903126"/>
                  </a:lnTo>
                  <a:lnTo>
                    <a:pt x="921205" y="903441"/>
                  </a:lnTo>
                  <a:lnTo>
                    <a:pt x="921215" y="903757"/>
                  </a:lnTo>
                  <a:lnTo>
                    <a:pt x="921226" y="904072"/>
                  </a:lnTo>
                  <a:lnTo>
                    <a:pt x="921237" y="904387"/>
                  </a:lnTo>
                  <a:lnTo>
                    <a:pt x="921248" y="904703"/>
                  </a:lnTo>
                  <a:lnTo>
                    <a:pt x="921443" y="914400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3105386" y="13953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962" y="914400"/>
                  </a:lnTo>
                  <a:lnTo>
                    <a:pt x="913046" y="908433"/>
                  </a:lnTo>
                  <a:lnTo>
                    <a:pt x="914400" y="906073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3114648" y="13781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11"/>
                  </a:lnTo>
                  <a:lnTo>
                    <a:pt x="907992" y="918334"/>
                  </a:lnTo>
                  <a:lnTo>
                    <a:pt x="910496" y="914400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31146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31239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31331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31424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31516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31609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31702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31794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31887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31980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32072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3216532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32257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32350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32443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32535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32628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32721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32813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32906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329989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330915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33184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33276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33369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33462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335546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33647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33739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33832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339251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34017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34110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34203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34295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343882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34480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34573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34666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347587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34851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34943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35036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35129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352218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35314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35407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35499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35592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35684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35777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h6425"/>
            <p:cNvSpPr/>
            <p:nvPr/>
          </p:nvSpPr>
          <p:spPr>
            <a:xfrm>
              <a:off x="35870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h6426"/>
            <p:cNvSpPr/>
            <p:nvPr/>
          </p:nvSpPr>
          <p:spPr>
            <a:xfrm>
              <a:off x="35962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h6427"/>
            <p:cNvSpPr/>
            <p:nvPr/>
          </p:nvSpPr>
          <p:spPr>
            <a:xfrm>
              <a:off x="36055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h6428"/>
            <p:cNvSpPr/>
            <p:nvPr/>
          </p:nvSpPr>
          <p:spPr>
            <a:xfrm>
              <a:off x="36148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h6429"/>
            <p:cNvSpPr/>
            <p:nvPr/>
          </p:nvSpPr>
          <p:spPr>
            <a:xfrm>
              <a:off x="36240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h6430"/>
            <p:cNvSpPr/>
            <p:nvPr/>
          </p:nvSpPr>
          <p:spPr>
            <a:xfrm>
              <a:off x="36333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h6431"/>
            <p:cNvSpPr/>
            <p:nvPr/>
          </p:nvSpPr>
          <p:spPr>
            <a:xfrm>
              <a:off x="36425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h6432"/>
            <p:cNvSpPr/>
            <p:nvPr/>
          </p:nvSpPr>
          <p:spPr>
            <a:xfrm>
              <a:off x="36518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h6433"/>
            <p:cNvSpPr/>
            <p:nvPr/>
          </p:nvSpPr>
          <p:spPr>
            <a:xfrm>
              <a:off x="36611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h6434"/>
            <p:cNvSpPr/>
            <p:nvPr/>
          </p:nvSpPr>
          <p:spPr>
            <a:xfrm>
              <a:off x="36703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h6435"/>
            <p:cNvSpPr/>
            <p:nvPr/>
          </p:nvSpPr>
          <p:spPr>
            <a:xfrm>
              <a:off x="36796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h6436"/>
            <p:cNvSpPr/>
            <p:nvPr/>
          </p:nvSpPr>
          <p:spPr>
            <a:xfrm>
              <a:off x="36889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h6437"/>
            <p:cNvSpPr/>
            <p:nvPr/>
          </p:nvSpPr>
          <p:spPr>
            <a:xfrm>
              <a:off x="36981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h6438"/>
            <p:cNvSpPr/>
            <p:nvPr/>
          </p:nvSpPr>
          <p:spPr>
            <a:xfrm>
              <a:off x="37074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h6439"/>
            <p:cNvSpPr/>
            <p:nvPr/>
          </p:nvSpPr>
          <p:spPr>
            <a:xfrm>
              <a:off x="3716692" y="139534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01"/>
                  </a:lnTo>
                  <a:lnTo>
                    <a:pt x="923222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h6440"/>
            <p:cNvSpPr/>
            <p:nvPr/>
          </p:nvSpPr>
          <p:spPr>
            <a:xfrm>
              <a:off x="3725954" y="1378102"/>
              <a:ext cx="918335" cy="930039"/>
            </a:xfrm>
            <a:custGeom>
              <a:avLst/>
              <a:pathLst>
                <a:path w="918335" h="930039">
                  <a:moveTo>
                    <a:pt x="914400" y="914400"/>
                  </a:moveTo>
                  <a:lnTo>
                    <a:pt x="918335" y="914505"/>
                  </a:lnTo>
                  <a:lnTo>
                    <a:pt x="915958" y="924380"/>
                  </a:lnTo>
                  <a:lnTo>
                    <a:pt x="914400" y="930039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h6441"/>
            <p:cNvSpPr/>
            <p:nvPr/>
          </p:nvSpPr>
          <p:spPr>
            <a:xfrm>
              <a:off x="2049492" y="1360864"/>
              <a:ext cx="914400" cy="931028"/>
            </a:xfrm>
            <a:custGeom>
              <a:avLst/>
              <a:pathLst>
                <a:path w="914400" h="931028">
                  <a:moveTo>
                    <a:pt x="914400" y="914400"/>
                  </a:moveTo>
                  <a:lnTo>
                    <a:pt x="914400" y="931028"/>
                  </a:lnTo>
                  <a:lnTo>
                    <a:pt x="911382" y="925896"/>
                  </a:lnTo>
                  <a:lnTo>
                    <a:pt x="907297" y="918182"/>
                  </a:lnTo>
                  <a:lnTo>
                    <a:pt x="905494" y="914400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h6442"/>
            <p:cNvSpPr/>
            <p:nvPr/>
          </p:nvSpPr>
          <p:spPr>
            <a:xfrm>
              <a:off x="20494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8" y="931638"/>
                  </a:lnTo>
                  <a:lnTo>
                    <a:pt x="914400" y="93102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h6443"/>
            <p:cNvSpPr/>
            <p:nvPr/>
          </p:nvSpPr>
          <p:spPr>
            <a:xfrm>
              <a:off x="205875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h6444"/>
            <p:cNvSpPr/>
            <p:nvPr/>
          </p:nvSpPr>
          <p:spPr>
            <a:xfrm>
              <a:off x="20680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h6445"/>
            <p:cNvSpPr/>
            <p:nvPr/>
          </p:nvSpPr>
          <p:spPr>
            <a:xfrm>
              <a:off x="20772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h6446"/>
            <p:cNvSpPr/>
            <p:nvPr/>
          </p:nvSpPr>
          <p:spPr>
            <a:xfrm>
              <a:off x="20865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h6447"/>
            <p:cNvSpPr/>
            <p:nvPr/>
          </p:nvSpPr>
          <p:spPr>
            <a:xfrm>
              <a:off x="20958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h6448"/>
            <p:cNvSpPr/>
            <p:nvPr/>
          </p:nvSpPr>
          <p:spPr>
            <a:xfrm>
              <a:off x="210506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h6449"/>
            <p:cNvSpPr/>
            <p:nvPr/>
          </p:nvSpPr>
          <p:spPr>
            <a:xfrm>
              <a:off x="21143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h6450"/>
            <p:cNvSpPr/>
            <p:nvPr/>
          </p:nvSpPr>
          <p:spPr>
            <a:xfrm>
              <a:off x="21235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h6451"/>
            <p:cNvSpPr/>
            <p:nvPr/>
          </p:nvSpPr>
          <p:spPr>
            <a:xfrm>
              <a:off x="21328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h6452"/>
            <p:cNvSpPr/>
            <p:nvPr/>
          </p:nvSpPr>
          <p:spPr>
            <a:xfrm>
              <a:off x="214211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h6453"/>
            <p:cNvSpPr/>
            <p:nvPr/>
          </p:nvSpPr>
          <p:spPr>
            <a:xfrm>
              <a:off x="21513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h6454"/>
            <p:cNvSpPr/>
            <p:nvPr/>
          </p:nvSpPr>
          <p:spPr>
            <a:xfrm>
              <a:off x="21606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21699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h6456"/>
            <p:cNvSpPr/>
            <p:nvPr/>
          </p:nvSpPr>
          <p:spPr>
            <a:xfrm>
              <a:off x="21791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h6457"/>
            <p:cNvSpPr/>
            <p:nvPr/>
          </p:nvSpPr>
          <p:spPr>
            <a:xfrm>
              <a:off x="218842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h6458"/>
            <p:cNvSpPr/>
            <p:nvPr/>
          </p:nvSpPr>
          <p:spPr>
            <a:xfrm>
              <a:off x="21976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22069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22162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222547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22347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22439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22532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22625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227178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22810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22903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22995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230883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23180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23273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23366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23458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235514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2364408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23736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23829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2392195" y="1378102"/>
              <a:ext cx="920990" cy="914400"/>
            </a:xfrm>
            <a:custGeom>
              <a:avLst/>
              <a:pathLst>
                <a:path w="92099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082" y="897161"/>
                  </a:lnTo>
                  <a:lnTo>
                    <a:pt x="920377" y="900985"/>
                  </a:lnTo>
                  <a:lnTo>
                    <a:pt x="920903" y="911853"/>
                  </a:lnTo>
                  <a:lnTo>
                    <a:pt x="920914" y="912167"/>
                  </a:lnTo>
                  <a:lnTo>
                    <a:pt x="920925" y="912482"/>
                  </a:lnTo>
                  <a:lnTo>
                    <a:pt x="920936" y="912798"/>
                  </a:lnTo>
                  <a:lnTo>
                    <a:pt x="920946" y="913113"/>
                  </a:lnTo>
                  <a:lnTo>
                    <a:pt x="920957" y="913428"/>
                  </a:lnTo>
                  <a:lnTo>
                    <a:pt x="920968" y="913744"/>
                  </a:lnTo>
                  <a:lnTo>
                    <a:pt x="920979" y="914059"/>
                  </a:lnTo>
                  <a:lnTo>
                    <a:pt x="920990" y="914400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3114648" y="13781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96" y="914400"/>
                  </a:lnTo>
                  <a:lnTo>
                    <a:pt x="912398" y="911412"/>
                  </a:lnTo>
                  <a:lnTo>
                    <a:pt x="914400" y="908586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3123910" y="13608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825"/>
                  </a:lnTo>
                  <a:lnTo>
                    <a:pt x="907730" y="922164"/>
                  </a:lnTo>
                  <a:lnTo>
                    <a:pt x="912498" y="916129"/>
                  </a:lnTo>
                  <a:lnTo>
                    <a:pt x="914029" y="914400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31239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31331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31424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31516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31609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31702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31794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31887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31980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32072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3216532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32257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32350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32443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32535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32628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32721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32813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32906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32998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330915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33184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33276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33369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33462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335546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33647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33739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33832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339251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34017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34110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34203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34295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343882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34480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34573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34666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347587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34851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34943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35036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35129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352218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35314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35407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35499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35592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35684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35777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35870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35962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36055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36148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36240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36333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36425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36518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36611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36703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36796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36889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36981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37074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37166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3725954" y="1378102"/>
              <a:ext cx="921709" cy="914400"/>
            </a:xfrm>
            <a:custGeom>
              <a:avLst/>
              <a:pathLst>
                <a:path w="92170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09" y="897161"/>
                  </a:lnTo>
                  <a:lnTo>
                    <a:pt x="920432" y="904413"/>
                  </a:lnTo>
                  <a:lnTo>
                    <a:pt x="918357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2040230" y="1343625"/>
              <a:ext cx="914400" cy="930889"/>
            </a:xfrm>
            <a:custGeom>
              <a:avLst/>
              <a:pathLst>
                <a:path w="914400" h="930889">
                  <a:moveTo>
                    <a:pt x="914400" y="914400"/>
                  </a:moveTo>
                  <a:lnTo>
                    <a:pt x="914400" y="930889"/>
                  </a:lnTo>
                  <a:lnTo>
                    <a:pt x="912698" y="927319"/>
                  </a:lnTo>
                  <a:lnTo>
                    <a:pt x="909069" y="918853"/>
                  </a:lnTo>
                  <a:lnTo>
                    <a:pt x="907357" y="914400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20402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6" y="931638"/>
                  </a:lnTo>
                  <a:lnTo>
                    <a:pt x="914400" y="930889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20494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205875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20680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20772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20865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20958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210506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21143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21235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21328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214211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21513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21606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21699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21791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218842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21976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22069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22162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222547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22347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22439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22532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22625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227178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22810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22903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22995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230883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23180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23273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23366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23458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235514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2364408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23736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23829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2392195" y="1360864"/>
              <a:ext cx="920082" cy="914400"/>
            </a:xfrm>
            <a:custGeom>
              <a:avLst/>
              <a:pathLst>
                <a:path w="92008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452" y="897161"/>
                  </a:lnTo>
                  <a:lnTo>
                    <a:pt x="919543" y="907422"/>
                  </a:lnTo>
                  <a:lnTo>
                    <a:pt x="920082" y="914400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3123910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29" y="914400"/>
                  </a:lnTo>
                  <a:lnTo>
                    <a:pt x="914400" y="913981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3133172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981"/>
                  </a:lnTo>
                  <a:lnTo>
                    <a:pt x="908165" y="910562"/>
                  </a:lnTo>
                  <a:lnTo>
                    <a:pt x="913244" y="905479"/>
                  </a:lnTo>
                  <a:lnTo>
                    <a:pt x="914400" y="904462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3142434" y="13436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1701"/>
                  </a:lnTo>
                  <a:lnTo>
                    <a:pt x="909195" y="918131"/>
                  </a:lnTo>
                  <a:lnTo>
                    <a:pt x="914077" y="914400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31424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31516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31609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31702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31794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31887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31980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32072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3216532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32257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32350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32443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32535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32628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32721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32813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32906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32998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330915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33184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33276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33369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33462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335546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33647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33739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33832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339251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34017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34110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34203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34295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343882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34480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34573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34666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347587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34851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34943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35036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35129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352218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35314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35407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35499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35592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35684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35777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35870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35962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36055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36148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36240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36333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36425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36518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36611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36703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36796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36889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36981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37074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37166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3725954" y="13608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606"/>
                  </a:lnTo>
                  <a:lnTo>
                    <a:pt x="922242" y="911368"/>
                  </a:lnTo>
                  <a:lnTo>
                    <a:pt x="921709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3735217" y="1343625"/>
              <a:ext cx="914934" cy="918845"/>
            </a:xfrm>
            <a:custGeom>
              <a:avLst/>
              <a:pathLst>
                <a:path w="914934" h="918845">
                  <a:moveTo>
                    <a:pt x="914400" y="914400"/>
                  </a:moveTo>
                  <a:lnTo>
                    <a:pt x="914934" y="914400"/>
                  </a:lnTo>
                  <a:lnTo>
                    <a:pt x="914499" y="918162"/>
                  </a:lnTo>
                  <a:lnTo>
                    <a:pt x="914400" y="918845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2030968" y="1326387"/>
              <a:ext cx="914400" cy="925695"/>
            </a:xfrm>
            <a:custGeom>
              <a:avLst/>
              <a:pathLst>
                <a:path w="914400" h="925695">
                  <a:moveTo>
                    <a:pt x="914400" y="914400"/>
                  </a:moveTo>
                  <a:lnTo>
                    <a:pt x="914400" y="925695"/>
                  </a:lnTo>
                  <a:lnTo>
                    <a:pt x="911812" y="918158"/>
                  </a:lnTo>
                  <a:lnTo>
                    <a:pt x="910665" y="914400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20309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619" y="931638"/>
                  </a:lnTo>
                  <a:lnTo>
                    <a:pt x="914945" y="927284"/>
                  </a:lnTo>
                  <a:lnTo>
                    <a:pt x="914400" y="925695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20402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20494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205875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20680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20772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20865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20958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210506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21143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21235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21328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214211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21513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21606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21699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21791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218842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21976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22069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22162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222547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22347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22439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22532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22625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227178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22810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22903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22995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230883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23180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23273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23366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23458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235514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2364408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23736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23829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2392195" y="1343625"/>
              <a:ext cx="918452" cy="914400"/>
            </a:xfrm>
            <a:custGeom>
              <a:avLst/>
              <a:pathLst>
                <a:path w="91845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5928" y="897161"/>
                  </a:lnTo>
                  <a:lnTo>
                    <a:pt x="916965" y="903378"/>
                  </a:lnTo>
                  <a:lnTo>
                    <a:pt x="918405" y="913956"/>
                  </a:lnTo>
                  <a:lnTo>
                    <a:pt x="918452" y="914400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3142434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77" y="914400"/>
                  </a:lnTo>
                  <a:lnTo>
                    <a:pt x="914400" y="914153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3151697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53"/>
                  </a:lnTo>
                  <a:lnTo>
                    <a:pt x="905266" y="914055"/>
                  </a:lnTo>
                  <a:lnTo>
                    <a:pt x="910707" y="910498"/>
                  </a:lnTo>
                  <a:lnTo>
                    <a:pt x="914400" y="90847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3160959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478"/>
                  </a:lnTo>
                  <a:lnTo>
                    <a:pt x="906976" y="907472"/>
                  </a:lnTo>
                  <a:lnTo>
                    <a:pt x="907270" y="907326"/>
                  </a:lnTo>
                  <a:lnTo>
                    <a:pt x="907566" y="907180"/>
                  </a:lnTo>
                  <a:lnTo>
                    <a:pt x="907861" y="907034"/>
                  </a:lnTo>
                  <a:lnTo>
                    <a:pt x="908157" y="906887"/>
                  </a:lnTo>
                  <a:lnTo>
                    <a:pt x="908453" y="906741"/>
                  </a:lnTo>
                  <a:lnTo>
                    <a:pt x="908748" y="906595"/>
                  </a:lnTo>
                  <a:lnTo>
                    <a:pt x="909044" y="906448"/>
                  </a:lnTo>
                  <a:lnTo>
                    <a:pt x="909340" y="906302"/>
                  </a:lnTo>
                  <a:lnTo>
                    <a:pt x="909635" y="906156"/>
                  </a:lnTo>
                  <a:lnTo>
                    <a:pt x="909931" y="906010"/>
                  </a:lnTo>
                  <a:lnTo>
                    <a:pt x="910227" y="905863"/>
                  </a:lnTo>
                  <a:lnTo>
                    <a:pt x="910522" y="905717"/>
                  </a:lnTo>
                  <a:lnTo>
                    <a:pt x="910818" y="905571"/>
                  </a:lnTo>
                  <a:lnTo>
                    <a:pt x="911114" y="905425"/>
                  </a:lnTo>
                  <a:lnTo>
                    <a:pt x="911410" y="905278"/>
                  </a:lnTo>
                  <a:lnTo>
                    <a:pt x="911705" y="905132"/>
                  </a:lnTo>
                  <a:lnTo>
                    <a:pt x="912001" y="904986"/>
                  </a:lnTo>
                  <a:lnTo>
                    <a:pt x="912297" y="904840"/>
                  </a:lnTo>
                  <a:lnTo>
                    <a:pt x="912593" y="904693"/>
                  </a:lnTo>
                  <a:lnTo>
                    <a:pt x="912888" y="904547"/>
                  </a:lnTo>
                  <a:lnTo>
                    <a:pt x="913184" y="904401"/>
                  </a:lnTo>
                  <a:lnTo>
                    <a:pt x="913480" y="904255"/>
                  </a:lnTo>
                  <a:lnTo>
                    <a:pt x="913776" y="904109"/>
                  </a:lnTo>
                  <a:lnTo>
                    <a:pt x="914071" y="903962"/>
                  </a:lnTo>
                  <a:lnTo>
                    <a:pt x="914400" y="903800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3170221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00"/>
                  </a:lnTo>
                  <a:lnTo>
                    <a:pt x="905401" y="903670"/>
                  </a:lnTo>
                  <a:lnTo>
                    <a:pt x="905697" y="903524"/>
                  </a:lnTo>
                  <a:lnTo>
                    <a:pt x="905992" y="903378"/>
                  </a:lnTo>
                  <a:lnTo>
                    <a:pt x="906288" y="903232"/>
                  </a:lnTo>
                  <a:lnTo>
                    <a:pt x="906584" y="903085"/>
                  </a:lnTo>
                  <a:lnTo>
                    <a:pt x="906880" y="902939"/>
                  </a:lnTo>
                  <a:lnTo>
                    <a:pt x="907176" y="902793"/>
                  </a:lnTo>
                  <a:lnTo>
                    <a:pt x="907472" y="902647"/>
                  </a:lnTo>
                  <a:lnTo>
                    <a:pt x="907767" y="902501"/>
                  </a:lnTo>
                  <a:lnTo>
                    <a:pt x="908063" y="902355"/>
                  </a:lnTo>
                  <a:lnTo>
                    <a:pt x="908359" y="902209"/>
                  </a:lnTo>
                  <a:lnTo>
                    <a:pt x="908655" y="902063"/>
                  </a:lnTo>
                  <a:lnTo>
                    <a:pt x="908951" y="901917"/>
                  </a:lnTo>
                  <a:lnTo>
                    <a:pt x="909247" y="901770"/>
                  </a:lnTo>
                  <a:lnTo>
                    <a:pt x="909543" y="901624"/>
                  </a:lnTo>
                  <a:lnTo>
                    <a:pt x="909839" y="901478"/>
                  </a:lnTo>
                  <a:lnTo>
                    <a:pt x="910135" y="901332"/>
                  </a:lnTo>
                  <a:lnTo>
                    <a:pt x="910430" y="901186"/>
                  </a:lnTo>
                  <a:lnTo>
                    <a:pt x="910726" y="901040"/>
                  </a:lnTo>
                  <a:lnTo>
                    <a:pt x="911022" y="900894"/>
                  </a:lnTo>
                  <a:lnTo>
                    <a:pt x="911318" y="900748"/>
                  </a:lnTo>
                  <a:lnTo>
                    <a:pt x="911614" y="900602"/>
                  </a:lnTo>
                  <a:lnTo>
                    <a:pt x="911910" y="900456"/>
                  </a:lnTo>
                  <a:lnTo>
                    <a:pt x="912206" y="900310"/>
                  </a:lnTo>
                  <a:lnTo>
                    <a:pt x="912502" y="900164"/>
                  </a:lnTo>
                  <a:lnTo>
                    <a:pt x="912798" y="900018"/>
                  </a:lnTo>
                  <a:lnTo>
                    <a:pt x="913094" y="899872"/>
                  </a:lnTo>
                  <a:lnTo>
                    <a:pt x="913390" y="899726"/>
                  </a:lnTo>
                  <a:lnTo>
                    <a:pt x="913686" y="899580"/>
                  </a:lnTo>
                  <a:lnTo>
                    <a:pt x="913982" y="899434"/>
                  </a:lnTo>
                  <a:lnTo>
                    <a:pt x="914400" y="89922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3179483" y="13263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67"/>
                  </a:lnTo>
                  <a:lnTo>
                    <a:pt x="905312" y="916381"/>
                  </a:lnTo>
                  <a:lnTo>
                    <a:pt x="905608" y="916235"/>
                  </a:lnTo>
                  <a:lnTo>
                    <a:pt x="905904" y="916089"/>
                  </a:lnTo>
                  <a:lnTo>
                    <a:pt x="906200" y="915943"/>
                  </a:lnTo>
                  <a:lnTo>
                    <a:pt x="906496" y="915797"/>
                  </a:lnTo>
                  <a:lnTo>
                    <a:pt x="906792" y="915651"/>
                  </a:lnTo>
                  <a:lnTo>
                    <a:pt x="907088" y="915505"/>
                  </a:lnTo>
                  <a:lnTo>
                    <a:pt x="907384" y="915359"/>
                  </a:lnTo>
                  <a:lnTo>
                    <a:pt x="909546" y="914400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31794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31887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31980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32072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3216532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32257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32350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32443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32535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32628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32721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32813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32906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32998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33091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33184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33276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33369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33462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335546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33647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33739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33832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339251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34017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34110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34203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34295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343882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34480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34573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34666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347587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34851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34943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35036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35129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352218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35314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35407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35499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355923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35684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35777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35870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35962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36055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36148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36240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36333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36425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36518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36611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36703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36796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36889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36981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37074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37166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37259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3735217" y="13436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009"/>
                  </a:lnTo>
                  <a:lnTo>
                    <a:pt x="922021" y="905654"/>
                  </a:lnTo>
                  <a:lnTo>
                    <a:pt x="916823" y="910235"/>
                  </a:lnTo>
                  <a:lnTo>
                    <a:pt x="915279" y="911418"/>
                  </a:lnTo>
                  <a:lnTo>
                    <a:pt x="914934" y="91440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3744479" y="1326387"/>
              <a:ext cx="920846" cy="921248"/>
            </a:xfrm>
            <a:custGeom>
              <a:avLst/>
              <a:pathLst>
                <a:path w="920846" h="921248">
                  <a:moveTo>
                    <a:pt x="914400" y="914400"/>
                  </a:moveTo>
                  <a:lnTo>
                    <a:pt x="920846" y="914400"/>
                  </a:lnTo>
                  <a:lnTo>
                    <a:pt x="917822" y="917817"/>
                  </a:lnTo>
                  <a:lnTo>
                    <a:pt x="914400" y="92124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2030968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665" y="931638"/>
                  </a:lnTo>
                  <a:lnTo>
                    <a:pt x="908939" y="925978"/>
                  </a:lnTo>
                  <a:lnTo>
                    <a:pt x="906335" y="916293"/>
                  </a:lnTo>
                  <a:lnTo>
                    <a:pt x="905891" y="914400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20309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20402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20494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205875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20680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20772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20865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20958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210506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21143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21235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21328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214211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21513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21606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21699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21791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218842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21976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22069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22162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222547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22347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22439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22532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22625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227178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22810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22903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22995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230883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23180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23273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23366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23458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235514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2364408" y="13091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23736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2392195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550" y="897161"/>
                  </a:lnTo>
                  <a:lnTo>
                    <a:pt x="913197" y="899958"/>
                  </a:lnTo>
                  <a:lnTo>
                    <a:pt x="914399" y="906022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2392195" y="1326387"/>
              <a:ext cx="915928" cy="914400"/>
            </a:xfrm>
            <a:custGeom>
              <a:avLst/>
              <a:pathLst>
                <a:path w="915928" h="914400">
                  <a:moveTo>
                    <a:pt x="914399" y="914400"/>
                  </a:moveTo>
                  <a:lnTo>
                    <a:pt x="914399" y="906022"/>
                  </a:lnTo>
                  <a:lnTo>
                    <a:pt x="915227" y="910195"/>
                  </a:lnTo>
                  <a:lnTo>
                    <a:pt x="915928" y="914400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317948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546" y="914400"/>
                  </a:lnTo>
                  <a:lnTo>
                    <a:pt x="912718" y="912991"/>
                  </a:lnTo>
                  <a:lnTo>
                    <a:pt x="914400" y="912406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318874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406"/>
                  </a:lnTo>
                  <a:lnTo>
                    <a:pt x="908847" y="911115"/>
                  </a:lnTo>
                  <a:lnTo>
                    <a:pt x="914400" y="909717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319800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717"/>
                  </a:lnTo>
                  <a:lnTo>
                    <a:pt x="910482" y="908858"/>
                  </a:lnTo>
                  <a:lnTo>
                    <a:pt x="914400" y="90859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320727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590"/>
                  </a:lnTo>
                  <a:lnTo>
                    <a:pt x="906699" y="908483"/>
                  </a:lnTo>
                  <a:lnTo>
                    <a:pt x="912183" y="908610"/>
                  </a:lnTo>
                  <a:lnTo>
                    <a:pt x="912651" y="908643"/>
                  </a:lnTo>
                  <a:lnTo>
                    <a:pt x="913122" y="908676"/>
                  </a:lnTo>
                  <a:lnTo>
                    <a:pt x="913592" y="908708"/>
                  </a:lnTo>
                  <a:lnTo>
                    <a:pt x="914063" y="908741"/>
                  </a:lnTo>
                  <a:lnTo>
                    <a:pt x="914400" y="908764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3216532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764"/>
                  </a:lnTo>
                  <a:lnTo>
                    <a:pt x="905271" y="908774"/>
                  </a:lnTo>
                  <a:lnTo>
                    <a:pt x="905742" y="908806"/>
                  </a:lnTo>
                  <a:lnTo>
                    <a:pt x="906213" y="908839"/>
                  </a:lnTo>
                  <a:lnTo>
                    <a:pt x="906683" y="908872"/>
                  </a:lnTo>
                  <a:lnTo>
                    <a:pt x="907154" y="908904"/>
                  </a:lnTo>
                  <a:lnTo>
                    <a:pt x="907624" y="908937"/>
                  </a:lnTo>
                  <a:lnTo>
                    <a:pt x="908095" y="908970"/>
                  </a:lnTo>
                  <a:lnTo>
                    <a:pt x="908565" y="909003"/>
                  </a:lnTo>
                  <a:lnTo>
                    <a:pt x="909036" y="909036"/>
                  </a:lnTo>
                  <a:lnTo>
                    <a:pt x="909506" y="909068"/>
                  </a:lnTo>
                  <a:lnTo>
                    <a:pt x="909977" y="909101"/>
                  </a:lnTo>
                  <a:lnTo>
                    <a:pt x="910448" y="909134"/>
                  </a:lnTo>
                  <a:lnTo>
                    <a:pt x="910918" y="909167"/>
                  </a:lnTo>
                  <a:lnTo>
                    <a:pt x="911389" y="909200"/>
                  </a:lnTo>
                  <a:lnTo>
                    <a:pt x="911859" y="909233"/>
                  </a:lnTo>
                  <a:lnTo>
                    <a:pt x="912330" y="909266"/>
                  </a:lnTo>
                  <a:lnTo>
                    <a:pt x="912800" y="909299"/>
                  </a:lnTo>
                  <a:lnTo>
                    <a:pt x="913271" y="909332"/>
                  </a:lnTo>
                  <a:lnTo>
                    <a:pt x="913741" y="909365"/>
                  </a:lnTo>
                  <a:lnTo>
                    <a:pt x="914212" y="909398"/>
                  </a:lnTo>
                  <a:lnTo>
                    <a:pt x="914399" y="909411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322579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11"/>
                  </a:lnTo>
                  <a:lnTo>
                    <a:pt x="905420" y="909431"/>
                  </a:lnTo>
                  <a:lnTo>
                    <a:pt x="905891" y="909464"/>
                  </a:lnTo>
                  <a:lnTo>
                    <a:pt x="906361" y="909497"/>
                  </a:lnTo>
                  <a:lnTo>
                    <a:pt x="906832" y="909530"/>
                  </a:lnTo>
                  <a:lnTo>
                    <a:pt x="907302" y="909563"/>
                  </a:lnTo>
                  <a:lnTo>
                    <a:pt x="907773" y="909596"/>
                  </a:lnTo>
                  <a:lnTo>
                    <a:pt x="908243" y="909629"/>
                  </a:lnTo>
                  <a:lnTo>
                    <a:pt x="908714" y="909662"/>
                  </a:lnTo>
                  <a:lnTo>
                    <a:pt x="909184" y="909695"/>
                  </a:lnTo>
                  <a:lnTo>
                    <a:pt x="909655" y="909729"/>
                  </a:lnTo>
                  <a:lnTo>
                    <a:pt x="910125" y="909762"/>
                  </a:lnTo>
                  <a:lnTo>
                    <a:pt x="910596" y="909795"/>
                  </a:lnTo>
                  <a:lnTo>
                    <a:pt x="911066" y="909828"/>
                  </a:lnTo>
                  <a:lnTo>
                    <a:pt x="911537" y="909861"/>
                  </a:lnTo>
                  <a:lnTo>
                    <a:pt x="912007" y="909895"/>
                  </a:lnTo>
                  <a:lnTo>
                    <a:pt x="912478" y="909928"/>
                  </a:lnTo>
                  <a:lnTo>
                    <a:pt x="912948" y="909961"/>
                  </a:lnTo>
                  <a:lnTo>
                    <a:pt x="913419" y="909995"/>
                  </a:lnTo>
                  <a:lnTo>
                    <a:pt x="913889" y="910028"/>
                  </a:lnTo>
                  <a:lnTo>
                    <a:pt x="914400" y="910064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323505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64"/>
                  </a:lnTo>
                  <a:lnTo>
                    <a:pt x="905568" y="910095"/>
                  </a:lnTo>
                  <a:lnTo>
                    <a:pt x="906038" y="910128"/>
                  </a:lnTo>
                  <a:lnTo>
                    <a:pt x="906509" y="910161"/>
                  </a:lnTo>
                  <a:lnTo>
                    <a:pt x="906979" y="910195"/>
                  </a:lnTo>
                  <a:lnTo>
                    <a:pt x="907450" y="910228"/>
                  </a:lnTo>
                  <a:lnTo>
                    <a:pt x="907920" y="910262"/>
                  </a:lnTo>
                  <a:lnTo>
                    <a:pt x="908391" y="910295"/>
                  </a:lnTo>
                  <a:lnTo>
                    <a:pt x="908861" y="910329"/>
                  </a:lnTo>
                  <a:lnTo>
                    <a:pt x="909332" y="910362"/>
                  </a:lnTo>
                  <a:lnTo>
                    <a:pt x="909802" y="910396"/>
                  </a:lnTo>
                  <a:lnTo>
                    <a:pt x="910273" y="910429"/>
                  </a:lnTo>
                  <a:lnTo>
                    <a:pt x="910743" y="910463"/>
                  </a:lnTo>
                  <a:lnTo>
                    <a:pt x="914400" y="910724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3244319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724"/>
                  </a:lnTo>
                  <a:lnTo>
                    <a:pt x="914400" y="911384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3253581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384"/>
                  </a:lnTo>
                  <a:lnTo>
                    <a:pt x="914400" y="912045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326284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045"/>
                  </a:lnTo>
                  <a:lnTo>
                    <a:pt x="914400" y="912706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327210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706"/>
                  </a:lnTo>
                  <a:lnTo>
                    <a:pt x="914400" y="912510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328136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510"/>
                  </a:lnTo>
                  <a:lnTo>
                    <a:pt x="914400" y="912314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329063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314"/>
                  </a:lnTo>
                  <a:lnTo>
                    <a:pt x="914400" y="912119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3299892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119"/>
                  </a:lnTo>
                  <a:lnTo>
                    <a:pt x="913862" y="911879"/>
                  </a:lnTo>
                  <a:lnTo>
                    <a:pt x="914226" y="911571"/>
                  </a:lnTo>
                  <a:lnTo>
                    <a:pt x="914400" y="911425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330915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425"/>
                  </a:lnTo>
                  <a:lnTo>
                    <a:pt x="905329" y="911263"/>
                  </a:lnTo>
                  <a:lnTo>
                    <a:pt x="905694" y="910955"/>
                  </a:lnTo>
                  <a:lnTo>
                    <a:pt x="906058" y="910647"/>
                  </a:lnTo>
                  <a:lnTo>
                    <a:pt x="911025" y="906724"/>
                  </a:lnTo>
                  <a:lnTo>
                    <a:pt x="914400" y="904411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331841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411"/>
                  </a:lnTo>
                  <a:lnTo>
                    <a:pt x="906825" y="903254"/>
                  </a:lnTo>
                  <a:lnTo>
                    <a:pt x="911973" y="900246"/>
                  </a:lnTo>
                  <a:lnTo>
                    <a:pt x="914400" y="898947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3327679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185"/>
                  </a:lnTo>
                  <a:lnTo>
                    <a:pt x="908474" y="914400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33276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33369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33462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335546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33647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33739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33832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339251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34017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34110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34203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34295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343882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34480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34573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34666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347587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34851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34943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35036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35129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352218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35314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35407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35499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355923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35684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35777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35870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35962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360554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361480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36240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363333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364259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365185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366111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367038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367964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368890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36981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37074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37166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372595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37352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3744479" y="13263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090"/>
                  </a:lnTo>
                  <a:lnTo>
                    <a:pt x="922737" y="912262"/>
                  </a:lnTo>
                  <a:lnTo>
                    <a:pt x="920846" y="914400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3753741" y="1309148"/>
              <a:ext cx="923662" cy="928329"/>
            </a:xfrm>
            <a:custGeom>
              <a:avLst/>
              <a:pathLst>
                <a:path w="923662" h="9283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69"/>
                  </a:lnTo>
                  <a:lnTo>
                    <a:pt x="922810" y="917007"/>
                  </a:lnTo>
                  <a:lnTo>
                    <a:pt x="918229" y="923479"/>
                  </a:lnTo>
                  <a:lnTo>
                    <a:pt x="914400" y="928329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3763003" y="1309148"/>
              <a:ext cx="915208" cy="915669"/>
            </a:xfrm>
            <a:custGeom>
              <a:avLst/>
              <a:pathLst>
                <a:path w="915208" h="915669">
                  <a:moveTo>
                    <a:pt x="914400" y="914400"/>
                  </a:moveTo>
                  <a:lnTo>
                    <a:pt x="915208" y="914400"/>
                  </a:lnTo>
                  <a:lnTo>
                    <a:pt x="914400" y="915669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2021706" y="1291910"/>
              <a:ext cx="914400" cy="928423"/>
            </a:xfrm>
            <a:custGeom>
              <a:avLst/>
              <a:pathLst>
                <a:path w="914400" h="928423">
                  <a:moveTo>
                    <a:pt x="914400" y="914399"/>
                  </a:moveTo>
                  <a:lnTo>
                    <a:pt x="914400" y="928423"/>
                  </a:lnTo>
                  <a:lnTo>
                    <a:pt x="913270" y="923605"/>
                  </a:lnTo>
                  <a:lnTo>
                    <a:pt x="911412" y="914399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202170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154" y="931638"/>
                  </a:lnTo>
                  <a:lnTo>
                    <a:pt x="914400" y="928423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20309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20402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20494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205875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20680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20772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20865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209580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210506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21143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21235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21328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214211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21513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21606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21699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21791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218842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21976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22069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22162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222547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22347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22439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22532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22625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227178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22810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22903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22995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230883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23180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23273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23366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23458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235514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2364408" y="12919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23736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2382932" y="1309148"/>
              <a:ext cx="921812" cy="914400"/>
            </a:xfrm>
            <a:custGeom>
              <a:avLst/>
              <a:pathLst>
                <a:path w="92181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477" y="897161"/>
                  </a:lnTo>
                  <a:lnTo>
                    <a:pt x="917542" y="897392"/>
                  </a:lnTo>
                  <a:lnTo>
                    <a:pt x="920141" y="907174"/>
                  </a:lnTo>
                  <a:lnTo>
                    <a:pt x="921812" y="914400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3327679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74" y="914400"/>
                  </a:lnTo>
                  <a:lnTo>
                    <a:pt x="914400" y="91122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3336941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28"/>
                  </a:lnTo>
                  <a:lnTo>
                    <a:pt x="914400" y="906270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3346203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270"/>
                  </a:lnTo>
                  <a:lnTo>
                    <a:pt x="911518" y="902842"/>
                  </a:lnTo>
                  <a:lnTo>
                    <a:pt x="911838" y="902418"/>
                  </a:lnTo>
                  <a:lnTo>
                    <a:pt x="912158" y="901993"/>
                  </a:lnTo>
                  <a:lnTo>
                    <a:pt x="912478" y="901569"/>
                  </a:lnTo>
                  <a:lnTo>
                    <a:pt x="912798" y="901144"/>
                  </a:lnTo>
                  <a:lnTo>
                    <a:pt x="913118" y="900720"/>
                  </a:lnTo>
                  <a:lnTo>
                    <a:pt x="913438" y="900295"/>
                  </a:lnTo>
                  <a:lnTo>
                    <a:pt x="913758" y="899871"/>
                  </a:lnTo>
                  <a:lnTo>
                    <a:pt x="914078" y="899447"/>
                  </a:lnTo>
                  <a:lnTo>
                    <a:pt x="914400" y="899021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3355465" y="12919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259"/>
                  </a:lnTo>
                  <a:lnTo>
                    <a:pt x="905456" y="915836"/>
                  </a:lnTo>
                  <a:lnTo>
                    <a:pt x="905777" y="915412"/>
                  </a:lnTo>
                  <a:lnTo>
                    <a:pt x="906097" y="914988"/>
                  </a:lnTo>
                  <a:lnTo>
                    <a:pt x="906417" y="914563"/>
                  </a:lnTo>
                  <a:lnTo>
                    <a:pt x="906541" y="914399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335546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33647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33739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33832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339251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34017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34110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34203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34295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343882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34480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34573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34666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347587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34851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34943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35036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35129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352218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35314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35407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35499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355923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35684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35777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35870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35962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360554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361480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36240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363333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364259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365185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366111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367038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367964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368890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36981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37074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37166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372595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37352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37444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37537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3763003" y="13091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843"/>
                  </a:lnTo>
                  <a:lnTo>
                    <a:pt x="922140" y="902787"/>
                  </a:lnTo>
                  <a:lnTo>
                    <a:pt x="917943" y="910104"/>
                  </a:lnTo>
                  <a:lnTo>
                    <a:pt x="915208" y="91440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3772265" y="1291910"/>
              <a:ext cx="915787" cy="917082"/>
            </a:xfrm>
            <a:custGeom>
              <a:avLst/>
              <a:pathLst>
                <a:path w="915787" h="917082">
                  <a:moveTo>
                    <a:pt x="914400" y="914399"/>
                  </a:moveTo>
                  <a:lnTo>
                    <a:pt x="915787" y="914399"/>
                  </a:lnTo>
                  <a:lnTo>
                    <a:pt x="914400" y="917082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2021706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12" y="931638"/>
                  </a:lnTo>
                  <a:lnTo>
                    <a:pt x="911224" y="930705"/>
                  </a:lnTo>
                  <a:lnTo>
                    <a:pt x="909467" y="920381"/>
                  </a:lnTo>
                  <a:lnTo>
                    <a:pt x="908631" y="914399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202170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20309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20402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20494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205875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20680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20772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20865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20958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210506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21143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21235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21328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214211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21513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21606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21699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21791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218842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21976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22069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22162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222547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22347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22439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22532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22625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227178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22810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22903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22995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230883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23180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23273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23366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23458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235514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2364408" y="127467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2382932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513" y="897161"/>
                  </a:lnTo>
                  <a:lnTo>
                    <a:pt x="913695" y="901076"/>
                  </a:lnTo>
                  <a:lnTo>
                    <a:pt x="913814" y="901494"/>
                  </a:lnTo>
                  <a:lnTo>
                    <a:pt x="913934" y="901918"/>
                  </a:lnTo>
                  <a:lnTo>
                    <a:pt x="914054" y="902341"/>
                  </a:lnTo>
                  <a:lnTo>
                    <a:pt x="914175" y="902765"/>
                  </a:lnTo>
                  <a:lnTo>
                    <a:pt x="914295" y="903189"/>
                  </a:lnTo>
                  <a:lnTo>
                    <a:pt x="914400" y="903556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2382932" y="1291910"/>
              <a:ext cx="917477" cy="914399"/>
            </a:xfrm>
            <a:custGeom>
              <a:avLst/>
              <a:pathLst>
                <a:path w="917477" h="914399">
                  <a:moveTo>
                    <a:pt x="914400" y="914399"/>
                  </a:moveTo>
                  <a:lnTo>
                    <a:pt x="914416" y="903613"/>
                  </a:lnTo>
                  <a:lnTo>
                    <a:pt x="914536" y="904036"/>
                  </a:lnTo>
                  <a:lnTo>
                    <a:pt x="914656" y="904460"/>
                  </a:lnTo>
                  <a:lnTo>
                    <a:pt x="914777" y="904884"/>
                  </a:lnTo>
                  <a:lnTo>
                    <a:pt x="914897" y="905308"/>
                  </a:lnTo>
                  <a:lnTo>
                    <a:pt x="915017" y="905731"/>
                  </a:lnTo>
                  <a:lnTo>
                    <a:pt x="915138" y="906155"/>
                  </a:lnTo>
                  <a:lnTo>
                    <a:pt x="915258" y="906579"/>
                  </a:lnTo>
                  <a:lnTo>
                    <a:pt x="915378" y="907003"/>
                  </a:lnTo>
                  <a:lnTo>
                    <a:pt x="915499" y="907426"/>
                  </a:lnTo>
                  <a:lnTo>
                    <a:pt x="915619" y="907850"/>
                  </a:lnTo>
                  <a:lnTo>
                    <a:pt x="915739" y="908274"/>
                  </a:lnTo>
                  <a:lnTo>
                    <a:pt x="915859" y="908698"/>
                  </a:lnTo>
                  <a:lnTo>
                    <a:pt x="915980" y="909122"/>
                  </a:lnTo>
                  <a:lnTo>
                    <a:pt x="916100" y="909545"/>
                  </a:lnTo>
                  <a:lnTo>
                    <a:pt x="916220" y="909969"/>
                  </a:lnTo>
                  <a:lnTo>
                    <a:pt x="916340" y="910393"/>
                  </a:lnTo>
                  <a:lnTo>
                    <a:pt x="916461" y="910817"/>
                  </a:lnTo>
                  <a:lnTo>
                    <a:pt x="916581" y="911240"/>
                  </a:lnTo>
                  <a:lnTo>
                    <a:pt x="916701" y="911664"/>
                  </a:lnTo>
                  <a:lnTo>
                    <a:pt x="916821" y="912088"/>
                  </a:lnTo>
                  <a:lnTo>
                    <a:pt x="916942" y="912512"/>
                  </a:lnTo>
                  <a:lnTo>
                    <a:pt x="917062" y="912936"/>
                  </a:lnTo>
                  <a:lnTo>
                    <a:pt x="917182" y="913359"/>
                  </a:lnTo>
                  <a:lnTo>
                    <a:pt x="917302" y="913783"/>
                  </a:lnTo>
                  <a:lnTo>
                    <a:pt x="917422" y="914207"/>
                  </a:lnTo>
                  <a:lnTo>
                    <a:pt x="917477" y="914399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3355465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6541" y="914399"/>
                  </a:lnTo>
                  <a:lnTo>
                    <a:pt x="906737" y="914139"/>
                  </a:lnTo>
                  <a:lnTo>
                    <a:pt x="911370" y="908321"/>
                  </a:lnTo>
                  <a:lnTo>
                    <a:pt x="914400" y="904916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3364728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155"/>
                  </a:lnTo>
                  <a:lnTo>
                    <a:pt x="906891" y="920183"/>
                  </a:lnTo>
                  <a:lnTo>
                    <a:pt x="911814" y="915260"/>
                  </a:lnTo>
                  <a:lnTo>
                    <a:pt x="912790" y="914399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33647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33739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33832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339251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34017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34110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34203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34295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343882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34480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34573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34666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347587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34851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34943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35036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35129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352218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35314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35407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35499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355923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35684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35777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35870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35962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360554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361480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362407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363333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364259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365185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366111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367038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367964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368890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36981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37074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37166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372595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37352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37444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37537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37630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3772265" y="1291910"/>
              <a:ext cx="923598" cy="914399"/>
            </a:xfrm>
            <a:custGeom>
              <a:avLst/>
              <a:pathLst>
                <a:path w="92359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598" y="897161"/>
                  </a:lnTo>
                  <a:lnTo>
                    <a:pt x="920634" y="904228"/>
                  </a:lnTo>
                  <a:lnTo>
                    <a:pt x="916865" y="912314"/>
                  </a:lnTo>
                  <a:lnTo>
                    <a:pt x="915787" y="914399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2021706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631" y="931638"/>
                  </a:lnTo>
                  <a:lnTo>
                    <a:pt x="908002" y="927138"/>
                  </a:lnTo>
                  <a:lnTo>
                    <a:pt x="906833" y="916529"/>
                  </a:lnTo>
                  <a:lnTo>
                    <a:pt x="906661" y="914399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202170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20309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20402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20494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205875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20680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20772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20865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20958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210506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211432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212359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213285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214211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21513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21606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21699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21791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218842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21976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22069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22162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222547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22347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22439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22532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22625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227178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22810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22903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22995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230883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23180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23273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23366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23458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235514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2364408" y="12574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2373670" y="1274671"/>
              <a:ext cx="921775" cy="914399"/>
            </a:xfrm>
            <a:custGeom>
              <a:avLst/>
              <a:pathLst>
                <a:path w="9217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005" y="897161"/>
                  </a:lnTo>
                  <a:lnTo>
                    <a:pt x="917146" y="900172"/>
                  </a:lnTo>
                  <a:lnTo>
                    <a:pt x="920176" y="909105"/>
                  </a:lnTo>
                  <a:lnTo>
                    <a:pt x="921775" y="914399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3364728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790" y="914399"/>
                  </a:lnTo>
                  <a:lnTo>
                    <a:pt x="914400" y="912979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3373990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2979"/>
                  </a:lnTo>
                  <a:lnTo>
                    <a:pt x="907602" y="910805"/>
                  </a:lnTo>
                  <a:lnTo>
                    <a:pt x="912766" y="906827"/>
                  </a:lnTo>
                  <a:lnTo>
                    <a:pt x="914400" y="905744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3383252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5744"/>
                  </a:lnTo>
                  <a:lnTo>
                    <a:pt x="908768" y="903337"/>
                  </a:lnTo>
                  <a:lnTo>
                    <a:pt x="914120" y="900344"/>
                  </a:lnTo>
                  <a:lnTo>
                    <a:pt x="914400" y="900202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3392514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441"/>
                  </a:lnTo>
                  <a:lnTo>
                    <a:pt x="911118" y="914399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339251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34017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34110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34203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34295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343882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95E">
                <a:alpha val="100000"/>
              </a:srgbClr>
            </a:solidFill>
            <a:ln w="5420" cap="flat">
              <a:solidFill>
                <a:srgbClr val="88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34480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34573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34666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347587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34851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34943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35036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35129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352218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35314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35407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35499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355923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35684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35777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35870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35962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360554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361480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362407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363333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364259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365185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366111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367038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367964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368890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36981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37074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37166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372595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37352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37444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37537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37630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3772265" y="1274671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48"/>
                  </a:lnTo>
                  <a:lnTo>
                    <a:pt x="923598" y="914399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3781528" y="1257433"/>
              <a:ext cx="920598" cy="931486"/>
            </a:xfrm>
            <a:custGeom>
              <a:avLst/>
              <a:pathLst>
                <a:path w="920598" h="931486">
                  <a:moveTo>
                    <a:pt x="914400" y="914399"/>
                  </a:moveTo>
                  <a:lnTo>
                    <a:pt x="920598" y="914399"/>
                  </a:lnTo>
                  <a:lnTo>
                    <a:pt x="918210" y="921502"/>
                  </a:lnTo>
                  <a:lnTo>
                    <a:pt x="914910" y="930268"/>
                  </a:lnTo>
                  <a:lnTo>
                    <a:pt x="914400" y="931486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2021706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6661" y="931638"/>
                  </a:lnTo>
                  <a:lnTo>
                    <a:pt x="905965" y="923058"/>
                  </a:lnTo>
                  <a:lnTo>
                    <a:pt x="905511" y="914399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202170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20309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20402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20494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205875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20680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20772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20865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20958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210506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211432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212359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213285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214211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21513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21606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21699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21791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218842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21976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22069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22162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222547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22347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22439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22532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22625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227178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22810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22903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22995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230883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23180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23273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23366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23458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235514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2373670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825" y="897161"/>
                  </a:lnTo>
                  <a:lnTo>
                    <a:pt x="910371" y="900466"/>
                  </a:lnTo>
                  <a:lnTo>
                    <a:pt x="913875" y="908777"/>
                  </a:lnTo>
                  <a:lnTo>
                    <a:pt x="914400" y="910162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2373670" y="1257433"/>
              <a:ext cx="916005" cy="914399"/>
            </a:xfrm>
            <a:custGeom>
              <a:avLst/>
              <a:pathLst>
                <a:path w="916005" h="914399">
                  <a:moveTo>
                    <a:pt x="914400" y="914399"/>
                  </a:moveTo>
                  <a:lnTo>
                    <a:pt x="914400" y="910162"/>
                  </a:lnTo>
                  <a:lnTo>
                    <a:pt x="916005" y="914399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3392514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1118" y="914399"/>
                  </a:lnTo>
                  <a:lnTo>
                    <a:pt x="914400" y="912731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3401777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969"/>
                  </a:lnTo>
                  <a:lnTo>
                    <a:pt x="909255" y="927820"/>
                  </a:lnTo>
                  <a:lnTo>
                    <a:pt x="910375" y="917026"/>
                  </a:lnTo>
                  <a:lnTo>
                    <a:pt x="910727" y="914399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34017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34110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34203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34295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343882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34480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34573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34666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347587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34851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34943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35036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35129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352218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35314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35407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35499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355923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35684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35777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35870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35962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360554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361480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362407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363333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364259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365185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366111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367038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367964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368890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36981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37074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37166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372595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37352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37444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37537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37630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377226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3781528" y="12574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396"/>
                  </a:lnTo>
                  <a:lnTo>
                    <a:pt x="921261" y="912430"/>
                  </a:lnTo>
                  <a:lnTo>
                    <a:pt x="920598" y="914399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3790790" y="1240194"/>
              <a:ext cx="916352" cy="921634"/>
            </a:xfrm>
            <a:custGeom>
              <a:avLst/>
              <a:pathLst>
                <a:path w="916352" h="921634">
                  <a:moveTo>
                    <a:pt x="914400" y="914399"/>
                  </a:moveTo>
                  <a:lnTo>
                    <a:pt x="916352" y="914399"/>
                  </a:lnTo>
                  <a:lnTo>
                    <a:pt x="914794" y="920314"/>
                  </a:lnTo>
                  <a:lnTo>
                    <a:pt x="914400" y="921634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2021706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11" y="931638"/>
                  </a:lnTo>
                  <a:lnTo>
                    <a:pt x="905399" y="929518"/>
                  </a:lnTo>
                  <a:lnTo>
                    <a:pt x="905137" y="918699"/>
                  </a:lnTo>
                  <a:lnTo>
                    <a:pt x="905154" y="914399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202170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20309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20402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20494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205875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20680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20772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20865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20958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210506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21143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212359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213285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214211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21513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21606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21699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21791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218842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21976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22069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22162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222547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22347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22439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22532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22625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227178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22810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22903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22995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230883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23180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23273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23366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23458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2364408" y="1240194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111" y="897161"/>
                  </a:lnTo>
                  <a:lnTo>
                    <a:pt x="911966" y="902134"/>
                  </a:lnTo>
                  <a:lnTo>
                    <a:pt x="914399" y="906829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2364408" y="1240194"/>
              <a:ext cx="918088" cy="914399"/>
            </a:xfrm>
            <a:custGeom>
              <a:avLst/>
              <a:pathLst>
                <a:path w="918088" h="914399">
                  <a:moveTo>
                    <a:pt x="914399" y="914399"/>
                  </a:moveTo>
                  <a:lnTo>
                    <a:pt x="914399" y="906829"/>
                  </a:lnTo>
                  <a:lnTo>
                    <a:pt x="915907" y="909737"/>
                  </a:lnTo>
                  <a:lnTo>
                    <a:pt x="918088" y="914399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3401777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0727" y="931638"/>
                  </a:lnTo>
                  <a:lnTo>
                    <a:pt x="911802" y="923596"/>
                  </a:lnTo>
                  <a:lnTo>
                    <a:pt x="913315" y="914399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34017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34110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34203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34295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343882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34480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34573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34666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347587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34851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34943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35036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35129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352218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35314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35407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35499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355923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35684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35777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35870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35962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360554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361480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362407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363333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364259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365185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366111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367038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367964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368890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36981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37074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37166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372595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37352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37444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37537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37630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377226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37815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3790790" y="1240194"/>
              <a:ext cx="920318" cy="914399"/>
            </a:xfrm>
            <a:custGeom>
              <a:avLst/>
              <a:pathLst>
                <a:path w="92031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0318" y="897161"/>
                  </a:lnTo>
                  <a:lnTo>
                    <a:pt x="919586" y="900862"/>
                  </a:lnTo>
                  <a:lnTo>
                    <a:pt x="917325" y="910704"/>
                  </a:lnTo>
                  <a:lnTo>
                    <a:pt x="916352" y="914399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2021706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54" y="931638"/>
                  </a:lnTo>
                  <a:lnTo>
                    <a:pt x="905180" y="925108"/>
                  </a:lnTo>
                  <a:lnTo>
                    <a:pt x="905524" y="914400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202170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20309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20402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20494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205875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20680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20772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20865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20958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210506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21143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212359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213285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214211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215137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21606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21699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21791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218842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21976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22069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22162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222547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22347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22439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22532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22625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227178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22810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22903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22995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230883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23180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23273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23366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2355146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6827" y="897161"/>
                  </a:lnTo>
                  <a:lnTo>
                    <a:pt x="908229" y="898944"/>
                  </a:lnTo>
                  <a:lnTo>
                    <a:pt x="912747" y="905338"/>
                  </a:lnTo>
                  <a:lnTo>
                    <a:pt x="914400" y="907935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2355146" y="1222956"/>
              <a:ext cx="918373" cy="914399"/>
            </a:xfrm>
            <a:custGeom>
              <a:avLst/>
              <a:pathLst>
                <a:path w="918373" h="914399">
                  <a:moveTo>
                    <a:pt x="914400" y="914399"/>
                  </a:moveTo>
                  <a:lnTo>
                    <a:pt x="914400" y="907935"/>
                  </a:lnTo>
                  <a:lnTo>
                    <a:pt x="917084" y="912154"/>
                  </a:lnTo>
                  <a:lnTo>
                    <a:pt x="918373" y="914399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3401777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3315" y="914399"/>
                  </a:lnTo>
                  <a:lnTo>
                    <a:pt x="913532" y="913084"/>
                  </a:lnTo>
                  <a:lnTo>
                    <a:pt x="914400" y="908664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3411039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902"/>
                  </a:lnTo>
                  <a:lnTo>
                    <a:pt x="906297" y="919997"/>
                  </a:lnTo>
                  <a:lnTo>
                    <a:pt x="907580" y="914400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34110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34203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34295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343882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34480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34573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34666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347587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34851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34943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35036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35129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352218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35314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35407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35499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355923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35684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35777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35870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359628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360554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361480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362407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363333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364259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365185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366111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367038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367964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368890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36981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37074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37166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372595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37352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37444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37537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37630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377226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37815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3790790" y="1222956"/>
              <a:ext cx="923375" cy="914399"/>
            </a:xfrm>
            <a:custGeom>
              <a:avLst/>
              <a:pathLst>
                <a:path w="9233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375" y="897161"/>
                  </a:lnTo>
                  <a:lnTo>
                    <a:pt x="923274" y="897832"/>
                  </a:lnTo>
                  <a:lnTo>
                    <a:pt x="921571" y="908055"/>
                  </a:lnTo>
                  <a:lnTo>
                    <a:pt x="920318" y="914399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2021706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27" y="931536"/>
                  </a:lnTo>
                  <a:lnTo>
                    <a:pt x="906177" y="920773"/>
                  </a:lnTo>
                  <a:lnTo>
                    <a:pt x="906746" y="914400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202170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20309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20402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20494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205875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20680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20772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20865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20958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210506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21143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212359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213285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214211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215137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21606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21699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21791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218842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21976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22069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22162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222547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22347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22439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22532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22625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227178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22810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22903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22995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230883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23180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2336621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95" y="897161"/>
                  </a:lnTo>
                  <a:lnTo>
                    <a:pt x="912232" y="899685"/>
                  </a:lnTo>
                  <a:lnTo>
                    <a:pt x="914400" y="901872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2345883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72"/>
                  </a:lnTo>
                  <a:lnTo>
                    <a:pt x="907959" y="904721"/>
                  </a:lnTo>
                  <a:lnTo>
                    <a:pt x="912804" y="910225"/>
                  </a:lnTo>
                  <a:lnTo>
                    <a:pt x="914400" y="912252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2345883" y="1205717"/>
              <a:ext cx="916089" cy="914400"/>
            </a:xfrm>
            <a:custGeom>
              <a:avLst/>
              <a:pathLst>
                <a:path w="916089" h="914400">
                  <a:moveTo>
                    <a:pt x="914400" y="914400"/>
                  </a:moveTo>
                  <a:lnTo>
                    <a:pt x="914400" y="912252"/>
                  </a:lnTo>
                  <a:lnTo>
                    <a:pt x="916089" y="914400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3411039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580" y="931638"/>
                  </a:lnTo>
                  <a:lnTo>
                    <a:pt x="908616" y="927124"/>
                  </a:lnTo>
                  <a:lnTo>
                    <a:pt x="911220" y="917257"/>
                  </a:lnTo>
                  <a:lnTo>
                    <a:pt x="912078" y="914400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34110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34203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34295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343882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34480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34573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34666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347587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34851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34943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35036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35129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352218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35314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35407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35499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355923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35684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357775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358702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359628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360554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361480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362407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363333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364259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365185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366111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367038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367964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368890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36981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37074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37166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372595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37352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37444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37537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37630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377226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37815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3790790" y="12057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507"/>
                  </a:lnTo>
                  <a:lnTo>
                    <a:pt x="923375" y="914400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3800052" y="1188479"/>
              <a:ext cx="916727" cy="929746"/>
            </a:xfrm>
            <a:custGeom>
              <a:avLst/>
              <a:pathLst>
                <a:path w="916727" h="929746">
                  <a:moveTo>
                    <a:pt x="914400" y="914400"/>
                  </a:moveTo>
                  <a:lnTo>
                    <a:pt x="916727" y="914400"/>
                  </a:lnTo>
                  <a:lnTo>
                    <a:pt x="916297" y="917230"/>
                  </a:lnTo>
                  <a:lnTo>
                    <a:pt x="915840" y="920243"/>
                  </a:lnTo>
                  <a:lnTo>
                    <a:pt x="915383" y="923256"/>
                  </a:lnTo>
                  <a:lnTo>
                    <a:pt x="914926" y="926269"/>
                  </a:lnTo>
                  <a:lnTo>
                    <a:pt x="914470" y="929282"/>
                  </a:lnTo>
                  <a:lnTo>
                    <a:pt x="914400" y="929746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2021706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746" y="931638"/>
                  </a:lnTo>
                  <a:lnTo>
                    <a:pt x="907130" y="927328"/>
                  </a:lnTo>
                  <a:lnTo>
                    <a:pt x="908381" y="916751"/>
                  </a:lnTo>
                  <a:lnTo>
                    <a:pt x="908730" y="914400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202170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20309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20402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20494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205875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20680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20772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20865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20958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210506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21143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21235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213285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214211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215137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216063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21699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21791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218842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21976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22069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22162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222547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22347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22439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22532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22625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227178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22810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22903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2308835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795" y="897169"/>
                  </a:lnTo>
                  <a:lnTo>
                    <a:pt x="913369" y="899169"/>
                  </a:lnTo>
                  <a:lnTo>
                    <a:pt x="914400" y="899642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2318097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42"/>
                  </a:lnTo>
                  <a:lnTo>
                    <a:pt x="909618" y="901697"/>
                  </a:lnTo>
                  <a:lnTo>
                    <a:pt x="914400" y="90437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232735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378"/>
                  </a:lnTo>
                  <a:lnTo>
                    <a:pt x="905790" y="904744"/>
                  </a:lnTo>
                  <a:lnTo>
                    <a:pt x="911134" y="908304"/>
                  </a:lnTo>
                  <a:lnTo>
                    <a:pt x="914400" y="910837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2327359" y="1188479"/>
              <a:ext cx="918657" cy="914400"/>
            </a:xfrm>
            <a:custGeom>
              <a:avLst/>
              <a:pathLst>
                <a:path w="918657" h="914400">
                  <a:moveTo>
                    <a:pt x="914400" y="914400"/>
                  </a:moveTo>
                  <a:lnTo>
                    <a:pt x="914400" y="910837"/>
                  </a:lnTo>
                  <a:lnTo>
                    <a:pt x="916373" y="912368"/>
                  </a:lnTo>
                  <a:lnTo>
                    <a:pt x="918657" y="914400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341103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78" y="914400"/>
                  </a:lnTo>
                  <a:lnTo>
                    <a:pt x="914102" y="907661"/>
                  </a:lnTo>
                  <a:lnTo>
                    <a:pt x="914400" y="906784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3420301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022"/>
                  </a:lnTo>
                  <a:lnTo>
                    <a:pt x="907992" y="915602"/>
                  </a:lnTo>
                  <a:lnTo>
                    <a:pt x="908449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34203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34295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343882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34480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34573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34666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347587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34851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34943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35036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35129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352218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35314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35407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354997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355923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356849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357775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358702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359628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360554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361480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362407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363333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364259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365185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366111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367038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367964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368890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36981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37074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37166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372595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37352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37444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37537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37630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377226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37815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37907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3800052" y="1188479"/>
              <a:ext cx="919166" cy="914400"/>
            </a:xfrm>
            <a:custGeom>
              <a:avLst/>
              <a:pathLst>
                <a:path w="9191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166" y="897161"/>
                  </a:lnTo>
                  <a:lnTo>
                    <a:pt x="919117" y="897615"/>
                  </a:lnTo>
                  <a:lnTo>
                    <a:pt x="917672" y="908178"/>
                  </a:lnTo>
                  <a:lnTo>
                    <a:pt x="917212" y="911204"/>
                  </a:lnTo>
                  <a:lnTo>
                    <a:pt x="916755" y="914217"/>
                  </a:lnTo>
                  <a:lnTo>
                    <a:pt x="916727" y="914400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2021706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730" y="931638"/>
                  </a:lnTo>
                  <a:lnTo>
                    <a:pt x="909928" y="923550"/>
                  </a:lnTo>
                  <a:lnTo>
                    <a:pt x="911566" y="914400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202170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20309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20402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20494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205875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20680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20772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20865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20958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210506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21143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21235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213285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214211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215137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216063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216990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21791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218842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21976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22069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22162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222547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22347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22439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2262523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07" y="897161"/>
                  </a:lnTo>
                  <a:lnTo>
                    <a:pt x="908625" y="900500"/>
                  </a:lnTo>
                  <a:lnTo>
                    <a:pt x="910569" y="901004"/>
                  </a:lnTo>
                  <a:lnTo>
                    <a:pt x="910907" y="901107"/>
                  </a:lnTo>
                  <a:lnTo>
                    <a:pt x="911248" y="901211"/>
                  </a:lnTo>
                  <a:lnTo>
                    <a:pt x="911588" y="901316"/>
                  </a:lnTo>
                  <a:lnTo>
                    <a:pt x="911929" y="901420"/>
                  </a:lnTo>
                  <a:lnTo>
                    <a:pt x="912269" y="901524"/>
                  </a:lnTo>
                  <a:lnTo>
                    <a:pt x="912610" y="901628"/>
                  </a:lnTo>
                  <a:lnTo>
                    <a:pt x="912950" y="901732"/>
                  </a:lnTo>
                  <a:lnTo>
                    <a:pt x="913291" y="901837"/>
                  </a:lnTo>
                  <a:lnTo>
                    <a:pt x="913631" y="901941"/>
                  </a:lnTo>
                  <a:lnTo>
                    <a:pt x="913972" y="902045"/>
                  </a:lnTo>
                  <a:lnTo>
                    <a:pt x="914400" y="902176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2271786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176"/>
                  </a:lnTo>
                  <a:lnTo>
                    <a:pt x="905391" y="902254"/>
                  </a:lnTo>
                  <a:lnTo>
                    <a:pt x="905731" y="902358"/>
                  </a:lnTo>
                  <a:lnTo>
                    <a:pt x="906071" y="902462"/>
                  </a:lnTo>
                  <a:lnTo>
                    <a:pt x="906412" y="902566"/>
                  </a:lnTo>
                  <a:lnTo>
                    <a:pt x="906752" y="902671"/>
                  </a:lnTo>
                  <a:lnTo>
                    <a:pt x="907093" y="902775"/>
                  </a:lnTo>
                  <a:lnTo>
                    <a:pt x="907433" y="902879"/>
                  </a:lnTo>
                  <a:lnTo>
                    <a:pt x="907774" y="902984"/>
                  </a:lnTo>
                  <a:lnTo>
                    <a:pt x="908114" y="903088"/>
                  </a:lnTo>
                  <a:lnTo>
                    <a:pt x="908454" y="903192"/>
                  </a:lnTo>
                  <a:lnTo>
                    <a:pt x="908795" y="903297"/>
                  </a:lnTo>
                  <a:lnTo>
                    <a:pt x="909135" y="903401"/>
                  </a:lnTo>
                  <a:lnTo>
                    <a:pt x="909476" y="903505"/>
                  </a:lnTo>
                  <a:lnTo>
                    <a:pt x="909816" y="903610"/>
                  </a:lnTo>
                  <a:lnTo>
                    <a:pt x="910156" y="903714"/>
                  </a:lnTo>
                  <a:lnTo>
                    <a:pt x="910497" y="903818"/>
                  </a:lnTo>
                  <a:lnTo>
                    <a:pt x="910837" y="903923"/>
                  </a:lnTo>
                  <a:lnTo>
                    <a:pt x="911178" y="904027"/>
                  </a:lnTo>
                  <a:lnTo>
                    <a:pt x="911518" y="904132"/>
                  </a:lnTo>
                  <a:lnTo>
                    <a:pt x="911858" y="904236"/>
                  </a:lnTo>
                  <a:lnTo>
                    <a:pt x="912199" y="904340"/>
                  </a:lnTo>
                  <a:lnTo>
                    <a:pt x="912539" y="904445"/>
                  </a:lnTo>
                  <a:lnTo>
                    <a:pt x="912879" y="904549"/>
                  </a:lnTo>
                  <a:lnTo>
                    <a:pt x="913220" y="904654"/>
                  </a:lnTo>
                  <a:lnTo>
                    <a:pt x="913560" y="904758"/>
                  </a:lnTo>
                  <a:lnTo>
                    <a:pt x="913900" y="904863"/>
                  </a:lnTo>
                  <a:lnTo>
                    <a:pt x="914241" y="904967"/>
                  </a:lnTo>
                  <a:lnTo>
                    <a:pt x="914400" y="905016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2281048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016"/>
                  </a:lnTo>
                  <a:lnTo>
                    <a:pt x="905319" y="905072"/>
                  </a:lnTo>
                  <a:lnTo>
                    <a:pt x="905659" y="905176"/>
                  </a:lnTo>
                  <a:lnTo>
                    <a:pt x="905999" y="905281"/>
                  </a:lnTo>
                  <a:lnTo>
                    <a:pt x="906340" y="905385"/>
                  </a:lnTo>
                  <a:lnTo>
                    <a:pt x="906680" y="905490"/>
                  </a:lnTo>
                  <a:lnTo>
                    <a:pt x="907020" y="905594"/>
                  </a:lnTo>
                  <a:lnTo>
                    <a:pt x="907360" y="905699"/>
                  </a:lnTo>
                  <a:lnTo>
                    <a:pt x="907701" y="905803"/>
                  </a:lnTo>
                  <a:lnTo>
                    <a:pt x="908041" y="905908"/>
                  </a:lnTo>
                  <a:lnTo>
                    <a:pt x="908381" y="906013"/>
                  </a:lnTo>
                  <a:lnTo>
                    <a:pt x="908721" y="906117"/>
                  </a:lnTo>
                  <a:lnTo>
                    <a:pt x="909062" y="906222"/>
                  </a:lnTo>
                  <a:lnTo>
                    <a:pt x="909402" y="906326"/>
                  </a:lnTo>
                  <a:lnTo>
                    <a:pt x="909742" y="906431"/>
                  </a:lnTo>
                  <a:lnTo>
                    <a:pt x="910082" y="906536"/>
                  </a:lnTo>
                  <a:lnTo>
                    <a:pt x="910423" y="906640"/>
                  </a:lnTo>
                  <a:lnTo>
                    <a:pt x="910763" y="906745"/>
                  </a:lnTo>
                  <a:lnTo>
                    <a:pt x="911103" y="906849"/>
                  </a:lnTo>
                  <a:lnTo>
                    <a:pt x="911443" y="906954"/>
                  </a:lnTo>
                  <a:lnTo>
                    <a:pt x="911783" y="907059"/>
                  </a:lnTo>
                  <a:lnTo>
                    <a:pt x="912124" y="907163"/>
                  </a:lnTo>
                  <a:lnTo>
                    <a:pt x="912464" y="907268"/>
                  </a:lnTo>
                  <a:lnTo>
                    <a:pt x="912804" y="907373"/>
                  </a:lnTo>
                  <a:lnTo>
                    <a:pt x="913144" y="907477"/>
                  </a:lnTo>
                  <a:lnTo>
                    <a:pt x="913484" y="907582"/>
                  </a:lnTo>
                  <a:lnTo>
                    <a:pt x="913824" y="907687"/>
                  </a:lnTo>
                  <a:lnTo>
                    <a:pt x="914165" y="907792"/>
                  </a:lnTo>
                  <a:lnTo>
                    <a:pt x="914400" y="907864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2290310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2" y="907896"/>
                  </a:lnTo>
                  <a:lnTo>
                    <a:pt x="905583" y="908001"/>
                  </a:lnTo>
                  <a:lnTo>
                    <a:pt x="905923" y="908106"/>
                  </a:lnTo>
                  <a:lnTo>
                    <a:pt x="906263" y="908211"/>
                  </a:lnTo>
                  <a:lnTo>
                    <a:pt x="906603" y="908315"/>
                  </a:lnTo>
                  <a:lnTo>
                    <a:pt x="906943" y="908420"/>
                  </a:lnTo>
                  <a:lnTo>
                    <a:pt x="907283" y="908525"/>
                  </a:lnTo>
                  <a:lnTo>
                    <a:pt x="907623" y="908630"/>
                  </a:lnTo>
                  <a:lnTo>
                    <a:pt x="907963" y="908735"/>
                  </a:lnTo>
                  <a:lnTo>
                    <a:pt x="908304" y="908839"/>
                  </a:lnTo>
                  <a:lnTo>
                    <a:pt x="908644" y="908944"/>
                  </a:lnTo>
                  <a:lnTo>
                    <a:pt x="908984" y="909049"/>
                  </a:lnTo>
                  <a:lnTo>
                    <a:pt x="909324" y="909154"/>
                  </a:lnTo>
                  <a:lnTo>
                    <a:pt x="909664" y="909259"/>
                  </a:lnTo>
                  <a:lnTo>
                    <a:pt x="910004" y="909364"/>
                  </a:lnTo>
                  <a:lnTo>
                    <a:pt x="910344" y="909468"/>
                  </a:lnTo>
                  <a:lnTo>
                    <a:pt x="910684" y="909573"/>
                  </a:lnTo>
                  <a:lnTo>
                    <a:pt x="911024" y="909678"/>
                  </a:lnTo>
                  <a:lnTo>
                    <a:pt x="911364" y="909783"/>
                  </a:lnTo>
                  <a:lnTo>
                    <a:pt x="911704" y="909888"/>
                  </a:lnTo>
                  <a:lnTo>
                    <a:pt x="912044" y="909993"/>
                  </a:lnTo>
                  <a:lnTo>
                    <a:pt x="912384" y="910098"/>
                  </a:lnTo>
                  <a:lnTo>
                    <a:pt x="912724" y="910203"/>
                  </a:lnTo>
                  <a:lnTo>
                    <a:pt x="913064" y="910308"/>
                  </a:lnTo>
                  <a:lnTo>
                    <a:pt x="913404" y="910413"/>
                  </a:lnTo>
                  <a:lnTo>
                    <a:pt x="913744" y="910518"/>
                  </a:lnTo>
                  <a:lnTo>
                    <a:pt x="914084" y="910623"/>
                  </a:lnTo>
                  <a:lnTo>
                    <a:pt x="914400" y="910720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2299572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62" y="910728"/>
                  </a:lnTo>
                  <a:lnTo>
                    <a:pt x="905502" y="910833"/>
                  </a:lnTo>
                  <a:lnTo>
                    <a:pt x="905842" y="910938"/>
                  </a:lnTo>
                  <a:lnTo>
                    <a:pt x="906182" y="911043"/>
                  </a:lnTo>
                  <a:lnTo>
                    <a:pt x="906522" y="911148"/>
                  </a:lnTo>
                  <a:lnTo>
                    <a:pt x="906862" y="911253"/>
                  </a:lnTo>
                  <a:lnTo>
                    <a:pt x="907202" y="911358"/>
                  </a:lnTo>
                  <a:lnTo>
                    <a:pt x="907542" y="911463"/>
                  </a:lnTo>
                  <a:lnTo>
                    <a:pt x="907882" y="911568"/>
                  </a:lnTo>
                  <a:lnTo>
                    <a:pt x="908222" y="911673"/>
                  </a:lnTo>
                  <a:lnTo>
                    <a:pt x="908561" y="911778"/>
                  </a:lnTo>
                  <a:lnTo>
                    <a:pt x="908901" y="911883"/>
                  </a:lnTo>
                  <a:lnTo>
                    <a:pt x="909241" y="911988"/>
                  </a:lnTo>
                  <a:lnTo>
                    <a:pt x="909581" y="912093"/>
                  </a:lnTo>
                  <a:lnTo>
                    <a:pt x="909921" y="912198"/>
                  </a:lnTo>
                  <a:lnTo>
                    <a:pt x="910261" y="912303"/>
                  </a:lnTo>
                  <a:lnTo>
                    <a:pt x="910601" y="912408"/>
                  </a:lnTo>
                  <a:lnTo>
                    <a:pt x="910941" y="912513"/>
                  </a:lnTo>
                  <a:lnTo>
                    <a:pt x="911281" y="912619"/>
                  </a:lnTo>
                  <a:lnTo>
                    <a:pt x="911621" y="912724"/>
                  </a:lnTo>
                  <a:lnTo>
                    <a:pt x="911960" y="912829"/>
                  </a:lnTo>
                  <a:lnTo>
                    <a:pt x="912300" y="912934"/>
                  </a:lnTo>
                  <a:lnTo>
                    <a:pt x="912640" y="913039"/>
                  </a:lnTo>
                  <a:lnTo>
                    <a:pt x="912980" y="913144"/>
                  </a:lnTo>
                  <a:lnTo>
                    <a:pt x="913320" y="913250"/>
                  </a:lnTo>
                  <a:lnTo>
                    <a:pt x="913660" y="913355"/>
                  </a:lnTo>
                  <a:lnTo>
                    <a:pt x="913999" y="913460"/>
                  </a:lnTo>
                  <a:lnTo>
                    <a:pt x="914400" y="913584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2299572" y="1171240"/>
              <a:ext cx="917033" cy="914400"/>
            </a:xfrm>
            <a:custGeom>
              <a:avLst/>
              <a:pathLst>
                <a:path w="917033" h="914400">
                  <a:moveTo>
                    <a:pt x="914400" y="914400"/>
                  </a:moveTo>
                  <a:lnTo>
                    <a:pt x="914400" y="913584"/>
                  </a:lnTo>
                  <a:lnTo>
                    <a:pt x="914679" y="913670"/>
                  </a:lnTo>
                  <a:lnTo>
                    <a:pt x="915019" y="913776"/>
                  </a:lnTo>
                  <a:lnTo>
                    <a:pt x="915359" y="913881"/>
                  </a:lnTo>
                  <a:lnTo>
                    <a:pt x="915699" y="913986"/>
                  </a:lnTo>
                  <a:lnTo>
                    <a:pt x="916038" y="914091"/>
                  </a:lnTo>
                  <a:lnTo>
                    <a:pt x="916378" y="914197"/>
                  </a:lnTo>
                  <a:lnTo>
                    <a:pt x="916718" y="914302"/>
                  </a:lnTo>
                  <a:lnTo>
                    <a:pt x="917033" y="914400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3420301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49" y="914400"/>
                  </a:lnTo>
                  <a:lnTo>
                    <a:pt x="911405" y="906630"/>
                  </a:lnTo>
                  <a:lnTo>
                    <a:pt x="914400" y="899583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3429563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822"/>
                  </a:lnTo>
                  <a:lnTo>
                    <a:pt x="905807" y="915246"/>
                  </a:lnTo>
                  <a:lnTo>
                    <a:pt x="906208" y="914400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34295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343882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34480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34573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34666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347587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34851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34943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350366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351292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352218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353144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354071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354997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355923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356849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357775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358702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359628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360554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361480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362407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363333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364259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365185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366111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367038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367964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368890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36981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37074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37166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372595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37352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37444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37537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37630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377226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37815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37907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3800052" y="1171240"/>
              <a:ext cx="920807" cy="914400"/>
            </a:xfrm>
            <a:custGeom>
              <a:avLst/>
              <a:pathLst>
                <a:path w="9208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807" y="897161"/>
                  </a:lnTo>
                  <a:lnTo>
                    <a:pt x="920262" y="904164"/>
                  </a:lnTo>
                  <a:lnTo>
                    <a:pt x="919166" y="914400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2021706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566" y="931638"/>
                  </a:lnTo>
                  <a:lnTo>
                    <a:pt x="911767" y="930513"/>
                  </a:lnTo>
                  <a:lnTo>
                    <a:pt x="911892" y="929917"/>
                  </a:lnTo>
                  <a:lnTo>
                    <a:pt x="911956" y="928325"/>
                  </a:lnTo>
                  <a:lnTo>
                    <a:pt x="912690" y="917595"/>
                  </a:lnTo>
                  <a:lnTo>
                    <a:pt x="913001" y="914400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202170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20309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20402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20494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205875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20680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20772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20865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20958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210506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21143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21235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213285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214211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215137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216063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216990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217916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218842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21976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22069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22162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222547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22347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22439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2253261" y="1154002"/>
              <a:ext cx="917469" cy="914400"/>
            </a:xfrm>
            <a:custGeom>
              <a:avLst/>
              <a:pathLst>
                <a:path w="9174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3" y="897161"/>
                  </a:lnTo>
                  <a:lnTo>
                    <a:pt x="915385" y="900542"/>
                  </a:lnTo>
                  <a:lnTo>
                    <a:pt x="917105" y="911496"/>
                  </a:lnTo>
                  <a:lnTo>
                    <a:pt x="917469" y="914400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3429563" y="11540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6208" y="914400"/>
                  </a:lnTo>
                  <a:lnTo>
                    <a:pt x="909712" y="906998"/>
                  </a:lnTo>
                  <a:lnTo>
                    <a:pt x="913848" y="899147"/>
                  </a:lnTo>
                  <a:lnTo>
                    <a:pt x="914400" y="898206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3438825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444"/>
                  </a:lnTo>
                  <a:lnTo>
                    <a:pt x="905749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343882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34480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34573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34666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347587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34851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34943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350366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351292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352218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353144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354071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354997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355923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356849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357775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358702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359628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360554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361480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362407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363333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364259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365185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366111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367038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367964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368890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36981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37074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37166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372595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37352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37444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37537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37630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377226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37815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37907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3800052" y="1154002"/>
              <a:ext cx="921689" cy="914400"/>
            </a:xfrm>
            <a:custGeom>
              <a:avLst/>
              <a:pathLst>
                <a:path w="92168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689" y="897161"/>
                  </a:lnTo>
                  <a:lnTo>
                    <a:pt x="921635" y="899761"/>
                  </a:lnTo>
                  <a:lnTo>
                    <a:pt x="921102" y="910616"/>
                  </a:lnTo>
                  <a:lnTo>
                    <a:pt x="920807" y="914400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2021706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001" y="914400"/>
                  </a:lnTo>
                  <a:lnTo>
                    <a:pt x="913725" y="906951"/>
                  </a:lnTo>
                  <a:lnTo>
                    <a:pt x="914400" y="901622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203096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60"/>
                  </a:lnTo>
                  <a:lnTo>
                    <a:pt x="905702" y="914400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20309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20402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20494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205875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20680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20772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20865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20958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210506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21143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21235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213285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214211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215137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216063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216990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217916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218842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21976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22069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22162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222547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22347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2253261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434" y="897161"/>
                  </a:lnTo>
                  <a:lnTo>
                    <a:pt x="912814" y="902253"/>
                  </a:lnTo>
                  <a:lnTo>
                    <a:pt x="913003" y="905373"/>
                  </a:lnTo>
                  <a:lnTo>
                    <a:pt x="913081" y="905753"/>
                  </a:lnTo>
                  <a:lnTo>
                    <a:pt x="913169" y="906175"/>
                  </a:lnTo>
                  <a:lnTo>
                    <a:pt x="913256" y="906598"/>
                  </a:lnTo>
                  <a:lnTo>
                    <a:pt x="913343" y="907020"/>
                  </a:lnTo>
                  <a:lnTo>
                    <a:pt x="914400" y="912587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2253261" y="1136763"/>
              <a:ext cx="914743" cy="914400"/>
            </a:xfrm>
            <a:custGeom>
              <a:avLst/>
              <a:pathLst>
                <a:path w="914743" h="914400">
                  <a:moveTo>
                    <a:pt x="914400" y="914400"/>
                  </a:moveTo>
                  <a:lnTo>
                    <a:pt x="914400" y="912587"/>
                  </a:lnTo>
                  <a:lnTo>
                    <a:pt x="914743" y="914400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3438825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749" y="914400"/>
                  </a:lnTo>
                  <a:lnTo>
                    <a:pt x="908939" y="908956"/>
                  </a:lnTo>
                  <a:lnTo>
                    <a:pt x="913498" y="901966"/>
                  </a:lnTo>
                  <a:lnTo>
                    <a:pt x="914400" y="90072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344808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967"/>
                  </a:lnTo>
                  <a:lnTo>
                    <a:pt x="907734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34480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34573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34666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347587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34851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349439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350366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351292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352218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353144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354071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354997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355923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356849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357775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358702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359628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360554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361480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362407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363333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364259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365185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366111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367038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367964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368890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36981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37074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37166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372595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37352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37444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37537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37630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377226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37815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37907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3800052" y="1136763"/>
              <a:ext cx="921861" cy="914400"/>
            </a:xfrm>
            <a:custGeom>
              <a:avLst/>
              <a:pathLst>
                <a:path w="92186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93" y="897161"/>
                  </a:lnTo>
                  <a:lnTo>
                    <a:pt x="921861" y="906108"/>
                  </a:lnTo>
                  <a:lnTo>
                    <a:pt x="921689" y="914400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2030968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02" y="931638"/>
                  </a:lnTo>
                  <a:lnTo>
                    <a:pt x="905795" y="930900"/>
                  </a:lnTo>
                  <a:lnTo>
                    <a:pt x="907421" y="920515"/>
                  </a:lnTo>
                  <a:lnTo>
                    <a:pt x="908568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20309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20402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20494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205875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20680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20772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20865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20958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210506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21143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21235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213285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214211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215137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216063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216990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217916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218842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219768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22069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22162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222547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22347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2243999" y="1119525"/>
              <a:ext cx="921696" cy="914400"/>
            </a:xfrm>
            <a:custGeom>
              <a:avLst/>
              <a:pathLst>
                <a:path w="92169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043" y="897161"/>
                  </a:lnTo>
                  <a:lnTo>
                    <a:pt x="920177" y="898174"/>
                  </a:lnTo>
                  <a:lnTo>
                    <a:pt x="921277" y="908787"/>
                  </a:lnTo>
                  <a:lnTo>
                    <a:pt x="921696" y="914400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3448088" y="11195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734" y="914400"/>
                  </a:lnTo>
                  <a:lnTo>
                    <a:pt x="908989" y="912676"/>
                  </a:lnTo>
                  <a:lnTo>
                    <a:pt x="913921" y="906627"/>
                  </a:lnTo>
                  <a:lnTo>
                    <a:pt x="914400" y="906105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3457350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44"/>
                  </a:lnTo>
                  <a:lnTo>
                    <a:pt x="909756" y="918312"/>
                  </a:lnTo>
                  <a:lnTo>
                    <a:pt x="913830" y="914400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34573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34666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347587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34851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349439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350366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351292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352218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353144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354071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354997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355923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356849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357775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358702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359628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360554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361480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362407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363333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364259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365185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366111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367038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367964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368890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36981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37074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37166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372595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37352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37444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37537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37630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377226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37815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37907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3800052" y="1119525"/>
              <a:ext cx="921793" cy="914400"/>
            </a:xfrm>
            <a:custGeom>
              <a:avLst/>
              <a:pathLst>
                <a:path w="9217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102" y="897161"/>
                  </a:lnTo>
                  <a:lnTo>
                    <a:pt x="921387" y="901573"/>
                  </a:lnTo>
                  <a:lnTo>
                    <a:pt x="921778" y="912448"/>
                  </a:lnTo>
                  <a:lnTo>
                    <a:pt x="921793" y="914400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2030968" y="10850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568" y="931638"/>
                  </a:lnTo>
                  <a:lnTo>
                    <a:pt x="909337" y="927541"/>
                  </a:lnTo>
                  <a:lnTo>
                    <a:pt x="911536" y="917529"/>
                  </a:lnTo>
                  <a:lnTo>
                    <a:pt x="912329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20309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20402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20494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205875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20680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20772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20865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20958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210506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21143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21235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213285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214211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215137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216063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216990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217916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218842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219768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220695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22162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222547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22347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2243999" y="1102287"/>
              <a:ext cx="920043" cy="914400"/>
            </a:xfrm>
            <a:custGeom>
              <a:avLst/>
              <a:pathLst>
                <a:path w="92004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15" y="897161"/>
                  </a:lnTo>
                  <a:lnTo>
                    <a:pt x="918782" y="904920"/>
                  </a:lnTo>
                  <a:lnTo>
                    <a:pt x="920043" y="914400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3429563" y="1085048"/>
              <a:ext cx="914400" cy="914645"/>
            </a:xfrm>
            <a:custGeom>
              <a:avLst/>
              <a:pathLst>
                <a:path w="914400" h="914645">
                  <a:moveTo>
                    <a:pt x="914400" y="914400"/>
                  </a:moveTo>
                  <a:lnTo>
                    <a:pt x="914400" y="914645"/>
                  </a:lnTo>
                  <a:lnTo>
                    <a:pt x="913674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3429563" y="1085048"/>
              <a:ext cx="923662" cy="917195"/>
            </a:xfrm>
            <a:custGeom>
              <a:avLst/>
              <a:pathLst>
                <a:path w="923662" h="917195">
                  <a:moveTo>
                    <a:pt x="914400" y="914400"/>
                  </a:moveTo>
                  <a:lnTo>
                    <a:pt x="923662" y="914400"/>
                  </a:lnTo>
                  <a:lnTo>
                    <a:pt x="923588" y="917195"/>
                  </a:lnTo>
                  <a:lnTo>
                    <a:pt x="917931" y="915838"/>
                  </a:lnTo>
                  <a:lnTo>
                    <a:pt x="914400" y="914645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3438825" y="1085048"/>
              <a:ext cx="923662" cy="918184"/>
            </a:xfrm>
            <a:custGeom>
              <a:avLst/>
              <a:pathLst>
                <a:path w="923662" h="91818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184"/>
                  </a:lnTo>
                  <a:lnTo>
                    <a:pt x="920013" y="918010"/>
                  </a:lnTo>
                  <a:lnTo>
                    <a:pt x="914400" y="917206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3457350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30" y="914400"/>
                  </a:lnTo>
                  <a:lnTo>
                    <a:pt x="914400" y="913853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3448088" y="1085048"/>
              <a:ext cx="923662" cy="918282"/>
            </a:xfrm>
            <a:custGeom>
              <a:avLst/>
              <a:pathLst>
                <a:path w="923662" h="9182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64"/>
                  </a:lnTo>
                  <a:lnTo>
                    <a:pt x="922156" y="918008"/>
                  </a:lnTo>
                  <a:lnTo>
                    <a:pt x="916454" y="918282"/>
                  </a:lnTo>
                  <a:lnTo>
                    <a:pt x="914400" y="918184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3466612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853"/>
                  </a:lnTo>
                  <a:lnTo>
                    <a:pt x="905743" y="913271"/>
                  </a:lnTo>
                  <a:lnTo>
                    <a:pt x="911129" y="908755"/>
                  </a:lnTo>
                  <a:lnTo>
                    <a:pt x="914400" y="906394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3457350" y="1085048"/>
              <a:ext cx="923662" cy="917864"/>
            </a:xfrm>
            <a:custGeom>
              <a:avLst/>
              <a:pathLst>
                <a:path w="923662" h="91786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980"/>
                  </a:lnTo>
                  <a:lnTo>
                    <a:pt x="922239" y="917116"/>
                  </a:lnTo>
                  <a:lnTo>
                    <a:pt x="920371" y="917294"/>
                  </a:lnTo>
                  <a:lnTo>
                    <a:pt x="918502" y="917472"/>
                  </a:lnTo>
                  <a:lnTo>
                    <a:pt x="916634" y="917650"/>
                  </a:lnTo>
                  <a:lnTo>
                    <a:pt x="914766" y="917829"/>
                  </a:lnTo>
                  <a:lnTo>
                    <a:pt x="914400" y="917864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34666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lnTo>
                    <a:pt x="914400" y="923632"/>
                  </a:lnTo>
                  <a:lnTo>
                    <a:pt x="916636" y="922017"/>
                  </a:lnTo>
                  <a:lnTo>
                    <a:pt x="916924" y="921826"/>
                  </a:lnTo>
                  <a:lnTo>
                    <a:pt x="917214" y="921633"/>
                  </a:lnTo>
                  <a:lnTo>
                    <a:pt x="917504" y="921440"/>
                  </a:lnTo>
                  <a:lnTo>
                    <a:pt x="917794" y="921247"/>
                  </a:lnTo>
                  <a:lnTo>
                    <a:pt x="918084" y="921053"/>
                  </a:lnTo>
                  <a:lnTo>
                    <a:pt x="918374" y="920860"/>
                  </a:lnTo>
                  <a:lnTo>
                    <a:pt x="918664" y="920667"/>
                  </a:lnTo>
                  <a:lnTo>
                    <a:pt x="918954" y="920474"/>
                  </a:lnTo>
                  <a:lnTo>
                    <a:pt x="919244" y="920281"/>
                  </a:lnTo>
                  <a:lnTo>
                    <a:pt x="919534" y="920088"/>
                  </a:lnTo>
                  <a:lnTo>
                    <a:pt x="919825" y="919895"/>
                  </a:lnTo>
                  <a:lnTo>
                    <a:pt x="920115" y="919702"/>
                  </a:lnTo>
                  <a:lnTo>
                    <a:pt x="920405" y="919509"/>
                  </a:lnTo>
                  <a:lnTo>
                    <a:pt x="920695" y="919316"/>
                  </a:lnTo>
                  <a:lnTo>
                    <a:pt x="920985" y="919123"/>
                  </a:lnTo>
                  <a:lnTo>
                    <a:pt x="921275" y="918930"/>
                  </a:lnTo>
                  <a:lnTo>
                    <a:pt x="921566" y="918737"/>
                  </a:lnTo>
                  <a:lnTo>
                    <a:pt x="921856" y="918544"/>
                  </a:lnTo>
                  <a:lnTo>
                    <a:pt x="922073" y="918400"/>
                  </a:lnTo>
                  <a:lnTo>
                    <a:pt x="920926" y="916934"/>
                  </a:lnTo>
                  <a:lnTo>
                    <a:pt x="920444" y="916318"/>
                  </a:lnTo>
                  <a:lnTo>
                    <a:pt x="918586" y="916583"/>
                  </a:lnTo>
                  <a:lnTo>
                    <a:pt x="916714" y="916761"/>
                  </a:lnTo>
                  <a:lnTo>
                    <a:pt x="914845" y="916938"/>
                  </a:lnTo>
                  <a:lnTo>
                    <a:pt x="914400" y="91698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347587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34851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349439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350366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351292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352218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353144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354071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354997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355923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356849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357775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358702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359628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360554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361480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362407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363333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364259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365185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366111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367038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367964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368890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36981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37074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37166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372595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37352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37444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37537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37630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377226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37815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37907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3800052" y="1102287"/>
              <a:ext cx="921102" cy="914400"/>
            </a:xfrm>
            <a:custGeom>
              <a:avLst/>
              <a:pathLst>
                <a:path w="92110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685" y="897252"/>
                  </a:lnTo>
                  <a:lnTo>
                    <a:pt x="920688" y="907990"/>
                  </a:lnTo>
                  <a:lnTo>
                    <a:pt x="921102" y="914400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2030968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329" y="914400"/>
                  </a:lnTo>
                  <a:lnTo>
                    <a:pt x="914014" y="907745"/>
                  </a:lnTo>
                  <a:lnTo>
                    <a:pt x="914400" y="90641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2040230" y="10678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649"/>
                  </a:lnTo>
                  <a:lnTo>
                    <a:pt x="907501" y="915454"/>
                  </a:lnTo>
                  <a:lnTo>
                    <a:pt x="907845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20402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20494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205875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20680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20772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20865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20958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210506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21143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21235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213285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214211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215137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216063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21699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21791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218842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21976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22069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22162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222547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2243999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098" y="897161"/>
                  </a:lnTo>
                  <a:lnTo>
                    <a:pt x="914400" y="898489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2243999" y="1085048"/>
              <a:ext cx="917515" cy="914400"/>
            </a:xfrm>
            <a:custGeom>
              <a:avLst/>
              <a:pathLst>
                <a:path w="917515" h="914400">
                  <a:moveTo>
                    <a:pt x="914400" y="914400"/>
                  </a:moveTo>
                  <a:lnTo>
                    <a:pt x="914400" y="898489"/>
                  </a:lnTo>
                  <a:lnTo>
                    <a:pt x="915117" y="901654"/>
                  </a:lnTo>
                  <a:lnTo>
                    <a:pt x="917093" y="911817"/>
                  </a:lnTo>
                  <a:lnTo>
                    <a:pt x="917515" y="914400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3401777" y="1067810"/>
              <a:ext cx="914400" cy="914866"/>
            </a:xfrm>
            <a:custGeom>
              <a:avLst/>
              <a:pathLst>
                <a:path w="914400" h="914866">
                  <a:moveTo>
                    <a:pt x="914400" y="914400"/>
                  </a:moveTo>
                  <a:lnTo>
                    <a:pt x="914400" y="914866"/>
                  </a:lnTo>
                  <a:lnTo>
                    <a:pt x="913862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3401777" y="1067810"/>
              <a:ext cx="923662" cy="922302"/>
            </a:xfrm>
            <a:custGeom>
              <a:avLst/>
              <a:pathLst>
                <a:path w="923662" h="92230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302"/>
                  </a:lnTo>
                  <a:lnTo>
                    <a:pt x="918397" y="918334"/>
                  </a:lnTo>
                  <a:lnTo>
                    <a:pt x="914400" y="914866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3411039" y="1067810"/>
              <a:ext cx="923662" cy="927872"/>
            </a:xfrm>
            <a:custGeom>
              <a:avLst/>
              <a:pathLst>
                <a:path w="923662" h="92787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872"/>
                  </a:lnTo>
                  <a:lnTo>
                    <a:pt x="919812" y="925795"/>
                  </a:lnTo>
                  <a:lnTo>
                    <a:pt x="914400" y="922302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34203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936" y="931638"/>
                  </a:lnTo>
                  <a:lnTo>
                    <a:pt x="921581" y="931180"/>
                  </a:lnTo>
                  <a:lnTo>
                    <a:pt x="916028" y="928751"/>
                  </a:lnTo>
                  <a:lnTo>
                    <a:pt x="914400" y="927872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34295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343882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34480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34573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34666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347587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348513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349439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350366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351292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352218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353144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354071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354997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355923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356849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357775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358702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359628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360554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361480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362407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363333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364259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365185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366111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367038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367964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368890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369816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37074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37166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372595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37352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37444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37537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37630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377226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37815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37907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3800052" y="1085048"/>
              <a:ext cx="919674" cy="914400"/>
            </a:xfrm>
            <a:custGeom>
              <a:avLst/>
              <a:pathLst>
                <a:path w="91967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352" y="897161"/>
                  </a:lnTo>
                  <a:lnTo>
                    <a:pt x="918378" y="903865"/>
                  </a:lnTo>
                  <a:lnTo>
                    <a:pt x="919674" y="914400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2040230" y="10505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845" y="931638"/>
                  </a:lnTo>
                  <a:lnTo>
                    <a:pt x="910515" y="923443"/>
                  </a:lnTo>
                  <a:lnTo>
                    <a:pt x="913824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20402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20494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205875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20680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20772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20865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20958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210506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21143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212359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213285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214211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21513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21606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21699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21791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218842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21976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22069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22162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222547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2234737" y="1067810"/>
              <a:ext cx="923360" cy="914400"/>
            </a:xfrm>
            <a:custGeom>
              <a:avLst/>
              <a:pathLst>
                <a:path w="92336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79" y="897161"/>
                  </a:lnTo>
                  <a:lnTo>
                    <a:pt x="919586" y="899211"/>
                  </a:lnTo>
                  <a:lnTo>
                    <a:pt x="922121" y="908935"/>
                  </a:lnTo>
                  <a:lnTo>
                    <a:pt x="923360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3383252" y="1050571"/>
              <a:ext cx="914400" cy="915267"/>
            </a:xfrm>
            <a:custGeom>
              <a:avLst/>
              <a:pathLst>
                <a:path w="914400" h="915267">
                  <a:moveTo>
                    <a:pt x="914400" y="914400"/>
                  </a:moveTo>
                  <a:lnTo>
                    <a:pt x="914400" y="915267"/>
                  </a:lnTo>
                  <a:lnTo>
                    <a:pt x="910477" y="914400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3383252" y="1050571"/>
              <a:ext cx="923662" cy="922720"/>
            </a:xfrm>
            <a:custGeom>
              <a:avLst/>
              <a:pathLst>
                <a:path w="923662" h="9227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20"/>
                  </a:lnTo>
                  <a:lnTo>
                    <a:pt x="921816" y="920667"/>
                  </a:lnTo>
                  <a:lnTo>
                    <a:pt x="917896" y="915780"/>
                  </a:lnTo>
                  <a:lnTo>
                    <a:pt x="915195" y="915443"/>
                  </a:lnTo>
                  <a:lnTo>
                    <a:pt x="914400" y="915267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339251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3124" y="931638"/>
                  </a:lnTo>
                  <a:lnTo>
                    <a:pt x="922489" y="931087"/>
                  </a:lnTo>
                  <a:lnTo>
                    <a:pt x="917449" y="926114"/>
                  </a:lnTo>
                  <a:lnTo>
                    <a:pt x="914400" y="922720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34017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34110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34203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34295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343882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34480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34573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34666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347587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348513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349439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350366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351292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352218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353144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354071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354997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355923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356849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357775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358702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359628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360554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361480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362407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363333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364259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365185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366111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367038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367964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368890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369816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37074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37166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372595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37352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37444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37537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37630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377226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37815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3800052" y="10678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92" y="897161"/>
                  </a:lnTo>
                  <a:lnTo>
                    <a:pt x="914400" y="898120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3800052" y="1067810"/>
              <a:ext cx="917352" cy="914400"/>
            </a:xfrm>
            <a:custGeom>
              <a:avLst/>
              <a:pathLst>
                <a:path w="917352" h="914400">
                  <a:moveTo>
                    <a:pt x="914400" y="914400"/>
                  </a:moveTo>
                  <a:lnTo>
                    <a:pt x="914400" y="898120"/>
                  </a:lnTo>
                  <a:lnTo>
                    <a:pt x="914874" y="900311"/>
                  </a:lnTo>
                  <a:lnTo>
                    <a:pt x="916773" y="910621"/>
                  </a:lnTo>
                  <a:lnTo>
                    <a:pt x="917352" y="914400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2040230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24" y="914400"/>
                  </a:lnTo>
                  <a:lnTo>
                    <a:pt x="914400" y="91299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2049492" y="10333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229"/>
                  </a:lnTo>
                  <a:lnTo>
                    <a:pt x="908037" y="923125"/>
                  </a:lnTo>
                  <a:lnTo>
                    <a:pt x="911789" y="914865"/>
                  </a:lnTo>
                  <a:lnTo>
                    <a:pt x="912013" y="91440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20494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205875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20680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20772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20865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20958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210506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21143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21235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21328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214211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21513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21606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21699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21791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218842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21976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22069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22162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2234737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474" y="897161"/>
                  </a:lnTo>
                  <a:lnTo>
                    <a:pt x="913715" y="897806"/>
                  </a:lnTo>
                  <a:lnTo>
                    <a:pt x="914400" y="899854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2234737" y="1050571"/>
              <a:ext cx="918979" cy="914400"/>
            </a:xfrm>
            <a:custGeom>
              <a:avLst/>
              <a:pathLst>
                <a:path w="918979" h="914400">
                  <a:moveTo>
                    <a:pt x="914400" y="914400"/>
                  </a:moveTo>
                  <a:lnTo>
                    <a:pt x="914400" y="899854"/>
                  </a:lnTo>
                  <a:lnTo>
                    <a:pt x="916782" y="906985"/>
                  </a:lnTo>
                  <a:lnTo>
                    <a:pt x="918979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3355465" y="1033333"/>
              <a:ext cx="914400" cy="920479"/>
            </a:xfrm>
            <a:custGeom>
              <a:avLst/>
              <a:pathLst>
                <a:path w="914400" h="920479">
                  <a:moveTo>
                    <a:pt x="914400" y="914400"/>
                  </a:moveTo>
                  <a:lnTo>
                    <a:pt x="914400" y="920479"/>
                  </a:lnTo>
                  <a:lnTo>
                    <a:pt x="909826" y="917122"/>
                  </a:lnTo>
                  <a:lnTo>
                    <a:pt x="906613" y="914400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3355465" y="1033333"/>
              <a:ext cx="923662" cy="926030"/>
            </a:xfrm>
            <a:custGeom>
              <a:avLst/>
              <a:pathLst>
                <a:path w="923662" h="92603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6030"/>
                  </a:lnTo>
                  <a:lnTo>
                    <a:pt x="920571" y="924421"/>
                  </a:lnTo>
                  <a:lnTo>
                    <a:pt x="915148" y="921029"/>
                  </a:lnTo>
                  <a:lnTo>
                    <a:pt x="914400" y="920479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3364728" y="1033333"/>
              <a:ext cx="923662" cy="930029"/>
            </a:xfrm>
            <a:custGeom>
              <a:avLst/>
              <a:pathLst>
                <a:path w="923662" h="9300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029"/>
                  </a:lnTo>
                  <a:lnTo>
                    <a:pt x="922400" y="929626"/>
                  </a:lnTo>
                  <a:lnTo>
                    <a:pt x="916819" y="927289"/>
                  </a:lnTo>
                  <a:lnTo>
                    <a:pt x="914400" y="92603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33739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39" y="931638"/>
                  </a:lnTo>
                  <a:lnTo>
                    <a:pt x="918777" y="931425"/>
                  </a:lnTo>
                  <a:lnTo>
                    <a:pt x="914400" y="930029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33832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339251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34017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34110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34203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34295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343882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34480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34573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34666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347587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348513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349439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350366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351292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352218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353144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354071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354997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355923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356849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357775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358702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359628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360554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361480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362407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363333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364259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365185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366111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367038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367964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368890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369816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370743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37166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372595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37352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37444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37537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37630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377226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37815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3790790" y="1050571"/>
              <a:ext cx="923454" cy="914400"/>
            </a:xfrm>
            <a:custGeom>
              <a:avLst/>
              <a:pathLst>
                <a:path w="92345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92" y="897246"/>
                  </a:lnTo>
                  <a:lnTo>
                    <a:pt x="919476" y="897559"/>
                  </a:lnTo>
                  <a:lnTo>
                    <a:pt x="921947" y="907440"/>
                  </a:lnTo>
                  <a:lnTo>
                    <a:pt x="923454" y="914400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2049492" y="10333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13" y="914400"/>
                  </a:lnTo>
                  <a:lnTo>
                    <a:pt x="912147" y="914119"/>
                  </a:lnTo>
                  <a:lnTo>
                    <a:pt x="912327" y="913743"/>
                  </a:lnTo>
                  <a:lnTo>
                    <a:pt x="912507" y="913367"/>
                  </a:lnTo>
                  <a:lnTo>
                    <a:pt x="912687" y="912991"/>
                  </a:lnTo>
                  <a:lnTo>
                    <a:pt x="912867" y="912615"/>
                  </a:lnTo>
                  <a:lnTo>
                    <a:pt x="913047" y="912240"/>
                  </a:lnTo>
                  <a:lnTo>
                    <a:pt x="913227" y="911864"/>
                  </a:lnTo>
                  <a:lnTo>
                    <a:pt x="913408" y="911488"/>
                  </a:lnTo>
                  <a:lnTo>
                    <a:pt x="913588" y="911112"/>
                  </a:lnTo>
                  <a:lnTo>
                    <a:pt x="913768" y="910736"/>
                  </a:lnTo>
                  <a:lnTo>
                    <a:pt x="913948" y="910360"/>
                  </a:lnTo>
                  <a:lnTo>
                    <a:pt x="914128" y="909985"/>
                  </a:lnTo>
                  <a:lnTo>
                    <a:pt x="914308" y="909609"/>
                  </a:lnTo>
                  <a:lnTo>
                    <a:pt x="914400" y="909419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2058755" y="10160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657"/>
                  </a:lnTo>
                  <a:lnTo>
                    <a:pt x="905226" y="926471"/>
                  </a:lnTo>
                  <a:lnTo>
                    <a:pt x="905407" y="926096"/>
                  </a:lnTo>
                  <a:lnTo>
                    <a:pt x="905587" y="925720"/>
                  </a:lnTo>
                  <a:lnTo>
                    <a:pt x="905767" y="925344"/>
                  </a:lnTo>
                  <a:lnTo>
                    <a:pt x="905947" y="924968"/>
                  </a:lnTo>
                  <a:lnTo>
                    <a:pt x="906127" y="924592"/>
                  </a:lnTo>
                  <a:lnTo>
                    <a:pt x="906308" y="924217"/>
                  </a:lnTo>
                  <a:lnTo>
                    <a:pt x="906488" y="923841"/>
                  </a:lnTo>
                  <a:lnTo>
                    <a:pt x="906668" y="923465"/>
                  </a:lnTo>
                  <a:lnTo>
                    <a:pt x="906849" y="923089"/>
                  </a:lnTo>
                  <a:lnTo>
                    <a:pt x="907029" y="922713"/>
                  </a:lnTo>
                  <a:lnTo>
                    <a:pt x="907209" y="922338"/>
                  </a:lnTo>
                  <a:lnTo>
                    <a:pt x="907390" y="921962"/>
                  </a:lnTo>
                  <a:lnTo>
                    <a:pt x="907570" y="921586"/>
                  </a:lnTo>
                  <a:lnTo>
                    <a:pt x="907750" y="921210"/>
                  </a:lnTo>
                  <a:lnTo>
                    <a:pt x="907931" y="920834"/>
                  </a:lnTo>
                  <a:lnTo>
                    <a:pt x="908111" y="920459"/>
                  </a:lnTo>
                  <a:lnTo>
                    <a:pt x="908291" y="920083"/>
                  </a:lnTo>
                  <a:lnTo>
                    <a:pt x="908472" y="919707"/>
                  </a:lnTo>
                  <a:lnTo>
                    <a:pt x="908652" y="919331"/>
                  </a:lnTo>
                  <a:lnTo>
                    <a:pt x="908833" y="918956"/>
                  </a:lnTo>
                  <a:lnTo>
                    <a:pt x="909013" y="918580"/>
                  </a:lnTo>
                  <a:lnTo>
                    <a:pt x="909194" y="918204"/>
                  </a:lnTo>
                  <a:lnTo>
                    <a:pt x="909374" y="917828"/>
                  </a:lnTo>
                  <a:lnTo>
                    <a:pt x="909554" y="917452"/>
                  </a:lnTo>
                  <a:lnTo>
                    <a:pt x="909735" y="917077"/>
                  </a:lnTo>
                  <a:lnTo>
                    <a:pt x="909915" y="916701"/>
                  </a:lnTo>
                  <a:lnTo>
                    <a:pt x="910096" y="916325"/>
                  </a:lnTo>
                  <a:lnTo>
                    <a:pt x="910276" y="915949"/>
                  </a:lnTo>
                  <a:lnTo>
                    <a:pt x="910457" y="915574"/>
                  </a:lnTo>
                  <a:lnTo>
                    <a:pt x="910638" y="915198"/>
                  </a:lnTo>
                  <a:lnTo>
                    <a:pt x="910818" y="914822"/>
                  </a:lnTo>
                  <a:lnTo>
                    <a:pt x="911021" y="91440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205875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20680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20772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20865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20958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210506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21143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21235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21328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214211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21513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21606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21699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21791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218842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21976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22069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22162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2225475" y="1033333"/>
              <a:ext cx="922736" cy="914400"/>
            </a:xfrm>
            <a:custGeom>
              <a:avLst/>
              <a:pathLst>
                <a:path w="92273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871" y="897161"/>
                  </a:lnTo>
                  <a:lnTo>
                    <a:pt x="916094" y="897642"/>
                  </a:lnTo>
                  <a:lnTo>
                    <a:pt x="919658" y="906176"/>
                  </a:lnTo>
                  <a:lnTo>
                    <a:pt x="922736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3336941" y="1016094"/>
              <a:ext cx="914400" cy="921201"/>
            </a:xfrm>
            <a:custGeom>
              <a:avLst/>
              <a:pathLst>
                <a:path w="914400" h="921201">
                  <a:moveTo>
                    <a:pt x="914400" y="914400"/>
                  </a:moveTo>
                  <a:lnTo>
                    <a:pt x="914323" y="921201"/>
                  </a:lnTo>
                  <a:lnTo>
                    <a:pt x="913077" y="919922"/>
                  </a:lnTo>
                  <a:lnTo>
                    <a:pt x="911831" y="918644"/>
                  </a:lnTo>
                  <a:lnTo>
                    <a:pt x="910584" y="917365"/>
                  </a:lnTo>
                  <a:lnTo>
                    <a:pt x="909337" y="916086"/>
                  </a:lnTo>
                  <a:lnTo>
                    <a:pt x="908090" y="914808"/>
                  </a:lnTo>
                  <a:lnTo>
                    <a:pt x="907692" y="914400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3336941" y="1016094"/>
              <a:ext cx="923662" cy="930388"/>
            </a:xfrm>
            <a:custGeom>
              <a:avLst/>
              <a:pathLst>
                <a:path w="923662" h="93038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388"/>
                  </a:lnTo>
                  <a:lnTo>
                    <a:pt x="923144" y="929949"/>
                  </a:lnTo>
                  <a:lnTo>
                    <a:pt x="918066" y="925045"/>
                  </a:lnTo>
                  <a:lnTo>
                    <a:pt x="916814" y="923759"/>
                  </a:lnTo>
                  <a:lnTo>
                    <a:pt x="915569" y="922480"/>
                  </a:lnTo>
                  <a:lnTo>
                    <a:pt x="914400" y="921280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33462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75" y="931638"/>
                  </a:lnTo>
                  <a:lnTo>
                    <a:pt x="914400" y="93038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33554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33647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33739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33832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339251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34017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34110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34203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34295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343882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34480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34573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34666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347587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348513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349439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350366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351292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352218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353144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354071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354997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355923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356849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357775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358702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359628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360554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361480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362407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363333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364259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365185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366111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367038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367964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368890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369816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370743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371669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372595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37352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37444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37537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37630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37722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37815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3790790" y="1033333"/>
              <a:ext cx="919369" cy="914400"/>
            </a:xfrm>
            <a:custGeom>
              <a:avLst/>
              <a:pathLst>
                <a:path w="9193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9" y="897161"/>
                  </a:lnTo>
                  <a:lnTo>
                    <a:pt x="914785" y="897295"/>
                  </a:lnTo>
                  <a:lnTo>
                    <a:pt x="914869" y="897608"/>
                  </a:lnTo>
                  <a:lnTo>
                    <a:pt x="914953" y="897920"/>
                  </a:lnTo>
                  <a:lnTo>
                    <a:pt x="915037" y="898233"/>
                  </a:lnTo>
                  <a:lnTo>
                    <a:pt x="915121" y="898545"/>
                  </a:lnTo>
                  <a:lnTo>
                    <a:pt x="915205" y="898858"/>
                  </a:lnTo>
                  <a:lnTo>
                    <a:pt x="915288" y="899170"/>
                  </a:lnTo>
                  <a:lnTo>
                    <a:pt x="915372" y="899483"/>
                  </a:lnTo>
                  <a:lnTo>
                    <a:pt x="915456" y="899795"/>
                  </a:lnTo>
                  <a:lnTo>
                    <a:pt x="915540" y="900108"/>
                  </a:lnTo>
                  <a:lnTo>
                    <a:pt x="915624" y="900421"/>
                  </a:lnTo>
                  <a:lnTo>
                    <a:pt x="915708" y="900733"/>
                  </a:lnTo>
                  <a:lnTo>
                    <a:pt x="915791" y="901046"/>
                  </a:lnTo>
                  <a:lnTo>
                    <a:pt x="915875" y="901358"/>
                  </a:lnTo>
                  <a:lnTo>
                    <a:pt x="915959" y="901671"/>
                  </a:lnTo>
                  <a:lnTo>
                    <a:pt x="916043" y="901983"/>
                  </a:lnTo>
                  <a:lnTo>
                    <a:pt x="916127" y="902296"/>
                  </a:lnTo>
                  <a:lnTo>
                    <a:pt x="916211" y="902608"/>
                  </a:lnTo>
                  <a:lnTo>
                    <a:pt x="916294" y="902921"/>
                  </a:lnTo>
                  <a:lnTo>
                    <a:pt x="916378" y="903233"/>
                  </a:lnTo>
                  <a:lnTo>
                    <a:pt x="916462" y="903546"/>
                  </a:lnTo>
                  <a:lnTo>
                    <a:pt x="916546" y="903858"/>
                  </a:lnTo>
                  <a:lnTo>
                    <a:pt x="916630" y="904171"/>
                  </a:lnTo>
                  <a:lnTo>
                    <a:pt x="916713" y="904483"/>
                  </a:lnTo>
                  <a:lnTo>
                    <a:pt x="916797" y="904796"/>
                  </a:lnTo>
                  <a:lnTo>
                    <a:pt x="916881" y="905108"/>
                  </a:lnTo>
                  <a:lnTo>
                    <a:pt x="916965" y="905421"/>
                  </a:lnTo>
                  <a:lnTo>
                    <a:pt x="917048" y="905733"/>
                  </a:lnTo>
                  <a:lnTo>
                    <a:pt x="917132" y="906046"/>
                  </a:lnTo>
                  <a:lnTo>
                    <a:pt x="917216" y="906359"/>
                  </a:lnTo>
                  <a:lnTo>
                    <a:pt x="917300" y="906671"/>
                  </a:lnTo>
                  <a:lnTo>
                    <a:pt x="917383" y="906984"/>
                  </a:lnTo>
                  <a:lnTo>
                    <a:pt x="917467" y="907296"/>
                  </a:lnTo>
                  <a:lnTo>
                    <a:pt x="917551" y="907609"/>
                  </a:lnTo>
                  <a:lnTo>
                    <a:pt x="917635" y="907921"/>
                  </a:lnTo>
                  <a:lnTo>
                    <a:pt x="917718" y="908234"/>
                  </a:lnTo>
                  <a:lnTo>
                    <a:pt x="917802" y="908546"/>
                  </a:lnTo>
                  <a:lnTo>
                    <a:pt x="917886" y="908859"/>
                  </a:lnTo>
                  <a:lnTo>
                    <a:pt x="917970" y="909171"/>
                  </a:lnTo>
                  <a:lnTo>
                    <a:pt x="918053" y="909484"/>
                  </a:lnTo>
                  <a:lnTo>
                    <a:pt x="918137" y="909796"/>
                  </a:lnTo>
                  <a:lnTo>
                    <a:pt x="918221" y="910109"/>
                  </a:lnTo>
                  <a:lnTo>
                    <a:pt x="918304" y="910421"/>
                  </a:lnTo>
                  <a:lnTo>
                    <a:pt x="918388" y="910734"/>
                  </a:lnTo>
                  <a:lnTo>
                    <a:pt x="918472" y="911047"/>
                  </a:lnTo>
                  <a:lnTo>
                    <a:pt x="918555" y="911359"/>
                  </a:lnTo>
                  <a:lnTo>
                    <a:pt x="918639" y="911672"/>
                  </a:lnTo>
                  <a:lnTo>
                    <a:pt x="918723" y="911984"/>
                  </a:lnTo>
                  <a:lnTo>
                    <a:pt x="918806" y="912297"/>
                  </a:lnTo>
                  <a:lnTo>
                    <a:pt x="918890" y="912609"/>
                  </a:lnTo>
                  <a:lnTo>
                    <a:pt x="918974" y="912922"/>
                  </a:lnTo>
                  <a:lnTo>
                    <a:pt x="919057" y="913234"/>
                  </a:lnTo>
                  <a:lnTo>
                    <a:pt x="919141" y="913547"/>
                  </a:lnTo>
                  <a:lnTo>
                    <a:pt x="919225" y="913859"/>
                  </a:lnTo>
                  <a:lnTo>
                    <a:pt x="919308" y="914172"/>
                  </a:lnTo>
                  <a:lnTo>
                    <a:pt x="919369" y="914400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205875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021" y="914400"/>
                  </a:lnTo>
                  <a:lnTo>
                    <a:pt x="911179" y="914071"/>
                  </a:lnTo>
                  <a:lnTo>
                    <a:pt x="911360" y="913695"/>
                  </a:lnTo>
                  <a:lnTo>
                    <a:pt x="911540" y="913319"/>
                  </a:lnTo>
                  <a:lnTo>
                    <a:pt x="911721" y="912943"/>
                  </a:lnTo>
                  <a:lnTo>
                    <a:pt x="911902" y="912568"/>
                  </a:lnTo>
                  <a:lnTo>
                    <a:pt x="912082" y="912192"/>
                  </a:lnTo>
                  <a:lnTo>
                    <a:pt x="912263" y="911816"/>
                  </a:lnTo>
                  <a:lnTo>
                    <a:pt x="912444" y="911440"/>
                  </a:lnTo>
                  <a:lnTo>
                    <a:pt x="912624" y="911065"/>
                  </a:lnTo>
                  <a:lnTo>
                    <a:pt x="912805" y="910689"/>
                  </a:lnTo>
                  <a:lnTo>
                    <a:pt x="912986" y="910313"/>
                  </a:lnTo>
                  <a:lnTo>
                    <a:pt x="913166" y="909938"/>
                  </a:lnTo>
                  <a:lnTo>
                    <a:pt x="913347" y="909562"/>
                  </a:lnTo>
                  <a:lnTo>
                    <a:pt x="913528" y="909186"/>
                  </a:lnTo>
                  <a:lnTo>
                    <a:pt x="913709" y="908810"/>
                  </a:lnTo>
                  <a:lnTo>
                    <a:pt x="913889" y="908435"/>
                  </a:lnTo>
                  <a:lnTo>
                    <a:pt x="914070" y="908059"/>
                  </a:lnTo>
                  <a:lnTo>
                    <a:pt x="914400" y="907409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2068017" y="9988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48"/>
                  </a:lnTo>
                  <a:lnTo>
                    <a:pt x="908794" y="917437"/>
                  </a:lnTo>
                  <a:lnTo>
                    <a:pt x="910503" y="914399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20680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20772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20865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20958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210506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21143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21235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21328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214211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21513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21606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21699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21791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218842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21976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22069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222547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271" y="897161"/>
                  </a:lnTo>
                  <a:lnTo>
                    <a:pt x="908273" y="898910"/>
                  </a:lnTo>
                  <a:lnTo>
                    <a:pt x="912295" y="906705"/>
                  </a:lnTo>
                  <a:lnTo>
                    <a:pt x="914400" y="911233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2225475" y="1016094"/>
              <a:ext cx="915871" cy="914400"/>
            </a:xfrm>
            <a:custGeom>
              <a:avLst/>
              <a:pathLst>
                <a:path w="915871" h="914400">
                  <a:moveTo>
                    <a:pt x="914400" y="914400"/>
                  </a:moveTo>
                  <a:lnTo>
                    <a:pt x="914400" y="911233"/>
                  </a:lnTo>
                  <a:lnTo>
                    <a:pt x="915871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3318417" y="998856"/>
              <a:ext cx="914400" cy="919406"/>
            </a:xfrm>
            <a:custGeom>
              <a:avLst/>
              <a:pathLst>
                <a:path w="914400" h="919406">
                  <a:moveTo>
                    <a:pt x="914400" y="914399"/>
                  </a:moveTo>
                  <a:lnTo>
                    <a:pt x="914400" y="919406"/>
                  </a:lnTo>
                  <a:lnTo>
                    <a:pt x="911696" y="916472"/>
                  </a:lnTo>
                  <a:lnTo>
                    <a:pt x="909994" y="914399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3318417" y="998856"/>
              <a:ext cx="923662" cy="929021"/>
            </a:xfrm>
            <a:custGeom>
              <a:avLst/>
              <a:pathLst>
                <a:path w="923662" h="92902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021"/>
                  </a:lnTo>
                  <a:lnTo>
                    <a:pt x="922871" y="928212"/>
                  </a:lnTo>
                  <a:lnTo>
                    <a:pt x="921623" y="926934"/>
                  </a:lnTo>
                  <a:lnTo>
                    <a:pt x="920375" y="925656"/>
                  </a:lnTo>
                  <a:lnTo>
                    <a:pt x="919126" y="924379"/>
                  </a:lnTo>
                  <a:lnTo>
                    <a:pt x="917876" y="923101"/>
                  </a:lnTo>
                  <a:lnTo>
                    <a:pt x="916620" y="921817"/>
                  </a:lnTo>
                  <a:lnTo>
                    <a:pt x="914400" y="919406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33276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954" y="931638"/>
                  </a:lnTo>
                  <a:lnTo>
                    <a:pt x="916105" y="930768"/>
                  </a:lnTo>
                  <a:lnTo>
                    <a:pt x="914857" y="929490"/>
                  </a:lnTo>
                  <a:lnTo>
                    <a:pt x="914400" y="929021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33369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33462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33554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33647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33739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33832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339251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34017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34110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34203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34295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343882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34480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34573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346661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347587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348513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349439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350366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351292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352218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353144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354071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354997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355923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356849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357775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358702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359628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360554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361480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362407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363333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364259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365185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366111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367038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367964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368890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369816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370743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371669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372595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37352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37444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37537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37630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37722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3790790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115" y="897161"/>
                  </a:lnTo>
                  <a:lnTo>
                    <a:pt x="910164" y="897345"/>
                  </a:lnTo>
                  <a:lnTo>
                    <a:pt x="910249" y="897658"/>
                  </a:lnTo>
                  <a:lnTo>
                    <a:pt x="910333" y="897970"/>
                  </a:lnTo>
                  <a:lnTo>
                    <a:pt x="910417" y="898283"/>
                  </a:lnTo>
                  <a:lnTo>
                    <a:pt x="910501" y="898595"/>
                  </a:lnTo>
                  <a:lnTo>
                    <a:pt x="910585" y="898908"/>
                  </a:lnTo>
                  <a:lnTo>
                    <a:pt x="910669" y="899220"/>
                  </a:lnTo>
                  <a:lnTo>
                    <a:pt x="910753" y="899533"/>
                  </a:lnTo>
                  <a:lnTo>
                    <a:pt x="910837" y="899845"/>
                  </a:lnTo>
                  <a:lnTo>
                    <a:pt x="910922" y="900158"/>
                  </a:lnTo>
                  <a:lnTo>
                    <a:pt x="911006" y="900470"/>
                  </a:lnTo>
                  <a:lnTo>
                    <a:pt x="911090" y="900783"/>
                  </a:lnTo>
                  <a:lnTo>
                    <a:pt x="911174" y="901095"/>
                  </a:lnTo>
                  <a:lnTo>
                    <a:pt x="911258" y="901408"/>
                  </a:lnTo>
                  <a:lnTo>
                    <a:pt x="911342" y="901721"/>
                  </a:lnTo>
                  <a:lnTo>
                    <a:pt x="911426" y="902033"/>
                  </a:lnTo>
                  <a:lnTo>
                    <a:pt x="911510" y="902346"/>
                  </a:lnTo>
                  <a:lnTo>
                    <a:pt x="911594" y="902658"/>
                  </a:lnTo>
                  <a:lnTo>
                    <a:pt x="911678" y="902971"/>
                  </a:lnTo>
                  <a:lnTo>
                    <a:pt x="911762" y="903283"/>
                  </a:lnTo>
                  <a:lnTo>
                    <a:pt x="911846" y="903596"/>
                  </a:lnTo>
                  <a:lnTo>
                    <a:pt x="911930" y="903908"/>
                  </a:lnTo>
                  <a:lnTo>
                    <a:pt x="912014" y="904221"/>
                  </a:lnTo>
                  <a:lnTo>
                    <a:pt x="912098" y="904533"/>
                  </a:lnTo>
                  <a:lnTo>
                    <a:pt x="912182" y="904846"/>
                  </a:lnTo>
                  <a:lnTo>
                    <a:pt x="912267" y="905158"/>
                  </a:lnTo>
                  <a:lnTo>
                    <a:pt x="912351" y="905471"/>
                  </a:lnTo>
                  <a:lnTo>
                    <a:pt x="912435" y="905783"/>
                  </a:lnTo>
                  <a:lnTo>
                    <a:pt x="912519" y="906096"/>
                  </a:lnTo>
                  <a:lnTo>
                    <a:pt x="912603" y="906408"/>
                  </a:lnTo>
                  <a:lnTo>
                    <a:pt x="912687" y="906721"/>
                  </a:lnTo>
                  <a:lnTo>
                    <a:pt x="912771" y="907033"/>
                  </a:lnTo>
                  <a:lnTo>
                    <a:pt x="912855" y="907346"/>
                  </a:lnTo>
                  <a:lnTo>
                    <a:pt x="912939" y="907658"/>
                  </a:lnTo>
                  <a:lnTo>
                    <a:pt x="913023" y="907971"/>
                  </a:lnTo>
                  <a:lnTo>
                    <a:pt x="913107" y="908283"/>
                  </a:lnTo>
                  <a:lnTo>
                    <a:pt x="913190" y="908596"/>
                  </a:lnTo>
                  <a:lnTo>
                    <a:pt x="913274" y="908908"/>
                  </a:lnTo>
                  <a:lnTo>
                    <a:pt x="913358" y="909221"/>
                  </a:lnTo>
                  <a:lnTo>
                    <a:pt x="913442" y="909533"/>
                  </a:lnTo>
                  <a:lnTo>
                    <a:pt x="913526" y="909846"/>
                  </a:lnTo>
                  <a:lnTo>
                    <a:pt x="913610" y="910158"/>
                  </a:lnTo>
                  <a:lnTo>
                    <a:pt x="913694" y="910471"/>
                  </a:lnTo>
                  <a:lnTo>
                    <a:pt x="913778" y="910783"/>
                  </a:lnTo>
                  <a:lnTo>
                    <a:pt x="913862" y="911096"/>
                  </a:lnTo>
                  <a:lnTo>
                    <a:pt x="913946" y="911409"/>
                  </a:lnTo>
                  <a:lnTo>
                    <a:pt x="914030" y="911721"/>
                  </a:lnTo>
                  <a:lnTo>
                    <a:pt x="914114" y="912034"/>
                  </a:lnTo>
                  <a:lnTo>
                    <a:pt x="914198" y="912346"/>
                  </a:lnTo>
                  <a:lnTo>
                    <a:pt x="914282" y="912659"/>
                  </a:lnTo>
                  <a:lnTo>
                    <a:pt x="914400" y="913097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3790790" y="1016094"/>
              <a:ext cx="914749" cy="914400"/>
            </a:xfrm>
            <a:custGeom>
              <a:avLst/>
              <a:pathLst>
                <a:path w="914749" h="914400">
                  <a:moveTo>
                    <a:pt x="914400" y="914400"/>
                  </a:moveTo>
                  <a:lnTo>
                    <a:pt x="914400" y="913097"/>
                  </a:lnTo>
                  <a:lnTo>
                    <a:pt x="914450" y="913284"/>
                  </a:lnTo>
                  <a:lnTo>
                    <a:pt x="914533" y="913596"/>
                  </a:lnTo>
                  <a:lnTo>
                    <a:pt x="914617" y="913909"/>
                  </a:lnTo>
                  <a:lnTo>
                    <a:pt x="914701" y="914221"/>
                  </a:lnTo>
                  <a:lnTo>
                    <a:pt x="914749" y="914400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2068017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0503" y="914399"/>
                  </a:lnTo>
                  <a:lnTo>
                    <a:pt x="912994" y="909974"/>
                  </a:lnTo>
                  <a:lnTo>
                    <a:pt x="914400" y="907727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2077279" y="98161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965"/>
                  </a:lnTo>
                  <a:lnTo>
                    <a:pt x="908137" y="920168"/>
                  </a:lnTo>
                  <a:lnTo>
                    <a:pt x="912151" y="914399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20772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20865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20958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210506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21143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21235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21328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214211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21513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21606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21699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21791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218842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21976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2216212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5586" y="897161"/>
                  </a:lnTo>
                  <a:lnTo>
                    <a:pt x="908861" y="901783"/>
                  </a:lnTo>
                  <a:lnTo>
                    <a:pt x="913299" y="908755"/>
                  </a:lnTo>
                  <a:lnTo>
                    <a:pt x="914400" y="910676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2216212" y="998856"/>
              <a:ext cx="916533" cy="914399"/>
            </a:xfrm>
            <a:custGeom>
              <a:avLst/>
              <a:pathLst>
                <a:path w="916533" h="914399">
                  <a:moveTo>
                    <a:pt x="914400" y="914399"/>
                  </a:moveTo>
                  <a:lnTo>
                    <a:pt x="914400" y="910676"/>
                  </a:lnTo>
                  <a:lnTo>
                    <a:pt x="916533" y="914399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3309154" y="981617"/>
              <a:ext cx="914400" cy="925473"/>
            </a:xfrm>
            <a:custGeom>
              <a:avLst/>
              <a:pathLst>
                <a:path w="914400" h="925473">
                  <a:moveTo>
                    <a:pt x="914400" y="914399"/>
                  </a:moveTo>
                  <a:lnTo>
                    <a:pt x="914400" y="925473"/>
                  </a:lnTo>
                  <a:lnTo>
                    <a:pt x="911584" y="921647"/>
                  </a:lnTo>
                  <a:lnTo>
                    <a:pt x="907158" y="914961"/>
                  </a:lnTo>
                  <a:lnTo>
                    <a:pt x="906823" y="914399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33091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256" y="931638"/>
                  </a:lnTo>
                  <a:lnTo>
                    <a:pt x="916188" y="927903"/>
                  </a:lnTo>
                  <a:lnTo>
                    <a:pt x="914400" y="925473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33184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33276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33369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33462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33554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33647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33739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33832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339251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34017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34110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34203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34295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343882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34480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345735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346661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347587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348513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349439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350366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351292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352218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353144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354071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354997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355923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356849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357775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358702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359628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360554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361480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362407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363333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364259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365185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366111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367038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367964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368890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369816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370743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371669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37259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37352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37444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37537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37630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37722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3781528" y="998856"/>
              <a:ext cx="919377" cy="914399"/>
            </a:xfrm>
            <a:custGeom>
              <a:avLst/>
              <a:pathLst>
                <a:path w="919377" h="914399">
                  <a:moveTo>
                    <a:pt x="914400" y="914399"/>
                  </a:moveTo>
                  <a:lnTo>
                    <a:pt x="914423" y="897161"/>
                  </a:lnTo>
                  <a:lnTo>
                    <a:pt x="915117" y="899281"/>
                  </a:lnTo>
                  <a:lnTo>
                    <a:pt x="917997" y="909275"/>
                  </a:lnTo>
                  <a:lnTo>
                    <a:pt x="918080" y="909584"/>
                  </a:lnTo>
                  <a:lnTo>
                    <a:pt x="918164" y="909896"/>
                  </a:lnTo>
                  <a:lnTo>
                    <a:pt x="918248" y="910209"/>
                  </a:lnTo>
                  <a:lnTo>
                    <a:pt x="918333" y="910521"/>
                  </a:lnTo>
                  <a:lnTo>
                    <a:pt x="918417" y="910834"/>
                  </a:lnTo>
                  <a:lnTo>
                    <a:pt x="918501" y="911146"/>
                  </a:lnTo>
                  <a:lnTo>
                    <a:pt x="918585" y="911459"/>
                  </a:lnTo>
                  <a:lnTo>
                    <a:pt x="918669" y="911771"/>
                  </a:lnTo>
                  <a:lnTo>
                    <a:pt x="918753" y="912084"/>
                  </a:lnTo>
                  <a:lnTo>
                    <a:pt x="918838" y="912396"/>
                  </a:lnTo>
                  <a:lnTo>
                    <a:pt x="918922" y="912709"/>
                  </a:lnTo>
                  <a:lnTo>
                    <a:pt x="919006" y="913021"/>
                  </a:lnTo>
                  <a:lnTo>
                    <a:pt x="919090" y="913334"/>
                  </a:lnTo>
                  <a:lnTo>
                    <a:pt x="919174" y="913646"/>
                  </a:lnTo>
                  <a:lnTo>
                    <a:pt x="919258" y="913959"/>
                  </a:lnTo>
                  <a:lnTo>
                    <a:pt x="919343" y="914271"/>
                  </a:lnTo>
                  <a:lnTo>
                    <a:pt x="919377" y="914399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2077279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51" y="914399"/>
                  </a:lnTo>
                  <a:lnTo>
                    <a:pt x="912733" y="913562"/>
                  </a:lnTo>
                  <a:lnTo>
                    <a:pt x="914400" y="911416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2086541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1416"/>
                  </a:lnTo>
                  <a:lnTo>
                    <a:pt x="908246" y="907412"/>
                  </a:lnTo>
                  <a:lnTo>
                    <a:pt x="913188" y="901734"/>
                  </a:lnTo>
                  <a:lnTo>
                    <a:pt x="914400" y="900499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2095803" y="964379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738"/>
                  </a:lnTo>
                  <a:lnTo>
                    <a:pt x="908414" y="914399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20958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2105066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21143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21235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21328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214211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21513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21606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21699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21791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219768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314" y="897161"/>
                  </a:lnTo>
                  <a:lnTo>
                    <a:pt x="912985" y="900823"/>
                  </a:lnTo>
                  <a:lnTo>
                    <a:pt x="914400" y="902416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2206950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2416"/>
                  </a:lnTo>
                  <a:lnTo>
                    <a:pt x="908691" y="906419"/>
                  </a:lnTo>
                  <a:lnTo>
                    <a:pt x="913496" y="912491"/>
                  </a:lnTo>
                  <a:lnTo>
                    <a:pt x="914400" y="913767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2206950" y="981617"/>
              <a:ext cx="914848" cy="914399"/>
            </a:xfrm>
            <a:custGeom>
              <a:avLst/>
              <a:pathLst>
                <a:path w="914848" h="914399">
                  <a:moveTo>
                    <a:pt x="914400" y="914399"/>
                  </a:moveTo>
                  <a:lnTo>
                    <a:pt x="914400" y="913767"/>
                  </a:lnTo>
                  <a:lnTo>
                    <a:pt x="914848" y="914399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3299892" y="964379"/>
              <a:ext cx="914400" cy="928813"/>
            </a:xfrm>
            <a:custGeom>
              <a:avLst/>
              <a:pathLst>
                <a:path w="914400" h="928813">
                  <a:moveTo>
                    <a:pt x="914400" y="914399"/>
                  </a:moveTo>
                  <a:lnTo>
                    <a:pt x="914400" y="928813"/>
                  </a:lnTo>
                  <a:lnTo>
                    <a:pt x="912184" y="925100"/>
                  </a:lnTo>
                  <a:lnTo>
                    <a:pt x="908150" y="917605"/>
                  </a:lnTo>
                  <a:lnTo>
                    <a:pt x="906593" y="914399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32998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085" y="931638"/>
                  </a:lnTo>
                  <a:lnTo>
                    <a:pt x="914400" y="928813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33091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33184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33276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33369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33462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335546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33647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33739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33832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339251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34017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34110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34203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34295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343882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344808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345735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346661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347587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348513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349439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350366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351292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352218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353144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354071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354997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355923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356849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357775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358702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359628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360554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361480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362407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363333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364259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365185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366111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367038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367964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368890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369816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370743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37166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37259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37352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37444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37537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37630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378152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361" y="897161"/>
                  </a:lnTo>
                  <a:lnTo>
                    <a:pt x="908496" y="897486"/>
                  </a:lnTo>
                  <a:lnTo>
                    <a:pt x="911946" y="906834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209580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8414" y="914399"/>
                  </a:lnTo>
                  <a:lnTo>
                    <a:pt x="909020" y="913782"/>
                  </a:lnTo>
                  <a:lnTo>
                    <a:pt x="914252" y="909095"/>
                  </a:lnTo>
                  <a:lnTo>
                    <a:pt x="914400" y="90898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210506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980"/>
                  </a:lnTo>
                  <a:lnTo>
                    <a:pt x="910347" y="904923"/>
                  </a:lnTo>
                  <a:lnTo>
                    <a:pt x="914400" y="90222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2114328" y="94714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459"/>
                  </a:lnTo>
                  <a:lnTo>
                    <a:pt x="906552" y="918515"/>
                  </a:lnTo>
                  <a:lnTo>
                    <a:pt x="912114" y="915406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21143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21235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21328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214211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21513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2169901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738" y="897161"/>
                  </a:lnTo>
                  <a:lnTo>
                    <a:pt x="913962" y="897696"/>
                  </a:lnTo>
                  <a:lnTo>
                    <a:pt x="914400" y="897933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217916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933"/>
                  </a:lnTo>
                  <a:lnTo>
                    <a:pt x="910276" y="900714"/>
                  </a:lnTo>
                  <a:lnTo>
                    <a:pt x="914400" y="90338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218842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3388"/>
                  </a:lnTo>
                  <a:lnTo>
                    <a:pt x="906497" y="904270"/>
                  </a:lnTo>
                  <a:lnTo>
                    <a:pt x="911874" y="908354"/>
                  </a:lnTo>
                  <a:lnTo>
                    <a:pt x="914400" y="910565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2188426" y="964379"/>
              <a:ext cx="918577" cy="914399"/>
            </a:xfrm>
            <a:custGeom>
              <a:avLst/>
              <a:pathLst>
                <a:path w="918577" h="914399">
                  <a:moveTo>
                    <a:pt x="914400" y="914399"/>
                  </a:moveTo>
                  <a:lnTo>
                    <a:pt x="914400" y="910565"/>
                  </a:lnTo>
                  <a:lnTo>
                    <a:pt x="917129" y="912955"/>
                  </a:lnTo>
                  <a:lnTo>
                    <a:pt x="918577" y="914399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3290630" y="947140"/>
              <a:ext cx="914400" cy="928642"/>
            </a:xfrm>
            <a:custGeom>
              <a:avLst/>
              <a:pathLst>
                <a:path w="914400" h="928642">
                  <a:moveTo>
                    <a:pt x="914400" y="914399"/>
                  </a:moveTo>
                  <a:lnTo>
                    <a:pt x="914400" y="928642"/>
                  </a:lnTo>
                  <a:lnTo>
                    <a:pt x="913589" y="926973"/>
                  </a:lnTo>
                  <a:lnTo>
                    <a:pt x="909988" y="918749"/>
                  </a:lnTo>
                  <a:lnTo>
                    <a:pt x="908275" y="914399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32906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855" y="931638"/>
                  </a:lnTo>
                  <a:lnTo>
                    <a:pt x="914400" y="928642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32998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33091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33184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33276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33369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334620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335546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33647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33739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33832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339251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34017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341103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342030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342956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343882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344808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345735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346661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347587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348513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349439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350366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351292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352218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353144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354071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354997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355923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356849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357775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358702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359628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360554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361480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362407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363333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364259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365185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366111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367038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367964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368890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369816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37074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37166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37259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37352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37444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37537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3772265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0061" y="897161"/>
                  </a:lnTo>
                  <a:lnTo>
                    <a:pt x="914037" y="905743"/>
                  </a:lnTo>
                  <a:lnTo>
                    <a:pt x="914400" y="906617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3772265" y="964379"/>
              <a:ext cx="917623" cy="914399"/>
            </a:xfrm>
            <a:custGeom>
              <a:avLst/>
              <a:pathLst>
                <a:path w="917623" h="914399">
                  <a:moveTo>
                    <a:pt x="914400" y="914399"/>
                  </a:moveTo>
                  <a:lnTo>
                    <a:pt x="914400" y="906617"/>
                  </a:lnTo>
                  <a:lnTo>
                    <a:pt x="917623" y="914399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2123590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67"/>
                  </a:lnTo>
                  <a:lnTo>
                    <a:pt x="908493" y="912841"/>
                  </a:lnTo>
                  <a:lnTo>
                    <a:pt x="914199" y="910829"/>
                  </a:lnTo>
                  <a:lnTo>
                    <a:pt x="914400" y="91077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2132852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0778"/>
                  </a:lnTo>
                  <a:lnTo>
                    <a:pt x="910691" y="909373"/>
                  </a:lnTo>
                  <a:lnTo>
                    <a:pt x="914400" y="908801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2142115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801"/>
                  </a:lnTo>
                  <a:lnTo>
                    <a:pt x="907216" y="908479"/>
                  </a:lnTo>
                  <a:lnTo>
                    <a:pt x="913021" y="908149"/>
                  </a:lnTo>
                  <a:lnTo>
                    <a:pt x="914400" y="908205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2151377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205"/>
                  </a:lnTo>
                  <a:lnTo>
                    <a:pt x="909565" y="908384"/>
                  </a:lnTo>
                  <a:lnTo>
                    <a:pt x="914400" y="909051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2160639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9051"/>
                  </a:lnTo>
                  <a:lnTo>
                    <a:pt x="906094" y="909183"/>
                  </a:lnTo>
                  <a:lnTo>
                    <a:pt x="911855" y="910544"/>
                  </a:lnTo>
                  <a:lnTo>
                    <a:pt x="914400" y="91139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2160639" y="947140"/>
              <a:ext cx="922001" cy="914399"/>
            </a:xfrm>
            <a:custGeom>
              <a:avLst/>
              <a:pathLst>
                <a:path w="922001" h="914399">
                  <a:moveTo>
                    <a:pt x="914400" y="914399"/>
                  </a:moveTo>
                  <a:lnTo>
                    <a:pt x="914400" y="911398"/>
                  </a:lnTo>
                  <a:lnTo>
                    <a:pt x="917570" y="912462"/>
                  </a:lnTo>
                  <a:lnTo>
                    <a:pt x="922001" y="914399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3281368" y="929902"/>
              <a:ext cx="914400" cy="923234"/>
            </a:xfrm>
            <a:custGeom>
              <a:avLst/>
              <a:pathLst>
                <a:path w="914400" h="923234">
                  <a:moveTo>
                    <a:pt x="914400" y="914400"/>
                  </a:moveTo>
                  <a:lnTo>
                    <a:pt x="914400" y="923234"/>
                  </a:lnTo>
                  <a:lnTo>
                    <a:pt x="912751" y="918563"/>
                  </a:lnTo>
                  <a:lnTo>
                    <a:pt x="911440" y="914400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32813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537" y="931638"/>
                  </a:lnTo>
                  <a:lnTo>
                    <a:pt x="915880" y="927431"/>
                  </a:lnTo>
                  <a:lnTo>
                    <a:pt x="914400" y="923234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32906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32998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33091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33184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33276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333694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334620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335546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336472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337399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338325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339251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340177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341103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342030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342956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343882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344808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345735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346661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347587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348513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349439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350366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351292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352218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353144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354071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354997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355923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356849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357775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358702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359628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360554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361480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362407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363333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364259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365185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366111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367038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367964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368890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36981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37074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37166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37259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37352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37444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3763003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2" y="897161"/>
                  </a:lnTo>
                  <a:lnTo>
                    <a:pt x="910633" y="898497"/>
                  </a:lnTo>
                  <a:lnTo>
                    <a:pt x="914400" y="905021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3763003" y="947140"/>
              <a:ext cx="919323" cy="914399"/>
            </a:xfrm>
            <a:custGeom>
              <a:avLst/>
              <a:pathLst>
                <a:path w="919323" h="914399">
                  <a:moveTo>
                    <a:pt x="914400" y="914399"/>
                  </a:moveTo>
                  <a:lnTo>
                    <a:pt x="914400" y="905021"/>
                  </a:lnTo>
                  <a:lnTo>
                    <a:pt x="915094" y="906223"/>
                  </a:lnTo>
                  <a:lnTo>
                    <a:pt x="919323" y="914399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3281368" y="91266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40" y="931638"/>
                  </a:lnTo>
                  <a:lnTo>
                    <a:pt x="909870" y="926647"/>
                  </a:lnTo>
                  <a:lnTo>
                    <a:pt x="907244" y="917230"/>
                  </a:lnTo>
                  <a:lnTo>
                    <a:pt x="906552" y="914399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32813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32906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32998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33091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33184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332767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333694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334620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335546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336472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337399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338325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339251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340177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341103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342030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342956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343882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344808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345735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346661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347587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348513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349439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350366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351292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352218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353144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354071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354997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355923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356849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357775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358702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359628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360554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361480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362407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363333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364259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365185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366111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367038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367964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368890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36981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37074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37166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37259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37352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3753741" y="9299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789" y="897161"/>
                  </a:lnTo>
                  <a:lnTo>
                    <a:pt x="911067" y="897662"/>
                  </a:lnTo>
                  <a:lnTo>
                    <a:pt x="914400" y="904385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3753741" y="929902"/>
              <a:ext cx="919034" cy="914400"/>
            </a:xfrm>
            <a:custGeom>
              <a:avLst/>
              <a:pathLst>
                <a:path w="919034" h="914400">
                  <a:moveTo>
                    <a:pt x="914400" y="914400"/>
                  </a:moveTo>
                  <a:lnTo>
                    <a:pt x="914400" y="904385"/>
                  </a:lnTo>
                  <a:lnTo>
                    <a:pt x="915299" y="906201"/>
                  </a:lnTo>
                  <a:lnTo>
                    <a:pt x="918697" y="913876"/>
                  </a:lnTo>
                  <a:lnTo>
                    <a:pt x="919034" y="91440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3272105" y="895425"/>
              <a:ext cx="914400" cy="925856"/>
            </a:xfrm>
            <a:custGeom>
              <a:avLst/>
              <a:pathLst>
                <a:path w="914400" h="925856">
                  <a:moveTo>
                    <a:pt x="914400" y="914400"/>
                  </a:moveTo>
                  <a:lnTo>
                    <a:pt x="914400" y="925856"/>
                  </a:lnTo>
                  <a:lnTo>
                    <a:pt x="914144" y="924813"/>
                  </a:lnTo>
                  <a:lnTo>
                    <a:pt x="912051" y="914945"/>
                  </a:lnTo>
                  <a:lnTo>
                    <a:pt x="911952" y="914400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32721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4" y="931638"/>
                  </a:lnTo>
                  <a:lnTo>
                    <a:pt x="914400" y="925856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32813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32906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32998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33091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331841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332767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333694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334620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335546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336472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337399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338325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339251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340177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341103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342030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342956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343882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344808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345735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346661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347587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348513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349439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350366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351292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352218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353144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354071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354997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355923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356849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357775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358702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359628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360554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361480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362407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363333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364259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365185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366111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367038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367964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36889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36981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37074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37166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37259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3744479" y="91266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8" y="897168"/>
                  </a:lnTo>
                  <a:lnTo>
                    <a:pt x="909970" y="897460"/>
                  </a:lnTo>
                  <a:lnTo>
                    <a:pt x="910163" y="897753"/>
                  </a:lnTo>
                  <a:lnTo>
                    <a:pt x="910355" y="898046"/>
                  </a:lnTo>
                  <a:lnTo>
                    <a:pt x="910548" y="898339"/>
                  </a:lnTo>
                  <a:lnTo>
                    <a:pt x="910740" y="898631"/>
                  </a:lnTo>
                  <a:lnTo>
                    <a:pt x="910933" y="898924"/>
                  </a:lnTo>
                  <a:lnTo>
                    <a:pt x="911125" y="899217"/>
                  </a:lnTo>
                  <a:lnTo>
                    <a:pt x="914400" y="904490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3744479" y="912663"/>
              <a:ext cx="920051" cy="914399"/>
            </a:xfrm>
            <a:custGeom>
              <a:avLst/>
              <a:pathLst>
                <a:path w="920051" h="914399">
                  <a:moveTo>
                    <a:pt x="914400" y="914399"/>
                  </a:moveTo>
                  <a:lnTo>
                    <a:pt x="914400" y="904490"/>
                  </a:lnTo>
                  <a:lnTo>
                    <a:pt x="915846" y="906818"/>
                  </a:lnTo>
                  <a:lnTo>
                    <a:pt x="920051" y="914399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3272105" y="8781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52" y="931638"/>
                  </a:lnTo>
                  <a:lnTo>
                    <a:pt x="910232" y="922129"/>
                  </a:lnTo>
                  <a:lnTo>
                    <a:pt x="909068" y="914400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32721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32813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32906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32998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330915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331841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332767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333694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334620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335546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336472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337399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338325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339251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340177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341103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342030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342956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343882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344808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345735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346661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347587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348513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349439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350366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351292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352218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353144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354071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354997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355923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356849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357775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358702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359628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360554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361480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362407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363333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364259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365185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366111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367038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367964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36889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36981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37074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37166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3735217" y="8954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658" y="897161"/>
                  </a:lnTo>
                  <a:lnTo>
                    <a:pt x="908053" y="897728"/>
                  </a:lnTo>
                  <a:lnTo>
                    <a:pt x="908243" y="898017"/>
                  </a:lnTo>
                  <a:lnTo>
                    <a:pt x="908436" y="898309"/>
                  </a:lnTo>
                  <a:lnTo>
                    <a:pt x="908629" y="898602"/>
                  </a:lnTo>
                  <a:lnTo>
                    <a:pt x="908822" y="898894"/>
                  </a:lnTo>
                  <a:lnTo>
                    <a:pt x="909015" y="899187"/>
                  </a:lnTo>
                  <a:lnTo>
                    <a:pt x="909208" y="899480"/>
                  </a:lnTo>
                  <a:lnTo>
                    <a:pt x="909401" y="899772"/>
                  </a:lnTo>
                  <a:lnTo>
                    <a:pt x="909594" y="900065"/>
                  </a:lnTo>
                  <a:lnTo>
                    <a:pt x="909787" y="900357"/>
                  </a:lnTo>
                  <a:lnTo>
                    <a:pt x="909980" y="900650"/>
                  </a:lnTo>
                  <a:lnTo>
                    <a:pt x="910173" y="900943"/>
                  </a:lnTo>
                  <a:lnTo>
                    <a:pt x="910366" y="901235"/>
                  </a:lnTo>
                  <a:lnTo>
                    <a:pt x="910559" y="901528"/>
                  </a:lnTo>
                  <a:lnTo>
                    <a:pt x="910752" y="901821"/>
                  </a:lnTo>
                  <a:lnTo>
                    <a:pt x="910945" y="902113"/>
                  </a:lnTo>
                  <a:lnTo>
                    <a:pt x="911138" y="902406"/>
                  </a:lnTo>
                  <a:lnTo>
                    <a:pt x="911331" y="902698"/>
                  </a:lnTo>
                  <a:lnTo>
                    <a:pt x="911524" y="902991"/>
                  </a:lnTo>
                  <a:lnTo>
                    <a:pt x="911717" y="903284"/>
                  </a:lnTo>
                  <a:lnTo>
                    <a:pt x="911910" y="903576"/>
                  </a:lnTo>
                  <a:lnTo>
                    <a:pt x="912103" y="903869"/>
                  </a:lnTo>
                  <a:lnTo>
                    <a:pt x="912296" y="904162"/>
                  </a:lnTo>
                  <a:lnTo>
                    <a:pt x="912488" y="904454"/>
                  </a:lnTo>
                  <a:lnTo>
                    <a:pt x="912681" y="904747"/>
                  </a:lnTo>
                  <a:lnTo>
                    <a:pt x="912874" y="905040"/>
                  </a:lnTo>
                  <a:lnTo>
                    <a:pt x="913067" y="905332"/>
                  </a:lnTo>
                  <a:lnTo>
                    <a:pt x="913260" y="905625"/>
                  </a:lnTo>
                  <a:lnTo>
                    <a:pt x="913453" y="905918"/>
                  </a:lnTo>
                  <a:lnTo>
                    <a:pt x="913645" y="906210"/>
                  </a:lnTo>
                  <a:lnTo>
                    <a:pt x="913838" y="906503"/>
                  </a:lnTo>
                  <a:lnTo>
                    <a:pt x="914031" y="906796"/>
                  </a:lnTo>
                  <a:lnTo>
                    <a:pt x="914224" y="907088"/>
                  </a:lnTo>
                  <a:lnTo>
                    <a:pt x="914400" y="907355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3735217" y="895425"/>
              <a:ext cx="919036" cy="914400"/>
            </a:xfrm>
            <a:custGeom>
              <a:avLst/>
              <a:pathLst>
                <a:path w="919036" h="914400">
                  <a:moveTo>
                    <a:pt x="914400" y="914400"/>
                  </a:moveTo>
                  <a:lnTo>
                    <a:pt x="914417" y="907381"/>
                  </a:lnTo>
                  <a:lnTo>
                    <a:pt x="914609" y="907674"/>
                  </a:lnTo>
                  <a:lnTo>
                    <a:pt x="914802" y="907966"/>
                  </a:lnTo>
                  <a:lnTo>
                    <a:pt x="914995" y="908259"/>
                  </a:lnTo>
                  <a:lnTo>
                    <a:pt x="915188" y="908552"/>
                  </a:lnTo>
                  <a:lnTo>
                    <a:pt x="915380" y="908844"/>
                  </a:lnTo>
                  <a:lnTo>
                    <a:pt x="915573" y="909137"/>
                  </a:lnTo>
                  <a:lnTo>
                    <a:pt x="915766" y="909430"/>
                  </a:lnTo>
                  <a:lnTo>
                    <a:pt x="915958" y="909722"/>
                  </a:lnTo>
                  <a:lnTo>
                    <a:pt x="916151" y="910015"/>
                  </a:lnTo>
                  <a:lnTo>
                    <a:pt x="916344" y="910308"/>
                  </a:lnTo>
                  <a:lnTo>
                    <a:pt x="916536" y="910601"/>
                  </a:lnTo>
                  <a:lnTo>
                    <a:pt x="916729" y="910893"/>
                  </a:lnTo>
                  <a:lnTo>
                    <a:pt x="916922" y="911186"/>
                  </a:lnTo>
                  <a:lnTo>
                    <a:pt x="917114" y="911479"/>
                  </a:lnTo>
                  <a:lnTo>
                    <a:pt x="917307" y="911771"/>
                  </a:lnTo>
                  <a:lnTo>
                    <a:pt x="917499" y="912064"/>
                  </a:lnTo>
                  <a:lnTo>
                    <a:pt x="917692" y="912357"/>
                  </a:lnTo>
                  <a:lnTo>
                    <a:pt x="917885" y="912650"/>
                  </a:lnTo>
                  <a:lnTo>
                    <a:pt x="918077" y="912942"/>
                  </a:lnTo>
                  <a:lnTo>
                    <a:pt x="918270" y="913235"/>
                  </a:lnTo>
                  <a:lnTo>
                    <a:pt x="918462" y="913528"/>
                  </a:lnTo>
                  <a:lnTo>
                    <a:pt x="918655" y="913820"/>
                  </a:lnTo>
                  <a:lnTo>
                    <a:pt x="918848" y="914113"/>
                  </a:lnTo>
                  <a:lnTo>
                    <a:pt x="919036" y="914400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3272105" y="8609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68" y="931638"/>
                  </a:lnTo>
                  <a:lnTo>
                    <a:pt x="908693" y="929152"/>
                  </a:lnTo>
                  <a:lnTo>
                    <a:pt x="907437" y="918803"/>
                  </a:lnTo>
                  <a:lnTo>
                    <a:pt x="907029" y="914400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32721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32813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329063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329989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330915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331841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332767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333694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334620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335546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336472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337399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338325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339251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340177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341103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342030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342956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343882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344808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345735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346661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347587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348513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349439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350366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351292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352218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353144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354071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354997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355923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356849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357775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358702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359628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360554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361480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362407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363333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364259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365185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366111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367038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367964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36889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36981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3716692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00" y="897161"/>
                  </a:lnTo>
                  <a:lnTo>
                    <a:pt x="914400" y="89899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3725954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998"/>
                  </a:lnTo>
                  <a:lnTo>
                    <a:pt x="907956" y="902236"/>
                  </a:lnTo>
                  <a:lnTo>
                    <a:pt x="912725" y="908374"/>
                  </a:lnTo>
                  <a:lnTo>
                    <a:pt x="914400" y="910779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3725954" y="878187"/>
              <a:ext cx="916920" cy="914400"/>
            </a:xfrm>
            <a:custGeom>
              <a:avLst/>
              <a:pathLst>
                <a:path w="916920" h="914400">
                  <a:moveTo>
                    <a:pt x="914400" y="914400"/>
                  </a:moveTo>
                  <a:lnTo>
                    <a:pt x="914400" y="910779"/>
                  </a:lnTo>
                  <a:lnTo>
                    <a:pt x="916920" y="91440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3272105" y="8437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29" y="931638"/>
                  </a:lnTo>
                  <a:lnTo>
                    <a:pt x="906468" y="925587"/>
                  </a:lnTo>
                  <a:lnTo>
                    <a:pt x="905788" y="915053"/>
                  </a:lnTo>
                  <a:lnTo>
                    <a:pt x="905764" y="914400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32721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328136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329063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329989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330915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331841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332767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333694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334620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335546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336472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337399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338325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339251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340177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341103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342030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342956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343882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344808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345735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346661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347587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348513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349439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350366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351292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352218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353144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354071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354997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355923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356849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357775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358702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359628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360554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361480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362407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363333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364259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365185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366111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367038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367964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36889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3707430" y="8609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145" y="897161"/>
                  </a:lnTo>
                  <a:lnTo>
                    <a:pt x="909600" y="902672"/>
                  </a:lnTo>
                  <a:lnTo>
                    <a:pt x="911237" y="903947"/>
                  </a:lnTo>
                  <a:lnTo>
                    <a:pt x="914400" y="90678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3707430" y="860948"/>
              <a:ext cx="922063" cy="914400"/>
            </a:xfrm>
            <a:custGeom>
              <a:avLst/>
              <a:pathLst>
                <a:path w="922063" h="914400">
                  <a:moveTo>
                    <a:pt x="914400" y="914400"/>
                  </a:moveTo>
                  <a:lnTo>
                    <a:pt x="914400" y="906780"/>
                  </a:lnTo>
                  <a:lnTo>
                    <a:pt x="916461" y="908627"/>
                  </a:lnTo>
                  <a:lnTo>
                    <a:pt x="921547" y="913807"/>
                  </a:lnTo>
                  <a:lnTo>
                    <a:pt x="922063" y="91440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3272105" y="8264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64" y="931638"/>
                  </a:lnTo>
                  <a:lnTo>
                    <a:pt x="905399" y="921707"/>
                  </a:lnTo>
                  <a:lnTo>
                    <a:pt x="905333" y="914400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327210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328136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329063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329989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330915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331841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332767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333694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334620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335546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336472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337399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338325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339251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340177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341103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342030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342956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343882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344808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345735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346661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347587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348513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349439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350366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351292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352218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353144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354071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354997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355923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356849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357775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358702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359628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360554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361480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362407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363333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364259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365185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366111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367038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367964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3698168" y="8437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374" y="897161"/>
                  </a:lnTo>
                  <a:lnTo>
                    <a:pt x="908074" y="898310"/>
                  </a:lnTo>
                  <a:lnTo>
                    <a:pt x="912197" y="905823"/>
                  </a:lnTo>
                  <a:lnTo>
                    <a:pt x="914400" y="910274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3698168" y="843710"/>
              <a:ext cx="916407" cy="914400"/>
            </a:xfrm>
            <a:custGeom>
              <a:avLst/>
              <a:pathLst>
                <a:path w="916407" h="914400">
                  <a:moveTo>
                    <a:pt x="914400" y="914400"/>
                  </a:moveTo>
                  <a:lnTo>
                    <a:pt x="914400" y="910274"/>
                  </a:lnTo>
                  <a:lnTo>
                    <a:pt x="916106" y="913723"/>
                  </a:lnTo>
                  <a:lnTo>
                    <a:pt x="916407" y="914400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3262843" y="809233"/>
              <a:ext cx="914400" cy="923960"/>
            </a:xfrm>
            <a:custGeom>
              <a:avLst/>
              <a:pathLst>
                <a:path w="914400" h="923960">
                  <a:moveTo>
                    <a:pt x="914400" y="914400"/>
                  </a:moveTo>
                  <a:lnTo>
                    <a:pt x="914400" y="923960"/>
                  </a:lnTo>
                  <a:lnTo>
                    <a:pt x="914351" y="923759"/>
                  </a:lnTo>
                  <a:lnTo>
                    <a:pt x="912385" y="914400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326284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595" y="931638"/>
                  </a:lnTo>
                  <a:lnTo>
                    <a:pt x="914565" y="928338"/>
                  </a:lnTo>
                  <a:lnTo>
                    <a:pt x="914628" y="924904"/>
                  </a:lnTo>
                  <a:lnTo>
                    <a:pt x="914400" y="923960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327210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328136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329063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329989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330915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331841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332767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333694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334620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335546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336472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337399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338325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339251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340177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341103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342030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342956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343882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344808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345735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346661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347587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348513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349439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350366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351292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352218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353144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354071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354997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355923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356849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357775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358702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359628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360554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361480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362407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363333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364259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365185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366111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3679643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276" y="897161"/>
                  </a:lnTo>
                  <a:lnTo>
                    <a:pt x="914400" y="897325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3688905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325"/>
                  </a:lnTo>
                  <a:lnTo>
                    <a:pt x="908489" y="901768"/>
                  </a:lnTo>
                  <a:lnTo>
                    <a:pt x="913008" y="908444"/>
                  </a:lnTo>
                  <a:lnTo>
                    <a:pt x="914400" y="91072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3688905" y="826471"/>
              <a:ext cx="916636" cy="914400"/>
            </a:xfrm>
            <a:custGeom>
              <a:avLst/>
              <a:pathLst>
                <a:path w="916636" h="914400">
                  <a:moveTo>
                    <a:pt x="914400" y="914400"/>
                  </a:moveTo>
                  <a:lnTo>
                    <a:pt x="914400" y="910728"/>
                  </a:lnTo>
                  <a:lnTo>
                    <a:pt x="916636" y="914400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3262843" y="7919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85" y="931638"/>
                  </a:lnTo>
                  <a:lnTo>
                    <a:pt x="912291" y="931188"/>
                  </a:lnTo>
                  <a:lnTo>
                    <a:pt x="910501" y="921195"/>
                  </a:lnTo>
                  <a:lnTo>
                    <a:pt x="909488" y="914400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326284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327210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328136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329063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329989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330915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331841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332767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333694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334620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335546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336472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337399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338325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339251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340177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341103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342030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342956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343882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344808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345735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346661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347587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348513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349439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350366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351292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352218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353144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354071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354997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355923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356849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357775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358702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359628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360554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361480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362407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363333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364259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365185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3670381" y="8092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828" y="897165"/>
                  </a:lnTo>
                  <a:lnTo>
                    <a:pt x="908288" y="897621"/>
                  </a:lnTo>
                  <a:lnTo>
                    <a:pt x="908748" y="898076"/>
                  </a:lnTo>
                  <a:lnTo>
                    <a:pt x="909208" y="898531"/>
                  </a:lnTo>
                  <a:lnTo>
                    <a:pt x="909667" y="898986"/>
                  </a:lnTo>
                  <a:lnTo>
                    <a:pt x="910127" y="899441"/>
                  </a:lnTo>
                  <a:lnTo>
                    <a:pt x="910587" y="899896"/>
                  </a:lnTo>
                  <a:lnTo>
                    <a:pt x="911046" y="900351"/>
                  </a:lnTo>
                  <a:lnTo>
                    <a:pt x="911506" y="900806"/>
                  </a:lnTo>
                  <a:lnTo>
                    <a:pt x="911965" y="901261"/>
                  </a:lnTo>
                  <a:lnTo>
                    <a:pt x="912425" y="901716"/>
                  </a:lnTo>
                  <a:lnTo>
                    <a:pt x="914400" y="903797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3670381" y="809233"/>
              <a:ext cx="923538" cy="914400"/>
            </a:xfrm>
            <a:custGeom>
              <a:avLst/>
              <a:pathLst>
                <a:path w="923538" h="914400">
                  <a:moveTo>
                    <a:pt x="914400" y="914400"/>
                  </a:moveTo>
                  <a:lnTo>
                    <a:pt x="914400" y="903797"/>
                  </a:lnTo>
                  <a:lnTo>
                    <a:pt x="917446" y="907007"/>
                  </a:lnTo>
                  <a:lnTo>
                    <a:pt x="922313" y="912776"/>
                  </a:lnTo>
                  <a:lnTo>
                    <a:pt x="923538" y="91440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3262843" y="7747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488" y="931638"/>
                  </a:lnTo>
                  <a:lnTo>
                    <a:pt x="908988" y="928284"/>
                  </a:lnTo>
                  <a:lnTo>
                    <a:pt x="907753" y="918005"/>
                  </a:lnTo>
                  <a:lnTo>
                    <a:pt x="907423" y="914400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326284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327210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328136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329063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329989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330915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331841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332767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333694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334620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335546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336472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337399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338325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339251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340177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341103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342030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342956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343882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344808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345735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346661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347587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348513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349439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350366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351292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352218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353144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354071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354997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355923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356849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357775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358702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359628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360554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361480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362407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363333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3651857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91" y="897161"/>
                  </a:lnTo>
                  <a:lnTo>
                    <a:pt x="909316" y="897579"/>
                  </a:lnTo>
                  <a:lnTo>
                    <a:pt x="909777" y="898034"/>
                  </a:lnTo>
                  <a:lnTo>
                    <a:pt x="910238" y="898488"/>
                  </a:lnTo>
                  <a:lnTo>
                    <a:pt x="910699" y="898943"/>
                  </a:lnTo>
                  <a:lnTo>
                    <a:pt x="911160" y="899397"/>
                  </a:lnTo>
                  <a:lnTo>
                    <a:pt x="911621" y="899852"/>
                  </a:lnTo>
                  <a:lnTo>
                    <a:pt x="912082" y="900306"/>
                  </a:lnTo>
                  <a:lnTo>
                    <a:pt x="912543" y="900761"/>
                  </a:lnTo>
                  <a:lnTo>
                    <a:pt x="913004" y="901215"/>
                  </a:lnTo>
                  <a:lnTo>
                    <a:pt x="913464" y="901670"/>
                  </a:lnTo>
                  <a:lnTo>
                    <a:pt x="913925" y="902124"/>
                  </a:lnTo>
                  <a:lnTo>
                    <a:pt x="914400" y="902592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3661119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592"/>
                  </a:lnTo>
                  <a:lnTo>
                    <a:pt x="905584" y="903034"/>
                  </a:lnTo>
                  <a:lnTo>
                    <a:pt x="906045" y="903488"/>
                  </a:lnTo>
                  <a:lnTo>
                    <a:pt x="906506" y="903943"/>
                  </a:lnTo>
                  <a:lnTo>
                    <a:pt x="906966" y="904397"/>
                  </a:lnTo>
                  <a:lnTo>
                    <a:pt x="907427" y="904852"/>
                  </a:lnTo>
                  <a:lnTo>
                    <a:pt x="907888" y="905307"/>
                  </a:lnTo>
                  <a:lnTo>
                    <a:pt x="908348" y="905762"/>
                  </a:lnTo>
                  <a:lnTo>
                    <a:pt x="908809" y="906216"/>
                  </a:lnTo>
                  <a:lnTo>
                    <a:pt x="909269" y="906671"/>
                  </a:lnTo>
                  <a:lnTo>
                    <a:pt x="909729" y="907126"/>
                  </a:lnTo>
                  <a:lnTo>
                    <a:pt x="910190" y="907581"/>
                  </a:lnTo>
                  <a:lnTo>
                    <a:pt x="910650" y="908035"/>
                  </a:lnTo>
                  <a:lnTo>
                    <a:pt x="911110" y="908490"/>
                  </a:lnTo>
                  <a:lnTo>
                    <a:pt x="911571" y="908945"/>
                  </a:lnTo>
                  <a:lnTo>
                    <a:pt x="912031" y="909400"/>
                  </a:lnTo>
                  <a:lnTo>
                    <a:pt x="912491" y="909855"/>
                  </a:lnTo>
                  <a:lnTo>
                    <a:pt x="912951" y="910309"/>
                  </a:lnTo>
                  <a:lnTo>
                    <a:pt x="913411" y="910764"/>
                  </a:lnTo>
                  <a:lnTo>
                    <a:pt x="913871" y="911219"/>
                  </a:lnTo>
                  <a:lnTo>
                    <a:pt x="914400" y="911742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3661119" y="791994"/>
              <a:ext cx="917086" cy="914400"/>
            </a:xfrm>
            <a:custGeom>
              <a:avLst/>
              <a:pathLst>
                <a:path w="917086" h="914400">
                  <a:moveTo>
                    <a:pt x="914400" y="914400"/>
                  </a:moveTo>
                  <a:lnTo>
                    <a:pt x="914400" y="911742"/>
                  </a:lnTo>
                  <a:lnTo>
                    <a:pt x="914791" y="912129"/>
                  </a:lnTo>
                  <a:lnTo>
                    <a:pt x="915251" y="912584"/>
                  </a:lnTo>
                  <a:lnTo>
                    <a:pt x="915711" y="913039"/>
                  </a:lnTo>
                  <a:lnTo>
                    <a:pt x="916171" y="913494"/>
                  </a:lnTo>
                  <a:lnTo>
                    <a:pt x="916631" y="913949"/>
                  </a:lnTo>
                  <a:lnTo>
                    <a:pt x="917086" y="914400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3262843" y="7575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423" y="931638"/>
                  </a:lnTo>
                  <a:lnTo>
                    <a:pt x="906802" y="924860"/>
                  </a:lnTo>
                  <a:lnTo>
                    <a:pt x="906136" y="914400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326284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327210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328136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329063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329989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330915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331841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332767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333694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334620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335546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336472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337399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338325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339251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340177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341103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342030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342956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343882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344808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345735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346661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347587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348513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349439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350366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351292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352218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353144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354071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354997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355923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356849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357775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358702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359628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360554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361480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3633332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41" y="897161"/>
                  </a:lnTo>
                  <a:lnTo>
                    <a:pt x="909206" y="897822"/>
                  </a:lnTo>
                  <a:lnTo>
                    <a:pt x="914400" y="901976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3642594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976"/>
                  </a:lnTo>
                  <a:lnTo>
                    <a:pt x="905408" y="902192"/>
                  </a:lnTo>
                  <a:lnTo>
                    <a:pt x="910738" y="907100"/>
                  </a:lnTo>
                  <a:lnTo>
                    <a:pt x="911195" y="907549"/>
                  </a:lnTo>
                  <a:lnTo>
                    <a:pt x="911657" y="908003"/>
                  </a:lnTo>
                  <a:lnTo>
                    <a:pt x="912118" y="908458"/>
                  </a:lnTo>
                  <a:lnTo>
                    <a:pt x="912580" y="908912"/>
                  </a:lnTo>
                  <a:lnTo>
                    <a:pt x="913041" y="909366"/>
                  </a:lnTo>
                  <a:lnTo>
                    <a:pt x="913503" y="909820"/>
                  </a:lnTo>
                  <a:lnTo>
                    <a:pt x="913965" y="910274"/>
                  </a:lnTo>
                  <a:lnTo>
                    <a:pt x="914400" y="910703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3642594" y="774756"/>
              <a:ext cx="918153" cy="914400"/>
            </a:xfrm>
            <a:custGeom>
              <a:avLst/>
              <a:pathLst>
                <a:path w="918153" h="914400">
                  <a:moveTo>
                    <a:pt x="914400" y="914400"/>
                  </a:moveTo>
                  <a:lnTo>
                    <a:pt x="914426" y="910729"/>
                  </a:lnTo>
                  <a:lnTo>
                    <a:pt x="914888" y="911183"/>
                  </a:lnTo>
                  <a:lnTo>
                    <a:pt x="915349" y="911637"/>
                  </a:lnTo>
                  <a:lnTo>
                    <a:pt x="915810" y="912092"/>
                  </a:lnTo>
                  <a:lnTo>
                    <a:pt x="916272" y="912546"/>
                  </a:lnTo>
                  <a:lnTo>
                    <a:pt x="916733" y="913000"/>
                  </a:lnTo>
                  <a:lnTo>
                    <a:pt x="917194" y="913455"/>
                  </a:lnTo>
                  <a:lnTo>
                    <a:pt x="917655" y="913909"/>
                  </a:lnTo>
                  <a:lnTo>
                    <a:pt x="918153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3262843" y="7402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36" y="931638"/>
                  </a:lnTo>
                  <a:lnTo>
                    <a:pt x="905756" y="921130"/>
                  </a:lnTo>
                  <a:lnTo>
                    <a:pt x="905698" y="914400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326284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327210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328136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329063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329989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330915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331841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332767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333694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334620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335546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336472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337399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338325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339251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340177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341103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342030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342956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343882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344808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345735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346661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347587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348513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349439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350366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351292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352218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353144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354071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354997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355923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356849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357775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3596283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6" y="897161"/>
                  </a:lnTo>
                  <a:lnTo>
                    <a:pt x="914400" y="899935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3605545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935"/>
                  </a:lnTo>
                  <a:lnTo>
                    <a:pt x="905612" y="900544"/>
                  </a:lnTo>
                  <a:lnTo>
                    <a:pt x="914122" y="903183"/>
                  </a:lnTo>
                  <a:lnTo>
                    <a:pt x="914400" y="903283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3614808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283"/>
                  </a:lnTo>
                  <a:lnTo>
                    <a:pt x="910697" y="905293"/>
                  </a:lnTo>
                  <a:lnTo>
                    <a:pt x="914400" y="90701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3624070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018"/>
                  </a:lnTo>
                  <a:lnTo>
                    <a:pt x="907204" y="907982"/>
                  </a:lnTo>
                  <a:lnTo>
                    <a:pt x="912887" y="911240"/>
                  </a:lnTo>
                  <a:lnTo>
                    <a:pt x="914400" y="912276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3624070" y="757517"/>
              <a:ext cx="917503" cy="914400"/>
            </a:xfrm>
            <a:custGeom>
              <a:avLst/>
              <a:pathLst>
                <a:path w="917503" h="914400">
                  <a:moveTo>
                    <a:pt x="914400" y="914400"/>
                  </a:moveTo>
                  <a:lnTo>
                    <a:pt x="914400" y="912276"/>
                  </a:lnTo>
                  <a:lnTo>
                    <a:pt x="917503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3262843" y="7230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698" y="931638"/>
                  </a:lnTo>
                  <a:lnTo>
                    <a:pt x="905665" y="927837"/>
                  </a:lnTo>
                  <a:lnTo>
                    <a:pt x="905862" y="917310"/>
                  </a:lnTo>
                  <a:lnTo>
                    <a:pt x="905996" y="914400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326284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327210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328136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329063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329989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330915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331841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332767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333694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334620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335546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336472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337399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338325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339251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340177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341103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342030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342956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343882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344808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345735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346661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347587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348513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349439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350366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351292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352218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353144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354071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354997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355923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356849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3587021" y="7402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66" y="897161"/>
                  </a:lnTo>
                  <a:lnTo>
                    <a:pt x="914400" y="898422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3587021" y="740279"/>
              <a:ext cx="921498" cy="914400"/>
            </a:xfrm>
            <a:custGeom>
              <a:avLst/>
              <a:pathLst>
                <a:path w="921498" h="914400">
                  <a:moveTo>
                    <a:pt x="914400" y="914400"/>
                  </a:moveTo>
                  <a:lnTo>
                    <a:pt x="914400" y="898422"/>
                  </a:lnTo>
                  <a:lnTo>
                    <a:pt x="915302" y="900221"/>
                  </a:lnTo>
                  <a:lnTo>
                    <a:pt x="919114" y="908678"/>
                  </a:lnTo>
                  <a:lnTo>
                    <a:pt x="921347" y="914205"/>
                  </a:lnTo>
                  <a:lnTo>
                    <a:pt x="921498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3696990" y="1820892"/>
              <a:ext cx="929722" cy="1221796"/>
            </a:xfrm>
            <a:custGeom>
              <a:avLst/>
              <a:pathLst>
                <a:path w="929722" h="1221796">
                  <a:moveTo>
                    <a:pt x="914400" y="914400"/>
                  </a:moveTo>
                  <a:lnTo>
                    <a:pt x="905391" y="938708"/>
                  </a:lnTo>
                  <a:lnTo>
                    <a:pt x="892981" y="942816"/>
                  </a:lnTo>
                  <a:lnTo>
                    <a:pt x="881077" y="950913"/>
                  </a:lnTo>
                  <a:lnTo>
                    <a:pt x="876826" y="1027830"/>
                  </a:lnTo>
                  <a:lnTo>
                    <a:pt x="898498" y="1057055"/>
                  </a:lnTo>
                  <a:lnTo>
                    <a:pt x="886595" y="1061145"/>
                  </a:lnTo>
                  <a:lnTo>
                    <a:pt x="875704" y="1069899"/>
                  </a:lnTo>
                  <a:lnTo>
                    <a:pt x="867926" y="1082845"/>
                  </a:lnTo>
                  <a:lnTo>
                    <a:pt x="859966" y="1110706"/>
                  </a:lnTo>
                  <a:lnTo>
                    <a:pt x="830063" y="1126497"/>
                  </a:lnTo>
                  <a:lnTo>
                    <a:pt x="818738" y="1138180"/>
                  </a:lnTo>
                  <a:lnTo>
                    <a:pt x="802041" y="1164172"/>
                  </a:lnTo>
                  <a:lnTo>
                    <a:pt x="793339" y="1201898"/>
                  </a:lnTo>
                  <a:lnTo>
                    <a:pt x="776425" y="1217992"/>
                  </a:lnTo>
                  <a:lnTo>
                    <a:pt x="757430" y="1221796"/>
                  </a:lnTo>
                  <a:lnTo>
                    <a:pt x="768574" y="1190888"/>
                  </a:lnTo>
                  <a:lnTo>
                    <a:pt x="783173" y="1165704"/>
                  </a:lnTo>
                  <a:lnTo>
                    <a:pt x="769135" y="1148432"/>
                  </a:lnTo>
                  <a:lnTo>
                    <a:pt x="760686" y="1121396"/>
                  </a:lnTo>
                  <a:lnTo>
                    <a:pt x="749778" y="1100656"/>
                  </a:lnTo>
                  <a:lnTo>
                    <a:pt x="758461" y="1077492"/>
                  </a:lnTo>
                  <a:lnTo>
                    <a:pt x="754192" y="1039530"/>
                  </a:lnTo>
                  <a:lnTo>
                    <a:pt x="755603" y="1002477"/>
                  </a:lnTo>
                  <a:lnTo>
                    <a:pt x="768266" y="983774"/>
                  </a:lnTo>
                  <a:lnTo>
                    <a:pt x="782775" y="968522"/>
                  </a:lnTo>
                  <a:lnTo>
                    <a:pt x="805369" y="933456"/>
                  </a:lnTo>
                  <a:lnTo>
                    <a:pt x="829864" y="908036"/>
                  </a:lnTo>
                  <a:lnTo>
                    <a:pt x="864036" y="896605"/>
                  </a:lnTo>
                  <a:lnTo>
                    <a:pt x="879467" y="907144"/>
                  </a:lnTo>
                  <a:lnTo>
                    <a:pt x="886124" y="884030"/>
                  </a:lnTo>
                  <a:lnTo>
                    <a:pt x="897141" y="878761"/>
                  </a:lnTo>
                  <a:lnTo>
                    <a:pt x="907489" y="884098"/>
                  </a:lnTo>
                  <a:lnTo>
                    <a:pt x="929722" y="906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3230804" y="2362843"/>
              <a:ext cx="1033054" cy="914400"/>
            </a:xfrm>
            <a:custGeom>
              <a:avLst/>
              <a:pathLst>
                <a:path w="1033054" h="914400">
                  <a:moveTo>
                    <a:pt x="914400" y="914400"/>
                  </a:moveTo>
                  <a:lnTo>
                    <a:pt x="905969" y="913171"/>
                  </a:lnTo>
                  <a:lnTo>
                    <a:pt x="900343" y="890023"/>
                  </a:lnTo>
                  <a:lnTo>
                    <a:pt x="899023" y="830463"/>
                  </a:lnTo>
                  <a:lnTo>
                    <a:pt x="902388" y="801036"/>
                  </a:lnTo>
                  <a:lnTo>
                    <a:pt x="942783" y="694895"/>
                  </a:lnTo>
                  <a:lnTo>
                    <a:pt x="960819" y="686226"/>
                  </a:lnTo>
                  <a:lnTo>
                    <a:pt x="986182" y="621177"/>
                  </a:lnTo>
                  <a:lnTo>
                    <a:pt x="993020" y="592239"/>
                  </a:lnTo>
                  <a:lnTo>
                    <a:pt x="1004019" y="566179"/>
                  </a:lnTo>
                  <a:lnTo>
                    <a:pt x="1010513" y="542880"/>
                  </a:lnTo>
                  <a:lnTo>
                    <a:pt x="1015958" y="533470"/>
                  </a:lnTo>
                  <a:lnTo>
                    <a:pt x="1027789" y="537880"/>
                  </a:lnTo>
                  <a:lnTo>
                    <a:pt x="1033054" y="542173"/>
                  </a:lnTo>
                  <a:lnTo>
                    <a:pt x="1020589" y="555742"/>
                  </a:lnTo>
                  <a:lnTo>
                    <a:pt x="1022037" y="573401"/>
                  </a:lnTo>
                  <a:lnTo>
                    <a:pt x="1021168" y="580724"/>
                  </a:lnTo>
                  <a:lnTo>
                    <a:pt x="989709" y="657540"/>
                  </a:lnTo>
                  <a:lnTo>
                    <a:pt x="981297" y="707420"/>
                  </a:lnTo>
                  <a:lnTo>
                    <a:pt x="970136" y="719591"/>
                  </a:lnTo>
                  <a:lnTo>
                    <a:pt x="923915" y="897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2303388" y="1442538"/>
              <a:ext cx="2307387" cy="2142859"/>
            </a:xfrm>
            <a:custGeom>
              <a:avLst/>
              <a:pathLst>
                <a:path w="2307387" h="2142859">
                  <a:moveTo>
                    <a:pt x="914400" y="914400"/>
                  </a:moveTo>
                  <a:lnTo>
                    <a:pt x="927895" y="920090"/>
                  </a:lnTo>
                  <a:lnTo>
                    <a:pt x="946275" y="908693"/>
                  </a:lnTo>
                  <a:lnTo>
                    <a:pt x="959137" y="876775"/>
                  </a:lnTo>
                  <a:lnTo>
                    <a:pt x="966481" y="828881"/>
                  </a:lnTo>
                  <a:lnTo>
                    <a:pt x="975056" y="783259"/>
                  </a:lnTo>
                  <a:lnTo>
                    <a:pt x="964908" y="734456"/>
                  </a:lnTo>
                  <a:lnTo>
                    <a:pt x="954071" y="691596"/>
                  </a:lnTo>
                  <a:lnTo>
                    <a:pt x="953312" y="679004"/>
                  </a:lnTo>
                  <a:lnTo>
                    <a:pt x="981750" y="642843"/>
                  </a:lnTo>
                  <a:lnTo>
                    <a:pt x="990451" y="613433"/>
                  </a:lnTo>
                  <a:lnTo>
                    <a:pt x="999876" y="585438"/>
                  </a:lnTo>
                  <a:lnTo>
                    <a:pt x="1010278" y="575909"/>
                  </a:lnTo>
                  <a:lnTo>
                    <a:pt x="1025763" y="573738"/>
                  </a:lnTo>
                  <a:lnTo>
                    <a:pt x="1043799" y="568469"/>
                  </a:lnTo>
                  <a:lnTo>
                    <a:pt x="1066539" y="549732"/>
                  </a:lnTo>
                  <a:lnTo>
                    <a:pt x="1086926" y="524632"/>
                  </a:lnTo>
                  <a:lnTo>
                    <a:pt x="1102502" y="501619"/>
                  </a:lnTo>
                  <a:lnTo>
                    <a:pt x="1107785" y="456082"/>
                  </a:lnTo>
                  <a:lnTo>
                    <a:pt x="1108002" y="433204"/>
                  </a:lnTo>
                  <a:lnTo>
                    <a:pt x="1114858" y="416218"/>
                  </a:lnTo>
                  <a:lnTo>
                    <a:pt x="1121497" y="383037"/>
                  </a:lnTo>
                  <a:lnTo>
                    <a:pt x="1115039" y="350311"/>
                  </a:lnTo>
                  <a:lnTo>
                    <a:pt x="1094940" y="300666"/>
                  </a:lnTo>
                  <a:lnTo>
                    <a:pt x="1070736" y="230854"/>
                  </a:lnTo>
                  <a:lnTo>
                    <a:pt x="1067029" y="193667"/>
                  </a:lnTo>
                  <a:lnTo>
                    <a:pt x="1977664" y="193667"/>
                  </a:lnTo>
                  <a:lnTo>
                    <a:pt x="1978108" y="198549"/>
                  </a:lnTo>
                  <a:lnTo>
                    <a:pt x="1976262" y="210265"/>
                  </a:lnTo>
                  <a:lnTo>
                    <a:pt x="1990337" y="258429"/>
                  </a:lnTo>
                  <a:lnTo>
                    <a:pt x="1987062" y="275314"/>
                  </a:lnTo>
                  <a:lnTo>
                    <a:pt x="1985163" y="296828"/>
                  </a:lnTo>
                  <a:lnTo>
                    <a:pt x="2005334" y="317501"/>
                  </a:lnTo>
                  <a:lnTo>
                    <a:pt x="2023333" y="317164"/>
                  </a:lnTo>
                  <a:lnTo>
                    <a:pt x="2041568" y="316844"/>
                  </a:lnTo>
                  <a:lnTo>
                    <a:pt x="2048533" y="322029"/>
                  </a:lnTo>
                  <a:lnTo>
                    <a:pt x="2055516" y="336658"/>
                  </a:lnTo>
                  <a:lnTo>
                    <a:pt x="2061142" y="353931"/>
                  </a:lnTo>
                  <a:lnTo>
                    <a:pt x="2076157" y="352500"/>
                  </a:lnTo>
                  <a:lnTo>
                    <a:pt x="2100127" y="338443"/>
                  </a:lnTo>
                  <a:lnTo>
                    <a:pt x="2115720" y="335093"/>
                  </a:lnTo>
                  <a:lnTo>
                    <a:pt x="2126014" y="362112"/>
                  </a:lnTo>
                  <a:lnTo>
                    <a:pt x="2154017" y="397801"/>
                  </a:lnTo>
                  <a:lnTo>
                    <a:pt x="2170317" y="413794"/>
                  </a:lnTo>
                  <a:lnTo>
                    <a:pt x="2198013" y="422211"/>
                  </a:lnTo>
                  <a:lnTo>
                    <a:pt x="2227193" y="451015"/>
                  </a:lnTo>
                  <a:lnTo>
                    <a:pt x="2223104" y="485727"/>
                  </a:lnTo>
                  <a:lnTo>
                    <a:pt x="2235279" y="497326"/>
                  </a:lnTo>
                  <a:lnTo>
                    <a:pt x="2269705" y="511030"/>
                  </a:lnTo>
                  <a:lnTo>
                    <a:pt x="2281880" y="529514"/>
                  </a:lnTo>
                  <a:lnTo>
                    <a:pt x="2287723" y="545271"/>
                  </a:lnTo>
                  <a:lnTo>
                    <a:pt x="2296786" y="558334"/>
                  </a:lnTo>
                  <a:lnTo>
                    <a:pt x="2307387" y="597811"/>
                  </a:lnTo>
                  <a:lnTo>
                    <a:pt x="2303696" y="622137"/>
                  </a:lnTo>
                  <a:lnTo>
                    <a:pt x="2289821" y="630504"/>
                  </a:lnTo>
                  <a:lnTo>
                    <a:pt x="2257060" y="656563"/>
                  </a:lnTo>
                  <a:lnTo>
                    <a:pt x="2242461" y="676024"/>
                  </a:lnTo>
                  <a:lnTo>
                    <a:pt x="2231010" y="688145"/>
                  </a:lnTo>
                  <a:lnTo>
                    <a:pt x="2198465" y="714137"/>
                  </a:lnTo>
                  <a:lnTo>
                    <a:pt x="2186544" y="718800"/>
                  </a:lnTo>
                  <a:lnTo>
                    <a:pt x="2175129" y="732318"/>
                  </a:lnTo>
                  <a:lnTo>
                    <a:pt x="2164094" y="738227"/>
                  </a:lnTo>
                  <a:lnTo>
                    <a:pt x="2154216" y="734827"/>
                  </a:lnTo>
                  <a:lnTo>
                    <a:pt x="2117294" y="759304"/>
                  </a:lnTo>
                  <a:lnTo>
                    <a:pt x="2120171" y="769758"/>
                  </a:lnTo>
                  <a:lnTo>
                    <a:pt x="2148482" y="774185"/>
                  </a:lnTo>
                  <a:lnTo>
                    <a:pt x="2162918" y="768933"/>
                  </a:lnTo>
                  <a:lnTo>
                    <a:pt x="2174025" y="756627"/>
                  </a:lnTo>
                  <a:lnTo>
                    <a:pt x="2186164" y="753799"/>
                  </a:lnTo>
                  <a:lnTo>
                    <a:pt x="2197235" y="756122"/>
                  </a:lnTo>
                  <a:lnTo>
                    <a:pt x="2208976" y="746425"/>
                  </a:lnTo>
                  <a:lnTo>
                    <a:pt x="2218184" y="742554"/>
                  </a:lnTo>
                  <a:lnTo>
                    <a:pt x="2227699" y="747200"/>
                  </a:lnTo>
                  <a:lnTo>
                    <a:pt x="2238318" y="770448"/>
                  </a:lnTo>
                  <a:lnTo>
                    <a:pt x="2216284" y="782552"/>
                  </a:lnTo>
                  <a:lnTo>
                    <a:pt x="2200654" y="783108"/>
                  </a:lnTo>
                  <a:lnTo>
                    <a:pt x="2193020" y="821238"/>
                  </a:lnTo>
                  <a:lnTo>
                    <a:pt x="2183559" y="837618"/>
                  </a:lnTo>
                  <a:lnTo>
                    <a:pt x="2176775" y="845496"/>
                  </a:lnTo>
                  <a:lnTo>
                    <a:pt x="2142096" y="861725"/>
                  </a:lnTo>
                  <a:lnTo>
                    <a:pt x="2119212" y="882296"/>
                  </a:lnTo>
                  <a:lnTo>
                    <a:pt x="2092239" y="898861"/>
                  </a:lnTo>
                  <a:lnTo>
                    <a:pt x="2080462" y="895259"/>
                  </a:lnTo>
                  <a:lnTo>
                    <a:pt x="2062716" y="912093"/>
                  </a:lnTo>
                  <a:lnTo>
                    <a:pt x="2023279" y="932025"/>
                  </a:lnTo>
                  <a:lnTo>
                    <a:pt x="2003072" y="958876"/>
                  </a:lnTo>
                  <a:lnTo>
                    <a:pt x="1957720" y="982899"/>
                  </a:lnTo>
                  <a:lnTo>
                    <a:pt x="1934619" y="1002444"/>
                  </a:lnTo>
                  <a:lnTo>
                    <a:pt x="1871863" y="1003471"/>
                  </a:lnTo>
                  <a:lnTo>
                    <a:pt x="1811930" y="999178"/>
                  </a:lnTo>
                  <a:lnTo>
                    <a:pt x="1793117" y="1008470"/>
                  </a:lnTo>
                  <a:lnTo>
                    <a:pt x="1812346" y="1011349"/>
                  </a:lnTo>
                  <a:lnTo>
                    <a:pt x="1825824" y="1020473"/>
                  </a:lnTo>
                  <a:lnTo>
                    <a:pt x="1841978" y="1016669"/>
                  </a:lnTo>
                  <a:lnTo>
                    <a:pt x="1879950" y="1021231"/>
                  </a:lnTo>
                  <a:lnTo>
                    <a:pt x="1899487" y="1026197"/>
                  </a:lnTo>
                  <a:lnTo>
                    <a:pt x="1924560" y="1058149"/>
                  </a:lnTo>
                  <a:lnTo>
                    <a:pt x="1906126" y="1069512"/>
                  </a:lnTo>
                  <a:lnTo>
                    <a:pt x="1874197" y="1078232"/>
                  </a:lnTo>
                  <a:lnTo>
                    <a:pt x="1886173" y="1123551"/>
                  </a:lnTo>
                  <a:lnTo>
                    <a:pt x="1896050" y="1154105"/>
                  </a:lnTo>
                  <a:lnTo>
                    <a:pt x="1883116" y="1172539"/>
                  </a:lnTo>
                  <a:lnTo>
                    <a:pt x="1882157" y="1256408"/>
                  </a:lnTo>
                  <a:lnTo>
                    <a:pt x="1864012" y="1258007"/>
                  </a:lnTo>
                  <a:lnTo>
                    <a:pt x="1856306" y="1292703"/>
                  </a:lnTo>
                  <a:lnTo>
                    <a:pt x="1862022" y="1310396"/>
                  </a:lnTo>
                  <a:lnTo>
                    <a:pt x="1861570" y="1351489"/>
                  </a:lnTo>
                  <a:lnTo>
                    <a:pt x="1865351" y="1376808"/>
                  </a:lnTo>
                  <a:lnTo>
                    <a:pt x="1874251" y="1400124"/>
                  </a:lnTo>
                  <a:lnTo>
                    <a:pt x="1870290" y="1424432"/>
                  </a:lnTo>
                  <a:lnTo>
                    <a:pt x="1841598" y="1481333"/>
                  </a:lnTo>
                  <a:lnTo>
                    <a:pt x="1842250" y="1508032"/>
                  </a:lnTo>
                  <a:lnTo>
                    <a:pt x="1847405" y="1523890"/>
                  </a:lnTo>
                  <a:lnTo>
                    <a:pt x="1851222" y="1549243"/>
                  </a:lnTo>
                  <a:lnTo>
                    <a:pt x="1838179" y="1597979"/>
                  </a:lnTo>
                  <a:lnTo>
                    <a:pt x="1828971" y="1638701"/>
                  </a:lnTo>
                  <a:lnTo>
                    <a:pt x="1818027" y="1672976"/>
                  </a:lnTo>
                  <a:lnTo>
                    <a:pt x="1793533" y="1714103"/>
                  </a:lnTo>
                  <a:lnTo>
                    <a:pt x="1781340" y="1744842"/>
                  </a:lnTo>
                  <a:lnTo>
                    <a:pt x="1752811" y="1840765"/>
                  </a:lnTo>
                  <a:lnTo>
                    <a:pt x="1738665" y="1859805"/>
                  </a:lnTo>
                  <a:lnTo>
                    <a:pt x="1721316" y="1874434"/>
                  </a:lnTo>
                  <a:lnTo>
                    <a:pt x="1701978" y="1860899"/>
                  </a:lnTo>
                  <a:lnTo>
                    <a:pt x="1684249" y="1853526"/>
                  </a:lnTo>
                  <a:lnTo>
                    <a:pt x="1662595" y="1854418"/>
                  </a:lnTo>
                  <a:lnTo>
                    <a:pt x="1628676" y="1865512"/>
                  </a:lnTo>
                  <a:lnTo>
                    <a:pt x="1577661" y="1858138"/>
                  </a:lnTo>
                  <a:lnTo>
                    <a:pt x="1527805" y="1861690"/>
                  </a:lnTo>
                  <a:lnTo>
                    <a:pt x="1515196" y="1871269"/>
                  </a:lnTo>
                  <a:lnTo>
                    <a:pt x="1522757" y="1906083"/>
                  </a:lnTo>
                  <a:lnTo>
                    <a:pt x="1504378" y="1910645"/>
                  </a:lnTo>
                  <a:lnTo>
                    <a:pt x="1486414" y="1900746"/>
                  </a:lnTo>
                  <a:lnTo>
                    <a:pt x="1470603" y="1912564"/>
                  </a:lnTo>
                  <a:lnTo>
                    <a:pt x="1457397" y="1925526"/>
                  </a:lnTo>
                  <a:lnTo>
                    <a:pt x="1431456" y="1956283"/>
                  </a:lnTo>
                  <a:lnTo>
                    <a:pt x="1422772" y="1975222"/>
                  </a:lnTo>
                  <a:lnTo>
                    <a:pt x="1420529" y="2010894"/>
                  </a:lnTo>
                  <a:lnTo>
                    <a:pt x="1434151" y="2042879"/>
                  </a:lnTo>
                  <a:lnTo>
                    <a:pt x="1446235" y="2080336"/>
                  </a:lnTo>
                  <a:lnTo>
                    <a:pt x="1415120" y="2125536"/>
                  </a:lnTo>
                  <a:lnTo>
                    <a:pt x="1397754" y="2127068"/>
                  </a:lnTo>
                  <a:lnTo>
                    <a:pt x="1347065" y="2114527"/>
                  </a:lnTo>
                  <a:lnTo>
                    <a:pt x="1257228" y="2142859"/>
                  </a:lnTo>
                  <a:lnTo>
                    <a:pt x="1176546" y="2120452"/>
                  </a:lnTo>
                  <a:lnTo>
                    <a:pt x="1186694" y="2096244"/>
                  </a:lnTo>
                  <a:lnTo>
                    <a:pt x="1186351" y="2078450"/>
                  </a:lnTo>
                  <a:lnTo>
                    <a:pt x="1190909" y="2051078"/>
                  </a:lnTo>
                  <a:lnTo>
                    <a:pt x="1193623" y="2023082"/>
                  </a:lnTo>
                  <a:lnTo>
                    <a:pt x="1192863" y="2004345"/>
                  </a:lnTo>
                  <a:lnTo>
                    <a:pt x="1186948" y="1984380"/>
                  </a:lnTo>
                  <a:lnTo>
                    <a:pt x="1167048" y="1958253"/>
                  </a:lnTo>
                  <a:lnTo>
                    <a:pt x="1122221" y="1870074"/>
                  </a:lnTo>
                  <a:lnTo>
                    <a:pt x="1108960" y="1832853"/>
                  </a:lnTo>
                  <a:lnTo>
                    <a:pt x="1099734" y="1817348"/>
                  </a:lnTo>
                  <a:lnTo>
                    <a:pt x="1106373" y="1816507"/>
                  </a:lnTo>
                  <a:lnTo>
                    <a:pt x="1143296" y="1836489"/>
                  </a:lnTo>
                  <a:lnTo>
                    <a:pt x="1151907" y="1834031"/>
                  </a:lnTo>
                  <a:lnTo>
                    <a:pt x="1160952" y="1826523"/>
                  </a:lnTo>
                  <a:lnTo>
                    <a:pt x="1149935" y="1797921"/>
                  </a:lnTo>
                  <a:lnTo>
                    <a:pt x="1140474" y="1784976"/>
                  </a:lnTo>
                  <a:lnTo>
                    <a:pt x="1134052" y="1765616"/>
                  </a:lnTo>
                  <a:lnTo>
                    <a:pt x="1155669" y="1760381"/>
                  </a:lnTo>
                  <a:lnTo>
                    <a:pt x="1171281" y="1761542"/>
                  </a:lnTo>
                  <a:lnTo>
                    <a:pt x="1182787" y="1739758"/>
                  </a:lnTo>
                  <a:lnTo>
                    <a:pt x="1176148" y="1704541"/>
                  </a:lnTo>
                  <a:lnTo>
                    <a:pt x="1159378" y="1693699"/>
                  </a:lnTo>
                  <a:lnTo>
                    <a:pt x="1145376" y="1688986"/>
                  </a:lnTo>
                  <a:lnTo>
                    <a:pt x="1118530" y="1633668"/>
                  </a:lnTo>
                  <a:lnTo>
                    <a:pt x="1090526" y="1605016"/>
                  </a:lnTo>
                  <a:lnTo>
                    <a:pt x="1040579" y="1494497"/>
                  </a:lnTo>
                  <a:lnTo>
                    <a:pt x="1022308" y="1418641"/>
                  </a:lnTo>
                  <a:lnTo>
                    <a:pt x="1005321" y="1425847"/>
                  </a:lnTo>
                  <a:lnTo>
                    <a:pt x="997072" y="1392801"/>
                  </a:lnTo>
                  <a:lnTo>
                    <a:pt x="991157" y="1361505"/>
                  </a:lnTo>
                  <a:lnTo>
                    <a:pt x="989981" y="1338493"/>
                  </a:lnTo>
                  <a:lnTo>
                    <a:pt x="963352" y="1325311"/>
                  </a:lnTo>
                  <a:lnTo>
                    <a:pt x="962266" y="1309184"/>
                  </a:lnTo>
                  <a:lnTo>
                    <a:pt x="957472" y="1237217"/>
                  </a:lnTo>
                  <a:lnTo>
                    <a:pt x="928908" y="1227554"/>
                  </a:lnTo>
                  <a:lnTo>
                    <a:pt x="910438" y="1187168"/>
                  </a:lnTo>
                  <a:lnTo>
                    <a:pt x="907145" y="1110756"/>
                  </a:lnTo>
                  <a:lnTo>
                    <a:pt x="888331" y="1096851"/>
                  </a:lnTo>
                  <a:lnTo>
                    <a:pt x="873190" y="1100706"/>
                  </a:lnTo>
                  <a:lnTo>
                    <a:pt x="873895" y="1081767"/>
                  </a:lnTo>
                  <a:lnTo>
                    <a:pt x="877513" y="1063990"/>
                  </a:lnTo>
                  <a:lnTo>
                    <a:pt x="868667" y="993555"/>
                  </a:lnTo>
                  <a:lnTo>
                    <a:pt x="865719" y="929264"/>
                  </a:lnTo>
                  <a:lnTo>
                    <a:pt x="858537" y="909854"/>
                  </a:lnTo>
                  <a:lnTo>
                    <a:pt x="854466" y="887128"/>
                  </a:lnTo>
                  <a:lnTo>
                    <a:pt x="858121" y="867499"/>
                  </a:lnTo>
                  <a:lnTo>
                    <a:pt x="863475" y="856220"/>
                  </a:lnTo>
                  <a:lnTo>
                    <a:pt x="881909" y="853257"/>
                  </a:lnTo>
                  <a:lnTo>
                    <a:pt x="899131" y="870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3723782" y="1804293"/>
              <a:ext cx="950164" cy="914400"/>
            </a:xfrm>
            <a:custGeom>
              <a:avLst/>
              <a:pathLst>
                <a:path w="950164" h="914400">
                  <a:moveTo>
                    <a:pt x="914400" y="914400"/>
                  </a:moveTo>
                  <a:lnTo>
                    <a:pt x="904794" y="912767"/>
                  </a:lnTo>
                  <a:lnTo>
                    <a:pt x="896038" y="896892"/>
                  </a:lnTo>
                  <a:lnTo>
                    <a:pt x="913748" y="872650"/>
                  </a:lnTo>
                  <a:lnTo>
                    <a:pt x="940847" y="873963"/>
                  </a:lnTo>
                  <a:lnTo>
                    <a:pt x="950164" y="879014"/>
                  </a:lnTo>
                  <a:lnTo>
                    <a:pt x="917728" y="892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3581791" y="1404593"/>
              <a:ext cx="935457" cy="914399"/>
            </a:xfrm>
            <a:custGeom>
              <a:avLst/>
              <a:pathLst>
                <a:path w="935457" h="914399">
                  <a:moveTo>
                    <a:pt x="914400" y="914399"/>
                  </a:moveTo>
                  <a:lnTo>
                    <a:pt x="910329" y="913356"/>
                  </a:lnTo>
                  <a:lnTo>
                    <a:pt x="915394" y="897346"/>
                  </a:lnTo>
                  <a:lnTo>
                    <a:pt x="919157" y="890427"/>
                  </a:lnTo>
                  <a:lnTo>
                    <a:pt x="931640" y="883963"/>
                  </a:lnTo>
                  <a:lnTo>
                    <a:pt x="935457" y="885091"/>
                  </a:lnTo>
                  <a:lnTo>
                    <a:pt x="922612" y="9111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3618551" y="1260591"/>
              <a:ext cx="938134" cy="914400"/>
            </a:xfrm>
            <a:custGeom>
              <a:avLst/>
              <a:pathLst>
                <a:path w="938134" h="914400">
                  <a:moveTo>
                    <a:pt x="914400" y="914400"/>
                  </a:moveTo>
                  <a:lnTo>
                    <a:pt x="909732" y="900410"/>
                  </a:lnTo>
                  <a:lnTo>
                    <a:pt x="911596" y="897666"/>
                  </a:lnTo>
                  <a:lnTo>
                    <a:pt x="914779" y="883862"/>
                  </a:lnTo>
                  <a:lnTo>
                    <a:pt x="923770" y="876286"/>
                  </a:lnTo>
                  <a:lnTo>
                    <a:pt x="938134" y="880832"/>
                  </a:lnTo>
                  <a:lnTo>
                    <a:pt x="938043" y="884283"/>
                  </a:lnTo>
                  <a:lnTo>
                    <a:pt x="924313" y="895461"/>
                  </a:lnTo>
                  <a:lnTo>
                    <a:pt x="919049" y="9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3869372" y="2985566"/>
              <a:ext cx="928419" cy="915616"/>
            </a:xfrm>
            <a:custGeom>
              <a:avLst/>
              <a:pathLst>
                <a:path w="928419" h="915616">
                  <a:moveTo>
                    <a:pt x="914400" y="914400"/>
                  </a:moveTo>
                  <a:lnTo>
                    <a:pt x="862517" y="909888"/>
                  </a:lnTo>
                  <a:lnTo>
                    <a:pt x="855136" y="905713"/>
                  </a:lnTo>
                  <a:lnTo>
                    <a:pt x="883682" y="876185"/>
                  </a:lnTo>
                  <a:lnTo>
                    <a:pt x="902279" y="845496"/>
                  </a:lnTo>
                  <a:lnTo>
                    <a:pt x="918072" y="805447"/>
                  </a:lnTo>
                  <a:lnTo>
                    <a:pt x="919754" y="777704"/>
                  </a:lnTo>
                  <a:lnTo>
                    <a:pt x="923698" y="746425"/>
                  </a:lnTo>
                  <a:lnTo>
                    <a:pt x="928419" y="744095"/>
                  </a:lnTo>
                  <a:lnTo>
                    <a:pt x="928419" y="915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2904509" y="3128877"/>
              <a:ext cx="1893282" cy="920712"/>
            </a:xfrm>
            <a:custGeom>
              <a:avLst/>
              <a:pathLst>
                <a:path w="1893282" h="920712">
                  <a:moveTo>
                    <a:pt x="914400" y="914400"/>
                  </a:moveTo>
                  <a:lnTo>
                    <a:pt x="1020481" y="872482"/>
                  </a:lnTo>
                  <a:lnTo>
                    <a:pt x="1133780" y="833156"/>
                  </a:lnTo>
                  <a:lnTo>
                    <a:pt x="1160228" y="828881"/>
                  </a:lnTo>
                  <a:lnTo>
                    <a:pt x="1186821" y="820598"/>
                  </a:lnTo>
                  <a:lnTo>
                    <a:pt x="1196644" y="805885"/>
                  </a:lnTo>
                  <a:lnTo>
                    <a:pt x="1206449" y="796037"/>
                  </a:lnTo>
                  <a:lnTo>
                    <a:pt x="1221880" y="770095"/>
                  </a:lnTo>
                  <a:lnTo>
                    <a:pt x="1255998" y="729776"/>
                  </a:lnTo>
                  <a:lnTo>
                    <a:pt x="1316329" y="715097"/>
                  </a:lnTo>
                  <a:lnTo>
                    <a:pt x="1338852" y="695973"/>
                  </a:lnTo>
                  <a:lnTo>
                    <a:pt x="1386067" y="669189"/>
                  </a:lnTo>
                  <a:lnTo>
                    <a:pt x="1493704" y="639140"/>
                  </a:lnTo>
                  <a:lnTo>
                    <a:pt x="1538659" y="632540"/>
                  </a:lnTo>
                  <a:lnTo>
                    <a:pt x="1582709" y="631732"/>
                  </a:lnTo>
                  <a:lnTo>
                    <a:pt x="1621928" y="655435"/>
                  </a:lnTo>
                  <a:lnTo>
                    <a:pt x="1663445" y="684694"/>
                  </a:lnTo>
                  <a:lnTo>
                    <a:pt x="1670917" y="702353"/>
                  </a:lnTo>
                  <a:lnTo>
                    <a:pt x="1648449" y="691343"/>
                  </a:lnTo>
                  <a:lnTo>
                    <a:pt x="1615705" y="665065"/>
                  </a:lnTo>
                  <a:lnTo>
                    <a:pt x="1603603" y="663954"/>
                  </a:lnTo>
                  <a:lnTo>
                    <a:pt x="1631552" y="743883"/>
                  </a:lnTo>
                  <a:lnTo>
                    <a:pt x="1646839" y="772148"/>
                  </a:lnTo>
                  <a:lnTo>
                    <a:pt x="1677737" y="793293"/>
                  </a:lnTo>
                  <a:lnTo>
                    <a:pt x="1703642" y="800414"/>
                  </a:lnTo>
                  <a:lnTo>
                    <a:pt x="1783456" y="787603"/>
                  </a:lnTo>
                  <a:lnTo>
                    <a:pt x="1811804" y="770869"/>
                  </a:lnTo>
                  <a:lnTo>
                    <a:pt x="1819999" y="762401"/>
                  </a:lnTo>
                  <a:lnTo>
                    <a:pt x="1827379" y="766576"/>
                  </a:lnTo>
                  <a:lnTo>
                    <a:pt x="1879262" y="771088"/>
                  </a:lnTo>
                  <a:lnTo>
                    <a:pt x="1893282" y="772304"/>
                  </a:lnTo>
                  <a:lnTo>
                    <a:pt x="1893282" y="920712"/>
                  </a:lnTo>
                  <a:lnTo>
                    <a:pt x="902385" y="92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2459724" y="758992"/>
              <a:ext cx="965161" cy="1866109"/>
            </a:xfrm>
            <a:custGeom>
              <a:avLst/>
              <a:pathLst>
                <a:path w="965161" h="1866109">
                  <a:moveTo>
                    <a:pt x="914400" y="914400"/>
                  </a:moveTo>
                  <a:lnTo>
                    <a:pt x="938604" y="984212"/>
                  </a:lnTo>
                  <a:lnTo>
                    <a:pt x="958703" y="1033857"/>
                  </a:lnTo>
                  <a:lnTo>
                    <a:pt x="965161" y="1066583"/>
                  </a:lnTo>
                  <a:lnTo>
                    <a:pt x="958522" y="1099764"/>
                  </a:lnTo>
                  <a:lnTo>
                    <a:pt x="951665" y="1116749"/>
                  </a:lnTo>
                  <a:lnTo>
                    <a:pt x="951448" y="1139627"/>
                  </a:lnTo>
                  <a:lnTo>
                    <a:pt x="946166" y="1185165"/>
                  </a:lnTo>
                  <a:lnTo>
                    <a:pt x="930590" y="1208177"/>
                  </a:lnTo>
                  <a:lnTo>
                    <a:pt x="910203" y="1233277"/>
                  </a:lnTo>
                  <a:lnTo>
                    <a:pt x="887463" y="1252014"/>
                  </a:lnTo>
                  <a:lnTo>
                    <a:pt x="869427" y="1257283"/>
                  </a:lnTo>
                  <a:lnTo>
                    <a:pt x="853942" y="1259455"/>
                  </a:lnTo>
                  <a:lnTo>
                    <a:pt x="843540" y="1268983"/>
                  </a:lnTo>
                  <a:lnTo>
                    <a:pt x="834115" y="1296979"/>
                  </a:lnTo>
                  <a:lnTo>
                    <a:pt x="825413" y="1326389"/>
                  </a:lnTo>
                  <a:lnTo>
                    <a:pt x="796976" y="1362549"/>
                  </a:lnTo>
                  <a:lnTo>
                    <a:pt x="797735" y="1375141"/>
                  </a:lnTo>
                  <a:lnTo>
                    <a:pt x="808571" y="1418002"/>
                  </a:lnTo>
                  <a:lnTo>
                    <a:pt x="818720" y="1466805"/>
                  </a:lnTo>
                  <a:lnTo>
                    <a:pt x="810145" y="1512426"/>
                  </a:lnTo>
                  <a:lnTo>
                    <a:pt x="802801" y="1560320"/>
                  </a:lnTo>
                  <a:lnTo>
                    <a:pt x="789938" y="1592238"/>
                  </a:lnTo>
                  <a:lnTo>
                    <a:pt x="771559" y="1603635"/>
                  </a:lnTo>
                  <a:lnTo>
                    <a:pt x="758063" y="1597945"/>
                  </a:lnTo>
                  <a:lnTo>
                    <a:pt x="742795" y="1554159"/>
                  </a:lnTo>
                  <a:lnTo>
                    <a:pt x="742451" y="1544092"/>
                  </a:lnTo>
                  <a:lnTo>
                    <a:pt x="738652" y="1530708"/>
                  </a:lnTo>
                  <a:lnTo>
                    <a:pt x="695344" y="1517375"/>
                  </a:lnTo>
                  <a:lnTo>
                    <a:pt x="687692" y="1517864"/>
                  </a:lnTo>
                  <a:lnTo>
                    <a:pt x="670669" y="1510052"/>
                  </a:lnTo>
                  <a:lnTo>
                    <a:pt x="660683" y="1507847"/>
                  </a:lnTo>
                  <a:lnTo>
                    <a:pt x="640205" y="1503336"/>
                  </a:lnTo>
                  <a:lnTo>
                    <a:pt x="623182" y="1464700"/>
                  </a:lnTo>
                  <a:lnTo>
                    <a:pt x="605092" y="1432564"/>
                  </a:lnTo>
                  <a:lnTo>
                    <a:pt x="602523" y="1419130"/>
                  </a:lnTo>
                  <a:lnTo>
                    <a:pt x="603138" y="1359031"/>
                  </a:lnTo>
                  <a:lnTo>
                    <a:pt x="597603" y="1332298"/>
                  </a:lnTo>
                  <a:lnTo>
                    <a:pt x="595902" y="1303157"/>
                  </a:lnTo>
                  <a:lnTo>
                    <a:pt x="584523" y="1326860"/>
                  </a:lnTo>
                  <a:lnTo>
                    <a:pt x="591126" y="1364334"/>
                  </a:lnTo>
                  <a:lnTo>
                    <a:pt x="577088" y="1380057"/>
                  </a:lnTo>
                  <a:lnTo>
                    <a:pt x="559378" y="1387700"/>
                  </a:lnTo>
                  <a:lnTo>
                    <a:pt x="561042" y="1409652"/>
                  </a:lnTo>
                  <a:lnTo>
                    <a:pt x="568314" y="1413810"/>
                  </a:lnTo>
                  <a:lnTo>
                    <a:pt x="569834" y="1436604"/>
                  </a:lnTo>
                  <a:lnTo>
                    <a:pt x="565529" y="1470340"/>
                  </a:lnTo>
                  <a:lnTo>
                    <a:pt x="530669" y="1545354"/>
                  </a:lnTo>
                  <a:lnTo>
                    <a:pt x="523631" y="1553418"/>
                  </a:lnTo>
                  <a:lnTo>
                    <a:pt x="518856" y="1563552"/>
                  </a:lnTo>
                  <a:lnTo>
                    <a:pt x="501019" y="1556819"/>
                  </a:lnTo>
                  <a:lnTo>
                    <a:pt x="478134" y="1577710"/>
                  </a:lnTo>
                  <a:lnTo>
                    <a:pt x="456462" y="1581060"/>
                  </a:lnTo>
                  <a:lnTo>
                    <a:pt x="448611" y="1557425"/>
                  </a:lnTo>
                  <a:lnTo>
                    <a:pt x="418039" y="1526146"/>
                  </a:lnTo>
                  <a:lnTo>
                    <a:pt x="403603" y="1527897"/>
                  </a:lnTo>
                  <a:lnTo>
                    <a:pt x="416555" y="1543334"/>
                  </a:lnTo>
                  <a:lnTo>
                    <a:pt x="429327" y="1563401"/>
                  </a:lnTo>
                  <a:lnTo>
                    <a:pt x="422073" y="1576683"/>
                  </a:lnTo>
                  <a:lnTo>
                    <a:pt x="414945" y="1585353"/>
                  </a:lnTo>
                  <a:lnTo>
                    <a:pt x="402463" y="1589848"/>
                  </a:lnTo>
                  <a:lnTo>
                    <a:pt x="357798" y="1616109"/>
                  </a:lnTo>
                  <a:lnTo>
                    <a:pt x="373699" y="1633752"/>
                  </a:lnTo>
                  <a:lnTo>
                    <a:pt x="360204" y="1653785"/>
                  </a:lnTo>
                  <a:lnTo>
                    <a:pt x="344592" y="1656731"/>
                  </a:lnTo>
                  <a:lnTo>
                    <a:pt x="336271" y="1666091"/>
                  </a:lnTo>
                  <a:lnTo>
                    <a:pt x="333376" y="1678801"/>
                  </a:lnTo>
                  <a:lnTo>
                    <a:pt x="287119" y="1715012"/>
                  </a:lnTo>
                  <a:lnTo>
                    <a:pt x="211719" y="1807887"/>
                  </a:lnTo>
                  <a:lnTo>
                    <a:pt x="172970" y="1834132"/>
                  </a:lnTo>
                  <a:lnTo>
                    <a:pt x="145907" y="1861421"/>
                  </a:lnTo>
                  <a:lnTo>
                    <a:pt x="122064" y="1860747"/>
                  </a:lnTo>
                  <a:lnTo>
                    <a:pt x="115135" y="1866109"/>
                  </a:lnTo>
                  <a:lnTo>
                    <a:pt x="115135" y="877212"/>
                  </a:lnTo>
                  <a:lnTo>
                    <a:pt x="910693" y="877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827831" y="3135089"/>
              <a:ext cx="1314683" cy="914501"/>
            </a:xfrm>
            <a:custGeom>
              <a:avLst/>
              <a:pathLst>
                <a:path w="1314683" h="914501">
                  <a:moveTo>
                    <a:pt x="914400" y="914400"/>
                  </a:moveTo>
                  <a:lnTo>
                    <a:pt x="914978" y="824588"/>
                  </a:lnTo>
                  <a:lnTo>
                    <a:pt x="904775" y="811221"/>
                  </a:lnTo>
                  <a:lnTo>
                    <a:pt x="891588" y="806575"/>
                  </a:lnTo>
                  <a:lnTo>
                    <a:pt x="883375" y="812719"/>
                  </a:lnTo>
                  <a:lnTo>
                    <a:pt x="866496" y="812804"/>
                  </a:lnTo>
                  <a:lnTo>
                    <a:pt x="862951" y="792468"/>
                  </a:lnTo>
                  <a:lnTo>
                    <a:pt x="867075" y="777401"/>
                  </a:lnTo>
                  <a:lnTo>
                    <a:pt x="900995" y="767098"/>
                  </a:lnTo>
                  <a:lnTo>
                    <a:pt x="923354" y="753294"/>
                  </a:lnTo>
                  <a:lnTo>
                    <a:pt x="924349" y="728901"/>
                  </a:lnTo>
                  <a:lnTo>
                    <a:pt x="910221" y="709726"/>
                  </a:lnTo>
                  <a:lnTo>
                    <a:pt x="893306" y="674559"/>
                  </a:lnTo>
                  <a:lnTo>
                    <a:pt x="873425" y="641496"/>
                  </a:lnTo>
                  <a:lnTo>
                    <a:pt x="871272" y="603063"/>
                  </a:lnTo>
                  <a:lnTo>
                    <a:pt x="905825" y="603821"/>
                  </a:lnTo>
                  <a:lnTo>
                    <a:pt x="914291" y="605269"/>
                  </a:lnTo>
                  <a:lnTo>
                    <a:pt x="966698" y="623282"/>
                  </a:lnTo>
                  <a:lnTo>
                    <a:pt x="979506" y="635924"/>
                  </a:lnTo>
                  <a:lnTo>
                    <a:pt x="995625" y="636513"/>
                  </a:lnTo>
                  <a:lnTo>
                    <a:pt x="1024660" y="624746"/>
                  </a:lnTo>
                  <a:lnTo>
                    <a:pt x="1046350" y="619578"/>
                  </a:lnTo>
                  <a:lnTo>
                    <a:pt x="1054762" y="626834"/>
                  </a:lnTo>
                  <a:lnTo>
                    <a:pt x="1066575" y="629881"/>
                  </a:lnTo>
                  <a:lnTo>
                    <a:pt x="1069307" y="629881"/>
                  </a:lnTo>
                  <a:lnTo>
                    <a:pt x="1070446" y="636210"/>
                  </a:lnTo>
                  <a:lnTo>
                    <a:pt x="1097564" y="645368"/>
                  </a:lnTo>
                  <a:lnTo>
                    <a:pt x="1108960" y="659964"/>
                  </a:lnTo>
                  <a:lnTo>
                    <a:pt x="1121624" y="682152"/>
                  </a:lnTo>
                  <a:lnTo>
                    <a:pt x="1122854" y="714087"/>
                  </a:lnTo>
                  <a:lnTo>
                    <a:pt x="1106645" y="737066"/>
                  </a:lnTo>
                  <a:lnTo>
                    <a:pt x="1093186" y="751610"/>
                  </a:lnTo>
                  <a:lnTo>
                    <a:pt x="1144092" y="746106"/>
                  </a:lnTo>
                  <a:lnTo>
                    <a:pt x="1149157" y="759287"/>
                  </a:lnTo>
                  <a:lnTo>
                    <a:pt x="1156863" y="773512"/>
                  </a:lnTo>
                  <a:lnTo>
                    <a:pt x="1184288" y="763378"/>
                  </a:lnTo>
                  <a:lnTo>
                    <a:pt x="1253031" y="805464"/>
                  </a:lnTo>
                  <a:lnTo>
                    <a:pt x="1294603" y="784976"/>
                  </a:lnTo>
                  <a:lnTo>
                    <a:pt x="1305240" y="783781"/>
                  </a:lnTo>
                  <a:lnTo>
                    <a:pt x="1314683" y="817787"/>
                  </a:lnTo>
                  <a:lnTo>
                    <a:pt x="1304353" y="852045"/>
                  </a:lnTo>
                  <a:lnTo>
                    <a:pt x="1267703" y="888592"/>
                  </a:lnTo>
                  <a:lnTo>
                    <a:pt x="1275825" y="911117"/>
                  </a:lnTo>
                  <a:lnTo>
                    <a:pt x="1283746" y="914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2235513" y="3132025"/>
              <a:ext cx="922179" cy="917564"/>
            </a:xfrm>
            <a:custGeom>
              <a:avLst/>
              <a:pathLst>
                <a:path w="922179" h="917564">
                  <a:moveTo>
                    <a:pt x="914400" y="914400"/>
                  </a:moveTo>
                  <a:lnTo>
                    <a:pt x="922179" y="917564"/>
                  </a:lnTo>
                  <a:lnTo>
                    <a:pt x="891527" y="91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2345972" y="3096050"/>
              <a:ext cx="1308350" cy="953540"/>
            </a:xfrm>
            <a:custGeom>
              <a:avLst/>
              <a:pathLst>
                <a:path w="1308350" h="953540">
                  <a:moveTo>
                    <a:pt x="914400" y="914400"/>
                  </a:moveTo>
                  <a:lnTo>
                    <a:pt x="932128" y="903390"/>
                  </a:lnTo>
                  <a:lnTo>
                    <a:pt x="990487" y="895511"/>
                  </a:lnTo>
                  <a:lnTo>
                    <a:pt x="1001106" y="875663"/>
                  </a:lnTo>
                  <a:lnTo>
                    <a:pt x="1024750" y="855698"/>
                  </a:lnTo>
                  <a:lnTo>
                    <a:pt x="1039982" y="833897"/>
                  </a:lnTo>
                  <a:lnTo>
                    <a:pt x="1076452" y="792400"/>
                  </a:lnTo>
                  <a:lnTo>
                    <a:pt x="1114188" y="799875"/>
                  </a:lnTo>
                  <a:lnTo>
                    <a:pt x="1136222" y="807821"/>
                  </a:lnTo>
                  <a:lnTo>
                    <a:pt x="1160409" y="811827"/>
                  </a:lnTo>
                  <a:lnTo>
                    <a:pt x="1182425" y="856068"/>
                  </a:lnTo>
                  <a:lnTo>
                    <a:pt x="1238107" y="904972"/>
                  </a:lnTo>
                  <a:lnTo>
                    <a:pt x="1289266" y="900713"/>
                  </a:lnTo>
                  <a:lnTo>
                    <a:pt x="1307429" y="946974"/>
                  </a:lnTo>
                  <a:lnTo>
                    <a:pt x="1308350" y="953540"/>
                  </a:lnTo>
                  <a:lnTo>
                    <a:pt x="880553" y="953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2722684" y="3026440"/>
              <a:ext cx="914400" cy="938389"/>
            </a:xfrm>
            <a:custGeom>
              <a:avLst/>
              <a:pathLst>
                <a:path w="914400" h="938389">
                  <a:moveTo>
                    <a:pt x="914400" y="914400"/>
                  </a:moveTo>
                  <a:lnTo>
                    <a:pt x="909425" y="926217"/>
                  </a:lnTo>
                  <a:lnTo>
                    <a:pt x="888603" y="906555"/>
                  </a:lnTo>
                  <a:lnTo>
                    <a:pt x="867690" y="906824"/>
                  </a:lnTo>
                  <a:lnTo>
                    <a:pt x="855190" y="937109"/>
                  </a:lnTo>
                  <a:lnTo>
                    <a:pt x="845892" y="938389"/>
                  </a:lnTo>
                  <a:lnTo>
                    <a:pt x="813600" y="910881"/>
                  </a:lnTo>
                  <a:lnTo>
                    <a:pt x="808427" y="897464"/>
                  </a:lnTo>
                  <a:lnTo>
                    <a:pt x="807359" y="886303"/>
                  </a:lnTo>
                  <a:lnTo>
                    <a:pt x="811972" y="847668"/>
                  </a:lnTo>
                  <a:lnTo>
                    <a:pt x="811122" y="835513"/>
                  </a:lnTo>
                  <a:lnTo>
                    <a:pt x="821271" y="822231"/>
                  </a:lnTo>
                  <a:lnTo>
                    <a:pt x="822845" y="803040"/>
                  </a:lnTo>
                  <a:lnTo>
                    <a:pt x="840790" y="782805"/>
                  </a:lnTo>
                  <a:lnTo>
                    <a:pt x="856710" y="782047"/>
                  </a:lnTo>
                  <a:lnTo>
                    <a:pt x="861775" y="799185"/>
                  </a:lnTo>
                  <a:lnTo>
                    <a:pt x="869391" y="810986"/>
                  </a:lnTo>
                  <a:lnTo>
                    <a:pt x="896219" y="824217"/>
                  </a:lnTo>
                  <a:lnTo>
                    <a:pt x="900217" y="830227"/>
                  </a:lnTo>
                  <a:lnTo>
                    <a:pt x="902641" y="838544"/>
                  </a:lnTo>
                  <a:lnTo>
                    <a:pt x="890159" y="854839"/>
                  </a:lnTo>
                  <a:lnTo>
                    <a:pt x="885925" y="863189"/>
                  </a:lnTo>
                  <a:lnTo>
                    <a:pt x="889887" y="876573"/>
                  </a:lnTo>
                  <a:lnTo>
                    <a:pt x="909768" y="891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2748300" y="3122682"/>
              <a:ext cx="958345" cy="926907"/>
            </a:xfrm>
            <a:custGeom>
              <a:avLst/>
              <a:pathLst>
                <a:path w="958345" h="926907">
                  <a:moveTo>
                    <a:pt x="914399" y="914400"/>
                  </a:moveTo>
                  <a:lnTo>
                    <a:pt x="906006" y="906369"/>
                  </a:lnTo>
                  <a:lnTo>
                    <a:pt x="904757" y="894905"/>
                  </a:lnTo>
                  <a:lnTo>
                    <a:pt x="906114" y="883037"/>
                  </a:lnTo>
                  <a:lnTo>
                    <a:pt x="945225" y="914989"/>
                  </a:lnTo>
                  <a:lnTo>
                    <a:pt x="958345" y="926907"/>
                  </a:lnTo>
                  <a:lnTo>
                    <a:pt x="922742" y="926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2240144" y="2991761"/>
              <a:ext cx="942837" cy="914400"/>
            </a:xfrm>
            <a:custGeom>
              <a:avLst/>
              <a:pathLst>
                <a:path w="942837" h="914400">
                  <a:moveTo>
                    <a:pt x="914400" y="914400"/>
                  </a:moveTo>
                  <a:lnTo>
                    <a:pt x="903545" y="900612"/>
                  </a:lnTo>
                  <a:lnTo>
                    <a:pt x="892619" y="897111"/>
                  </a:lnTo>
                  <a:lnTo>
                    <a:pt x="898498" y="880108"/>
                  </a:lnTo>
                  <a:lnTo>
                    <a:pt x="906187" y="873930"/>
                  </a:lnTo>
                  <a:lnTo>
                    <a:pt x="933720" y="885007"/>
                  </a:lnTo>
                  <a:lnTo>
                    <a:pt x="942367" y="906689"/>
                  </a:lnTo>
                  <a:lnTo>
                    <a:pt x="942837" y="91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713192" y="2870721"/>
              <a:ext cx="978294" cy="914400"/>
            </a:xfrm>
            <a:custGeom>
              <a:avLst/>
              <a:pathLst>
                <a:path w="978294" h="914400">
                  <a:moveTo>
                    <a:pt x="914400" y="914400"/>
                  </a:moveTo>
                  <a:lnTo>
                    <a:pt x="916444" y="865714"/>
                  </a:lnTo>
                  <a:lnTo>
                    <a:pt x="936723" y="813847"/>
                  </a:lnTo>
                  <a:lnTo>
                    <a:pt x="945298" y="815009"/>
                  </a:lnTo>
                  <a:lnTo>
                    <a:pt x="936524" y="829015"/>
                  </a:lnTo>
                  <a:lnTo>
                    <a:pt x="933991" y="838830"/>
                  </a:lnTo>
                  <a:lnTo>
                    <a:pt x="930427" y="858442"/>
                  </a:lnTo>
                  <a:lnTo>
                    <a:pt x="932038" y="868627"/>
                  </a:lnTo>
                  <a:lnTo>
                    <a:pt x="978294" y="871421"/>
                  </a:lnTo>
                  <a:lnTo>
                    <a:pt x="972922" y="880512"/>
                  </a:lnTo>
                  <a:lnTo>
                    <a:pt x="926013" y="886640"/>
                  </a:lnTo>
                  <a:lnTo>
                    <a:pt x="918669" y="907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762145" y="2897925"/>
              <a:ext cx="921618" cy="914400"/>
            </a:xfrm>
            <a:custGeom>
              <a:avLst/>
              <a:pathLst>
                <a:path w="921618" h="914400">
                  <a:moveTo>
                    <a:pt x="914400" y="914400"/>
                  </a:moveTo>
                  <a:lnTo>
                    <a:pt x="896780" y="913406"/>
                  </a:lnTo>
                  <a:lnTo>
                    <a:pt x="886884" y="905460"/>
                  </a:lnTo>
                  <a:lnTo>
                    <a:pt x="890086" y="896993"/>
                  </a:lnTo>
                  <a:lnTo>
                    <a:pt x="899439" y="890528"/>
                  </a:lnTo>
                  <a:lnTo>
                    <a:pt x="907181" y="889535"/>
                  </a:lnTo>
                  <a:lnTo>
                    <a:pt x="918940" y="893525"/>
                  </a:lnTo>
                  <a:lnTo>
                    <a:pt x="921618" y="905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3883392" y="945535"/>
              <a:ext cx="914400" cy="1007258"/>
            </a:xfrm>
            <a:custGeom>
              <a:avLst/>
              <a:pathLst>
                <a:path w="914400" h="1007258">
                  <a:moveTo>
                    <a:pt x="914400" y="914400"/>
                  </a:moveTo>
                  <a:lnTo>
                    <a:pt x="914400" y="1003775"/>
                  </a:lnTo>
                  <a:lnTo>
                    <a:pt x="877314" y="1007258"/>
                  </a:lnTo>
                  <a:lnTo>
                    <a:pt x="867347" y="1001315"/>
                  </a:lnTo>
                  <a:lnTo>
                    <a:pt x="853689" y="955104"/>
                  </a:lnTo>
                  <a:lnTo>
                    <a:pt x="856402" y="943169"/>
                  </a:lnTo>
                  <a:lnTo>
                    <a:pt x="865592" y="938085"/>
                  </a:lnTo>
                  <a:lnTo>
                    <a:pt x="873461" y="936991"/>
                  </a:lnTo>
                  <a:lnTo>
                    <a:pt x="874619" y="961872"/>
                  </a:lnTo>
                  <a:lnTo>
                    <a:pt x="886179" y="959397"/>
                  </a:lnTo>
                  <a:lnTo>
                    <a:pt x="889797" y="943000"/>
                  </a:lnTo>
                  <a:lnTo>
                    <a:pt x="890611" y="931452"/>
                  </a:lnTo>
                  <a:lnTo>
                    <a:pt x="887481" y="925627"/>
                  </a:lnTo>
                  <a:lnTo>
                    <a:pt x="879630" y="921116"/>
                  </a:lnTo>
                  <a:lnTo>
                    <a:pt x="875089" y="913372"/>
                  </a:lnTo>
                  <a:lnTo>
                    <a:pt x="881620" y="900914"/>
                  </a:lnTo>
                  <a:lnTo>
                    <a:pt x="893704" y="895527"/>
                  </a:lnTo>
                  <a:lnTo>
                    <a:pt x="904124" y="912177"/>
                  </a:lnTo>
                  <a:lnTo>
                    <a:pt x="912464" y="914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3821795" y="1009775"/>
              <a:ext cx="914400" cy="924635"/>
            </a:xfrm>
            <a:custGeom>
              <a:avLst/>
              <a:pathLst>
                <a:path w="914400" h="924635">
                  <a:moveTo>
                    <a:pt x="914400" y="914400"/>
                  </a:moveTo>
                  <a:lnTo>
                    <a:pt x="907308" y="912464"/>
                  </a:lnTo>
                  <a:lnTo>
                    <a:pt x="901863" y="915107"/>
                  </a:lnTo>
                  <a:lnTo>
                    <a:pt x="898173" y="924635"/>
                  </a:lnTo>
                  <a:lnTo>
                    <a:pt x="890140" y="921217"/>
                  </a:lnTo>
                  <a:lnTo>
                    <a:pt x="886902" y="907565"/>
                  </a:lnTo>
                  <a:lnTo>
                    <a:pt x="892890" y="887128"/>
                  </a:lnTo>
                  <a:lnTo>
                    <a:pt x="907236" y="886353"/>
                  </a:lnTo>
                  <a:lnTo>
                    <a:pt x="913441" y="906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2507247" y="2554267"/>
              <a:ext cx="921292" cy="1228951"/>
            </a:xfrm>
            <a:custGeom>
              <a:avLst/>
              <a:pathLst>
                <a:path w="921292" h="1228951">
                  <a:moveTo>
                    <a:pt x="914400" y="914399"/>
                  </a:moveTo>
                  <a:lnTo>
                    <a:pt x="909587" y="924450"/>
                  </a:lnTo>
                  <a:lnTo>
                    <a:pt x="902514" y="931066"/>
                  </a:lnTo>
                  <a:lnTo>
                    <a:pt x="884008" y="938086"/>
                  </a:lnTo>
                  <a:lnTo>
                    <a:pt x="867980" y="947883"/>
                  </a:lnTo>
                  <a:lnTo>
                    <a:pt x="853689" y="965105"/>
                  </a:lnTo>
                  <a:lnTo>
                    <a:pt x="848424" y="989717"/>
                  </a:lnTo>
                  <a:lnTo>
                    <a:pt x="859604" y="1007730"/>
                  </a:lnTo>
                  <a:lnTo>
                    <a:pt x="879938" y="1017595"/>
                  </a:lnTo>
                  <a:lnTo>
                    <a:pt x="885111" y="1051886"/>
                  </a:lnTo>
                  <a:lnTo>
                    <a:pt x="868324" y="1068805"/>
                  </a:lnTo>
                  <a:lnTo>
                    <a:pt x="825251" y="1085690"/>
                  </a:lnTo>
                  <a:lnTo>
                    <a:pt x="820728" y="1126446"/>
                  </a:lnTo>
                  <a:lnTo>
                    <a:pt x="822121" y="1158566"/>
                  </a:lnTo>
                  <a:lnTo>
                    <a:pt x="821343" y="1181916"/>
                  </a:lnTo>
                  <a:lnTo>
                    <a:pt x="817924" y="1214221"/>
                  </a:lnTo>
                  <a:lnTo>
                    <a:pt x="783082" y="1228951"/>
                  </a:lnTo>
                  <a:lnTo>
                    <a:pt x="760596" y="1179744"/>
                  </a:lnTo>
                  <a:lnTo>
                    <a:pt x="760397" y="1160048"/>
                  </a:lnTo>
                  <a:lnTo>
                    <a:pt x="753685" y="1137052"/>
                  </a:lnTo>
                  <a:lnTo>
                    <a:pt x="752419" y="1117457"/>
                  </a:lnTo>
                  <a:lnTo>
                    <a:pt x="744459" y="1086111"/>
                  </a:lnTo>
                  <a:lnTo>
                    <a:pt x="711499" y="1077626"/>
                  </a:lnTo>
                  <a:lnTo>
                    <a:pt x="698709" y="1076515"/>
                  </a:lnTo>
                  <a:lnTo>
                    <a:pt x="680818" y="1082340"/>
                  </a:lnTo>
                  <a:lnTo>
                    <a:pt x="676386" y="1080067"/>
                  </a:lnTo>
                  <a:lnTo>
                    <a:pt x="654967" y="1037257"/>
                  </a:lnTo>
                  <a:lnTo>
                    <a:pt x="658494" y="990020"/>
                  </a:lnTo>
                  <a:lnTo>
                    <a:pt x="647061" y="966182"/>
                  </a:lnTo>
                  <a:lnTo>
                    <a:pt x="645488" y="955391"/>
                  </a:lnTo>
                  <a:lnTo>
                    <a:pt x="645759" y="943439"/>
                  </a:lnTo>
                  <a:lnTo>
                    <a:pt x="636370" y="933591"/>
                  </a:lnTo>
                  <a:lnTo>
                    <a:pt x="624973" y="928372"/>
                  </a:lnTo>
                  <a:lnTo>
                    <a:pt x="619438" y="901791"/>
                  </a:lnTo>
                  <a:lnTo>
                    <a:pt x="632535" y="895343"/>
                  </a:lnTo>
                  <a:lnTo>
                    <a:pt x="664917" y="898457"/>
                  </a:lnTo>
                  <a:lnTo>
                    <a:pt x="674378" y="896639"/>
                  </a:lnTo>
                  <a:lnTo>
                    <a:pt x="683043" y="891101"/>
                  </a:lnTo>
                  <a:lnTo>
                    <a:pt x="709238" y="847398"/>
                  </a:lnTo>
                  <a:lnTo>
                    <a:pt x="708478" y="837769"/>
                  </a:lnTo>
                  <a:lnTo>
                    <a:pt x="711282" y="825278"/>
                  </a:lnTo>
                  <a:lnTo>
                    <a:pt x="739629" y="820649"/>
                  </a:lnTo>
                  <a:lnTo>
                    <a:pt x="752256" y="837533"/>
                  </a:lnTo>
                  <a:lnTo>
                    <a:pt x="749724" y="864570"/>
                  </a:lnTo>
                  <a:lnTo>
                    <a:pt x="751334" y="899215"/>
                  </a:lnTo>
                  <a:lnTo>
                    <a:pt x="768501" y="908642"/>
                  </a:lnTo>
                  <a:lnTo>
                    <a:pt x="775195" y="910023"/>
                  </a:lnTo>
                  <a:lnTo>
                    <a:pt x="782340" y="884434"/>
                  </a:lnTo>
                  <a:lnTo>
                    <a:pt x="787352" y="871994"/>
                  </a:lnTo>
                  <a:lnTo>
                    <a:pt x="794153" y="865058"/>
                  </a:lnTo>
                  <a:lnTo>
                    <a:pt x="796469" y="841675"/>
                  </a:lnTo>
                  <a:lnTo>
                    <a:pt x="792435" y="827399"/>
                  </a:lnTo>
                  <a:lnTo>
                    <a:pt x="783842" y="816760"/>
                  </a:lnTo>
                  <a:lnTo>
                    <a:pt x="815934" y="787805"/>
                  </a:lnTo>
                  <a:lnTo>
                    <a:pt x="849148" y="764876"/>
                  </a:lnTo>
                  <a:lnTo>
                    <a:pt x="868468" y="763681"/>
                  </a:lnTo>
                  <a:lnTo>
                    <a:pt x="887915" y="769287"/>
                  </a:lnTo>
                  <a:lnTo>
                    <a:pt x="905988" y="777030"/>
                  </a:lnTo>
                  <a:lnTo>
                    <a:pt x="915792" y="783697"/>
                  </a:lnTo>
                  <a:lnTo>
                    <a:pt x="921292" y="794404"/>
                  </a:lnTo>
                  <a:lnTo>
                    <a:pt x="909171" y="819925"/>
                  </a:lnTo>
                  <a:lnTo>
                    <a:pt x="905807" y="833897"/>
                  </a:lnTo>
                  <a:lnTo>
                    <a:pt x="913947" y="87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980006" y="2761217"/>
              <a:ext cx="1136910" cy="1010386"/>
            </a:xfrm>
            <a:custGeom>
              <a:avLst/>
              <a:pathLst>
                <a:path w="1136910" h="1010386">
                  <a:moveTo>
                    <a:pt x="914400" y="1003753"/>
                  </a:moveTo>
                  <a:lnTo>
                    <a:pt x="902587" y="1000706"/>
                  </a:lnTo>
                  <a:lnTo>
                    <a:pt x="894175" y="993450"/>
                  </a:lnTo>
                  <a:lnTo>
                    <a:pt x="872484" y="998618"/>
                  </a:lnTo>
                  <a:lnTo>
                    <a:pt x="843449" y="1010386"/>
                  </a:lnTo>
                  <a:lnTo>
                    <a:pt x="827331" y="1009796"/>
                  </a:lnTo>
                  <a:lnTo>
                    <a:pt x="814523" y="997154"/>
                  </a:lnTo>
                  <a:lnTo>
                    <a:pt x="762116" y="979141"/>
                  </a:lnTo>
                  <a:lnTo>
                    <a:pt x="753649" y="977693"/>
                  </a:lnTo>
                  <a:lnTo>
                    <a:pt x="719025" y="976902"/>
                  </a:lnTo>
                  <a:lnTo>
                    <a:pt x="717378" y="948452"/>
                  </a:lnTo>
                  <a:lnTo>
                    <a:pt x="713091" y="927897"/>
                  </a:lnTo>
                  <a:lnTo>
                    <a:pt x="700989" y="897309"/>
                  </a:lnTo>
                  <a:lnTo>
                    <a:pt x="718934" y="889935"/>
                  </a:lnTo>
                  <a:lnTo>
                    <a:pt x="715461" y="830325"/>
                  </a:lnTo>
                  <a:lnTo>
                    <a:pt x="708948" y="799416"/>
                  </a:lnTo>
                  <a:lnTo>
                    <a:pt x="658820" y="767667"/>
                  </a:lnTo>
                  <a:lnTo>
                    <a:pt x="619329" y="736809"/>
                  </a:lnTo>
                  <a:lnTo>
                    <a:pt x="628447" y="632907"/>
                  </a:lnTo>
                  <a:lnTo>
                    <a:pt x="632336" y="604911"/>
                  </a:lnTo>
                  <a:lnTo>
                    <a:pt x="617357" y="550603"/>
                  </a:lnTo>
                  <a:lnTo>
                    <a:pt x="618913" y="488097"/>
                  </a:lnTo>
                  <a:lnTo>
                    <a:pt x="625226" y="389599"/>
                  </a:lnTo>
                  <a:lnTo>
                    <a:pt x="637781" y="385744"/>
                  </a:lnTo>
                  <a:lnTo>
                    <a:pt x="646989" y="386215"/>
                  </a:lnTo>
                  <a:lnTo>
                    <a:pt x="682500" y="403891"/>
                  </a:lnTo>
                  <a:lnTo>
                    <a:pt x="697280" y="405659"/>
                  </a:lnTo>
                  <a:lnTo>
                    <a:pt x="707411" y="421450"/>
                  </a:lnTo>
                  <a:lnTo>
                    <a:pt x="719278" y="427948"/>
                  </a:lnTo>
                  <a:lnTo>
                    <a:pt x="727871" y="411181"/>
                  </a:lnTo>
                  <a:lnTo>
                    <a:pt x="731217" y="382512"/>
                  </a:lnTo>
                  <a:lnTo>
                    <a:pt x="759366" y="345409"/>
                  </a:lnTo>
                  <a:lnTo>
                    <a:pt x="779084" y="331705"/>
                  </a:lnTo>
                  <a:lnTo>
                    <a:pt x="792525" y="325140"/>
                  </a:lnTo>
                  <a:lnTo>
                    <a:pt x="806093" y="340106"/>
                  </a:lnTo>
                  <a:lnTo>
                    <a:pt x="816477" y="356923"/>
                  </a:lnTo>
                  <a:lnTo>
                    <a:pt x="818937" y="320123"/>
                  </a:lnTo>
                  <a:lnTo>
                    <a:pt x="827313" y="250025"/>
                  </a:lnTo>
                  <a:lnTo>
                    <a:pt x="800557" y="239015"/>
                  </a:lnTo>
                  <a:lnTo>
                    <a:pt x="778759" y="248509"/>
                  </a:lnTo>
                  <a:lnTo>
                    <a:pt x="757141" y="292936"/>
                  </a:lnTo>
                  <a:lnTo>
                    <a:pt x="737857" y="348775"/>
                  </a:lnTo>
                  <a:lnTo>
                    <a:pt x="706578" y="353910"/>
                  </a:lnTo>
                  <a:lnTo>
                    <a:pt x="681614" y="369717"/>
                  </a:lnTo>
                  <a:lnTo>
                    <a:pt x="659073" y="353321"/>
                  </a:lnTo>
                  <a:lnTo>
                    <a:pt x="644547" y="338877"/>
                  </a:lnTo>
                  <a:lnTo>
                    <a:pt x="644185" y="317733"/>
                  </a:lnTo>
                  <a:lnTo>
                    <a:pt x="647477" y="304972"/>
                  </a:lnTo>
                  <a:lnTo>
                    <a:pt x="673962" y="259435"/>
                  </a:lnTo>
                  <a:lnTo>
                    <a:pt x="709437" y="215699"/>
                  </a:lnTo>
                  <a:lnTo>
                    <a:pt x="745183" y="216120"/>
                  </a:lnTo>
                  <a:lnTo>
                    <a:pt x="771251" y="202147"/>
                  </a:lnTo>
                  <a:lnTo>
                    <a:pt x="786827" y="200481"/>
                  </a:lnTo>
                  <a:lnTo>
                    <a:pt x="835454" y="203545"/>
                  </a:lnTo>
                  <a:lnTo>
                    <a:pt x="860418" y="193966"/>
                  </a:lnTo>
                  <a:lnTo>
                    <a:pt x="882778" y="173916"/>
                  </a:lnTo>
                  <a:lnTo>
                    <a:pt x="931097" y="89121"/>
                  </a:lnTo>
                  <a:lnTo>
                    <a:pt x="958359" y="53769"/>
                  </a:lnTo>
                  <a:lnTo>
                    <a:pt x="1013335" y="41328"/>
                  </a:lnTo>
                  <a:lnTo>
                    <a:pt x="1064133" y="521"/>
                  </a:lnTo>
                  <a:lnTo>
                    <a:pt x="1078334" y="0"/>
                  </a:lnTo>
                  <a:lnTo>
                    <a:pt x="1054436" y="30419"/>
                  </a:lnTo>
                  <a:lnTo>
                    <a:pt x="1050601" y="42187"/>
                  </a:lnTo>
                  <a:lnTo>
                    <a:pt x="1047707" y="60233"/>
                  </a:lnTo>
                  <a:lnTo>
                    <a:pt x="1064838" y="99424"/>
                  </a:lnTo>
                  <a:lnTo>
                    <a:pt x="1061220" y="123278"/>
                  </a:lnTo>
                  <a:lnTo>
                    <a:pt x="1062432" y="170213"/>
                  </a:lnTo>
                  <a:lnTo>
                    <a:pt x="1046278" y="194673"/>
                  </a:lnTo>
                  <a:lnTo>
                    <a:pt x="1028043" y="246708"/>
                  </a:lnTo>
                  <a:lnTo>
                    <a:pt x="1020191" y="254368"/>
                  </a:lnTo>
                  <a:lnTo>
                    <a:pt x="1018509" y="315107"/>
                  </a:lnTo>
                  <a:lnTo>
                    <a:pt x="1020300" y="329601"/>
                  </a:lnTo>
                  <a:lnTo>
                    <a:pt x="1017713" y="384902"/>
                  </a:lnTo>
                  <a:lnTo>
                    <a:pt x="1036400" y="407544"/>
                  </a:lnTo>
                  <a:lnTo>
                    <a:pt x="1056155" y="419379"/>
                  </a:lnTo>
                  <a:lnTo>
                    <a:pt x="1122040" y="418958"/>
                  </a:lnTo>
                  <a:lnTo>
                    <a:pt x="1128878" y="428907"/>
                  </a:lnTo>
                  <a:lnTo>
                    <a:pt x="1136910" y="446011"/>
                  </a:lnTo>
                  <a:lnTo>
                    <a:pt x="1131031" y="475051"/>
                  </a:lnTo>
                  <a:lnTo>
                    <a:pt x="1123993" y="496952"/>
                  </a:lnTo>
                  <a:lnTo>
                    <a:pt x="1104908" y="515403"/>
                  </a:lnTo>
                  <a:lnTo>
                    <a:pt x="1080414" y="529156"/>
                  </a:lnTo>
                  <a:lnTo>
                    <a:pt x="1065182" y="529762"/>
                  </a:lnTo>
                  <a:lnTo>
                    <a:pt x="1044432" y="503619"/>
                  </a:lnTo>
                  <a:lnTo>
                    <a:pt x="1034573" y="512103"/>
                  </a:lnTo>
                  <a:lnTo>
                    <a:pt x="1024388" y="525436"/>
                  </a:lnTo>
                  <a:lnTo>
                    <a:pt x="1007329" y="596982"/>
                  </a:lnTo>
                  <a:lnTo>
                    <a:pt x="999243" y="645314"/>
                  </a:lnTo>
                  <a:lnTo>
                    <a:pt x="994865" y="649236"/>
                  </a:lnTo>
                  <a:lnTo>
                    <a:pt x="985223" y="642115"/>
                  </a:lnTo>
                  <a:lnTo>
                    <a:pt x="968562" y="641560"/>
                  </a:lnTo>
                  <a:lnTo>
                    <a:pt x="947505" y="653024"/>
                  </a:lnTo>
                  <a:lnTo>
                    <a:pt x="958305" y="663276"/>
                  </a:lnTo>
                  <a:lnTo>
                    <a:pt x="969720" y="681087"/>
                  </a:lnTo>
                  <a:lnTo>
                    <a:pt x="965161" y="690009"/>
                  </a:lnTo>
                  <a:lnTo>
                    <a:pt x="946636" y="699656"/>
                  </a:lnTo>
                  <a:lnTo>
                    <a:pt x="930210" y="719167"/>
                  </a:lnTo>
                  <a:lnTo>
                    <a:pt x="923336" y="733931"/>
                  </a:lnTo>
                  <a:lnTo>
                    <a:pt x="902623" y="751405"/>
                  </a:lnTo>
                  <a:lnTo>
                    <a:pt x="889598" y="773559"/>
                  </a:lnTo>
                  <a:lnTo>
                    <a:pt x="895984" y="801016"/>
                  </a:lnTo>
                  <a:lnTo>
                    <a:pt x="898697" y="825123"/>
                  </a:lnTo>
                  <a:lnTo>
                    <a:pt x="904396" y="851755"/>
                  </a:lnTo>
                  <a:lnTo>
                    <a:pt x="899258" y="873017"/>
                  </a:lnTo>
                  <a:lnTo>
                    <a:pt x="873606" y="903521"/>
                  </a:lnTo>
                  <a:lnTo>
                    <a:pt x="864145" y="929968"/>
                  </a:lnTo>
                  <a:lnTo>
                    <a:pt x="886124" y="929631"/>
                  </a:lnTo>
                  <a:lnTo>
                    <a:pt x="899656" y="935742"/>
                  </a:lnTo>
                  <a:lnTo>
                    <a:pt x="907579" y="943553"/>
                  </a:lnTo>
                  <a:lnTo>
                    <a:pt x="915756" y="954630"/>
                  </a:lnTo>
                  <a:lnTo>
                    <a:pt x="910745" y="968316"/>
                  </a:lnTo>
                  <a:lnTo>
                    <a:pt x="917131" y="10037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2158177" y="2598171"/>
              <a:ext cx="938930" cy="1089831"/>
            </a:xfrm>
            <a:custGeom>
              <a:avLst/>
              <a:pathLst>
                <a:path w="938930" h="1089831">
                  <a:moveTo>
                    <a:pt x="914400" y="914400"/>
                  </a:moveTo>
                  <a:lnTo>
                    <a:pt x="923897" y="952765"/>
                  </a:lnTo>
                  <a:lnTo>
                    <a:pt x="938930" y="995676"/>
                  </a:lnTo>
                  <a:lnTo>
                    <a:pt x="932653" y="1013639"/>
                  </a:lnTo>
                  <a:lnTo>
                    <a:pt x="936922" y="1036651"/>
                  </a:lnTo>
                  <a:lnTo>
                    <a:pt x="932634" y="1060657"/>
                  </a:lnTo>
                  <a:lnTo>
                    <a:pt x="902731" y="1088569"/>
                  </a:lnTo>
                  <a:lnTo>
                    <a:pt x="869192" y="1089831"/>
                  </a:lnTo>
                  <a:lnTo>
                    <a:pt x="834332" y="1076347"/>
                  </a:lnTo>
                  <a:lnTo>
                    <a:pt x="785090" y="1050388"/>
                  </a:lnTo>
                  <a:lnTo>
                    <a:pt x="781128" y="1035809"/>
                  </a:lnTo>
                  <a:lnTo>
                    <a:pt x="774218" y="1027729"/>
                  </a:lnTo>
                  <a:lnTo>
                    <a:pt x="761048" y="983488"/>
                  </a:lnTo>
                  <a:lnTo>
                    <a:pt x="761356" y="928928"/>
                  </a:lnTo>
                  <a:lnTo>
                    <a:pt x="786103" y="922093"/>
                  </a:lnTo>
                  <a:lnTo>
                    <a:pt x="840175" y="896050"/>
                  </a:lnTo>
                  <a:lnTo>
                    <a:pt x="852675" y="900141"/>
                  </a:lnTo>
                  <a:lnTo>
                    <a:pt x="865719" y="913457"/>
                  </a:lnTo>
                  <a:lnTo>
                    <a:pt x="880733" y="914248"/>
                  </a:lnTo>
                  <a:lnTo>
                    <a:pt x="902532" y="895360"/>
                  </a:lnTo>
                  <a:lnTo>
                    <a:pt x="906675" y="896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2315924" y="2849173"/>
              <a:ext cx="956550" cy="983606"/>
            </a:xfrm>
            <a:custGeom>
              <a:avLst/>
              <a:pathLst>
                <a:path w="956550" h="983606">
                  <a:moveTo>
                    <a:pt x="914400" y="914400"/>
                  </a:moveTo>
                  <a:lnTo>
                    <a:pt x="936578" y="913171"/>
                  </a:lnTo>
                  <a:lnTo>
                    <a:pt x="951665" y="922042"/>
                  </a:lnTo>
                  <a:lnTo>
                    <a:pt x="955265" y="935746"/>
                  </a:lnTo>
                  <a:lnTo>
                    <a:pt x="956550" y="966165"/>
                  </a:lnTo>
                  <a:lnTo>
                    <a:pt x="940703" y="975037"/>
                  </a:lnTo>
                  <a:lnTo>
                    <a:pt x="923209" y="972024"/>
                  </a:lnTo>
                  <a:lnTo>
                    <a:pt x="899403" y="983606"/>
                  </a:lnTo>
                  <a:lnTo>
                    <a:pt x="821253" y="933877"/>
                  </a:lnTo>
                  <a:lnTo>
                    <a:pt x="822392" y="892414"/>
                  </a:lnTo>
                  <a:lnTo>
                    <a:pt x="825522" y="876135"/>
                  </a:lnTo>
                  <a:lnTo>
                    <a:pt x="862553" y="872263"/>
                  </a:lnTo>
                  <a:lnTo>
                    <a:pt x="881620" y="893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2158720" y="2878313"/>
              <a:ext cx="962809" cy="914399"/>
            </a:xfrm>
            <a:custGeom>
              <a:avLst/>
              <a:pathLst>
                <a:path w="962809" h="914399">
                  <a:moveTo>
                    <a:pt x="914400" y="914399"/>
                  </a:moveTo>
                  <a:lnTo>
                    <a:pt x="903238" y="886471"/>
                  </a:lnTo>
                  <a:lnTo>
                    <a:pt x="901791" y="877734"/>
                  </a:lnTo>
                  <a:lnTo>
                    <a:pt x="914906" y="859856"/>
                  </a:lnTo>
                  <a:lnTo>
                    <a:pt x="923390" y="839604"/>
                  </a:lnTo>
                  <a:lnTo>
                    <a:pt x="945334" y="808511"/>
                  </a:lnTo>
                  <a:lnTo>
                    <a:pt x="957979" y="772081"/>
                  </a:lnTo>
                  <a:lnTo>
                    <a:pt x="962809" y="772654"/>
                  </a:lnTo>
                  <a:lnTo>
                    <a:pt x="957201" y="805093"/>
                  </a:lnTo>
                  <a:lnTo>
                    <a:pt x="928383" y="895579"/>
                  </a:lnTo>
                  <a:lnTo>
                    <a:pt x="922612" y="912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2496103" y="2807356"/>
              <a:ext cx="921473" cy="934533"/>
            </a:xfrm>
            <a:custGeom>
              <a:avLst/>
              <a:pathLst>
                <a:path w="921473" h="934533">
                  <a:moveTo>
                    <a:pt x="914400" y="914400"/>
                  </a:moveTo>
                  <a:lnTo>
                    <a:pt x="885962" y="910629"/>
                  </a:lnTo>
                  <a:lnTo>
                    <a:pt x="853906" y="934533"/>
                  </a:lnTo>
                  <a:lnTo>
                    <a:pt x="841749" y="926975"/>
                  </a:lnTo>
                  <a:lnTo>
                    <a:pt x="846344" y="911706"/>
                  </a:lnTo>
                  <a:lnTo>
                    <a:pt x="849691" y="906151"/>
                  </a:lnTo>
                  <a:lnTo>
                    <a:pt x="860472" y="899669"/>
                  </a:lnTo>
                  <a:lnTo>
                    <a:pt x="867672" y="890192"/>
                  </a:lnTo>
                  <a:lnTo>
                    <a:pt x="870494" y="875360"/>
                  </a:lnTo>
                  <a:lnTo>
                    <a:pt x="877170" y="883357"/>
                  </a:lnTo>
                  <a:lnTo>
                    <a:pt x="897015" y="886707"/>
                  </a:lnTo>
                  <a:lnTo>
                    <a:pt x="906711" y="891437"/>
                  </a:lnTo>
                  <a:lnTo>
                    <a:pt x="914816" y="898390"/>
                  </a:lnTo>
                  <a:lnTo>
                    <a:pt x="921473" y="9092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2507319" y="2599417"/>
              <a:ext cx="931839" cy="914399"/>
            </a:xfrm>
            <a:custGeom>
              <a:avLst/>
              <a:pathLst>
                <a:path w="931839" h="914399">
                  <a:moveTo>
                    <a:pt x="914400" y="914399"/>
                  </a:moveTo>
                  <a:lnTo>
                    <a:pt x="910564" y="913625"/>
                  </a:lnTo>
                  <a:lnTo>
                    <a:pt x="904902" y="893508"/>
                  </a:lnTo>
                  <a:lnTo>
                    <a:pt x="914092" y="881269"/>
                  </a:lnTo>
                  <a:lnTo>
                    <a:pt x="919519" y="870882"/>
                  </a:lnTo>
                  <a:lnTo>
                    <a:pt x="923372" y="871185"/>
                  </a:lnTo>
                  <a:lnTo>
                    <a:pt x="928637" y="882414"/>
                  </a:lnTo>
                  <a:lnTo>
                    <a:pt x="931839" y="899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2108248" y="2846564"/>
              <a:ext cx="930626" cy="914400"/>
            </a:xfrm>
            <a:custGeom>
              <a:avLst/>
              <a:pathLst>
                <a:path w="930626" h="914400">
                  <a:moveTo>
                    <a:pt x="914400" y="914400"/>
                  </a:moveTo>
                  <a:lnTo>
                    <a:pt x="900181" y="906891"/>
                  </a:lnTo>
                  <a:lnTo>
                    <a:pt x="877043" y="878609"/>
                  </a:lnTo>
                  <a:lnTo>
                    <a:pt x="874131" y="871101"/>
                  </a:lnTo>
                  <a:lnTo>
                    <a:pt x="886287" y="875899"/>
                  </a:lnTo>
                  <a:lnTo>
                    <a:pt x="901375" y="890680"/>
                  </a:lnTo>
                  <a:lnTo>
                    <a:pt x="913730" y="893828"/>
                  </a:lnTo>
                  <a:lnTo>
                    <a:pt x="930626" y="906336"/>
                  </a:lnTo>
                  <a:lnTo>
                    <a:pt x="926828" y="910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2023007" y="2834392"/>
              <a:ext cx="933684" cy="914399"/>
            </a:xfrm>
            <a:custGeom>
              <a:avLst/>
              <a:pathLst>
                <a:path w="933684" h="914399">
                  <a:moveTo>
                    <a:pt x="914400" y="914399"/>
                  </a:moveTo>
                  <a:lnTo>
                    <a:pt x="904540" y="906066"/>
                  </a:lnTo>
                  <a:lnTo>
                    <a:pt x="886450" y="902834"/>
                  </a:lnTo>
                  <a:lnTo>
                    <a:pt x="879956" y="849772"/>
                  </a:lnTo>
                  <a:lnTo>
                    <a:pt x="881819" y="846624"/>
                  </a:lnTo>
                  <a:lnTo>
                    <a:pt x="890918" y="850344"/>
                  </a:lnTo>
                  <a:lnTo>
                    <a:pt x="922124" y="875091"/>
                  </a:lnTo>
                  <a:lnTo>
                    <a:pt x="933032" y="902178"/>
                  </a:lnTo>
                  <a:lnTo>
                    <a:pt x="933684" y="909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2140304" y="2526642"/>
              <a:ext cx="927623" cy="914400"/>
            </a:xfrm>
            <a:custGeom>
              <a:avLst/>
              <a:pathLst>
                <a:path w="927623" h="914400">
                  <a:moveTo>
                    <a:pt x="914400" y="914400"/>
                  </a:moveTo>
                  <a:lnTo>
                    <a:pt x="902659" y="907952"/>
                  </a:lnTo>
                  <a:lnTo>
                    <a:pt x="901429" y="885646"/>
                  </a:lnTo>
                  <a:lnTo>
                    <a:pt x="905879" y="865613"/>
                  </a:lnTo>
                  <a:lnTo>
                    <a:pt x="900651" y="847701"/>
                  </a:lnTo>
                  <a:lnTo>
                    <a:pt x="906404" y="836187"/>
                  </a:lnTo>
                  <a:lnTo>
                    <a:pt x="922920" y="863004"/>
                  </a:lnTo>
                  <a:lnTo>
                    <a:pt x="927623" y="875613"/>
                  </a:lnTo>
                  <a:lnTo>
                    <a:pt x="921256" y="890680"/>
                  </a:lnTo>
                  <a:lnTo>
                    <a:pt x="917547" y="908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2218309" y="2021895"/>
              <a:ext cx="944610" cy="914400"/>
            </a:xfrm>
            <a:custGeom>
              <a:avLst/>
              <a:pathLst>
                <a:path w="944610" h="914400">
                  <a:moveTo>
                    <a:pt x="914400" y="914400"/>
                  </a:moveTo>
                  <a:lnTo>
                    <a:pt x="888910" y="902969"/>
                  </a:lnTo>
                  <a:lnTo>
                    <a:pt x="900162" y="886993"/>
                  </a:lnTo>
                  <a:lnTo>
                    <a:pt x="928166" y="879636"/>
                  </a:lnTo>
                  <a:lnTo>
                    <a:pt x="944610" y="882061"/>
                  </a:lnTo>
                  <a:lnTo>
                    <a:pt x="926520" y="897919"/>
                  </a:lnTo>
                  <a:lnTo>
                    <a:pt x="921943" y="906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2966577" y="2788720"/>
              <a:ext cx="930391" cy="914400"/>
            </a:xfrm>
            <a:custGeom>
              <a:avLst/>
              <a:pathLst>
                <a:path w="930391" h="914400">
                  <a:moveTo>
                    <a:pt x="914400" y="914400"/>
                  </a:moveTo>
                  <a:lnTo>
                    <a:pt x="883791" y="904737"/>
                  </a:lnTo>
                  <a:lnTo>
                    <a:pt x="846489" y="880848"/>
                  </a:lnTo>
                  <a:lnTo>
                    <a:pt x="851952" y="834032"/>
                  </a:lnTo>
                  <a:lnTo>
                    <a:pt x="861522" y="813797"/>
                  </a:lnTo>
                  <a:lnTo>
                    <a:pt x="929559" y="866270"/>
                  </a:lnTo>
                  <a:lnTo>
                    <a:pt x="930391" y="886050"/>
                  </a:lnTo>
                  <a:lnTo>
                    <a:pt x="921238" y="9085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3424205" y="3385721"/>
              <a:ext cx="117405" cy="117405"/>
            </a:xfrm>
            <a:prstGeom prst="ellipse">
              <a:avLst/>
            </a:prstGeom>
            <a:solidFill>
              <a:srgbClr val="85C85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3359280" y="3233464"/>
              <a:ext cx="117405" cy="117405"/>
            </a:xfrm>
            <a:prstGeom prst="ellipse">
              <a:avLst/>
            </a:prstGeom>
            <a:solidFill>
              <a:srgbClr val="89CA5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3093313" y="2309346"/>
              <a:ext cx="117405" cy="117405"/>
            </a:xfrm>
            <a:prstGeom prst="ellipse">
              <a:avLst/>
            </a:prstGeom>
            <a:solidFill>
              <a:srgbClr val="6CBA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3177166" y="2593700"/>
              <a:ext cx="117405" cy="117405"/>
            </a:xfrm>
            <a:prstGeom prst="ellipse">
              <a:avLst/>
            </a:prstGeom>
            <a:solidFill>
              <a:srgbClr val="92CF6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4063301" y="3075721"/>
              <a:ext cx="117405" cy="117405"/>
            </a:xfrm>
            <a:prstGeom prst="ellipse">
              <a:avLst/>
            </a:prstGeom>
            <a:solidFill>
              <a:srgbClr val="44A6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4568420" y="1979213"/>
              <a:ext cx="117405" cy="117405"/>
            </a:xfrm>
            <a:prstGeom prst="ellipse">
              <a:avLst/>
            </a:prstGeom>
            <a:solidFill>
              <a:srgbClr val="95D16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3439204" y="3509599"/>
              <a:ext cx="117405" cy="117405"/>
            </a:xfrm>
            <a:prstGeom prst="ellipse">
              <a:avLst/>
            </a:prstGeom>
            <a:solidFill>
              <a:srgbClr val="5EB3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4133456" y="2716913"/>
              <a:ext cx="117405" cy="117405"/>
            </a:xfrm>
            <a:prstGeom prst="ellipse">
              <a:avLst/>
            </a:prstGeom>
            <a:solidFill>
              <a:srgbClr val="5FB3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g9120"/>
            <p:cNvSpPr/>
            <p:nvPr/>
          </p:nvSpPr>
          <p:spPr>
            <a:xfrm>
              <a:off x="3554934" y="3323674"/>
              <a:ext cx="379475" cy="191749"/>
            </a:xfrm>
            <a:custGeom>
              <a:avLst/>
              <a:pathLst>
                <a:path w="379475" h="191749">
                  <a:moveTo>
                    <a:pt x="27431" y="191749"/>
                  </a:moveTo>
                  <a:lnTo>
                    <a:pt x="352043" y="191749"/>
                  </a:lnTo>
                  <a:lnTo>
                    <a:pt x="350939" y="191727"/>
                  </a:lnTo>
                  <a:lnTo>
                    <a:pt x="355350" y="191549"/>
                  </a:lnTo>
                  <a:lnTo>
                    <a:pt x="359676" y="190666"/>
                  </a:lnTo>
                  <a:lnTo>
                    <a:pt x="363803" y="189101"/>
                  </a:lnTo>
                  <a:lnTo>
                    <a:pt x="367627" y="186893"/>
                  </a:lnTo>
                  <a:lnTo>
                    <a:pt x="371046" y="184101"/>
                  </a:lnTo>
                  <a:lnTo>
                    <a:pt x="373974" y="180797"/>
                  </a:lnTo>
                  <a:lnTo>
                    <a:pt x="376333" y="177065"/>
                  </a:lnTo>
                  <a:lnTo>
                    <a:pt x="378064" y="173004"/>
                  </a:lnTo>
                  <a:lnTo>
                    <a:pt x="379120" y="168718"/>
                  </a:lnTo>
                  <a:lnTo>
                    <a:pt x="379475" y="164317"/>
                  </a:lnTo>
                  <a:lnTo>
                    <a:pt x="379475" y="27431"/>
                  </a:lnTo>
                  <a:lnTo>
                    <a:pt x="379120" y="23031"/>
                  </a:lnTo>
                  <a:lnTo>
                    <a:pt x="378064" y="18745"/>
                  </a:lnTo>
                  <a:lnTo>
                    <a:pt x="376333" y="14683"/>
                  </a:lnTo>
                  <a:lnTo>
                    <a:pt x="373974" y="10952"/>
                  </a:lnTo>
                  <a:lnTo>
                    <a:pt x="371046" y="7647"/>
                  </a:lnTo>
                  <a:lnTo>
                    <a:pt x="367627" y="4855"/>
                  </a:lnTo>
                  <a:lnTo>
                    <a:pt x="363803" y="2648"/>
                  </a:lnTo>
                  <a:lnTo>
                    <a:pt x="359676" y="1083"/>
                  </a:lnTo>
                  <a:lnTo>
                    <a:pt x="355350" y="200"/>
                  </a:lnTo>
                  <a:lnTo>
                    <a:pt x="35204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tx9121"/>
            <p:cNvSpPr/>
            <p:nvPr/>
          </p:nvSpPr>
          <p:spPr>
            <a:xfrm>
              <a:off x="3600654" y="3369394"/>
              <a:ext cx="28803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9122" name="pg9122"/>
            <p:cNvSpPr/>
            <p:nvPr/>
          </p:nvSpPr>
          <p:spPr>
            <a:xfrm>
              <a:off x="3069179" y="3040452"/>
              <a:ext cx="410565" cy="191749"/>
            </a:xfrm>
            <a:custGeom>
              <a:avLst/>
              <a:pathLst>
                <a:path w="410565" h="191749">
                  <a:moveTo>
                    <a:pt x="27431" y="191749"/>
                  </a:moveTo>
                  <a:lnTo>
                    <a:pt x="383133" y="191749"/>
                  </a:lnTo>
                  <a:lnTo>
                    <a:pt x="382029" y="191727"/>
                  </a:lnTo>
                  <a:lnTo>
                    <a:pt x="386440" y="191549"/>
                  </a:lnTo>
                  <a:lnTo>
                    <a:pt x="390765" y="190666"/>
                  </a:lnTo>
                  <a:lnTo>
                    <a:pt x="394893" y="189101"/>
                  </a:lnTo>
                  <a:lnTo>
                    <a:pt x="398716" y="186893"/>
                  </a:lnTo>
                  <a:lnTo>
                    <a:pt x="402136" y="184101"/>
                  </a:lnTo>
                  <a:lnTo>
                    <a:pt x="405063" y="180797"/>
                  </a:lnTo>
                  <a:lnTo>
                    <a:pt x="407423" y="177065"/>
                  </a:lnTo>
                  <a:lnTo>
                    <a:pt x="409153" y="173004"/>
                  </a:lnTo>
                  <a:lnTo>
                    <a:pt x="410210" y="168718"/>
                  </a:lnTo>
                  <a:lnTo>
                    <a:pt x="410565" y="164317"/>
                  </a:lnTo>
                  <a:lnTo>
                    <a:pt x="410565" y="27431"/>
                  </a:lnTo>
                  <a:lnTo>
                    <a:pt x="410210" y="23031"/>
                  </a:lnTo>
                  <a:lnTo>
                    <a:pt x="409153" y="18745"/>
                  </a:lnTo>
                  <a:lnTo>
                    <a:pt x="407423" y="14683"/>
                  </a:lnTo>
                  <a:lnTo>
                    <a:pt x="405063" y="10952"/>
                  </a:lnTo>
                  <a:lnTo>
                    <a:pt x="402136" y="7647"/>
                  </a:lnTo>
                  <a:lnTo>
                    <a:pt x="398716" y="4855"/>
                  </a:lnTo>
                  <a:lnTo>
                    <a:pt x="394893" y="2648"/>
                  </a:lnTo>
                  <a:lnTo>
                    <a:pt x="390765" y="1083"/>
                  </a:lnTo>
                  <a:lnTo>
                    <a:pt x="386440" y="200"/>
                  </a:lnTo>
                  <a:lnTo>
                    <a:pt x="38313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tx9123"/>
            <p:cNvSpPr/>
            <p:nvPr/>
          </p:nvSpPr>
          <p:spPr>
            <a:xfrm>
              <a:off x="3114899" y="3086172"/>
              <a:ext cx="319125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9124" name="pg9124"/>
            <p:cNvSpPr/>
            <p:nvPr/>
          </p:nvSpPr>
          <p:spPr>
            <a:xfrm>
              <a:off x="3210651" y="2401166"/>
              <a:ext cx="343082" cy="191749"/>
            </a:xfrm>
            <a:custGeom>
              <a:avLst/>
              <a:pathLst>
                <a:path w="343082" h="191749">
                  <a:moveTo>
                    <a:pt x="27431" y="191749"/>
                  </a:moveTo>
                  <a:lnTo>
                    <a:pt x="315650" y="191749"/>
                  </a:lnTo>
                  <a:lnTo>
                    <a:pt x="314546" y="191727"/>
                  </a:lnTo>
                  <a:lnTo>
                    <a:pt x="318957" y="191549"/>
                  </a:lnTo>
                  <a:lnTo>
                    <a:pt x="323282" y="190666"/>
                  </a:lnTo>
                  <a:lnTo>
                    <a:pt x="327410" y="189101"/>
                  </a:lnTo>
                  <a:lnTo>
                    <a:pt x="331234" y="186893"/>
                  </a:lnTo>
                  <a:lnTo>
                    <a:pt x="334653" y="184101"/>
                  </a:lnTo>
                  <a:lnTo>
                    <a:pt x="337581" y="180797"/>
                  </a:lnTo>
                  <a:lnTo>
                    <a:pt x="339940" y="177065"/>
                  </a:lnTo>
                  <a:lnTo>
                    <a:pt x="341671" y="173004"/>
                  </a:lnTo>
                  <a:lnTo>
                    <a:pt x="342727" y="168718"/>
                  </a:lnTo>
                  <a:lnTo>
                    <a:pt x="343082" y="164317"/>
                  </a:lnTo>
                  <a:lnTo>
                    <a:pt x="343082" y="27432"/>
                  </a:lnTo>
                  <a:lnTo>
                    <a:pt x="342727" y="23031"/>
                  </a:lnTo>
                  <a:lnTo>
                    <a:pt x="341671" y="18745"/>
                  </a:lnTo>
                  <a:lnTo>
                    <a:pt x="339940" y="14683"/>
                  </a:lnTo>
                  <a:lnTo>
                    <a:pt x="337581" y="10952"/>
                  </a:lnTo>
                  <a:lnTo>
                    <a:pt x="334653" y="7647"/>
                  </a:lnTo>
                  <a:lnTo>
                    <a:pt x="331234" y="4855"/>
                  </a:lnTo>
                  <a:lnTo>
                    <a:pt x="327410" y="2648"/>
                  </a:lnTo>
                  <a:lnTo>
                    <a:pt x="323282" y="1083"/>
                  </a:lnTo>
                  <a:lnTo>
                    <a:pt x="318957" y="200"/>
                  </a:lnTo>
                  <a:lnTo>
                    <a:pt x="31565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tx9125"/>
            <p:cNvSpPr/>
            <p:nvPr/>
          </p:nvSpPr>
          <p:spPr>
            <a:xfrm>
              <a:off x="3256371" y="2446886"/>
              <a:ext cx="251642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9126" name="pg9126"/>
            <p:cNvSpPr/>
            <p:nvPr/>
          </p:nvSpPr>
          <p:spPr>
            <a:xfrm>
              <a:off x="3136696" y="2116685"/>
              <a:ext cx="317296" cy="191749"/>
            </a:xfrm>
            <a:custGeom>
              <a:avLst/>
              <a:pathLst>
                <a:path w="317296" h="191749">
                  <a:moveTo>
                    <a:pt x="27431" y="191749"/>
                  </a:moveTo>
                  <a:lnTo>
                    <a:pt x="289864" y="191749"/>
                  </a:lnTo>
                  <a:lnTo>
                    <a:pt x="288760" y="191727"/>
                  </a:lnTo>
                  <a:lnTo>
                    <a:pt x="293171" y="191549"/>
                  </a:lnTo>
                  <a:lnTo>
                    <a:pt x="297496" y="190666"/>
                  </a:lnTo>
                  <a:lnTo>
                    <a:pt x="301624" y="189101"/>
                  </a:lnTo>
                  <a:lnTo>
                    <a:pt x="305447" y="186893"/>
                  </a:lnTo>
                  <a:lnTo>
                    <a:pt x="308867" y="184101"/>
                  </a:lnTo>
                  <a:lnTo>
                    <a:pt x="311795" y="180797"/>
                  </a:lnTo>
                  <a:lnTo>
                    <a:pt x="314154" y="177065"/>
                  </a:lnTo>
                  <a:lnTo>
                    <a:pt x="315885" y="173004"/>
                  </a:lnTo>
                  <a:lnTo>
                    <a:pt x="316941" y="168718"/>
                  </a:lnTo>
                  <a:lnTo>
                    <a:pt x="317296" y="164317"/>
                  </a:lnTo>
                  <a:lnTo>
                    <a:pt x="317296" y="27431"/>
                  </a:lnTo>
                  <a:lnTo>
                    <a:pt x="316941" y="23031"/>
                  </a:lnTo>
                  <a:lnTo>
                    <a:pt x="315885" y="18745"/>
                  </a:lnTo>
                  <a:lnTo>
                    <a:pt x="314154" y="14683"/>
                  </a:lnTo>
                  <a:lnTo>
                    <a:pt x="311795" y="10952"/>
                  </a:lnTo>
                  <a:lnTo>
                    <a:pt x="308867" y="7647"/>
                  </a:lnTo>
                  <a:lnTo>
                    <a:pt x="305447" y="4855"/>
                  </a:lnTo>
                  <a:lnTo>
                    <a:pt x="301624" y="2648"/>
                  </a:lnTo>
                  <a:lnTo>
                    <a:pt x="297496" y="1083"/>
                  </a:lnTo>
                  <a:lnTo>
                    <a:pt x="293171" y="200"/>
                  </a:lnTo>
                  <a:lnTo>
                    <a:pt x="28986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tx9127"/>
            <p:cNvSpPr/>
            <p:nvPr/>
          </p:nvSpPr>
          <p:spPr>
            <a:xfrm>
              <a:off x="3182416" y="2162405"/>
              <a:ext cx="22585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9128" name="pg9128"/>
            <p:cNvSpPr/>
            <p:nvPr/>
          </p:nvSpPr>
          <p:spPr>
            <a:xfrm>
              <a:off x="4087287" y="3194352"/>
              <a:ext cx="356250" cy="191749"/>
            </a:xfrm>
            <a:custGeom>
              <a:avLst/>
              <a:pathLst>
                <a:path w="356250" h="191749">
                  <a:moveTo>
                    <a:pt x="27432" y="191749"/>
                  </a:moveTo>
                  <a:lnTo>
                    <a:pt x="328818" y="191749"/>
                  </a:lnTo>
                  <a:lnTo>
                    <a:pt x="327713" y="191727"/>
                  </a:lnTo>
                  <a:lnTo>
                    <a:pt x="332124" y="191549"/>
                  </a:lnTo>
                  <a:lnTo>
                    <a:pt x="336450" y="190666"/>
                  </a:lnTo>
                  <a:lnTo>
                    <a:pt x="340578" y="189101"/>
                  </a:lnTo>
                  <a:lnTo>
                    <a:pt x="344401" y="186893"/>
                  </a:lnTo>
                  <a:lnTo>
                    <a:pt x="347821" y="184101"/>
                  </a:lnTo>
                  <a:lnTo>
                    <a:pt x="350748" y="180797"/>
                  </a:lnTo>
                  <a:lnTo>
                    <a:pt x="353108" y="177065"/>
                  </a:lnTo>
                  <a:lnTo>
                    <a:pt x="354838" y="173004"/>
                  </a:lnTo>
                  <a:lnTo>
                    <a:pt x="355895" y="168718"/>
                  </a:lnTo>
                  <a:lnTo>
                    <a:pt x="356250" y="164317"/>
                  </a:lnTo>
                  <a:lnTo>
                    <a:pt x="356250" y="27432"/>
                  </a:lnTo>
                  <a:lnTo>
                    <a:pt x="355895" y="23031"/>
                  </a:lnTo>
                  <a:lnTo>
                    <a:pt x="354838" y="18745"/>
                  </a:lnTo>
                  <a:lnTo>
                    <a:pt x="353108" y="14683"/>
                  </a:lnTo>
                  <a:lnTo>
                    <a:pt x="350748" y="10952"/>
                  </a:lnTo>
                  <a:lnTo>
                    <a:pt x="347821" y="7647"/>
                  </a:lnTo>
                  <a:lnTo>
                    <a:pt x="344401" y="4855"/>
                  </a:lnTo>
                  <a:lnTo>
                    <a:pt x="340578" y="2648"/>
                  </a:lnTo>
                  <a:lnTo>
                    <a:pt x="336450" y="1083"/>
                  </a:lnTo>
                  <a:lnTo>
                    <a:pt x="332124" y="200"/>
                  </a:lnTo>
                  <a:lnTo>
                    <a:pt x="32881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tx9129"/>
            <p:cNvSpPr/>
            <p:nvPr/>
          </p:nvSpPr>
          <p:spPr>
            <a:xfrm>
              <a:off x="4133007" y="3240072"/>
              <a:ext cx="264810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9130" name="pg9130"/>
            <p:cNvSpPr/>
            <p:nvPr/>
          </p:nvSpPr>
          <p:spPr>
            <a:xfrm>
              <a:off x="3447869" y="3628248"/>
              <a:ext cx="387156" cy="191749"/>
            </a:xfrm>
            <a:custGeom>
              <a:avLst/>
              <a:pathLst>
                <a:path w="387156" h="191749">
                  <a:moveTo>
                    <a:pt x="27431" y="191749"/>
                  </a:moveTo>
                  <a:lnTo>
                    <a:pt x="359724" y="191749"/>
                  </a:lnTo>
                  <a:lnTo>
                    <a:pt x="358620" y="191727"/>
                  </a:lnTo>
                  <a:lnTo>
                    <a:pt x="363031" y="191549"/>
                  </a:lnTo>
                  <a:lnTo>
                    <a:pt x="367357" y="190666"/>
                  </a:lnTo>
                  <a:lnTo>
                    <a:pt x="371484" y="189101"/>
                  </a:lnTo>
                  <a:lnTo>
                    <a:pt x="375308" y="186893"/>
                  </a:lnTo>
                  <a:lnTo>
                    <a:pt x="378727" y="184101"/>
                  </a:lnTo>
                  <a:lnTo>
                    <a:pt x="381655" y="180797"/>
                  </a:lnTo>
                  <a:lnTo>
                    <a:pt x="384014" y="177065"/>
                  </a:lnTo>
                  <a:lnTo>
                    <a:pt x="385745" y="173004"/>
                  </a:lnTo>
                  <a:lnTo>
                    <a:pt x="386801" y="168718"/>
                  </a:lnTo>
                  <a:lnTo>
                    <a:pt x="387156" y="164317"/>
                  </a:lnTo>
                  <a:lnTo>
                    <a:pt x="387156" y="27431"/>
                  </a:lnTo>
                  <a:lnTo>
                    <a:pt x="386801" y="23031"/>
                  </a:lnTo>
                  <a:lnTo>
                    <a:pt x="385745" y="18745"/>
                  </a:lnTo>
                  <a:lnTo>
                    <a:pt x="384014" y="14683"/>
                  </a:lnTo>
                  <a:lnTo>
                    <a:pt x="381655" y="10952"/>
                  </a:lnTo>
                  <a:lnTo>
                    <a:pt x="378727" y="7647"/>
                  </a:lnTo>
                  <a:lnTo>
                    <a:pt x="375308" y="4855"/>
                  </a:lnTo>
                  <a:lnTo>
                    <a:pt x="371484" y="2648"/>
                  </a:lnTo>
                  <a:lnTo>
                    <a:pt x="367357" y="1083"/>
                  </a:lnTo>
                  <a:lnTo>
                    <a:pt x="363031" y="200"/>
                  </a:lnTo>
                  <a:lnTo>
                    <a:pt x="35972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tx9131"/>
            <p:cNvSpPr/>
            <p:nvPr/>
          </p:nvSpPr>
          <p:spPr>
            <a:xfrm>
              <a:off x="3493589" y="3673968"/>
              <a:ext cx="29571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9132" name="pg9132"/>
            <p:cNvSpPr/>
            <p:nvPr/>
          </p:nvSpPr>
          <p:spPr>
            <a:xfrm>
              <a:off x="4499103" y="1786636"/>
              <a:ext cx="363931" cy="191749"/>
            </a:xfrm>
            <a:custGeom>
              <a:avLst/>
              <a:pathLst>
                <a:path w="363931" h="191749">
                  <a:moveTo>
                    <a:pt x="27431" y="191749"/>
                  </a:moveTo>
                  <a:lnTo>
                    <a:pt x="336499" y="191749"/>
                  </a:lnTo>
                  <a:lnTo>
                    <a:pt x="335394" y="191727"/>
                  </a:lnTo>
                  <a:lnTo>
                    <a:pt x="339805" y="191549"/>
                  </a:lnTo>
                  <a:lnTo>
                    <a:pt x="344131" y="190666"/>
                  </a:lnTo>
                  <a:lnTo>
                    <a:pt x="348259" y="189101"/>
                  </a:lnTo>
                  <a:lnTo>
                    <a:pt x="352082" y="186893"/>
                  </a:lnTo>
                  <a:lnTo>
                    <a:pt x="355502" y="184101"/>
                  </a:lnTo>
                  <a:lnTo>
                    <a:pt x="358429" y="180797"/>
                  </a:lnTo>
                  <a:lnTo>
                    <a:pt x="360789" y="177065"/>
                  </a:lnTo>
                  <a:lnTo>
                    <a:pt x="362519" y="173004"/>
                  </a:lnTo>
                  <a:lnTo>
                    <a:pt x="363575" y="168718"/>
                  </a:lnTo>
                  <a:lnTo>
                    <a:pt x="363931" y="164317"/>
                  </a:lnTo>
                  <a:lnTo>
                    <a:pt x="363931" y="27431"/>
                  </a:lnTo>
                  <a:lnTo>
                    <a:pt x="363575" y="23031"/>
                  </a:lnTo>
                  <a:lnTo>
                    <a:pt x="362519" y="18745"/>
                  </a:lnTo>
                  <a:lnTo>
                    <a:pt x="360789" y="14683"/>
                  </a:lnTo>
                  <a:lnTo>
                    <a:pt x="358429" y="10952"/>
                  </a:lnTo>
                  <a:lnTo>
                    <a:pt x="355502" y="7647"/>
                  </a:lnTo>
                  <a:lnTo>
                    <a:pt x="352082" y="4855"/>
                  </a:lnTo>
                  <a:lnTo>
                    <a:pt x="348259" y="2648"/>
                  </a:lnTo>
                  <a:lnTo>
                    <a:pt x="344131" y="1083"/>
                  </a:lnTo>
                  <a:lnTo>
                    <a:pt x="339805" y="200"/>
                  </a:lnTo>
                  <a:lnTo>
                    <a:pt x="33649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tx9133"/>
            <p:cNvSpPr/>
            <p:nvPr/>
          </p:nvSpPr>
          <p:spPr>
            <a:xfrm>
              <a:off x="4544823" y="1832356"/>
              <a:ext cx="27249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9134" name="pg9134"/>
            <p:cNvSpPr/>
            <p:nvPr/>
          </p:nvSpPr>
          <p:spPr>
            <a:xfrm>
              <a:off x="4133807" y="2524488"/>
              <a:ext cx="402701" cy="191749"/>
            </a:xfrm>
            <a:custGeom>
              <a:avLst/>
              <a:pathLst>
                <a:path w="402701" h="191749">
                  <a:moveTo>
                    <a:pt x="27432" y="191749"/>
                  </a:moveTo>
                  <a:lnTo>
                    <a:pt x="375269" y="191749"/>
                  </a:lnTo>
                  <a:lnTo>
                    <a:pt x="374165" y="191727"/>
                  </a:lnTo>
                  <a:lnTo>
                    <a:pt x="378576" y="191549"/>
                  </a:lnTo>
                  <a:lnTo>
                    <a:pt x="382901" y="190666"/>
                  </a:lnTo>
                  <a:lnTo>
                    <a:pt x="387029" y="189101"/>
                  </a:lnTo>
                  <a:lnTo>
                    <a:pt x="390852" y="186893"/>
                  </a:lnTo>
                  <a:lnTo>
                    <a:pt x="394272" y="184101"/>
                  </a:lnTo>
                  <a:lnTo>
                    <a:pt x="397200" y="180797"/>
                  </a:lnTo>
                  <a:lnTo>
                    <a:pt x="399559" y="177065"/>
                  </a:lnTo>
                  <a:lnTo>
                    <a:pt x="401290" y="173004"/>
                  </a:lnTo>
                  <a:lnTo>
                    <a:pt x="402346" y="168718"/>
                  </a:lnTo>
                  <a:lnTo>
                    <a:pt x="402701" y="164317"/>
                  </a:lnTo>
                  <a:lnTo>
                    <a:pt x="402701" y="27431"/>
                  </a:lnTo>
                  <a:lnTo>
                    <a:pt x="402346" y="23031"/>
                  </a:lnTo>
                  <a:lnTo>
                    <a:pt x="401290" y="18745"/>
                  </a:lnTo>
                  <a:lnTo>
                    <a:pt x="399559" y="14683"/>
                  </a:lnTo>
                  <a:lnTo>
                    <a:pt x="397200" y="10952"/>
                  </a:lnTo>
                  <a:lnTo>
                    <a:pt x="394272" y="7647"/>
                  </a:lnTo>
                  <a:lnTo>
                    <a:pt x="390852" y="4855"/>
                  </a:lnTo>
                  <a:lnTo>
                    <a:pt x="387029" y="2648"/>
                  </a:lnTo>
                  <a:lnTo>
                    <a:pt x="382901" y="1083"/>
                  </a:lnTo>
                  <a:lnTo>
                    <a:pt x="378576" y="200"/>
                  </a:lnTo>
                  <a:lnTo>
                    <a:pt x="37526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tx9135"/>
            <p:cNvSpPr/>
            <p:nvPr/>
          </p:nvSpPr>
          <p:spPr>
            <a:xfrm>
              <a:off x="4179527" y="2570208"/>
              <a:ext cx="31126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9136" name="tx91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7" name="tx91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38" name="tx91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9" name="tx91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0" name="tx91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1" name="tx91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2" name="tx91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3" name="tx91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4" name="tx91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5" name="tx91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6" name="tx91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7" name="tx91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8" name="tx91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9" name="tx91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0" name="tx91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1" name="tx91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2" name="tx91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3" name="tx91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4" name="tx91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5" name="tx91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6" name="tx91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7" name="tx91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8" name="tx91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9" name="tx91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0" name="tx91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1" name="tx91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2" name="tx91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3" name="tx91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4" name="tx91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5" name="tx91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6" name="tx91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7" name="tx91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8" name="tx91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9" name="tx91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0" name="tx91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1" name="tx91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2" name="tx91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3" name="tx91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4" name="tx91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5" name="tx91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6" name="tx91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7" name="tx91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8" name="tx91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9" name="tx91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0" name="tx91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1" name="tx91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2" name="tx91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3" name="tx91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4" name="tx91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5" name="tx91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6" name="tx91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7" name="tx91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8" name="tx91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9" name="tx91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0" name="tx91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1" name="tx91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2" name="tx91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3" name="tx91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4" name="tx91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5" name="tx91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6" name="tx91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7" name="tx91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8" name="tx91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9" name="tx91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0" name="tx92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1" name="tx92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2" name="tx92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3" name="tx92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4" name="tx92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5" name="tx92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6" name="tx92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7" name="tx92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8" name="tx92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9" name="tx92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0" name="tx92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1" name="tx92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2" name="tx92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3" name="tx92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4" name="tx92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5" name="tx92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6" name="tx92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7" name="tx92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8" name="tx92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9" name="tx92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0" name="tx92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1" name="tx92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2" name="tx92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3" name="tx92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4" name="tx92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5" name="tx92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6" name="tx92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7" name="tx92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8" name="tx92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9" name="tx92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0" name="tx92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1" name="tx92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2" name="tx92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3" name="tx92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4" name="tx92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5" name="tx92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6" name="tx92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7" name="tx92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8" name="tx92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9" name="tx92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0" name="tx92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1" name="tx92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2" name="tx92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3" name="tx92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4" name="tx92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5" name="tx92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6" name="tx92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7" name="tx92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8" name="tx92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9" name="tx92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0" name="tx92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1" name="tx92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2" name="tx92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3" name="tx92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4" name="tx92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5" name="tx92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6" name="tx92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7" name="tx92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8" name="tx92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9" name="tx92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0" name="tx92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1" name="tx92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2" name="tx92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3" name="tx92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4" name="tx92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5" name="tx92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6" name="tx92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7" name="tx92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8" name="tx92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9" name="tx92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0" name="tx92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1" name="tx92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2" name="tx92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3" name="tx92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4" name="tx92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5" name="tx92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6" name="tx92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7" name="tx92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8" name="tx92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9" name="tx92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0" name="tx92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1" name="tx92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2" name="tx92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3" name="tx92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4" name="tx92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5" name="tx92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6" name="tx92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7" name="tx92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8" name="tx92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9" name="tx92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0" name="tx92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1" name="tx92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2" name="tx92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3" name="tx92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4" name="tx92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5" name="tx92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6" name="tx92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7" name="tx92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8" name="tx92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9" name="tx92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0" name="tx93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1" name="tx93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2" name="tx93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3" name="tx93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4" name="tx93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5" name="tx93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6" name="tx93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7" name="tx93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8" name="tx93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9" name="tx93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0" name="tx93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1" name="tx93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2" name="tx93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3" name="tx93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4" name="tx93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5" name="tx93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6" name="tx93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7" name="tx93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8" name="tx93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9" name="tx93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0" name="tx93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1" name="tx93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2" name="tx93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3" name="tx93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4" name="tx93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5" name="tx93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6" name="tx93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7" name="tx93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8" name="tx93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9" name="tx93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0" name="tx93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1" name="tx93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2" name="tx93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3" name="tx93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4" name="tx93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5" name="tx93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6" name="tx93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7" name="tx93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8" name="tx93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9" name="tx93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0" name="tx93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1" name="tx93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2" name="tx93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3" name="tx93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4" name="tx93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5" name="tx93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6" name="tx93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7" name="tx93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8" name="tx93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9" name="tx93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0" name="tx93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1" name="tx93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2" name="tx93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3" name="tx93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4" name="tx93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5" name="tx93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6" name="tx93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7" name="tx93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8" name="tx93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9" name="tx93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0" name="tx93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1" name="tx93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2" name="tx93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3" name="tx93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4" name="tx93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5" name="tx93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6" name="tx93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7" name="tx93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8" name="tx93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9" name="tx93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0" name="tx93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1" name="tx93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2" name="tx93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3" name="tx93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4" name="tx93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5" name="tx93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6" name="tx93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7" name="tx93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8" name="tx93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9" name="tx93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0" name="tx93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1" name="tx93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2" name="tx93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3" name="tx93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4" name="tx93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5" name="tx93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6" name="tx93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7" name="tx93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8" name="tx93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9" name="tx93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0" name="tx93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1" name="tx93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2" name="tx93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3" name="tx93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4" name="tx93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5" name="tx93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6" name="tx93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7" name="tx93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8" name="tx93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9" name="tx93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0" name="tx94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1" name="tx94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2" name="tx94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3" name="tx94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4" name="tx94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5" name="tx94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6" name="tx94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7" name="tx94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8" name="tx94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9" name="tx94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0" name="tx94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1" name="tx94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2" name="tx94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3" name="tx94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4" name="tx94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5" name="tx94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6" name="tx94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7" name="tx94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8" name="tx94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9" name="tx94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0" name="tx94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1" name="tx94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2" name="tx94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3" name="tx94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4" name="tx94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5" name="tx94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6" name="tx94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7" name="tx94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8" name="tx94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9" name="tx94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0" name="tx94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1" name="tx94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2" name="tx94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3" name="tx94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4" name="tx94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5" name="tx94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6" name="tx94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7" name="tx94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8" name="tx94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9" name="tx94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0" name="tx94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1" name="tx94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2" name="tx94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3" name="tx94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4" name="tx94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5" name="tx94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6" name="tx94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7" name="tx94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8" name="tx94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9" name="tx94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0" name="tx94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1" name="tx94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2" name="tx94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3" name="tx94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4" name="tx94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5" name="tx94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6" name="tx94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7" name="tx94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8" name="tx94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9" name="tx94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0" name="tx94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1" name="tx94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2" name="tx94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3" name="tx94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4" name="tx94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5" name="tx94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6" name="tx94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7" name="tx94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8" name="tx94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9" name="tx94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0" name="tx94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1" name="tx94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2" name="tx94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3" name="tx94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4" name="tx94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5" name="tx94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6" name="tx94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7" name="tx94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8" name="tx94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9" name="tx94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0" name="tx94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1" name="tx94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2" name="tx94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3" name="tx94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4" name="tx94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5" name="tx94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6" name="tx94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7" name="tx94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8" name="tx94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9" name="tx94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0" name="tx94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1" name="tx94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2" name="tx94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3" name="tx94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4" name="tx94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5" name="tx94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6" name="tx94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7" name="tx94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8" name="tx94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9" name="tx94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0" name="tx95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1" name="tx95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2" name="tx95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3" name="tx95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4" name="tx95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5" name="tx95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6" name="tx95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7" name="tx95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8" name="tx95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9" name="tx95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0" name="tx95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1" name="tx95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2" name="tx95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3" name="tx95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4" name="tx95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5" name="tx95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6" name="tx95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7" name="tx95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8" name="tx95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9" name="tx95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0" name="tx95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1" name="tx95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2" name="tx95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3" name="tx95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4" name="tx95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5" name="tx95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6" name="tx95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7" name="tx95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8" name="tx95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9" name="tx95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0" name="tx95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1" name="tx95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2" name="tx95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3" name="tx95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4" name="tx95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5" name="tx95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6" name="tx95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7" name="tx95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8" name="tx95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9" name="tx95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0" name="tx95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1" name="tx95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2" name="tx95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3" name="tx95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4" name="tx95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5" name="tx95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6" name="tx95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7" name="tx95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8" name="tx95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9" name="tx95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0" name="tx95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1" name="tx95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2" name="tx95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3" name="tx95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4" name="tx95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5" name="tx95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6" name="tx95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7" name="tx95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8" name="tx95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9" name="tx95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0" name="tx95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1" name="tx95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2" name="tx95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3" name="tx95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4" name="tx95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5" name="tx95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6" name="tx95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7" name="tx95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8" name="tx95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9" name="tx95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0" name="tx95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1" name="tx95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2" name="tx95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3" name="tx95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4" name="tx95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5" name="tx95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6" name="tx95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7" name="tx95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8" name="tx95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9" name="tx95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0" name="tx95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1" name="tx95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2" name="tx95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3" name="tx95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4" name="tx95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5" name="tx95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6" name="tx95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7" name="tx95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8" name="tx95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9" name="tx95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0" name="tx95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1" name="tx95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2" name="tx95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3" name="tx95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4" name="tx95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5" name="tx95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6" name="tx95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7" name="tx95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8" name="tx95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9" name="tx95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0" name="tx96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1" name="tx96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2" name="tx96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3" name="tx96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4" name="tx96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5" name="tx96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6" name="tx96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7" name="tx96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8" name="tx96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9" name="tx96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0" name="tx96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1" name="tx96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2" name="tx96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3" name="tx96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4" name="tx96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5" name="tx96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6" name="tx96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7" name="tx96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8" name="tx96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9" name="tx96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0" name="tx96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1" name="tx96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2" name="tx96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3" name="tx96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4" name="tx96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5" name="tx96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6" name="tx96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7" name="tx96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8" name="tx96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9" name="tx96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0" name="tx96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1" name="tx96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2" name="tx96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3" name="tx96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4" name="tx96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5" name="tx96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6" name="tx96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7" name="tx96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8" name="tx96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9" name="tx96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0" name="tx96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1" name="tx96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2" name="tx96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3" name="tx96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4" name="tx96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5" name="tx96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6" name="tx96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7" name="tx96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8" name="tx96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9" name="tx96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0" name="tx96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1" name="tx96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2" name="tx96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3" name="tx96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4" name="tx96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5" name="tx96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6" name="tx96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7" name="tx96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8" name="tx96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9" name="tx96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0" name="tx96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1" name="tx96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2" name="tx96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3" name="tx96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4" name="tx96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5" name="tx96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6" name="tx96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7" name="tx96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8" name="tx96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9" name="tx96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0" name="tx96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1" name="tx96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3" name="tx96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4" name="tx96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5" name="tx96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6" name="tx96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7" name="tx96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8" name="tx96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9" name="tx96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0" name="tx96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1" name="tx96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2" name="tx96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3" name="tx96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4" name="tx96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5" name="tx96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6" name="tx96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7" name="tx96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8" name="tx96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9" name="tx96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0" name="tx96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1" name="tx96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2" name="tx96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3" name="tx96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4" name="tx96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5" name="tx96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6" name="tx96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7" name="tx96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8" name="tx96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9" name="tx96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0" name="tx97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1" name="tx97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2" name="tx97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3" name="tx97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4" name="tx97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5" name="tx97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6" name="tx97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7" name="tx97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8" name="tx97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9" name="tx97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0" name="tx97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1" name="tx97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2" name="tx97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3" name="tx97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4" name="tx97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5" name="tx97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6" name="tx97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7" name="tx97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8" name="tx97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9" name="tx97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0" name="tx97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1" name="tx97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2" name="tx97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3" name="tx97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4" name="tx97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5" name="tx97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6" name="tx97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7" name="tx97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8" name="tx97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9" name="tx97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0" name="tx97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1" name="tx97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2" name="tx97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3" name="tx97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4" name="tx97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5" name="tx97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6" name="tx97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7" name="tx97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8" name="tx97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9" name="tx97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0" name="tx97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1" name="tx97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2" name="tx97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3" name="tx97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4" name="tx97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5" name="tx97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6" name="tx97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7" name="tx97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8" name="tx97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9" name="tx97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0" name="tx97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1" name="tx97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2" name="tx97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3" name="tx97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4" name="tx97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5" name="tx97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6" name="tx97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7" name="tx97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8" name="tx97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9" name="tx97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0" name="tx97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1" name="tx97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2" name="tx97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3" name="tx97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4" name="tx97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5" name="tx97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6" name="tx97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7" name="tx97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8" name="tx97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9" name="tx97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0" name="tx97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1" name="tx97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2" name="tx97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3" name="tx97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4" name="tx97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5" name="tx97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6" name="tx97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7" name="tx97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8" name="tx97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9" name="tx97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0" name="tx97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1" name="tx97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2" name="tx97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3" name="tx97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4" name="tx97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5" name="tx97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6" name="tx97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7" name="tx97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8" name="tx97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9" name="tx97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0" name="tx97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1" name="tx97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2" name="tx97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3" name="tx97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4" name="tx97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5" name="tx97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6" name="tx97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7" name="tx97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8" name="tx97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9" name="tx97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0" name="tx98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1" name="tx98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2" name="tx98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3" name="tx98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4" name="tx98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5" name="tx98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6" name="tx98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7" name="tx98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8" name="tx98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9" name="tx98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0" name="tx98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1" name="tx98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2" name="tx98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3" name="tx98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4" name="tx98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5" name="tx98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6" name="tx98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7" name="tx98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8" name="tx98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9" name="tx98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0" name="tx98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1" name="tx98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2" name="tx98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3" name="tx98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4" name="tx98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5" name="tx98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6" name="tx98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7" name="tx98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8" name="tx98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9" name="tx98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0" name="tx98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1" name="tx98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2" name="tx98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3" name="tx98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4" name="tx98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5" name="tx98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6" name="tx98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7" name="tx98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8" name="tx98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9" name="tx98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0" name="tx98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1" name="tx98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2" name="tx98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3" name="tx98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4" name="tx98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5" name="tx98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6" name="tx98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7" name="tx98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8" name="tx98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9" name="tx98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0" name="tx98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1" name="tx98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2" name="tx98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3" name="tx98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4" name="tx98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5" name="tx98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6" name="tx98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7" name="tx98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8" name="tx98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9" name="tx98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0" name="tx98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1" name="tx98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2" name="tx98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3" name="tx98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4" name="tx98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5" name="tx98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6" name="tx98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7" name="tx98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8" name="tx98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9" name="tx98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0" name="tx98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1" name="tx98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2" name="tx98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3" name="tx98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4" name="tx98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5" name="tx98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6" name="tx98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7" name="tx98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8" name="tx98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9" name="tx98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0" name="tx98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1" name="tx98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2" name="tx98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3" name="tx98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4" name="tx98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5" name="tx98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6" name="tx98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7" name="tx98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8" name="tx98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9" name="tx98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0" name="tx98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1" name="tx98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2" name="tx98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3" name="tx98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4" name="tx98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5" name="tx98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6" name="tx98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7" name="tx98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8" name="tx98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9" name="tx98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0" name="tx99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1" name="tx99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2" name="tx99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3" name="tx99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4" name="tx99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5" name="tx99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6" name="tx99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7" name="tx99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8" name="tx99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9" name="tx99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0" name="tx99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1" name="tx99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2" name="tx99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3" name="tx99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4" name="tx99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5" name="tx99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6" name="tx99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7" name="tx99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8" name="tx99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9" name="tx99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0" name="tx99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1" name="tx99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2" name="tx99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3" name="tx99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4" name="tx99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5" name="tx99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6" name="tx99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7" name="tx99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8" name="tx99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9" name="tx99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0" name="tx99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1" name="tx99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2" name="tx99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3" name="tx99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4" name="tx99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5" name="tx99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6" name="tx99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7" name="tx99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8" name="tx99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9" name="tx99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0" name="tx99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1" name="tx99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2" name="tx99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3" name="tx99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4" name="tx99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5" name="tx99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6" name="tx99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7" name="tx99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8" name="tx99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9" name="tx99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0" name="tx99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1" name="tx99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2" name="tx99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3" name="tx99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4" name="tx99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5" name="tx99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6" name="tx99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7" name="tx99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8" name="tx99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9" name="tx99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0" name="tx99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1" name="tx99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2" name="tx99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3" name="tx99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4" name="tx99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5" name="tx99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6" name="tx99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7" name="tx99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8" name="tx99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9" name="tx99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0" name="tx99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1" name="tx99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2" name="tx99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3" name="tx99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4" name="tx99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5" name="tx99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6" name="tx99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7" name="tx99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8" name="tx99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9" name="tx99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0" name="tx99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1" name="tx99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2" name="tx99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3" name="tx99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4" name="tx99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5" name="tx99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6" name="tx99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7" name="tx99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8" name="tx99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9" name="tx99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0" name="tx99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1" name="tx99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2" name="tx99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3" name="tx99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4" name="tx99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5" name="tx99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6" name="tx99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7" name="tx99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8" name="tx99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9" name="tx99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0" name="tx100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1" name="tx100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2" name="tx100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3" name="tx100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4" name="tx100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5" name="tx100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6" name="tx100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7" name="tx100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8" name="tx100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9" name="tx100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0" name="tx100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1" name="tx100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2" name="tx100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3" name="tx100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4" name="tx100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5" name="tx100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6" name="tx100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7" name="tx100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8" name="tx100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9" name="tx100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0" name="tx100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1" name="tx100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2" name="tx100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3" name="tx100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4" name="tx100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5" name="tx100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6" name="tx100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7" name="tx100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8" name="tx100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9" name="tx100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0" name="tx100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1" name="tx100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2" name="tx100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3" name="tx100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4" name="tx100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5" name="tx100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6" name="tx100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7" name="tx100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8" name="tx100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9" name="tx100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0" name="tx100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1" name="tx100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2" name="tx100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3" name="tx100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4" name="tx100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5" name="tx100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6" name="tx100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7" name="tx100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8" name="tx100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9" name="tx100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0" name="tx100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1" name="tx100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2" name="tx100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3" name="tx100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4" name="tx100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5" name="tx100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6" name="tx100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7" name="tx100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8" name="tx100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9" name="tx100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0" name="tx100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1" name="tx100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2" name="tx100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3" name="tx100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4" name="tx100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5" name="tx100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6" name="tx100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7" name="tx100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8" name="tx100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9" name="tx100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0" name="tx100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1" name="tx100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2" name="tx100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3" name="tx100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4" name="tx100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5" name="tx100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6" name="tx100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7" name="tx100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8" name="tx100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9" name="tx100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0" name="tx100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1" name="tx100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2" name="tx100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3" name="tx100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4" name="tx100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5" name="tx100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6" name="tx100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7" name="tx100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8" name="tx100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9" name="tx100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0" name="tx100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1" name="tx100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2" name="tx100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3" name="tx100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4" name="tx100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5" name="tx100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6" name="tx100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7" name="tx100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8" name="tx100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9" name="tx100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0" name="tx101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1" name="tx101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2" name="tx101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3" name="tx101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4" name="rc10104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5" name="tx10105"/>
            <p:cNvSpPr/>
            <p:nvPr/>
          </p:nvSpPr>
          <p:spPr>
            <a:xfrm>
              <a:off x="2151360" y="400889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10106" name="tx10106"/>
            <p:cNvSpPr/>
            <p:nvPr/>
          </p:nvSpPr>
          <p:spPr>
            <a:xfrm>
              <a:off x="2275718" y="399042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07" name="tx10107"/>
            <p:cNvSpPr/>
            <p:nvPr/>
          </p:nvSpPr>
          <p:spPr>
            <a:xfrm>
              <a:off x="2320432" y="4008899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08" name="tx10108"/>
            <p:cNvSpPr/>
            <p:nvPr/>
          </p:nvSpPr>
          <p:spPr>
            <a:xfrm>
              <a:off x="2151360" y="366413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10109" name="tx10109"/>
            <p:cNvSpPr/>
            <p:nvPr/>
          </p:nvSpPr>
          <p:spPr>
            <a:xfrm>
              <a:off x="2275718" y="364565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0" name="tx10110"/>
            <p:cNvSpPr/>
            <p:nvPr/>
          </p:nvSpPr>
          <p:spPr>
            <a:xfrm>
              <a:off x="2320432" y="3664130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1" name="tx10111"/>
            <p:cNvSpPr/>
            <p:nvPr/>
          </p:nvSpPr>
          <p:spPr>
            <a:xfrm>
              <a:off x="2151360" y="331954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56</a:t>
              </a:r>
            </a:p>
          </p:txBody>
        </p:sp>
        <p:sp>
          <p:nvSpPr>
            <p:cNvPr id="10112" name="tx10112"/>
            <p:cNvSpPr/>
            <p:nvPr/>
          </p:nvSpPr>
          <p:spPr>
            <a:xfrm>
              <a:off x="2275718" y="3301073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3" name="tx10113"/>
            <p:cNvSpPr/>
            <p:nvPr/>
          </p:nvSpPr>
          <p:spPr>
            <a:xfrm>
              <a:off x="2320432" y="3319544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4" name="tx10114"/>
            <p:cNvSpPr/>
            <p:nvPr/>
          </p:nvSpPr>
          <p:spPr>
            <a:xfrm>
              <a:off x="2151360" y="297459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57</a:t>
              </a:r>
            </a:p>
          </p:txBody>
        </p:sp>
        <p:sp>
          <p:nvSpPr>
            <p:cNvPr id="10115" name="tx10115"/>
            <p:cNvSpPr/>
            <p:nvPr/>
          </p:nvSpPr>
          <p:spPr>
            <a:xfrm>
              <a:off x="2275718" y="295612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6" name="tx10116"/>
            <p:cNvSpPr/>
            <p:nvPr/>
          </p:nvSpPr>
          <p:spPr>
            <a:xfrm>
              <a:off x="2320432" y="297459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7" name="tx10117"/>
            <p:cNvSpPr/>
            <p:nvPr/>
          </p:nvSpPr>
          <p:spPr>
            <a:xfrm>
              <a:off x="2151360" y="263000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58</a:t>
              </a:r>
            </a:p>
          </p:txBody>
        </p:sp>
        <p:sp>
          <p:nvSpPr>
            <p:cNvPr id="10118" name="tx10118"/>
            <p:cNvSpPr/>
            <p:nvPr/>
          </p:nvSpPr>
          <p:spPr>
            <a:xfrm>
              <a:off x="2275718" y="261153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9" name="tx10119"/>
            <p:cNvSpPr/>
            <p:nvPr/>
          </p:nvSpPr>
          <p:spPr>
            <a:xfrm>
              <a:off x="2320432" y="263000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0" name="tx10120"/>
            <p:cNvSpPr/>
            <p:nvPr/>
          </p:nvSpPr>
          <p:spPr>
            <a:xfrm>
              <a:off x="2151360" y="228523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59</a:t>
              </a:r>
            </a:p>
          </p:txBody>
        </p:sp>
        <p:sp>
          <p:nvSpPr>
            <p:cNvPr id="10121" name="tx10121"/>
            <p:cNvSpPr/>
            <p:nvPr/>
          </p:nvSpPr>
          <p:spPr>
            <a:xfrm>
              <a:off x="2275718" y="226676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2" name="tx10122"/>
            <p:cNvSpPr/>
            <p:nvPr/>
          </p:nvSpPr>
          <p:spPr>
            <a:xfrm>
              <a:off x="2320432" y="228523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3" name="tx10123"/>
            <p:cNvSpPr/>
            <p:nvPr/>
          </p:nvSpPr>
          <p:spPr>
            <a:xfrm>
              <a:off x="2151360" y="194046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0124" name="tx10124"/>
            <p:cNvSpPr/>
            <p:nvPr/>
          </p:nvSpPr>
          <p:spPr>
            <a:xfrm>
              <a:off x="2275718" y="192199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5" name="tx10125"/>
            <p:cNvSpPr/>
            <p:nvPr/>
          </p:nvSpPr>
          <p:spPr>
            <a:xfrm>
              <a:off x="2320432" y="194046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6" name="tx10126"/>
            <p:cNvSpPr/>
            <p:nvPr/>
          </p:nvSpPr>
          <p:spPr>
            <a:xfrm>
              <a:off x="2151360" y="1595697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61</a:t>
              </a:r>
            </a:p>
          </p:txBody>
        </p:sp>
        <p:sp>
          <p:nvSpPr>
            <p:cNvPr id="10127" name="tx10127"/>
            <p:cNvSpPr/>
            <p:nvPr/>
          </p:nvSpPr>
          <p:spPr>
            <a:xfrm>
              <a:off x="2275718" y="157722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8" name="tx10128"/>
            <p:cNvSpPr/>
            <p:nvPr/>
          </p:nvSpPr>
          <p:spPr>
            <a:xfrm>
              <a:off x="2320432" y="1595697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9" name="pl10129"/>
            <p:cNvSpPr/>
            <p:nvPr/>
          </p:nvSpPr>
          <p:spPr>
            <a:xfrm>
              <a:off x="2428918" y="40495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0" name="pl10130"/>
            <p:cNvSpPr/>
            <p:nvPr/>
          </p:nvSpPr>
          <p:spPr>
            <a:xfrm>
              <a:off x="2428918" y="37048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1" name="pl10131"/>
            <p:cNvSpPr/>
            <p:nvPr/>
          </p:nvSpPr>
          <p:spPr>
            <a:xfrm>
              <a:off x="2428918" y="33600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2" name="pl10132"/>
            <p:cNvSpPr/>
            <p:nvPr/>
          </p:nvSpPr>
          <p:spPr>
            <a:xfrm>
              <a:off x="2428918" y="30152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3" name="pl10133"/>
            <p:cNvSpPr/>
            <p:nvPr/>
          </p:nvSpPr>
          <p:spPr>
            <a:xfrm>
              <a:off x="2428918" y="26705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4" name="pl10134"/>
            <p:cNvSpPr/>
            <p:nvPr/>
          </p:nvSpPr>
          <p:spPr>
            <a:xfrm>
              <a:off x="2428918" y="23257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5" name="pl10135"/>
            <p:cNvSpPr/>
            <p:nvPr/>
          </p:nvSpPr>
          <p:spPr>
            <a:xfrm>
              <a:off x="2428918" y="19809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6" name="pl10136"/>
            <p:cNvSpPr/>
            <p:nvPr/>
          </p:nvSpPr>
          <p:spPr>
            <a:xfrm>
              <a:off x="2428918" y="163620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7" name="pl10137"/>
            <p:cNvSpPr/>
            <p:nvPr/>
          </p:nvSpPr>
          <p:spPr>
            <a:xfrm>
              <a:off x="2574859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8" name="pl10138"/>
            <p:cNvSpPr/>
            <p:nvPr/>
          </p:nvSpPr>
          <p:spPr>
            <a:xfrm>
              <a:off x="2945348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9" name="pl10139"/>
            <p:cNvSpPr/>
            <p:nvPr/>
          </p:nvSpPr>
          <p:spPr>
            <a:xfrm>
              <a:off x="3315837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0" name="pl10140"/>
            <p:cNvSpPr/>
            <p:nvPr/>
          </p:nvSpPr>
          <p:spPr>
            <a:xfrm>
              <a:off x="3686326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1" name="pl10141"/>
            <p:cNvSpPr/>
            <p:nvPr/>
          </p:nvSpPr>
          <p:spPr>
            <a:xfrm>
              <a:off x="405681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2" name="pl10142"/>
            <p:cNvSpPr/>
            <p:nvPr/>
          </p:nvSpPr>
          <p:spPr>
            <a:xfrm>
              <a:off x="4427303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3" name="pl10143"/>
            <p:cNvSpPr/>
            <p:nvPr/>
          </p:nvSpPr>
          <p:spPr>
            <a:xfrm>
              <a:off x="4797792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4" name="tx10144"/>
            <p:cNvSpPr/>
            <p:nvPr/>
          </p:nvSpPr>
          <p:spPr>
            <a:xfrm>
              <a:off x="2468606" y="4233255"/>
              <a:ext cx="9326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</a:t>
              </a:r>
            </a:p>
          </p:txBody>
        </p:sp>
        <p:sp>
          <p:nvSpPr>
            <p:cNvPr id="10145" name="tx10145"/>
            <p:cNvSpPr/>
            <p:nvPr/>
          </p:nvSpPr>
          <p:spPr>
            <a:xfrm>
              <a:off x="25618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6" name="tx10146"/>
            <p:cNvSpPr/>
            <p:nvPr/>
          </p:nvSpPr>
          <p:spPr>
            <a:xfrm>
              <a:off x="26065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47" name="tx10147"/>
            <p:cNvSpPr/>
            <p:nvPr/>
          </p:nvSpPr>
          <p:spPr>
            <a:xfrm>
              <a:off x="2823550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148" name="tx10148"/>
            <p:cNvSpPr/>
            <p:nvPr/>
          </p:nvSpPr>
          <p:spPr>
            <a:xfrm>
              <a:off x="2947908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9" name="tx10149"/>
            <p:cNvSpPr/>
            <p:nvPr/>
          </p:nvSpPr>
          <p:spPr>
            <a:xfrm>
              <a:off x="2992623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0" name="tx10150"/>
            <p:cNvSpPr/>
            <p:nvPr/>
          </p:nvSpPr>
          <p:spPr>
            <a:xfrm>
              <a:off x="3194039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10151" name="tx10151"/>
            <p:cNvSpPr/>
            <p:nvPr/>
          </p:nvSpPr>
          <p:spPr>
            <a:xfrm>
              <a:off x="3318397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2" name="tx10152"/>
            <p:cNvSpPr/>
            <p:nvPr/>
          </p:nvSpPr>
          <p:spPr>
            <a:xfrm>
              <a:off x="3363111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3" name="tx10153"/>
            <p:cNvSpPr/>
            <p:nvPr/>
          </p:nvSpPr>
          <p:spPr>
            <a:xfrm>
              <a:off x="3564528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0154" name="tx10154"/>
            <p:cNvSpPr/>
            <p:nvPr/>
          </p:nvSpPr>
          <p:spPr>
            <a:xfrm>
              <a:off x="3688886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5" name="tx10155"/>
            <p:cNvSpPr/>
            <p:nvPr/>
          </p:nvSpPr>
          <p:spPr>
            <a:xfrm>
              <a:off x="3733600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6" name="tx10156"/>
            <p:cNvSpPr/>
            <p:nvPr/>
          </p:nvSpPr>
          <p:spPr>
            <a:xfrm>
              <a:off x="3935017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0157" name="tx10157"/>
            <p:cNvSpPr/>
            <p:nvPr/>
          </p:nvSpPr>
          <p:spPr>
            <a:xfrm>
              <a:off x="40593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8" name="tx10158"/>
            <p:cNvSpPr/>
            <p:nvPr/>
          </p:nvSpPr>
          <p:spPr>
            <a:xfrm>
              <a:off x="41040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9" name="tx10159"/>
            <p:cNvSpPr/>
            <p:nvPr/>
          </p:nvSpPr>
          <p:spPr>
            <a:xfrm>
              <a:off x="4305505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10160" name="tx10160"/>
            <p:cNvSpPr/>
            <p:nvPr/>
          </p:nvSpPr>
          <p:spPr>
            <a:xfrm>
              <a:off x="4429864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1" name="tx10161"/>
            <p:cNvSpPr/>
            <p:nvPr/>
          </p:nvSpPr>
          <p:spPr>
            <a:xfrm>
              <a:off x="4474578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2" name="tx10162"/>
            <p:cNvSpPr/>
            <p:nvPr/>
          </p:nvSpPr>
          <p:spPr>
            <a:xfrm>
              <a:off x="4675994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163" name="tx10163"/>
            <p:cNvSpPr/>
            <p:nvPr/>
          </p:nvSpPr>
          <p:spPr>
            <a:xfrm>
              <a:off x="4800353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4" name="tx10164"/>
            <p:cNvSpPr/>
            <p:nvPr/>
          </p:nvSpPr>
          <p:spPr>
            <a:xfrm>
              <a:off x="4845067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5" name="tx10165"/>
            <p:cNvSpPr/>
            <p:nvPr/>
          </p:nvSpPr>
          <p:spPr>
            <a:xfrm>
              <a:off x="3379362" y="4372931"/>
              <a:ext cx="61392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10166" name="tx10166"/>
            <p:cNvSpPr/>
            <p:nvPr/>
          </p:nvSpPr>
          <p:spPr>
            <a:xfrm rot="-5400000">
              <a:off x="1788433" y="2792880"/>
              <a:ext cx="49734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10167" name="rc10167"/>
            <p:cNvSpPr/>
            <p:nvPr/>
          </p:nvSpPr>
          <p:spPr>
            <a:xfrm>
              <a:off x="5048117" y="2049696"/>
              <a:ext cx="737195" cy="15864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68" name="tx10168"/>
            <p:cNvSpPr/>
            <p:nvPr/>
          </p:nvSpPr>
          <p:spPr>
            <a:xfrm>
              <a:off x="5117706" y="2134007"/>
              <a:ext cx="5980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</a:t>
              </a:r>
            </a:p>
          </p:txBody>
        </p:sp>
        <p:sp>
          <p:nvSpPr>
            <p:cNvPr id="10169" name="tx10169"/>
            <p:cNvSpPr/>
            <p:nvPr/>
          </p:nvSpPr>
          <p:spPr>
            <a:xfrm>
              <a:off x="5117706" y="2284883"/>
              <a:ext cx="3703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Offset</a:t>
              </a:r>
            </a:p>
          </p:txBody>
        </p:sp>
        <p:pic>
          <p:nvPicPr>
            <p:cNvPr id="10170" name="pic101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17706" y="2469230"/>
              <a:ext cx="219455" cy="1097280"/>
            </a:xfrm>
            <a:prstGeom prst="rect">
              <a:avLst/>
            </a:prstGeom>
          </p:spPr>
        </p:pic>
        <p:sp>
          <p:nvSpPr>
            <p:cNvPr id="10171" name="pl10171"/>
            <p:cNvSpPr/>
            <p:nvPr/>
          </p:nvSpPr>
          <p:spPr>
            <a:xfrm>
              <a:off x="5293271" y="356468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2" name="pl10172"/>
            <p:cNvSpPr/>
            <p:nvPr/>
          </p:nvSpPr>
          <p:spPr>
            <a:xfrm>
              <a:off x="5293271" y="338241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3" name="pl10173"/>
            <p:cNvSpPr/>
            <p:nvPr/>
          </p:nvSpPr>
          <p:spPr>
            <a:xfrm>
              <a:off x="5293271" y="320014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4" name="pl10174"/>
            <p:cNvSpPr/>
            <p:nvPr/>
          </p:nvSpPr>
          <p:spPr>
            <a:xfrm>
              <a:off x="5293271" y="301787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5" name="pl10175"/>
            <p:cNvSpPr/>
            <p:nvPr/>
          </p:nvSpPr>
          <p:spPr>
            <a:xfrm>
              <a:off x="5293271" y="283559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6" name="pl10176"/>
            <p:cNvSpPr/>
            <p:nvPr/>
          </p:nvSpPr>
          <p:spPr>
            <a:xfrm>
              <a:off x="5293271" y="265332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7" name="pl10177"/>
            <p:cNvSpPr/>
            <p:nvPr/>
          </p:nvSpPr>
          <p:spPr>
            <a:xfrm>
              <a:off x="5293271" y="2471058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8" name="pl10178"/>
            <p:cNvSpPr/>
            <p:nvPr/>
          </p:nvSpPr>
          <p:spPr>
            <a:xfrm>
              <a:off x="5117706" y="356468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9" name="pl10179"/>
            <p:cNvSpPr/>
            <p:nvPr/>
          </p:nvSpPr>
          <p:spPr>
            <a:xfrm>
              <a:off x="5117706" y="338241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0" name="pl10180"/>
            <p:cNvSpPr/>
            <p:nvPr/>
          </p:nvSpPr>
          <p:spPr>
            <a:xfrm>
              <a:off x="5117706" y="320014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1" name="pl10181"/>
            <p:cNvSpPr/>
            <p:nvPr/>
          </p:nvSpPr>
          <p:spPr>
            <a:xfrm>
              <a:off x="5117706" y="301787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2" name="pl10182"/>
            <p:cNvSpPr/>
            <p:nvPr/>
          </p:nvSpPr>
          <p:spPr>
            <a:xfrm>
              <a:off x="5117706" y="283559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3" name="pl10183"/>
            <p:cNvSpPr/>
            <p:nvPr/>
          </p:nvSpPr>
          <p:spPr>
            <a:xfrm>
              <a:off x="5117706" y="265332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4" name="pl10184"/>
            <p:cNvSpPr/>
            <p:nvPr/>
          </p:nvSpPr>
          <p:spPr>
            <a:xfrm>
              <a:off x="5117706" y="2471058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5" name="tx10185"/>
            <p:cNvSpPr/>
            <p:nvPr/>
          </p:nvSpPr>
          <p:spPr>
            <a:xfrm>
              <a:off x="5406751" y="3524676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0186" name="tx10186"/>
            <p:cNvSpPr/>
            <p:nvPr/>
          </p:nvSpPr>
          <p:spPr>
            <a:xfrm>
              <a:off x="5406751" y="3342405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0.01</a:t>
              </a:r>
            </a:p>
          </p:txBody>
        </p:sp>
        <p:sp>
          <p:nvSpPr>
            <p:cNvPr id="10187" name="tx10187"/>
            <p:cNvSpPr/>
            <p:nvPr/>
          </p:nvSpPr>
          <p:spPr>
            <a:xfrm>
              <a:off x="5406751" y="3160135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0.02</a:t>
              </a:r>
            </a:p>
          </p:txBody>
        </p:sp>
        <p:sp>
          <p:nvSpPr>
            <p:cNvPr id="10188" name="tx10188"/>
            <p:cNvSpPr/>
            <p:nvPr/>
          </p:nvSpPr>
          <p:spPr>
            <a:xfrm>
              <a:off x="5406751" y="2977865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0.03</a:t>
              </a:r>
            </a:p>
          </p:txBody>
        </p:sp>
        <p:sp>
          <p:nvSpPr>
            <p:cNvPr id="10189" name="tx10189"/>
            <p:cNvSpPr/>
            <p:nvPr/>
          </p:nvSpPr>
          <p:spPr>
            <a:xfrm>
              <a:off x="5406751" y="2795594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0.04</a:t>
              </a:r>
            </a:p>
          </p:txBody>
        </p:sp>
        <p:sp>
          <p:nvSpPr>
            <p:cNvPr id="10190" name="tx10190"/>
            <p:cNvSpPr/>
            <p:nvPr/>
          </p:nvSpPr>
          <p:spPr>
            <a:xfrm>
              <a:off x="5406751" y="2613324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0.05</a:t>
              </a:r>
            </a:p>
          </p:txBody>
        </p:sp>
        <p:sp>
          <p:nvSpPr>
            <p:cNvPr id="10191" name="tx10191"/>
            <p:cNvSpPr/>
            <p:nvPr/>
          </p:nvSpPr>
          <p:spPr>
            <a:xfrm>
              <a:off x="5406751" y="2431053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0.06</a:t>
              </a:r>
            </a:p>
          </p:txBody>
        </p:sp>
        <p:sp>
          <p:nvSpPr>
            <p:cNvPr id="10192" name="tx10192"/>
            <p:cNvSpPr/>
            <p:nvPr/>
          </p:nvSpPr>
          <p:spPr>
            <a:xfrm>
              <a:off x="2463713" y="1316468"/>
              <a:ext cx="11339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Current Treatment</a:t>
              </a:r>
            </a:p>
          </p:txBody>
        </p:sp>
        <p:sp>
          <p:nvSpPr>
            <p:cNvPr id="10193" name="tx10193"/>
            <p:cNvSpPr/>
            <p:nvPr/>
          </p:nvSpPr>
          <p:spPr>
            <a:xfrm>
              <a:off x="2463713" y="986823"/>
              <a:ext cx="1397477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(A) Predicted </a:t>
              </a:r>
            </a:p>
          </p:txBody>
        </p:sp>
        <p:sp>
          <p:nvSpPr>
            <p:cNvPr id="10194" name="tx10194"/>
            <p:cNvSpPr/>
            <p:nvPr/>
          </p:nvSpPr>
          <p:spPr>
            <a:xfrm>
              <a:off x="3861190" y="986823"/>
              <a:ext cx="127101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</a:t>
              </a:r>
            </a:p>
          </p:txBody>
        </p:sp>
        <p:sp>
          <p:nvSpPr>
            <p:cNvPr id="10195" name="tx10195"/>
            <p:cNvSpPr/>
            <p:nvPr/>
          </p:nvSpPr>
          <p:spPr>
            <a:xfrm>
              <a:off x="3988292" y="986823"/>
              <a:ext cx="152430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96" name="tx10196"/>
            <p:cNvSpPr/>
            <p:nvPr/>
          </p:nvSpPr>
          <p:spPr>
            <a:xfrm>
              <a:off x="4140722" y="986823"/>
              <a:ext cx="152430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197" name="tx10197"/>
            <p:cNvSpPr/>
            <p:nvPr/>
          </p:nvSpPr>
          <p:spPr>
            <a:xfrm>
              <a:off x="4293153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10198" name="tx10198"/>
            <p:cNvSpPr/>
            <p:nvPr/>
          </p:nvSpPr>
          <p:spPr>
            <a:xfrm>
              <a:off x="4382124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9" name="tx10199"/>
            <p:cNvSpPr/>
            <p:nvPr/>
          </p:nvSpPr>
          <p:spPr>
            <a:xfrm>
              <a:off x="4426564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200" name="tx10200"/>
            <p:cNvSpPr/>
            <p:nvPr/>
          </p:nvSpPr>
          <p:spPr>
            <a:xfrm>
              <a:off x="4471004" y="1077527"/>
              <a:ext cx="80010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</a:t>
              </a:r>
            </a:p>
          </p:txBody>
        </p:sp>
        <p:sp>
          <p:nvSpPr>
            <p:cNvPr id="10201" name="tx10201"/>
            <p:cNvSpPr/>
            <p:nvPr/>
          </p:nvSpPr>
          <p:spPr>
            <a:xfrm>
              <a:off x="4551014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202" name="tx10202"/>
            <p:cNvSpPr/>
            <p:nvPr/>
          </p:nvSpPr>
          <p:spPr>
            <a:xfrm>
              <a:off x="4639985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914400" y="914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917497" y="914400"/>
              <a:ext cx="3937404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574859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45348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15837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6326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6815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427303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97792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463713" y="4049590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63713" y="370482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3713" y="336005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63713" y="3015282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63713" y="2670513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3713" y="232574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63713" y="198097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63713" y="1636205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2577439" y="2860610"/>
              <a:ext cx="914400" cy="914769"/>
            </a:xfrm>
            <a:custGeom>
              <a:avLst/>
              <a:pathLst>
                <a:path w="914400" h="914769">
                  <a:moveTo>
                    <a:pt x="914400" y="914400"/>
                  </a:moveTo>
                  <a:lnTo>
                    <a:pt x="914400" y="914769"/>
                  </a:lnTo>
                  <a:lnTo>
                    <a:pt x="913610" y="914551"/>
                  </a:lnTo>
                  <a:lnTo>
                    <a:pt x="913063" y="914400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2577439" y="2860610"/>
              <a:ext cx="923662" cy="917330"/>
            </a:xfrm>
            <a:custGeom>
              <a:avLst/>
              <a:pathLst>
                <a:path w="923662" h="917330">
                  <a:moveTo>
                    <a:pt x="914400" y="914400"/>
                  </a:moveTo>
                  <a:lnTo>
                    <a:pt x="923662" y="914400"/>
                  </a:lnTo>
                  <a:lnTo>
                    <a:pt x="923644" y="917330"/>
                  </a:lnTo>
                  <a:lnTo>
                    <a:pt x="922390" y="916982"/>
                  </a:lnTo>
                  <a:lnTo>
                    <a:pt x="921136" y="916634"/>
                  </a:lnTo>
                  <a:lnTo>
                    <a:pt x="919882" y="916287"/>
                  </a:lnTo>
                  <a:lnTo>
                    <a:pt x="918628" y="915939"/>
                  </a:lnTo>
                  <a:lnTo>
                    <a:pt x="917373" y="915592"/>
                  </a:lnTo>
                  <a:lnTo>
                    <a:pt x="916119" y="915245"/>
                  </a:lnTo>
                  <a:lnTo>
                    <a:pt x="914865" y="914898"/>
                  </a:lnTo>
                  <a:lnTo>
                    <a:pt x="914400" y="9147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2586701" y="2860610"/>
              <a:ext cx="923662" cy="919909"/>
            </a:xfrm>
            <a:custGeom>
              <a:avLst/>
              <a:pathLst>
                <a:path w="923662" h="919909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19909"/>
                  </a:lnTo>
                  <a:lnTo>
                    <a:pt x="923159" y="919769"/>
                  </a:lnTo>
                  <a:lnTo>
                    <a:pt x="921905" y="919420"/>
                  </a:lnTo>
                  <a:lnTo>
                    <a:pt x="920651" y="919071"/>
                  </a:lnTo>
                  <a:lnTo>
                    <a:pt x="919398" y="918723"/>
                  </a:lnTo>
                  <a:lnTo>
                    <a:pt x="918144" y="918374"/>
                  </a:lnTo>
                  <a:lnTo>
                    <a:pt x="916890" y="918026"/>
                  </a:lnTo>
                  <a:lnTo>
                    <a:pt x="915636" y="917678"/>
                  </a:lnTo>
                  <a:lnTo>
                    <a:pt x="914399" y="917335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2595963" y="2860610"/>
              <a:ext cx="923662" cy="922491"/>
            </a:xfrm>
            <a:custGeom>
              <a:avLst/>
              <a:pathLst>
                <a:path w="923662" h="92249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491"/>
                  </a:lnTo>
                  <a:lnTo>
                    <a:pt x="922670" y="922214"/>
                  </a:lnTo>
                  <a:lnTo>
                    <a:pt x="921417" y="921864"/>
                  </a:lnTo>
                  <a:lnTo>
                    <a:pt x="920163" y="921514"/>
                  </a:lnTo>
                  <a:lnTo>
                    <a:pt x="918910" y="921165"/>
                  </a:lnTo>
                  <a:lnTo>
                    <a:pt x="917657" y="920816"/>
                  </a:lnTo>
                  <a:lnTo>
                    <a:pt x="916403" y="920467"/>
                  </a:lnTo>
                  <a:lnTo>
                    <a:pt x="915150" y="920118"/>
                  </a:lnTo>
                  <a:lnTo>
                    <a:pt x="914400" y="919909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2605226" y="2860610"/>
              <a:ext cx="923662" cy="925080"/>
            </a:xfrm>
            <a:custGeom>
              <a:avLst/>
              <a:pathLst>
                <a:path w="923662" h="92508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5080"/>
                  </a:lnTo>
                  <a:lnTo>
                    <a:pt x="923430" y="925016"/>
                  </a:lnTo>
                  <a:lnTo>
                    <a:pt x="922178" y="924665"/>
                  </a:lnTo>
                  <a:lnTo>
                    <a:pt x="920925" y="924314"/>
                  </a:lnTo>
                  <a:lnTo>
                    <a:pt x="919672" y="923964"/>
                  </a:lnTo>
                  <a:lnTo>
                    <a:pt x="918419" y="923614"/>
                  </a:lnTo>
                  <a:lnTo>
                    <a:pt x="917167" y="923263"/>
                  </a:lnTo>
                  <a:lnTo>
                    <a:pt x="915914" y="922913"/>
                  </a:lnTo>
                  <a:lnTo>
                    <a:pt x="914661" y="922563"/>
                  </a:lnTo>
                  <a:lnTo>
                    <a:pt x="914400" y="922491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2614488" y="2860610"/>
              <a:ext cx="923662" cy="927678"/>
            </a:xfrm>
            <a:custGeom>
              <a:avLst/>
              <a:pathLst>
                <a:path w="923662" h="92767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678"/>
                  </a:lnTo>
                  <a:lnTo>
                    <a:pt x="922935" y="927474"/>
                  </a:lnTo>
                  <a:lnTo>
                    <a:pt x="921682" y="927123"/>
                  </a:lnTo>
                  <a:lnTo>
                    <a:pt x="920430" y="926771"/>
                  </a:lnTo>
                  <a:lnTo>
                    <a:pt x="919178" y="926420"/>
                  </a:lnTo>
                  <a:lnTo>
                    <a:pt x="917926" y="926069"/>
                  </a:lnTo>
                  <a:lnTo>
                    <a:pt x="916673" y="925717"/>
                  </a:lnTo>
                  <a:lnTo>
                    <a:pt x="915421" y="925366"/>
                  </a:lnTo>
                  <a:lnTo>
                    <a:pt x="914400" y="925080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2623750" y="2860610"/>
              <a:ext cx="923662" cy="930111"/>
            </a:xfrm>
            <a:custGeom>
              <a:avLst/>
              <a:pathLst>
                <a:path w="923662" h="93011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111"/>
                  </a:lnTo>
                  <a:lnTo>
                    <a:pt x="920246" y="929323"/>
                  </a:lnTo>
                  <a:lnTo>
                    <a:pt x="919933" y="929235"/>
                  </a:lnTo>
                  <a:lnTo>
                    <a:pt x="918680" y="928882"/>
                  </a:lnTo>
                  <a:lnTo>
                    <a:pt x="917428" y="928530"/>
                  </a:lnTo>
                  <a:lnTo>
                    <a:pt x="916176" y="928178"/>
                  </a:lnTo>
                  <a:lnTo>
                    <a:pt x="914924" y="927826"/>
                  </a:lnTo>
                  <a:lnTo>
                    <a:pt x="914400" y="92767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2633012" y="2860610"/>
              <a:ext cx="923662" cy="931481"/>
            </a:xfrm>
            <a:custGeom>
              <a:avLst/>
              <a:pathLst>
                <a:path w="923662" h="93148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481"/>
                  </a:lnTo>
                  <a:lnTo>
                    <a:pt x="922785" y="931454"/>
                  </a:lnTo>
                  <a:lnTo>
                    <a:pt x="916869" y="930681"/>
                  </a:lnTo>
                  <a:lnTo>
                    <a:pt x="914400" y="930111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2642274" y="28606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50"/>
                  </a:lnTo>
                  <a:lnTo>
                    <a:pt x="919453" y="931638"/>
                  </a:lnTo>
                  <a:lnTo>
                    <a:pt x="914400" y="931481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2651537" y="2860610"/>
              <a:ext cx="923662" cy="931350"/>
            </a:xfrm>
            <a:custGeom>
              <a:avLst/>
              <a:pathLst>
                <a:path w="923662" h="93135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00"/>
                  </a:lnTo>
                  <a:lnTo>
                    <a:pt x="922024" y="930241"/>
                  </a:lnTo>
                  <a:lnTo>
                    <a:pt x="916117" y="931233"/>
                  </a:lnTo>
                  <a:lnTo>
                    <a:pt x="914400" y="931350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2660799" y="2860610"/>
              <a:ext cx="923662" cy="929800"/>
            </a:xfrm>
            <a:custGeom>
              <a:avLst/>
              <a:pathLst>
                <a:path w="923662" h="92980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056"/>
                  </a:lnTo>
                  <a:lnTo>
                    <a:pt x="922814" y="927327"/>
                  </a:lnTo>
                  <a:lnTo>
                    <a:pt x="921421" y="927772"/>
                  </a:lnTo>
                  <a:lnTo>
                    <a:pt x="920028" y="928217"/>
                  </a:lnTo>
                  <a:lnTo>
                    <a:pt x="918631" y="928663"/>
                  </a:lnTo>
                  <a:lnTo>
                    <a:pt x="914400" y="929800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2670061" y="2860610"/>
              <a:ext cx="923662" cy="927056"/>
            </a:xfrm>
            <a:custGeom>
              <a:avLst/>
              <a:pathLst>
                <a:path w="923662" h="92705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03"/>
                  </a:lnTo>
                  <a:lnTo>
                    <a:pt x="923307" y="924216"/>
                  </a:lnTo>
                  <a:lnTo>
                    <a:pt x="921913" y="924660"/>
                  </a:lnTo>
                  <a:lnTo>
                    <a:pt x="920520" y="925104"/>
                  </a:lnTo>
                  <a:lnTo>
                    <a:pt x="919126" y="925548"/>
                  </a:lnTo>
                  <a:lnTo>
                    <a:pt x="917732" y="925993"/>
                  </a:lnTo>
                  <a:lnTo>
                    <a:pt x="916339" y="926437"/>
                  </a:lnTo>
                  <a:lnTo>
                    <a:pt x="914945" y="926882"/>
                  </a:lnTo>
                  <a:lnTo>
                    <a:pt x="914400" y="927056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2679323" y="2860610"/>
              <a:ext cx="923662" cy="924103"/>
            </a:xfrm>
            <a:custGeom>
              <a:avLst/>
              <a:pathLst>
                <a:path w="923662" h="92410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159"/>
                  </a:lnTo>
                  <a:lnTo>
                    <a:pt x="922410" y="921556"/>
                  </a:lnTo>
                  <a:lnTo>
                    <a:pt x="921016" y="921999"/>
                  </a:lnTo>
                  <a:lnTo>
                    <a:pt x="919621" y="922442"/>
                  </a:lnTo>
                  <a:lnTo>
                    <a:pt x="918227" y="922886"/>
                  </a:lnTo>
                  <a:lnTo>
                    <a:pt x="916833" y="923329"/>
                  </a:lnTo>
                  <a:lnTo>
                    <a:pt x="915439" y="923773"/>
                  </a:lnTo>
                  <a:lnTo>
                    <a:pt x="914400" y="924103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2688586" y="2860610"/>
              <a:ext cx="923662" cy="921159"/>
            </a:xfrm>
            <a:custGeom>
              <a:avLst/>
              <a:pathLst>
                <a:path w="923662" h="92115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223"/>
                  </a:lnTo>
                  <a:lnTo>
                    <a:pt x="922912" y="918461"/>
                  </a:lnTo>
                  <a:lnTo>
                    <a:pt x="921516" y="918902"/>
                  </a:lnTo>
                  <a:lnTo>
                    <a:pt x="920122" y="919344"/>
                  </a:lnTo>
                  <a:lnTo>
                    <a:pt x="918727" y="919786"/>
                  </a:lnTo>
                  <a:lnTo>
                    <a:pt x="917332" y="920229"/>
                  </a:lnTo>
                  <a:lnTo>
                    <a:pt x="915937" y="920671"/>
                  </a:lnTo>
                  <a:lnTo>
                    <a:pt x="914543" y="921114"/>
                  </a:lnTo>
                  <a:lnTo>
                    <a:pt x="914400" y="92115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2697848" y="2860610"/>
              <a:ext cx="923662" cy="918223"/>
            </a:xfrm>
            <a:custGeom>
              <a:avLst/>
              <a:pathLst>
                <a:path w="923662" h="9182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296"/>
                  </a:lnTo>
                  <a:lnTo>
                    <a:pt x="923417" y="915373"/>
                  </a:lnTo>
                  <a:lnTo>
                    <a:pt x="922022" y="915813"/>
                  </a:lnTo>
                  <a:lnTo>
                    <a:pt x="920626" y="916254"/>
                  </a:lnTo>
                  <a:lnTo>
                    <a:pt x="919231" y="916695"/>
                  </a:lnTo>
                  <a:lnTo>
                    <a:pt x="917835" y="917136"/>
                  </a:lnTo>
                  <a:lnTo>
                    <a:pt x="916440" y="917578"/>
                  </a:lnTo>
                  <a:lnTo>
                    <a:pt x="915044" y="918019"/>
                  </a:lnTo>
                  <a:lnTo>
                    <a:pt x="914400" y="918223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2707110" y="2860610"/>
              <a:ext cx="917240" cy="915296"/>
            </a:xfrm>
            <a:custGeom>
              <a:avLst/>
              <a:pathLst>
                <a:path w="917240" h="915296">
                  <a:moveTo>
                    <a:pt x="914400" y="914400"/>
                  </a:moveTo>
                  <a:lnTo>
                    <a:pt x="917240" y="914400"/>
                  </a:lnTo>
                  <a:lnTo>
                    <a:pt x="916947" y="914492"/>
                  </a:lnTo>
                  <a:lnTo>
                    <a:pt x="915551" y="914932"/>
                  </a:lnTo>
                  <a:lnTo>
                    <a:pt x="914400" y="915296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2781208" y="2860610"/>
              <a:ext cx="914400" cy="915512"/>
            </a:xfrm>
            <a:custGeom>
              <a:avLst/>
              <a:pathLst>
                <a:path w="914400" h="915512">
                  <a:moveTo>
                    <a:pt x="914400" y="914400"/>
                  </a:moveTo>
                  <a:lnTo>
                    <a:pt x="914400" y="915512"/>
                  </a:lnTo>
                  <a:lnTo>
                    <a:pt x="911827" y="915307"/>
                  </a:lnTo>
                  <a:lnTo>
                    <a:pt x="907119" y="914400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2781208" y="2860610"/>
              <a:ext cx="923662" cy="915841"/>
            </a:xfrm>
            <a:custGeom>
              <a:avLst/>
              <a:pathLst>
                <a:path w="923662" h="91584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74"/>
                  </a:lnTo>
                  <a:lnTo>
                    <a:pt x="918528" y="915841"/>
                  </a:lnTo>
                  <a:lnTo>
                    <a:pt x="914400" y="915512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2790470" y="2860610"/>
              <a:ext cx="923662" cy="915674"/>
            </a:xfrm>
            <a:custGeom>
              <a:avLst/>
              <a:pathLst>
                <a:path w="923662" h="91567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41"/>
                  </a:lnTo>
                  <a:lnTo>
                    <a:pt x="922456" y="915047"/>
                  </a:lnTo>
                  <a:lnTo>
                    <a:pt x="920296" y="915238"/>
                  </a:lnTo>
                  <a:lnTo>
                    <a:pt x="918136" y="915430"/>
                  </a:lnTo>
                  <a:lnTo>
                    <a:pt x="915971" y="915622"/>
                  </a:lnTo>
                  <a:lnTo>
                    <a:pt x="914400" y="915674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2799732" y="2860610"/>
              <a:ext cx="920549" cy="914941"/>
            </a:xfrm>
            <a:custGeom>
              <a:avLst/>
              <a:pathLst>
                <a:path w="920549" h="914941">
                  <a:moveTo>
                    <a:pt x="914400" y="914400"/>
                  </a:moveTo>
                  <a:lnTo>
                    <a:pt x="920549" y="914400"/>
                  </a:lnTo>
                  <a:lnTo>
                    <a:pt x="919674" y="914476"/>
                  </a:lnTo>
                  <a:lnTo>
                    <a:pt x="917514" y="914666"/>
                  </a:lnTo>
                  <a:lnTo>
                    <a:pt x="915354" y="914857"/>
                  </a:lnTo>
                  <a:lnTo>
                    <a:pt x="914400" y="914941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2531128" y="2843372"/>
              <a:ext cx="914400" cy="916267"/>
            </a:xfrm>
            <a:custGeom>
              <a:avLst/>
              <a:pathLst>
                <a:path w="914400" h="916267">
                  <a:moveTo>
                    <a:pt x="914400" y="914399"/>
                  </a:moveTo>
                  <a:lnTo>
                    <a:pt x="914400" y="916267"/>
                  </a:lnTo>
                  <a:lnTo>
                    <a:pt x="911459" y="91439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2531128" y="2843372"/>
              <a:ext cx="923662" cy="921047"/>
            </a:xfrm>
            <a:custGeom>
              <a:avLst/>
              <a:pathLst>
                <a:path w="923662" h="92104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1047"/>
                  </a:lnTo>
                  <a:lnTo>
                    <a:pt x="921255" y="920024"/>
                  </a:lnTo>
                  <a:lnTo>
                    <a:pt x="915678" y="917078"/>
                  </a:lnTo>
                  <a:lnTo>
                    <a:pt x="914400" y="916267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2540390" y="2843372"/>
              <a:ext cx="923662" cy="924358"/>
            </a:xfrm>
            <a:custGeom>
              <a:avLst/>
              <a:pathLst>
                <a:path w="923662" h="92435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8"/>
                  </a:lnTo>
                  <a:lnTo>
                    <a:pt x="923354" y="924274"/>
                  </a:lnTo>
                  <a:lnTo>
                    <a:pt x="917643" y="922425"/>
                  </a:lnTo>
                  <a:lnTo>
                    <a:pt x="914400" y="921047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2549652" y="2843372"/>
              <a:ext cx="923662" cy="926900"/>
            </a:xfrm>
            <a:custGeom>
              <a:avLst/>
              <a:pathLst>
                <a:path w="923662" h="92690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900"/>
                  </a:lnTo>
                  <a:lnTo>
                    <a:pt x="922885" y="926687"/>
                  </a:lnTo>
                  <a:lnTo>
                    <a:pt x="921630" y="926342"/>
                  </a:lnTo>
                  <a:lnTo>
                    <a:pt x="920374" y="925997"/>
                  </a:lnTo>
                  <a:lnTo>
                    <a:pt x="919118" y="925652"/>
                  </a:lnTo>
                  <a:lnTo>
                    <a:pt x="917863" y="925308"/>
                  </a:lnTo>
                  <a:lnTo>
                    <a:pt x="916607" y="924963"/>
                  </a:lnTo>
                  <a:lnTo>
                    <a:pt x="915351" y="924619"/>
                  </a:lnTo>
                  <a:lnTo>
                    <a:pt x="914400" y="92435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2558914" y="2843372"/>
              <a:ext cx="923662" cy="929450"/>
            </a:xfrm>
            <a:custGeom>
              <a:avLst/>
              <a:pathLst>
                <a:path w="923662" h="92945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450"/>
                  </a:lnTo>
                  <a:lnTo>
                    <a:pt x="923350" y="929364"/>
                  </a:lnTo>
                  <a:lnTo>
                    <a:pt x="923037" y="929277"/>
                  </a:lnTo>
                  <a:lnTo>
                    <a:pt x="922881" y="929227"/>
                  </a:lnTo>
                  <a:lnTo>
                    <a:pt x="922724" y="929191"/>
                  </a:lnTo>
                  <a:lnTo>
                    <a:pt x="922411" y="929105"/>
                  </a:lnTo>
                  <a:lnTo>
                    <a:pt x="921155" y="928759"/>
                  </a:lnTo>
                  <a:lnTo>
                    <a:pt x="919900" y="928413"/>
                  </a:lnTo>
                  <a:lnTo>
                    <a:pt x="918644" y="928068"/>
                  </a:lnTo>
                  <a:lnTo>
                    <a:pt x="917389" y="927722"/>
                  </a:lnTo>
                  <a:lnTo>
                    <a:pt x="916134" y="927377"/>
                  </a:lnTo>
                  <a:lnTo>
                    <a:pt x="914878" y="927032"/>
                  </a:lnTo>
                  <a:lnTo>
                    <a:pt x="914400" y="926900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256817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2325" y="931638"/>
                  </a:lnTo>
                  <a:lnTo>
                    <a:pt x="921618" y="931442"/>
                  </a:lnTo>
                  <a:lnTo>
                    <a:pt x="920363" y="931096"/>
                  </a:lnTo>
                  <a:lnTo>
                    <a:pt x="919108" y="930749"/>
                  </a:lnTo>
                  <a:lnTo>
                    <a:pt x="917854" y="930403"/>
                  </a:lnTo>
                  <a:lnTo>
                    <a:pt x="916599" y="930056"/>
                  </a:lnTo>
                  <a:lnTo>
                    <a:pt x="915344" y="929710"/>
                  </a:lnTo>
                  <a:lnTo>
                    <a:pt x="914400" y="929450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257743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2586701" y="284337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259596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260522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261448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262375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2633012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2642274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265153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266079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2670061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267932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268858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269784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2707110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376"/>
                  </a:lnTo>
                  <a:lnTo>
                    <a:pt x="922531" y="912732"/>
                  </a:lnTo>
                  <a:lnTo>
                    <a:pt x="921135" y="913172"/>
                  </a:lnTo>
                  <a:lnTo>
                    <a:pt x="919739" y="913612"/>
                  </a:lnTo>
                  <a:lnTo>
                    <a:pt x="918343" y="914052"/>
                  </a:lnTo>
                  <a:lnTo>
                    <a:pt x="917240" y="914400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2716372" y="2843372"/>
              <a:ext cx="923662" cy="929615"/>
            </a:xfrm>
            <a:custGeom>
              <a:avLst/>
              <a:pathLst>
                <a:path w="923662" h="9296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704"/>
                  </a:lnTo>
                  <a:lnTo>
                    <a:pt x="923045" y="926897"/>
                  </a:lnTo>
                  <a:lnTo>
                    <a:pt x="921649" y="927336"/>
                  </a:lnTo>
                  <a:lnTo>
                    <a:pt x="920252" y="927775"/>
                  </a:lnTo>
                  <a:lnTo>
                    <a:pt x="918855" y="928214"/>
                  </a:lnTo>
                  <a:lnTo>
                    <a:pt x="917458" y="928653"/>
                  </a:lnTo>
                  <a:lnTo>
                    <a:pt x="916062" y="929092"/>
                  </a:lnTo>
                  <a:lnTo>
                    <a:pt x="914665" y="929531"/>
                  </a:lnTo>
                  <a:lnTo>
                    <a:pt x="914400" y="929615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2725634" y="2843372"/>
              <a:ext cx="923662" cy="926704"/>
            </a:xfrm>
            <a:custGeom>
              <a:avLst/>
              <a:pathLst>
                <a:path w="923662" h="926704">
                  <a:moveTo>
                    <a:pt x="914400" y="914399"/>
                  </a:moveTo>
                  <a:lnTo>
                    <a:pt x="923662" y="914399"/>
                  </a:lnTo>
                  <a:lnTo>
                    <a:pt x="923564" y="923832"/>
                  </a:lnTo>
                  <a:lnTo>
                    <a:pt x="922167" y="924269"/>
                  </a:lnTo>
                  <a:lnTo>
                    <a:pt x="920769" y="924707"/>
                  </a:lnTo>
                  <a:lnTo>
                    <a:pt x="919372" y="925145"/>
                  </a:lnTo>
                  <a:lnTo>
                    <a:pt x="917974" y="925583"/>
                  </a:lnTo>
                  <a:lnTo>
                    <a:pt x="916577" y="926021"/>
                  </a:lnTo>
                  <a:lnTo>
                    <a:pt x="915180" y="926459"/>
                  </a:lnTo>
                  <a:lnTo>
                    <a:pt x="914400" y="926704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2734897" y="2843372"/>
              <a:ext cx="923662" cy="924351"/>
            </a:xfrm>
            <a:custGeom>
              <a:avLst/>
              <a:pathLst>
                <a:path w="923662" h="92435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1"/>
                  </a:lnTo>
                  <a:lnTo>
                    <a:pt x="923113" y="924216"/>
                  </a:lnTo>
                  <a:lnTo>
                    <a:pt x="921537" y="923826"/>
                  </a:lnTo>
                  <a:lnTo>
                    <a:pt x="919961" y="923437"/>
                  </a:lnTo>
                  <a:lnTo>
                    <a:pt x="918385" y="923048"/>
                  </a:lnTo>
                  <a:lnTo>
                    <a:pt x="917503" y="922831"/>
                  </a:lnTo>
                  <a:lnTo>
                    <a:pt x="917097" y="922958"/>
                  </a:lnTo>
                  <a:lnTo>
                    <a:pt x="915699" y="923395"/>
                  </a:lnTo>
                  <a:lnTo>
                    <a:pt x="914400" y="923801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2744159" y="2843372"/>
              <a:ext cx="923662" cy="926645"/>
            </a:xfrm>
            <a:custGeom>
              <a:avLst/>
              <a:pathLst>
                <a:path w="923662" h="92664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645"/>
                  </a:lnTo>
                  <a:lnTo>
                    <a:pt x="923304" y="926556"/>
                  </a:lnTo>
                  <a:lnTo>
                    <a:pt x="921729" y="926165"/>
                  </a:lnTo>
                  <a:lnTo>
                    <a:pt x="920154" y="925775"/>
                  </a:lnTo>
                  <a:lnTo>
                    <a:pt x="918578" y="925385"/>
                  </a:lnTo>
                  <a:lnTo>
                    <a:pt x="917002" y="924995"/>
                  </a:lnTo>
                  <a:lnTo>
                    <a:pt x="915427" y="924605"/>
                  </a:lnTo>
                  <a:lnTo>
                    <a:pt x="914400" y="924351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2753421" y="2843372"/>
              <a:ext cx="923662" cy="928946"/>
            </a:xfrm>
            <a:custGeom>
              <a:avLst/>
              <a:pathLst>
                <a:path w="923662" h="928946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8946"/>
                  </a:lnTo>
                  <a:lnTo>
                    <a:pt x="923492" y="928904"/>
                  </a:lnTo>
                  <a:lnTo>
                    <a:pt x="921917" y="928512"/>
                  </a:lnTo>
                  <a:lnTo>
                    <a:pt x="920342" y="928120"/>
                  </a:lnTo>
                  <a:lnTo>
                    <a:pt x="918768" y="927729"/>
                  </a:lnTo>
                  <a:lnTo>
                    <a:pt x="917192" y="927338"/>
                  </a:lnTo>
                  <a:lnTo>
                    <a:pt x="915617" y="926947"/>
                  </a:lnTo>
                  <a:lnTo>
                    <a:pt x="914400" y="926645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2762683" y="2843372"/>
              <a:ext cx="923662" cy="931255"/>
            </a:xfrm>
            <a:custGeom>
              <a:avLst/>
              <a:pathLst>
                <a:path w="923662" h="93125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255"/>
                  </a:lnTo>
                  <a:lnTo>
                    <a:pt x="922102" y="930866"/>
                  </a:lnTo>
                  <a:lnTo>
                    <a:pt x="920528" y="930473"/>
                  </a:lnTo>
                  <a:lnTo>
                    <a:pt x="918954" y="930080"/>
                  </a:lnTo>
                  <a:lnTo>
                    <a:pt x="917379" y="929688"/>
                  </a:lnTo>
                  <a:lnTo>
                    <a:pt x="915805" y="929296"/>
                  </a:lnTo>
                  <a:lnTo>
                    <a:pt x="914400" y="928946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277194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382" y="931638"/>
                  </a:lnTo>
                  <a:lnTo>
                    <a:pt x="914400" y="931255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278120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279047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2799732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127"/>
                  </a:lnTo>
                  <a:lnTo>
                    <a:pt x="921834" y="914287"/>
                  </a:lnTo>
                  <a:lnTo>
                    <a:pt x="920549" y="914400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2808994" y="2843372"/>
              <a:ext cx="923662" cy="931365"/>
            </a:xfrm>
            <a:custGeom>
              <a:avLst/>
              <a:pathLst>
                <a:path w="923662" h="9313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813"/>
                  </a:lnTo>
                  <a:lnTo>
                    <a:pt x="920443" y="930561"/>
                  </a:lnTo>
                  <a:lnTo>
                    <a:pt x="914738" y="931335"/>
                  </a:lnTo>
                  <a:lnTo>
                    <a:pt x="914400" y="931365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2818257" y="2843372"/>
              <a:ext cx="923662" cy="929813"/>
            </a:xfrm>
            <a:custGeom>
              <a:avLst/>
              <a:pathLst>
                <a:path w="923662" h="929813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877"/>
                  </a:lnTo>
                  <a:lnTo>
                    <a:pt x="922490" y="927381"/>
                  </a:lnTo>
                  <a:lnTo>
                    <a:pt x="916858" y="929242"/>
                  </a:lnTo>
                  <a:lnTo>
                    <a:pt x="914400" y="929813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2827519" y="2843372"/>
              <a:ext cx="923662" cy="926877"/>
            </a:xfrm>
            <a:custGeom>
              <a:avLst/>
              <a:pathLst>
                <a:path w="923662" h="9268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2395"/>
                  </a:lnTo>
                  <a:lnTo>
                    <a:pt x="918802" y="924983"/>
                  </a:lnTo>
                  <a:lnTo>
                    <a:pt x="914400" y="926877"/>
                  </a:lnTo>
                  <a:close/>
                </a:path>
              </a:pathLst>
            </a:custGeom>
            <a:solidFill>
              <a:srgbClr val="FEDB87">
                <a:alpha val="100000"/>
              </a:srgbClr>
            </a:solidFill>
            <a:ln w="5420" cap="flat">
              <a:solidFill>
                <a:srgbClr val="FEDB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2836781" y="2843372"/>
              <a:ext cx="923662" cy="922395"/>
            </a:xfrm>
            <a:custGeom>
              <a:avLst/>
              <a:pathLst>
                <a:path w="923662" h="92239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6205"/>
                  </a:lnTo>
                  <a:lnTo>
                    <a:pt x="920451" y="918603"/>
                  </a:lnTo>
                  <a:lnTo>
                    <a:pt x="915040" y="922054"/>
                  </a:lnTo>
                  <a:lnTo>
                    <a:pt x="914400" y="922395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2846043" y="2843372"/>
              <a:ext cx="916775" cy="916205"/>
            </a:xfrm>
            <a:custGeom>
              <a:avLst/>
              <a:pathLst>
                <a:path w="916775" h="916205">
                  <a:moveTo>
                    <a:pt x="914400" y="914399"/>
                  </a:moveTo>
                  <a:lnTo>
                    <a:pt x="916775" y="914399"/>
                  </a:lnTo>
                  <a:lnTo>
                    <a:pt x="916498" y="914638"/>
                  </a:lnTo>
                  <a:lnTo>
                    <a:pt x="914400" y="916205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2512603" y="2826133"/>
              <a:ext cx="914400" cy="918691"/>
            </a:xfrm>
            <a:custGeom>
              <a:avLst/>
              <a:pathLst>
                <a:path w="914400" h="918691">
                  <a:moveTo>
                    <a:pt x="914400" y="914399"/>
                  </a:moveTo>
                  <a:lnTo>
                    <a:pt x="914400" y="918691"/>
                  </a:lnTo>
                  <a:lnTo>
                    <a:pt x="912947" y="917266"/>
                  </a:lnTo>
                  <a:lnTo>
                    <a:pt x="910363" y="91439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2512603" y="2826133"/>
              <a:ext cx="923662" cy="927067"/>
            </a:xfrm>
            <a:custGeom>
              <a:avLst/>
              <a:pathLst>
                <a:path w="923662" h="92706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7067"/>
                  </a:lnTo>
                  <a:lnTo>
                    <a:pt x="923336" y="926824"/>
                  </a:lnTo>
                  <a:lnTo>
                    <a:pt x="918075" y="922297"/>
                  </a:lnTo>
                  <a:lnTo>
                    <a:pt x="914400" y="918691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252186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0721" y="931638"/>
                  </a:lnTo>
                  <a:lnTo>
                    <a:pt x="919455" y="930834"/>
                  </a:lnTo>
                  <a:lnTo>
                    <a:pt x="914400" y="927067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253112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254039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254965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255891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256817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257743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2586701" y="28261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259596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260522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261448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262375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263301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264227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265153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266079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267006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267932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268858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269784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270711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271637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272563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273489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274415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275342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276268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277194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278120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279047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279973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280899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281825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282751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7">
                <a:alpha val="100000"/>
              </a:srgbClr>
            </a:solidFill>
            <a:ln w="5420" cap="flat">
              <a:solidFill>
                <a:srgbClr val="FEDB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283678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2846043" y="284337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38"/>
                  </a:lnTo>
                  <a:lnTo>
                    <a:pt x="921691" y="910169"/>
                  </a:lnTo>
                  <a:lnTo>
                    <a:pt x="916775" y="914399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2855306" y="2826133"/>
              <a:ext cx="923662" cy="925477"/>
            </a:xfrm>
            <a:custGeom>
              <a:avLst/>
              <a:pathLst>
                <a:path w="923662" h="9254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457"/>
                  </a:lnTo>
                  <a:lnTo>
                    <a:pt x="922409" y="917010"/>
                  </a:lnTo>
                  <a:lnTo>
                    <a:pt x="917491" y="922448"/>
                  </a:lnTo>
                  <a:lnTo>
                    <a:pt x="914400" y="925477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2864568" y="2826133"/>
              <a:ext cx="915253" cy="915457"/>
            </a:xfrm>
            <a:custGeom>
              <a:avLst/>
              <a:pathLst>
                <a:path w="915253" h="915457">
                  <a:moveTo>
                    <a:pt x="914400" y="914399"/>
                  </a:moveTo>
                  <a:lnTo>
                    <a:pt x="915253" y="914399"/>
                  </a:lnTo>
                  <a:lnTo>
                    <a:pt x="914400" y="915457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2503341" y="2808895"/>
              <a:ext cx="914400" cy="925459"/>
            </a:xfrm>
            <a:custGeom>
              <a:avLst/>
              <a:pathLst>
                <a:path w="914400" h="925459">
                  <a:moveTo>
                    <a:pt x="914400" y="914400"/>
                  </a:moveTo>
                  <a:lnTo>
                    <a:pt x="914400" y="925459"/>
                  </a:lnTo>
                  <a:lnTo>
                    <a:pt x="912412" y="922984"/>
                  </a:lnTo>
                  <a:lnTo>
                    <a:pt x="907768" y="916527"/>
                  </a:lnTo>
                  <a:lnTo>
                    <a:pt x="906394" y="914400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250334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25" y="931638"/>
                  </a:lnTo>
                  <a:lnTo>
                    <a:pt x="917230" y="928982"/>
                  </a:lnTo>
                  <a:lnTo>
                    <a:pt x="914400" y="92545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251260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252186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253112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254039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254965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255891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256817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257743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2586701" y="28088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259596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260522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261448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262375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263301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264227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265153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266079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267006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267932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268858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269784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270711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271637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272563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273489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274415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275342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276268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277194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278120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279047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279973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280899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281825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282751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283678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284604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285530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2864568" y="28261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065"/>
                  </a:lnTo>
                  <a:lnTo>
                    <a:pt x="923464" y="903353"/>
                  </a:lnTo>
                  <a:lnTo>
                    <a:pt x="922500" y="904759"/>
                  </a:lnTo>
                  <a:lnTo>
                    <a:pt x="917908" y="911109"/>
                  </a:lnTo>
                  <a:lnTo>
                    <a:pt x="915253" y="914399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2873830" y="2808895"/>
              <a:ext cx="918450" cy="920303"/>
            </a:xfrm>
            <a:custGeom>
              <a:avLst/>
              <a:pathLst>
                <a:path w="918450" h="920303">
                  <a:moveTo>
                    <a:pt x="914400" y="914400"/>
                  </a:moveTo>
                  <a:lnTo>
                    <a:pt x="918450" y="914400"/>
                  </a:lnTo>
                  <a:lnTo>
                    <a:pt x="918036" y="915003"/>
                  </a:lnTo>
                  <a:lnTo>
                    <a:pt x="917077" y="916400"/>
                  </a:lnTo>
                  <a:lnTo>
                    <a:pt x="916118" y="917797"/>
                  </a:lnTo>
                  <a:lnTo>
                    <a:pt x="915160" y="919194"/>
                  </a:lnTo>
                  <a:lnTo>
                    <a:pt x="914400" y="920303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2494079" y="2791656"/>
              <a:ext cx="914400" cy="929693"/>
            </a:xfrm>
            <a:custGeom>
              <a:avLst/>
              <a:pathLst>
                <a:path w="914400" h="929693">
                  <a:moveTo>
                    <a:pt x="914400" y="914400"/>
                  </a:moveTo>
                  <a:lnTo>
                    <a:pt x="914400" y="929693"/>
                  </a:lnTo>
                  <a:lnTo>
                    <a:pt x="912574" y="926867"/>
                  </a:lnTo>
                  <a:lnTo>
                    <a:pt x="908317" y="919545"/>
                  </a:lnTo>
                  <a:lnTo>
                    <a:pt x="905622" y="914400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249407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56" y="931638"/>
                  </a:lnTo>
                  <a:lnTo>
                    <a:pt x="914400" y="929693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250334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251260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252186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253112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254039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254965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255891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256817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257743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586701" y="27916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59596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60522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61448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62375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63301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64227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65153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66079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67006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67932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68858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69784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70711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71637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72563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73489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74415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75342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76268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77194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78120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79047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79973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80899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81825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82751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83678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84604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85530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286456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873830" y="28088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13"/>
                  </a:lnTo>
                  <a:lnTo>
                    <a:pt x="922833" y="908018"/>
                  </a:lnTo>
                  <a:lnTo>
                    <a:pt x="921874" y="909415"/>
                  </a:lnTo>
                  <a:lnTo>
                    <a:pt x="920914" y="910811"/>
                  </a:lnTo>
                  <a:lnTo>
                    <a:pt x="919954" y="912208"/>
                  </a:lnTo>
                  <a:lnTo>
                    <a:pt x="918995" y="913605"/>
                  </a:lnTo>
                  <a:lnTo>
                    <a:pt x="918450" y="914400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883092" y="2791656"/>
              <a:ext cx="921041" cy="924051"/>
            </a:xfrm>
            <a:custGeom>
              <a:avLst/>
              <a:pathLst>
                <a:path w="921041" h="924051">
                  <a:moveTo>
                    <a:pt x="914400" y="914400"/>
                  </a:moveTo>
                  <a:lnTo>
                    <a:pt x="921041" y="914400"/>
                  </a:lnTo>
                  <a:lnTo>
                    <a:pt x="920296" y="915481"/>
                  </a:lnTo>
                  <a:lnTo>
                    <a:pt x="919335" y="916877"/>
                  </a:lnTo>
                  <a:lnTo>
                    <a:pt x="918374" y="918273"/>
                  </a:lnTo>
                  <a:lnTo>
                    <a:pt x="917413" y="919670"/>
                  </a:lnTo>
                  <a:lnTo>
                    <a:pt x="916452" y="921066"/>
                  </a:lnTo>
                  <a:lnTo>
                    <a:pt x="915492" y="922463"/>
                  </a:lnTo>
                  <a:lnTo>
                    <a:pt x="914531" y="923860"/>
                  </a:lnTo>
                  <a:lnTo>
                    <a:pt x="914400" y="924051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484817" y="2774418"/>
              <a:ext cx="914400" cy="930713"/>
            </a:xfrm>
            <a:custGeom>
              <a:avLst/>
              <a:pathLst>
                <a:path w="914400" h="930713">
                  <a:moveTo>
                    <a:pt x="914400" y="914399"/>
                  </a:moveTo>
                  <a:lnTo>
                    <a:pt x="914400" y="930713"/>
                  </a:lnTo>
                  <a:lnTo>
                    <a:pt x="913533" y="929059"/>
                  </a:lnTo>
                  <a:lnTo>
                    <a:pt x="909709" y="920952"/>
                  </a:lnTo>
                  <a:lnTo>
                    <a:pt x="906929" y="91439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48481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884" y="931638"/>
                  </a:lnTo>
                  <a:lnTo>
                    <a:pt x="914400" y="930713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49407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50334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51260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52186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253112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254039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254965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255891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256817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257743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2586701" y="277441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259596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260522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261448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262375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263301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264227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265153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266079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267006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267932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268858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269784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270711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271637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272563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273489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274415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275342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276268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277194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278120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279047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279973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280899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281825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282751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283678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284604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285530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286456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287383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2883092" y="27916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595"/>
                  </a:lnTo>
                  <a:lnTo>
                    <a:pt x="923181" y="911292"/>
                  </a:lnTo>
                  <a:lnTo>
                    <a:pt x="922219" y="912688"/>
                  </a:lnTo>
                  <a:lnTo>
                    <a:pt x="921258" y="914085"/>
                  </a:lnTo>
                  <a:lnTo>
                    <a:pt x="921041" y="914400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2892354" y="2774418"/>
              <a:ext cx="923662" cy="927834"/>
            </a:xfrm>
            <a:custGeom>
              <a:avLst/>
              <a:pathLst>
                <a:path w="923662" h="927834">
                  <a:moveTo>
                    <a:pt x="914400" y="914399"/>
                  </a:moveTo>
                  <a:lnTo>
                    <a:pt x="923662" y="914411"/>
                  </a:lnTo>
                  <a:lnTo>
                    <a:pt x="923549" y="914575"/>
                  </a:lnTo>
                  <a:lnTo>
                    <a:pt x="922585" y="915970"/>
                  </a:lnTo>
                  <a:lnTo>
                    <a:pt x="921621" y="917365"/>
                  </a:lnTo>
                  <a:lnTo>
                    <a:pt x="920658" y="918761"/>
                  </a:lnTo>
                  <a:lnTo>
                    <a:pt x="919694" y="920156"/>
                  </a:lnTo>
                  <a:lnTo>
                    <a:pt x="918731" y="921552"/>
                  </a:lnTo>
                  <a:lnTo>
                    <a:pt x="917769" y="922948"/>
                  </a:lnTo>
                  <a:lnTo>
                    <a:pt x="916806" y="924343"/>
                  </a:lnTo>
                  <a:lnTo>
                    <a:pt x="915843" y="925739"/>
                  </a:lnTo>
                  <a:lnTo>
                    <a:pt x="914881" y="927135"/>
                  </a:lnTo>
                  <a:lnTo>
                    <a:pt x="914400" y="927834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2475555" y="2757179"/>
              <a:ext cx="914399" cy="927148"/>
            </a:xfrm>
            <a:custGeom>
              <a:avLst/>
              <a:pathLst>
                <a:path w="914399" h="927148">
                  <a:moveTo>
                    <a:pt x="914399" y="914400"/>
                  </a:moveTo>
                  <a:lnTo>
                    <a:pt x="914399" y="927148"/>
                  </a:lnTo>
                  <a:lnTo>
                    <a:pt x="912029" y="920920"/>
                  </a:lnTo>
                  <a:lnTo>
                    <a:pt x="909813" y="914400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2475555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191" y="931638"/>
                  </a:lnTo>
                  <a:lnTo>
                    <a:pt x="915379" y="929724"/>
                  </a:lnTo>
                  <a:lnTo>
                    <a:pt x="914399" y="92714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248481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249407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250334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251260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252186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253112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254039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254965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255891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256817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257743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2586701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259596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260522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261448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262375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263301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264227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265153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266079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267006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267932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268858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269784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270711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271637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272563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273489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274415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275342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276268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277194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278120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279047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279973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280899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281825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282751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283678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284604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285530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286456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287383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288309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289235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2901617" y="277441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920"/>
                  </a:lnTo>
                  <a:lnTo>
                    <a:pt x="920670" y="904988"/>
                  </a:lnTo>
                  <a:lnTo>
                    <a:pt x="916221" y="911776"/>
                  </a:lnTo>
                  <a:lnTo>
                    <a:pt x="915251" y="913180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2910879" y="2757179"/>
              <a:ext cx="915992" cy="917158"/>
            </a:xfrm>
            <a:custGeom>
              <a:avLst/>
              <a:pathLst>
                <a:path w="915992" h="917158">
                  <a:moveTo>
                    <a:pt x="914400" y="914400"/>
                  </a:moveTo>
                  <a:lnTo>
                    <a:pt x="915992" y="914400"/>
                  </a:lnTo>
                  <a:lnTo>
                    <a:pt x="915662" y="915019"/>
                  </a:lnTo>
                  <a:lnTo>
                    <a:pt x="914400" y="91715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2466292" y="2739941"/>
              <a:ext cx="914400" cy="916049"/>
            </a:xfrm>
            <a:custGeom>
              <a:avLst/>
              <a:pathLst>
                <a:path w="914400" h="916049">
                  <a:moveTo>
                    <a:pt x="914400" y="914399"/>
                  </a:moveTo>
                  <a:lnTo>
                    <a:pt x="914400" y="916049"/>
                  </a:lnTo>
                  <a:lnTo>
                    <a:pt x="913961" y="914399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24662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076" y="931638"/>
                  </a:lnTo>
                  <a:lnTo>
                    <a:pt x="918193" y="929041"/>
                  </a:lnTo>
                  <a:lnTo>
                    <a:pt x="915354" y="919636"/>
                  </a:lnTo>
                  <a:lnTo>
                    <a:pt x="914400" y="916049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2475555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24848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249407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250334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251260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252186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253112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254039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254965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255891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256817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257743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2586701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259596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260522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261448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262375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263301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264227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265153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266079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267006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267932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268858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269784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270711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271637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272563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273489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274415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275342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276268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6">
                <a:alpha val="100000"/>
              </a:srgbClr>
            </a:solidFill>
            <a:ln w="5420" cap="flat">
              <a:solidFill>
                <a:srgbClr val="FFD7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277194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278120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279047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279973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280899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281825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282751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7">
                <a:alpha val="100000"/>
              </a:srgbClr>
            </a:solidFill>
            <a:ln w="5420" cap="flat">
              <a:solidFill>
                <a:srgbClr val="FEDB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283678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284604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285530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286456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287383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28830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9">
                <a:alpha val="100000"/>
              </a:srgbClr>
            </a:solidFill>
            <a:ln w="5420" cap="flat">
              <a:solidFill>
                <a:srgbClr val="FED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289235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29016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2910879" y="27571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148"/>
                  </a:lnTo>
                  <a:lnTo>
                    <a:pt x="923542" y="899424"/>
                  </a:lnTo>
                  <a:lnTo>
                    <a:pt x="919711" y="907411"/>
                  </a:lnTo>
                  <a:lnTo>
                    <a:pt x="915992" y="914400"/>
                  </a:lnTo>
                  <a:close/>
                </a:path>
              </a:pathLst>
            </a:custGeom>
            <a:solidFill>
              <a:srgbClr val="FEDF8B">
                <a:alpha val="100000"/>
              </a:srgbClr>
            </a:solidFill>
            <a:ln w="5420" cap="flat">
              <a:solidFill>
                <a:srgbClr val="FED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2920141" y="2739941"/>
              <a:ext cx="915258" cy="916386"/>
            </a:xfrm>
            <a:custGeom>
              <a:avLst/>
              <a:pathLst>
                <a:path w="915258" h="916386">
                  <a:moveTo>
                    <a:pt x="914400" y="914399"/>
                  </a:moveTo>
                  <a:lnTo>
                    <a:pt x="915258" y="914399"/>
                  </a:lnTo>
                  <a:lnTo>
                    <a:pt x="914400" y="916386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2466292" y="27227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961" y="931638"/>
                  </a:lnTo>
                  <a:lnTo>
                    <a:pt x="912782" y="927207"/>
                  </a:lnTo>
                  <a:lnTo>
                    <a:pt x="910484" y="917302"/>
                  </a:lnTo>
                  <a:lnTo>
                    <a:pt x="909906" y="914400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24662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2475555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24848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24940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250334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251260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252186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253112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254039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254965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255891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256817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257743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2586701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259596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260522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261448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262375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263301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264227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265153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266079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267006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267932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268858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269784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270711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271637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272563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273489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274415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275342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276268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277194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278120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279047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279973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280899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281825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282751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7">
                <a:alpha val="100000"/>
              </a:srgbClr>
            </a:solidFill>
            <a:ln w="5420" cap="flat">
              <a:solidFill>
                <a:srgbClr val="FEDB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283678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284604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285530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286456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287383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28830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289235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29016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29108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2920141" y="2739941"/>
              <a:ext cx="922111" cy="914399"/>
            </a:xfrm>
            <a:custGeom>
              <a:avLst/>
              <a:pathLst>
                <a:path w="922111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2111" y="897161"/>
                  </a:lnTo>
                  <a:lnTo>
                    <a:pt x="921252" y="899635"/>
                  </a:lnTo>
                  <a:lnTo>
                    <a:pt x="917885" y="908317"/>
                  </a:lnTo>
                  <a:lnTo>
                    <a:pt x="915258" y="91439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2466292" y="27054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6" y="931638"/>
                  </a:lnTo>
                  <a:lnTo>
                    <a:pt x="908467" y="924427"/>
                  </a:lnTo>
                  <a:lnTo>
                    <a:pt x="906782" y="914400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24662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2475555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24848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24940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250334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251260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252186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253112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254039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254965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255891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256817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257743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2586701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259596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60522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61448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62375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63301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64227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65153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66079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67006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67932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68858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69784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70711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71637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72563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73489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74415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75342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276268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277194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278120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279047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79973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280899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281825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282751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283678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284604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285530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86456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87383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9">
                <a:alpha val="100000"/>
              </a:srgbClr>
            </a:solidFill>
            <a:ln w="5420" cap="flat">
              <a:solidFill>
                <a:srgbClr val="FED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28830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289235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29016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B">
                <a:alpha val="100000"/>
              </a:srgbClr>
            </a:solidFill>
            <a:ln w="5420" cap="flat">
              <a:solidFill>
                <a:srgbClr val="FED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29108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2920141" y="272270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931"/>
                  </a:lnTo>
                  <a:lnTo>
                    <a:pt x="922111" y="914400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2929403" y="2705464"/>
              <a:ext cx="918371" cy="927170"/>
            </a:xfrm>
            <a:custGeom>
              <a:avLst/>
              <a:pathLst>
                <a:path w="918371" h="927170">
                  <a:moveTo>
                    <a:pt x="914400" y="914400"/>
                  </a:moveTo>
                  <a:lnTo>
                    <a:pt x="918371" y="914400"/>
                  </a:lnTo>
                  <a:lnTo>
                    <a:pt x="917979" y="915835"/>
                  </a:lnTo>
                  <a:lnTo>
                    <a:pt x="915112" y="925118"/>
                  </a:lnTo>
                  <a:lnTo>
                    <a:pt x="914400" y="927170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2457030" y="2688225"/>
              <a:ext cx="914400" cy="919452"/>
            </a:xfrm>
            <a:custGeom>
              <a:avLst/>
              <a:pathLst>
                <a:path w="914400" h="919452">
                  <a:moveTo>
                    <a:pt x="914400" y="914400"/>
                  </a:moveTo>
                  <a:lnTo>
                    <a:pt x="914400" y="919452"/>
                  </a:lnTo>
                  <a:lnTo>
                    <a:pt x="913852" y="914400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24570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044" y="931638"/>
                  </a:lnTo>
                  <a:lnTo>
                    <a:pt x="915999" y="931370"/>
                  </a:lnTo>
                  <a:lnTo>
                    <a:pt x="914559" y="920920"/>
                  </a:lnTo>
                  <a:lnTo>
                    <a:pt x="914400" y="919452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24662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2475555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24848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24940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25033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251260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252186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253112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254039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254965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255891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256817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257743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2586701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259596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260522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261448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62375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63301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64227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65153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66079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67006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67932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68858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69784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70711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71637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72563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73489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74415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75342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76268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77194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78120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79047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79973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80899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81825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82751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83678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84604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85530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86456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8738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8830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89235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9016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9108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9201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929403" y="2705464"/>
              <a:ext cx="922764" cy="914400"/>
            </a:xfrm>
            <a:custGeom>
              <a:avLst/>
              <a:pathLst>
                <a:path w="9227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64" y="897161"/>
                  </a:lnTo>
                  <a:lnTo>
                    <a:pt x="920585" y="906289"/>
                  </a:lnTo>
                  <a:lnTo>
                    <a:pt x="918371" y="914400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457030" y="26709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52" y="931638"/>
                  </a:lnTo>
                  <a:lnTo>
                    <a:pt x="913413" y="927583"/>
                  </a:lnTo>
                  <a:lnTo>
                    <a:pt x="912565" y="916911"/>
                  </a:lnTo>
                  <a:lnTo>
                    <a:pt x="912437" y="914400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4570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4662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475555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848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4940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5033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51260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52186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53112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54039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54965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5891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56817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7743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586701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59596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60522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61448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62375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63301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64227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65153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66079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67006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67932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68858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69784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70711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71637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72563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73489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74415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75342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76268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77194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78120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79047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79973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80899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81825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82751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83678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84604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85530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86456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9">
                <a:alpha val="100000"/>
              </a:srgbClr>
            </a:solidFill>
            <a:ln w="5420" cap="flat">
              <a:solidFill>
                <a:srgbClr val="FED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8738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8830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89235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9016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9108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9201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929403" y="26882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151"/>
                  </a:lnTo>
                  <a:lnTo>
                    <a:pt x="922921" y="913742"/>
                  </a:lnTo>
                  <a:lnTo>
                    <a:pt x="922764" y="914400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938666" y="2670987"/>
              <a:ext cx="916872" cy="927390"/>
            </a:xfrm>
            <a:custGeom>
              <a:avLst/>
              <a:pathLst>
                <a:path w="916872" h="927390">
                  <a:moveTo>
                    <a:pt x="914400" y="914400"/>
                  </a:moveTo>
                  <a:lnTo>
                    <a:pt x="916872" y="914400"/>
                  </a:lnTo>
                  <a:lnTo>
                    <a:pt x="915720" y="920984"/>
                  </a:lnTo>
                  <a:lnTo>
                    <a:pt x="914400" y="927390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457030" y="26537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437" y="931638"/>
                  </a:lnTo>
                  <a:lnTo>
                    <a:pt x="912018" y="923410"/>
                  </a:lnTo>
                  <a:lnTo>
                    <a:pt x="911812" y="914400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4570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4662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475555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4848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4940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5033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126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2186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3112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54039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54965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55891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6817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57743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586701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9596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60522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61448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62375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63301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64227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65153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66079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67006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67932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68858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69784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70711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71637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72563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73489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74415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75342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76268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77194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78120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79047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79973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80899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81825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82751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83678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84604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85530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86456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8738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8830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B">
                <a:alpha val="100000"/>
              </a:srgbClr>
            </a:solidFill>
            <a:ln w="5420" cap="flat">
              <a:solidFill>
                <a:srgbClr val="FED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89235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9016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9108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9201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9294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938666" y="2670987"/>
              <a:ext cx="919377" cy="914400"/>
            </a:xfrm>
            <a:custGeom>
              <a:avLst/>
              <a:pathLst>
                <a:path w="91937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77" y="897161"/>
                  </a:lnTo>
                  <a:lnTo>
                    <a:pt x="918996" y="900463"/>
                  </a:lnTo>
                  <a:lnTo>
                    <a:pt x="917501" y="910802"/>
                  </a:lnTo>
                  <a:lnTo>
                    <a:pt x="916872" y="914400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457030" y="26365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812" y="931638"/>
                  </a:lnTo>
                  <a:lnTo>
                    <a:pt x="911772" y="929870"/>
                  </a:lnTo>
                  <a:lnTo>
                    <a:pt x="911828" y="919083"/>
                  </a:lnTo>
                  <a:lnTo>
                    <a:pt x="911984" y="914400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570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4662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475555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4848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4940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5033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126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2186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3112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4039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4965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5891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6817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7743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86701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59596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60522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61448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62375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63301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64227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65153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66079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67006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67932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68858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69784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70711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71637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72563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73489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74415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75342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76268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77194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78120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79047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79973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80899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81825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82751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83678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84604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85530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9">
                <a:alpha val="100000"/>
              </a:srgbClr>
            </a:solidFill>
            <a:ln w="5420" cap="flat">
              <a:solidFill>
                <a:srgbClr val="FED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86456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8738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8830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89235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9016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9108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9201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9294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938666" y="2653748"/>
              <a:ext cx="921072" cy="914400"/>
            </a:xfrm>
            <a:custGeom>
              <a:avLst/>
              <a:pathLst>
                <a:path w="9210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072" y="897161"/>
                  </a:lnTo>
                  <a:lnTo>
                    <a:pt x="920202" y="907232"/>
                  </a:lnTo>
                  <a:lnTo>
                    <a:pt x="919377" y="914400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457030" y="261927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84" y="931638"/>
                  </a:lnTo>
                  <a:lnTo>
                    <a:pt x="912186" y="925554"/>
                  </a:lnTo>
                  <a:lnTo>
                    <a:pt x="912845" y="914836"/>
                  </a:lnTo>
                  <a:lnTo>
                    <a:pt x="912885" y="914400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570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4662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475555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4848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4940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5033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126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2186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53112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4039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4965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55891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6817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7743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6701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59596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60522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61448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62375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63301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64227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265153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266079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67006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67932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268858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69784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70711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71637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272563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273489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74415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75342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276268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77194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278120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79047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279973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280899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281825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282751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283678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284604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285530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286456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28738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28830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289235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29016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29108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29201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29294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2938666" y="26365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649"/>
                  </a:lnTo>
                  <a:lnTo>
                    <a:pt x="921398" y="909034"/>
                  </a:lnTo>
                  <a:lnTo>
                    <a:pt x="921115" y="913898"/>
                  </a:lnTo>
                  <a:lnTo>
                    <a:pt x="921072" y="914400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2947928" y="2619272"/>
              <a:ext cx="923662" cy="924887"/>
            </a:xfrm>
            <a:custGeom>
              <a:avLst/>
              <a:pathLst>
                <a:path w="923662" h="92488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050"/>
                  </a:lnTo>
                  <a:lnTo>
                    <a:pt x="921206" y="920111"/>
                  </a:lnTo>
                  <a:lnTo>
                    <a:pt x="915717" y="924081"/>
                  </a:lnTo>
                  <a:lnTo>
                    <a:pt x="914400" y="924887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2957190" y="2619272"/>
              <a:ext cx="918568" cy="918050"/>
            </a:xfrm>
            <a:custGeom>
              <a:avLst/>
              <a:pathLst>
                <a:path w="918568" h="918050">
                  <a:moveTo>
                    <a:pt x="914400" y="914400"/>
                  </a:moveTo>
                  <a:lnTo>
                    <a:pt x="918568" y="914400"/>
                  </a:lnTo>
                  <a:lnTo>
                    <a:pt x="917312" y="915606"/>
                  </a:lnTo>
                  <a:lnTo>
                    <a:pt x="914400" y="918050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2457030" y="261927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5" y="914400"/>
                  </a:lnTo>
                  <a:lnTo>
                    <a:pt x="913804" y="904196"/>
                  </a:lnTo>
                  <a:lnTo>
                    <a:pt x="914400" y="899201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2466292" y="26020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40"/>
                  </a:lnTo>
                  <a:lnTo>
                    <a:pt x="905380" y="914400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24662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2475555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24848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24940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25033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25126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5218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25311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54039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54965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255891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256817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257743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586701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59596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60522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61448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62375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63301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64227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265153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266079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67006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67932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68858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69784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270711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271637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272563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273489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74415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75342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276268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277194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78120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279047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79973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80899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81825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82751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283678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84604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285530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86456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B">
                <a:alpha val="100000"/>
              </a:srgbClr>
            </a:solidFill>
            <a:ln w="5420" cap="flat">
              <a:solidFill>
                <a:srgbClr val="FED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87383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8830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289235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9016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9108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29201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29294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29386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9479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2957190" y="261927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361"/>
                  </a:lnTo>
                  <a:lnTo>
                    <a:pt x="922545" y="910577"/>
                  </a:lnTo>
                  <a:lnTo>
                    <a:pt x="918568" y="914400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2966452" y="2602033"/>
              <a:ext cx="923662" cy="926599"/>
            </a:xfrm>
            <a:custGeom>
              <a:avLst/>
              <a:pathLst>
                <a:path w="923662" h="9265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728"/>
                  </a:lnTo>
                  <a:lnTo>
                    <a:pt x="923283" y="916248"/>
                  </a:lnTo>
                  <a:lnTo>
                    <a:pt x="918365" y="922278"/>
                  </a:lnTo>
                  <a:lnTo>
                    <a:pt x="914400" y="926599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2975714" y="2602033"/>
              <a:ext cx="915367" cy="915728"/>
            </a:xfrm>
            <a:custGeom>
              <a:avLst/>
              <a:pathLst>
                <a:path w="915367" h="915728">
                  <a:moveTo>
                    <a:pt x="914400" y="914400"/>
                  </a:moveTo>
                  <a:lnTo>
                    <a:pt x="915367" y="914400"/>
                  </a:lnTo>
                  <a:lnTo>
                    <a:pt x="914400" y="91572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3086861" y="2602033"/>
              <a:ext cx="914400" cy="917103"/>
            </a:xfrm>
            <a:custGeom>
              <a:avLst/>
              <a:pathLst>
                <a:path w="914400" h="917103">
                  <a:moveTo>
                    <a:pt x="914400" y="914400"/>
                  </a:moveTo>
                  <a:lnTo>
                    <a:pt x="914400" y="917103"/>
                  </a:lnTo>
                  <a:lnTo>
                    <a:pt x="909753" y="915085"/>
                  </a:lnTo>
                  <a:lnTo>
                    <a:pt x="908481" y="914400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3086861" y="2602033"/>
              <a:ext cx="923662" cy="920039"/>
            </a:xfrm>
            <a:custGeom>
              <a:avLst/>
              <a:pathLst>
                <a:path w="923662" h="92003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039"/>
                  </a:lnTo>
                  <a:lnTo>
                    <a:pt x="921163" y="919458"/>
                  </a:lnTo>
                  <a:lnTo>
                    <a:pt x="915428" y="917550"/>
                  </a:lnTo>
                  <a:lnTo>
                    <a:pt x="914400" y="917103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3096123" y="2602033"/>
              <a:ext cx="923662" cy="921590"/>
            </a:xfrm>
            <a:custGeom>
              <a:avLst/>
              <a:pathLst>
                <a:path w="923662" h="9215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90"/>
                  </a:lnTo>
                  <a:lnTo>
                    <a:pt x="923495" y="921583"/>
                  </a:lnTo>
                  <a:lnTo>
                    <a:pt x="917683" y="920803"/>
                  </a:lnTo>
                  <a:lnTo>
                    <a:pt x="914400" y="920039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3105386" y="2602033"/>
              <a:ext cx="923662" cy="921796"/>
            </a:xfrm>
            <a:custGeom>
              <a:avLst/>
              <a:pathLst>
                <a:path w="923662" h="921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75"/>
                  </a:lnTo>
                  <a:lnTo>
                    <a:pt x="920058" y="921796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3114648" y="2602033"/>
              <a:ext cx="923662" cy="921575"/>
            </a:xfrm>
            <a:custGeom>
              <a:avLst/>
              <a:pathLst>
                <a:path w="923662" h="92157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96"/>
                  </a:lnTo>
                  <a:lnTo>
                    <a:pt x="922425" y="920515"/>
                  </a:lnTo>
                  <a:lnTo>
                    <a:pt x="916619" y="921439"/>
                  </a:lnTo>
                  <a:lnTo>
                    <a:pt x="914400" y="921575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3123910" y="2602033"/>
              <a:ext cx="923662" cy="920196"/>
            </a:xfrm>
            <a:custGeom>
              <a:avLst/>
              <a:pathLst>
                <a:path w="923662" h="9201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33"/>
                  </a:lnTo>
                  <a:lnTo>
                    <a:pt x="918934" y="919026"/>
                  </a:lnTo>
                  <a:lnTo>
                    <a:pt x="914400" y="920196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3133172" y="2602033"/>
              <a:ext cx="920989" cy="917333"/>
            </a:xfrm>
            <a:custGeom>
              <a:avLst/>
              <a:pathLst>
                <a:path w="920989" h="917333">
                  <a:moveTo>
                    <a:pt x="914400" y="914400"/>
                  </a:moveTo>
                  <a:lnTo>
                    <a:pt x="920989" y="914400"/>
                  </a:lnTo>
                  <a:lnTo>
                    <a:pt x="915394" y="916977"/>
                  </a:lnTo>
                  <a:lnTo>
                    <a:pt x="914400" y="917333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457030" y="2584795"/>
              <a:ext cx="914400" cy="922068"/>
            </a:xfrm>
            <a:custGeom>
              <a:avLst/>
              <a:pathLst>
                <a:path w="914400" h="922068">
                  <a:moveTo>
                    <a:pt x="914400" y="914400"/>
                  </a:moveTo>
                  <a:lnTo>
                    <a:pt x="914400" y="922068"/>
                  </a:lnTo>
                  <a:lnTo>
                    <a:pt x="913095" y="919498"/>
                  </a:lnTo>
                  <a:lnTo>
                    <a:pt x="911713" y="916778"/>
                  </a:lnTo>
                  <a:lnTo>
                    <a:pt x="910504" y="914400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24570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43" y="931638"/>
                  </a:lnTo>
                  <a:lnTo>
                    <a:pt x="915059" y="928141"/>
                  </a:lnTo>
                  <a:lnTo>
                    <a:pt x="915609" y="924452"/>
                  </a:lnTo>
                  <a:lnTo>
                    <a:pt x="914476" y="922219"/>
                  </a:lnTo>
                  <a:lnTo>
                    <a:pt x="914400" y="92206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24662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2475555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4848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24940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5033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5126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25218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25311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5403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25496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55891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56817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257743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586701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59596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260522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61448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262375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63301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264227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65153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26607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6700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6793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6885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6978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7071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271637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72563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273489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274415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275342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276268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77194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278120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79047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279973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80899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281825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82751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283678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284604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85530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B">
                <a:alpha val="100000"/>
              </a:srgbClr>
            </a:solidFill>
            <a:ln w="5420" cap="flat">
              <a:solidFill>
                <a:srgbClr val="FED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286456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8738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28830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289235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29016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9108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9201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9294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9386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9479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9571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9664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975714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49"/>
                  </a:lnTo>
                  <a:lnTo>
                    <a:pt x="922640" y="908601"/>
                  </a:lnTo>
                  <a:lnTo>
                    <a:pt x="921054" y="908372"/>
                  </a:lnTo>
                  <a:lnTo>
                    <a:pt x="919774" y="908187"/>
                  </a:lnTo>
                  <a:lnTo>
                    <a:pt x="918760" y="909741"/>
                  </a:lnTo>
                  <a:lnTo>
                    <a:pt x="915367" y="914400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984977" y="2584795"/>
              <a:ext cx="923662" cy="927331"/>
            </a:xfrm>
            <a:custGeom>
              <a:avLst/>
              <a:pathLst>
                <a:path w="923662" h="92733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331"/>
                  </a:lnTo>
                  <a:lnTo>
                    <a:pt x="922894" y="927219"/>
                  </a:lnTo>
                  <a:lnTo>
                    <a:pt x="921308" y="926989"/>
                  </a:lnTo>
                  <a:lnTo>
                    <a:pt x="919722" y="926759"/>
                  </a:lnTo>
                  <a:lnTo>
                    <a:pt x="918136" y="926528"/>
                  </a:lnTo>
                  <a:lnTo>
                    <a:pt x="916550" y="926299"/>
                  </a:lnTo>
                  <a:lnTo>
                    <a:pt x="914964" y="926069"/>
                  </a:lnTo>
                  <a:lnTo>
                    <a:pt x="914400" y="925987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994239" y="2584795"/>
              <a:ext cx="923662" cy="928682"/>
            </a:xfrm>
            <a:custGeom>
              <a:avLst/>
              <a:pathLst>
                <a:path w="923662" h="9286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682"/>
                  </a:lnTo>
                  <a:lnTo>
                    <a:pt x="923146" y="928606"/>
                  </a:lnTo>
                  <a:lnTo>
                    <a:pt x="921561" y="928375"/>
                  </a:lnTo>
                  <a:lnTo>
                    <a:pt x="919975" y="928143"/>
                  </a:lnTo>
                  <a:lnTo>
                    <a:pt x="918389" y="927912"/>
                  </a:lnTo>
                  <a:lnTo>
                    <a:pt x="916804" y="927681"/>
                  </a:lnTo>
                  <a:lnTo>
                    <a:pt x="915218" y="927450"/>
                  </a:lnTo>
                  <a:lnTo>
                    <a:pt x="914400" y="927331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3003501" y="2584795"/>
              <a:ext cx="923662" cy="929857"/>
            </a:xfrm>
            <a:custGeom>
              <a:avLst/>
              <a:pathLst>
                <a:path w="923662" h="92985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57"/>
                  </a:lnTo>
                  <a:lnTo>
                    <a:pt x="919833" y="929477"/>
                  </a:lnTo>
                  <a:lnTo>
                    <a:pt x="918641" y="929303"/>
                  </a:lnTo>
                  <a:lnTo>
                    <a:pt x="917055" y="929070"/>
                  </a:lnTo>
                  <a:lnTo>
                    <a:pt x="915470" y="928838"/>
                  </a:lnTo>
                  <a:lnTo>
                    <a:pt x="914400" y="928682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3012763" y="2584795"/>
              <a:ext cx="923662" cy="930063"/>
            </a:xfrm>
            <a:custGeom>
              <a:avLst/>
              <a:pathLst>
                <a:path w="923662" h="93006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99"/>
                  </a:lnTo>
                  <a:lnTo>
                    <a:pt x="921826" y="930063"/>
                  </a:lnTo>
                  <a:lnTo>
                    <a:pt x="916194" y="930036"/>
                  </a:lnTo>
                  <a:lnTo>
                    <a:pt x="914400" y="929857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3022026" y="2584795"/>
              <a:ext cx="923662" cy="929899"/>
            </a:xfrm>
            <a:custGeom>
              <a:avLst/>
              <a:pathLst>
                <a:path w="923662" h="9298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550"/>
                  </a:lnTo>
                  <a:lnTo>
                    <a:pt x="918190" y="929559"/>
                  </a:lnTo>
                  <a:lnTo>
                    <a:pt x="914400" y="929899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3031288" y="2584795"/>
              <a:ext cx="923662" cy="928550"/>
            </a:xfrm>
            <a:custGeom>
              <a:avLst/>
              <a:pathLst>
                <a:path w="923662" h="928550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25796"/>
                  </a:lnTo>
                  <a:lnTo>
                    <a:pt x="922214" y="926271"/>
                  </a:lnTo>
                  <a:lnTo>
                    <a:pt x="920101" y="926965"/>
                  </a:lnTo>
                  <a:lnTo>
                    <a:pt x="914532" y="928526"/>
                  </a:lnTo>
                  <a:lnTo>
                    <a:pt x="914399" y="928550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3040550" y="2584795"/>
              <a:ext cx="923662" cy="925796"/>
            </a:xfrm>
            <a:custGeom>
              <a:avLst/>
              <a:pathLst>
                <a:path w="923662" h="925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58"/>
                  </a:lnTo>
                  <a:lnTo>
                    <a:pt x="923488" y="922815"/>
                  </a:lnTo>
                  <a:lnTo>
                    <a:pt x="921380" y="923506"/>
                  </a:lnTo>
                  <a:lnTo>
                    <a:pt x="919273" y="924197"/>
                  </a:lnTo>
                  <a:lnTo>
                    <a:pt x="917165" y="924888"/>
                  </a:lnTo>
                  <a:lnTo>
                    <a:pt x="915058" y="925579"/>
                  </a:lnTo>
                  <a:lnTo>
                    <a:pt x="914400" y="925796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3049812" y="2584795"/>
              <a:ext cx="923662" cy="922758"/>
            </a:xfrm>
            <a:custGeom>
              <a:avLst/>
              <a:pathLst>
                <a:path w="923662" h="92275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730"/>
                  </a:lnTo>
                  <a:lnTo>
                    <a:pt x="922658" y="920057"/>
                  </a:lnTo>
                  <a:lnTo>
                    <a:pt x="920550" y="920746"/>
                  </a:lnTo>
                  <a:lnTo>
                    <a:pt x="918441" y="921436"/>
                  </a:lnTo>
                  <a:lnTo>
                    <a:pt x="916333" y="922125"/>
                  </a:lnTo>
                  <a:lnTo>
                    <a:pt x="914400" y="92275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3059074" y="2584795"/>
              <a:ext cx="923662" cy="923805"/>
            </a:xfrm>
            <a:custGeom>
              <a:avLst/>
              <a:pathLst>
                <a:path w="923662" h="9238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805"/>
                  </a:lnTo>
                  <a:lnTo>
                    <a:pt x="922838" y="923228"/>
                  </a:lnTo>
                  <a:lnTo>
                    <a:pt x="921640" y="922388"/>
                  </a:lnTo>
                  <a:lnTo>
                    <a:pt x="920441" y="921548"/>
                  </a:lnTo>
                  <a:lnTo>
                    <a:pt x="919242" y="920709"/>
                  </a:lnTo>
                  <a:lnTo>
                    <a:pt x="918042" y="919869"/>
                  </a:lnTo>
                  <a:lnTo>
                    <a:pt x="916748" y="918963"/>
                  </a:lnTo>
                  <a:lnTo>
                    <a:pt x="915505" y="919369"/>
                  </a:lnTo>
                  <a:lnTo>
                    <a:pt x="914400" y="919730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3068337" y="2584795"/>
              <a:ext cx="923662" cy="929837"/>
            </a:xfrm>
            <a:custGeom>
              <a:avLst/>
              <a:pathLst>
                <a:path w="923662" h="9298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37"/>
                  </a:lnTo>
                  <a:lnTo>
                    <a:pt x="922681" y="929309"/>
                  </a:lnTo>
                  <a:lnTo>
                    <a:pt x="917176" y="925752"/>
                  </a:lnTo>
                  <a:lnTo>
                    <a:pt x="915973" y="924909"/>
                  </a:lnTo>
                  <a:lnTo>
                    <a:pt x="914775" y="924068"/>
                  </a:lnTo>
                  <a:lnTo>
                    <a:pt x="914400" y="923805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30775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43" y="931638"/>
                  </a:lnTo>
                  <a:lnTo>
                    <a:pt x="914400" y="929837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30868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30961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31053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31146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31239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3133172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94"/>
                  </a:lnTo>
                  <a:lnTo>
                    <a:pt x="920989" y="914400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3142434" y="2584795"/>
              <a:ext cx="923662" cy="930133"/>
            </a:xfrm>
            <a:custGeom>
              <a:avLst/>
              <a:pathLst>
                <a:path w="923662" h="93013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19"/>
                  </a:lnTo>
                  <a:lnTo>
                    <a:pt x="922841" y="924764"/>
                  </a:lnTo>
                  <a:lnTo>
                    <a:pt x="917363" y="928457"/>
                  </a:lnTo>
                  <a:lnTo>
                    <a:pt x="914400" y="930133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3151697" y="2584795"/>
              <a:ext cx="923662" cy="924119"/>
            </a:xfrm>
            <a:custGeom>
              <a:avLst/>
              <a:pathLst>
                <a:path w="923662" h="92411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561"/>
                  </a:lnTo>
                  <a:lnTo>
                    <a:pt x="923247" y="916910"/>
                  </a:lnTo>
                  <a:lnTo>
                    <a:pt x="922173" y="917817"/>
                  </a:lnTo>
                  <a:lnTo>
                    <a:pt x="921099" y="918724"/>
                  </a:lnTo>
                  <a:lnTo>
                    <a:pt x="920024" y="919632"/>
                  </a:lnTo>
                  <a:lnTo>
                    <a:pt x="918946" y="920543"/>
                  </a:lnTo>
                  <a:lnTo>
                    <a:pt x="914400" y="92411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3160959" y="2584795"/>
              <a:ext cx="916961" cy="916561"/>
            </a:xfrm>
            <a:custGeom>
              <a:avLst/>
              <a:pathLst>
                <a:path w="916961" h="916561">
                  <a:moveTo>
                    <a:pt x="914400" y="914400"/>
                  </a:moveTo>
                  <a:lnTo>
                    <a:pt x="916961" y="914400"/>
                  </a:lnTo>
                  <a:lnTo>
                    <a:pt x="916134" y="915097"/>
                  </a:lnTo>
                  <a:lnTo>
                    <a:pt x="915060" y="916003"/>
                  </a:lnTo>
                  <a:lnTo>
                    <a:pt x="914400" y="916561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7768" y="2567556"/>
              <a:ext cx="914399" cy="921091"/>
            </a:xfrm>
            <a:custGeom>
              <a:avLst/>
              <a:pathLst>
                <a:path w="914399" h="921091">
                  <a:moveTo>
                    <a:pt x="914399" y="914400"/>
                  </a:moveTo>
                  <a:lnTo>
                    <a:pt x="914399" y="921091"/>
                  </a:lnTo>
                  <a:lnTo>
                    <a:pt x="914056" y="920416"/>
                  </a:lnTo>
                  <a:lnTo>
                    <a:pt x="912671" y="917697"/>
                  </a:lnTo>
                  <a:lnTo>
                    <a:pt x="911285" y="914977"/>
                  </a:lnTo>
                  <a:lnTo>
                    <a:pt x="910990" y="914400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4776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66" y="931638"/>
                  </a:lnTo>
                  <a:lnTo>
                    <a:pt x="919592" y="931296"/>
                  </a:lnTo>
                  <a:lnTo>
                    <a:pt x="918209" y="928576"/>
                  </a:lnTo>
                  <a:lnTo>
                    <a:pt x="916825" y="925856"/>
                  </a:lnTo>
                  <a:lnTo>
                    <a:pt x="915441" y="923136"/>
                  </a:lnTo>
                  <a:lnTo>
                    <a:pt x="914399" y="921091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570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4662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75555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848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940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5033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126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5218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5311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5403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5496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5589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5681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774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586701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959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6052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61448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6237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6330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6422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6515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6607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6700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6793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6885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6978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7071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7163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7256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7348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74415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75342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76268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77194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78120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79047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79973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80899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81825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82751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9">
                <a:alpha val="100000"/>
              </a:srgbClr>
            </a:solidFill>
            <a:ln w="5420" cap="flat">
              <a:solidFill>
                <a:srgbClr val="FED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83678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84604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85530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86456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8738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8830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89235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9016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9108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9201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9294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9386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9479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9571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9664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9757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9849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3">
                <a:alpha val="100000"/>
              </a:srgbClr>
            </a:solidFill>
            <a:ln w="5420" cap="flat">
              <a:solidFill>
                <a:srgbClr val="FEE4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9942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300350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30127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30220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303128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30405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30498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30590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30683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30775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30868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30961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31053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31146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31239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31331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31424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31516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3160959" y="25847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1" y="908752"/>
                  </a:lnTo>
                  <a:lnTo>
                    <a:pt x="922585" y="909658"/>
                  </a:lnTo>
                  <a:lnTo>
                    <a:pt x="921510" y="910564"/>
                  </a:lnTo>
                  <a:lnTo>
                    <a:pt x="920434" y="911471"/>
                  </a:lnTo>
                  <a:lnTo>
                    <a:pt x="919359" y="912377"/>
                  </a:lnTo>
                  <a:lnTo>
                    <a:pt x="918284" y="913283"/>
                  </a:lnTo>
                  <a:lnTo>
                    <a:pt x="917209" y="914190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3170221" y="2567556"/>
              <a:ext cx="923662" cy="925990"/>
            </a:xfrm>
            <a:custGeom>
              <a:avLst/>
              <a:pathLst>
                <a:path w="923662" h="9259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732"/>
                  </a:lnTo>
                  <a:lnTo>
                    <a:pt x="922689" y="918722"/>
                  </a:lnTo>
                  <a:lnTo>
                    <a:pt x="917632" y="923269"/>
                  </a:lnTo>
                  <a:lnTo>
                    <a:pt x="916551" y="924178"/>
                  </a:lnTo>
                  <a:lnTo>
                    <a:pt x="915475" y="925084"/>
                  </a:lnTo>
                  <a:lnTo>
                    <a:pt x="914400" y="925990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3179483" y="2567556"/>
              <a:ext cx="917673" cy="917732"/>
            </a:xfrm>
            <a:custGeom>
              <a:avLst/>
              <a:pathLst>
                <a:path w="917673" h="917732">
                  <a:moveTo>
                    <a:pt x="914400" y="914400"/>
                  </a:moveTo>
                  <a:lnTo>
                    <a:pt x="917673" y="914400"/>
                  </a:lnTo>
                  <a:lnTo>
                    <a:pt x="914400" y="917732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438506" y="2550318"/>
              <a:ext cx="914400" cy="920170"/>
            </a:xfrm>
            <a:custGeom>
              <a:avLst/>
              <a:pathLst>
                <a:path w="914400" h="920170">
                  <a:moveTo>
                    <a:pt x="914400" y="914400"/>
                  </a:moveTo>
                  <a:lnTo>
                    <a:pt x="914400" y="920170"/>
                  </a:lnTo>
                  <a:lnTo>
                    <a:pt x="913608" y="918622"/>
                  </a:lnTo>
                  <a:lnTo>
                    <a:pt x="912219" y="915904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4385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252" y="931638"/>
                  </a:lnTo>
                  <a:lnTo>
                    <a:pt x="919160" y="929497"/>
                  </a:lnTo>
                  <a:lnTo>
                    <a:pt x="917773" y="926778"/>
                  </a:lnTo>
                  <a:lnTo>
                    <a:pt x="916386" y="924059"/>
                  </a:lnTo>
                  <a:lnTo>
                    <a:pt x="914997" y="921340"/>
                  </a:lnTo>
                  <a:lnTo>
                    <a:pt x="914400" y="920170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4776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570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62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75555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848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4940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5033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5126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218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5311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5403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496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5589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681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5774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586701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959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6052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61448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6237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6330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6422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6515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6607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6700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6793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6885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6978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7071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7163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7256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7348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27441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7534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76268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77194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78120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79047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79973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80899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81825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9">
                <a:alpha val="100000"/>
              </a:srgbClr>
            </a:solidFill>
            <a:ln w="5420" cap="flat">
              <a:solidFill>
                <a:srgbClr val="FED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82751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83678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84604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8553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86456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8738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8830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89235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9016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9108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9201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9294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9386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9479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9571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9664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9757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9849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9942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300350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30127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30220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303128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30405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30498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30590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30683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30775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30868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30961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31053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31146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31239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31331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31424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31516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31609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31702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3179483" y="25675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65"/>
                  </a:lnTo>
                  <a:lnTo>
                    <a:pt x="923139" y="908233"/>
                  </a:lnTo>
                  <a:lnTo>
                    <a:pt x="918354" y="913706"/>
                  </a:lnTo>
                  <a:lnTo>
                    <a:pt x="917673" y="914400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3188745" y="2550318"/>
              <a:ext cx="922333" cy="924803"/>
            </a:xfrm>
            <a:custGeom>
              <a:avLst/>
              <a:pathLst>
                <a:path w="922333" h="924803">
                  <a:moveTo>
                    <a:pt x="914400" y="914400"/>
                  </a:moveTo>
                  <a:lnTo>
                    <a:pt x="922333" y="914400"/>
                  </a:lnTo>
                  <a:lnTo>
                    <a:pt x="922010" y="914835"/>
                  </a:lnTo>
                  <a:lnTo>
                    <a:pt x="920263" y="917188"/>
                  </a:lnTo>
                  <a:lnTo>
                    <a:pt x="918507" y="919556"/>
                  </a:lnTo>
                  <a:lnTo>
                    <a:pt x="914400" y="924803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429243" y="2533079"/>
              <a:ext cx="914400" cy="919126"/>
            </a:xfrm>
            <a:custGeom>
              <a:avLst/>
              <a:pathLst>
                <a:path w="914400" h="919126">
                  <a:moveTo>
                    <a:pt x="914400" y="914400"/>
                  </a:moveTo>
                  <a:lnTo>
                    <a:pt x="914400" y="919126"/>
                  </a:lnTo>
                  <a:lnTo>
                    <a:pt x="912118" y="914400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24292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712" y="931638"/>
                  </a:lnTo>
                  <a:lnTo>
                    <a:pt x="920091" y="930424"/>
                  </a:lnTo>
                  <a:lnTo>
                    <a:pt x="918701" y="927706"/>
                  </a:lnTo>
                  <a:lnTo>
                    <a:pt x="917309" y="924988"/>
                  </a:lnTo>
                  <a:lnTo>
                    <a:pt x="915909" y="922253"/>
                  </a:lnTo>
                  <a:lnTo>
                    <a:pt x="914400" y="919126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4385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44776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4570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4662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475555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4848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4940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5033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5126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5218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5311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5403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5496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5589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5681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5774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586701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5959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6052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61448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6237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6330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6422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6515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6607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6700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6793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6885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6978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7071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7163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7256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7348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7441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7534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7626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77194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78120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79047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79973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80899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9">
                <a:alpha val="100000"/>
              </a:srgbClr>
            </a:solidFill>
            <a:ln w="5420" cap="flat">
              <a:solidFill>
                <a:srgbClr val="FED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81825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82751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83678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8460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8553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86456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8738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8830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89235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9016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9108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9201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9294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9386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9479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9571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9664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9757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9849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9942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300350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30127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30220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303128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30405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30498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30590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30683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30775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30868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30961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31053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31146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31239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31331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31424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31516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31609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31702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31794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3188745" y="25503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609"/>
                  </a:lnTo>
                  <a:lnTo>
                    <a:pt x="922333" y="914400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3198008" y="2533079"/>
              <a:ext cx="923662" cy="929848"/>
            </a:xfrm>
            <a:custGeom>
              <a:avLst/>
              <a:pathLst>
                <a:path w="923662" h="92984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58"/>
                  </a:lnTo>
                  <a:lnTo>
                    <a:pt x="923251" y="917942"/>
                  </a:lnTo>
                  <a:lnTo>
                    <a:pt x="921491" y="920308"/>
                  </a:lnTo>
                  <a:lnTo>
                    <a:pt x="919741" y="922660"/>
                  </a:lnTo>
                  <a:lnTo>
                    <a:pt x="917992" y="925013"/>
                  </a:lnTo>
                  <a:lnTo>
                    <a:pt x="916243" y="927366"/>
                  </a:lnTo>
                  <a:lnTo>
                    <a:pt x="914495" y="929719"/>
                  </a:lnTo>
                  <a:lnTo>
                    <a:pt x="914400" y="92984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3207270" y="2533079"/>
              <a:ext cx="916478" cy="917358"/>
            </a:xfrm>
            <a:custGeom>
              <a:avLst/>
              <a:pathLst>
                <a:path w="916478" h="917358">
                  <a:moveTo>
                    <a:pt x="914400" y="914400"/>
                  </a:moveTo>
                  <a:lnTo>
                    <a:pt x="916478" y="914400"/>
                  </a:lnTo>
                  <a:lnTo>
                    <a:pt x="914400" y="91735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419981" y="2515841"/>
              <a:ext cx="914400" cy="914787"/>
            </a:xfrm>
            <a:custGeom>
              <a:avLst/>
              <a:pathLst>
                <a:path w="914400" h="914787">
                  <a:moveTo>
                    <a:pt x="914400" y="914400"/>
                  </a:moveTo>
                  <a:lnTo>
                    <a:pt x="914400" y="914787"/>
                  </a:lnTo>
                  <a:lnTo>
                    <a:pt x="914253" y="914400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199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381" y="931638"/>
                  </a:lnTo>
                  <a:lnTo>
                    <a:pt x="920784" y="930403"/>
                  </a:lnTo>
                  <a:lnTo>
                    <a:pt x="916694" y="920848"/>
                  </a:lnTo>
                  <a:lnTo>
                    <a:pt x="914400" y="914787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292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4385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4776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4570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4662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2475555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24848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24940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25033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A">
                <a:alpha val="100000"/>
              </a:srgbClr>
            </a:solidFill>
            <a:ln w="5420" cap="flat">
              <a:solidFill>
                <a:srgbClr val="FFC4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25126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25218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25311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25403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25496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25589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25681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25774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2586701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25959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26052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261448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26237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26330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26422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26515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26607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26700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26793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26885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26978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27071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7163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7256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7348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7441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7534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7626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77194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7812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79047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79973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9">
                <a:alpha val="100000"/>
              </a:srgbClr>
            </a:solidFill>
            <a:ln w="5420" cap="flat">
              <a:solidFill>
                <a:srgbClr val="FED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80899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81825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82751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8367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8460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8553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86456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8738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8830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89235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9016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9108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9201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9294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9386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9479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9571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9664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9757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9849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9942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300350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30127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30220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303128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30405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30498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30590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30683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30775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30868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30961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31053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31146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31239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31331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31424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31516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31609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31702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31794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3188745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31980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3207270" y="25330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334"/>
                  </a:lnTo>
                  <a:lnTo>
                    <a:pt x="923552" y="903530"/>
                  </a:lnTo>
                  <a:lnTo>
                    <a:pt x="918878" y="910982"/>
                  </a:lnTo>
                  <a:lnTo>
                    <a:pt x="916478" y="914400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3216532" y="2515841"/>
              <a:ext cx="917863" cy="920572"/>
            </a:xfrm>
            <a:custGeom>
              <a:avLst/>
              <a:pathLst>
                <a:path w="917863" h="920572">
                  <a:moveTo>
                    <a:pt x="914399" y="914400"/>
                  </a:moveTo>
                  <a:lnTo>
                    <a:pt x="917863" y="914400"/>
                  </a:lnTo>
                  <a:lnTo>
                    <a:pt x="914399" y="920572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419981" y="24986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253" y="931638"/>
                  </a:lnTo>
                  <a:lnTo>
                    <a:pt x="912913" y="928100"/>
                  </a:lnTo>
                  <a:lnTo>
                    <a:pt x="912092" y="925788"/>
                  </a:lnTo>
                  <a:lnTo>
                    <a:pt x="911276" y="923491"/>
                  </a:lnTo>
                  <a:lnTo>
                    <a:pt x="910459" y="921194"/>
                  </a:lnTo>
                  <a:lnTo>
                    <a:pt x="909642" y="918897"/>
                  </a:lnTo>
                  <a:lnTo>
                    <a:pt x="908825" y="916600"/>
                  </a:lnTo>
                  <a:lnTo>
                    <a:pt x="908042" y="914400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4199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4292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4385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44776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4570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4662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475555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4848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4940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5033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5126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5218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5311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5403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5496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5589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5681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5774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586701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5959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052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61448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6237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6330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6422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6515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6607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6700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793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6885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6978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071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163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256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7348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441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534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7626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77194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7812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7904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9">
                <a:alpha val="100000"/>
              </a:srgbClr>
            </a:solidFill>
            <a:ln w="5420" cap="flat">
              <a:solidFill>
                <a:srgbClr val="FED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79973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0899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81825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82751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8367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8460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8553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86456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8738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8830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89235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9016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9108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9201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9294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9386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9479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9571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9664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9757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9849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9942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300350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30127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220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303128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30405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498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30590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30683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30775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30868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30961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31053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31146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31239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31331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31424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31516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31609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31702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31794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3188745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31980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32072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3216532" y="2515841"/>
              <a:ext cx="923662" cy="914400"/>
            </a:xfrm>
            <a:custGeom>
              <a:avLst/>
              <a:pathLst>
                <a:path w="92366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3662" y="897161"/>
                  </a:lnTo>
                  <a:lnTo>
                    <a:pt x="923662" y="902864"/>
                  </a:lnTo>
                  <a:lnTo>
                    <a:pt x="922937" y="904476"/>
                  </a:lnTo>
                  <a:lnTo>
                    <a:pt x="918735" y="912845"/>
                  </a:lnTo>
                  <a:lnTo>
                    <a:pt x="917863" y="914400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3225794" y="2498602"/>
              <a:ext cx="916961" cy="920102"/>
            </a:xfrm>
            <a:custGeom>
              <a:avLst/>
              <a:pathLst>
                <a:path w="916961" h="920102">
                  <a:moveTo>
                    <a:pt x="914400" y="914400"/>
                  </a:moveTo>
                  <a:lnTo>
                    <a:pt x="916961" y="914400"/>
                  </a:lnTo>
                  <a:lnTo>
                    <a:pt x="914400" y="920102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410719" y="2481364"/>
              <a:ext cx="914400" cy="925834"/>
            </a:xfrm>
            <a:custGeom>
              <a:avLst/>
              <a:pathLst>
                <a:path w="914400" h="925834">
                  <a:moveTo>
                    <a:pt x="914400" y="914400"/>
                  </a:moveTo>
                  <a:lnTo>
                    <a:pt x="914400" y="925834"/>
                  </a:lnTo>
                  <a:lnTo>
                    <a:pt x="913777" y="924734"/>
                  </a:lnTo>
                  <a:lnTo>
                    <a:pt x="909801" y="916931"/>
                  </a:lnTo>
                  <a:lnTo>
                    <a:pt x="908639" y="914400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4107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270" y="931542"/>
                  </a:lnTo>
                  <a:lnTo>
                    <a:pt x="916662" y="929835"/>
                  </a:lnTo>
                  <a:lnTo>
                    <a:pt x="914400" y="925834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4199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4292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4385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44776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4570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4662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475555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4848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4940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5033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5126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5218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5311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5403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5496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5589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5681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5774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586701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5959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6052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61448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6237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330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6422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515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607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6700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6793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6885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6978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7071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63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256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7348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7">
                <a:alpha val="100000"/>
              </a:srgbClr>
            </a:solidFill>
            <a:ln w="5420" cap="flat">
              <a:solidFill>
                <a:srgbClr val="FEDB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27441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7534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626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277194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7812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7904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79973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80899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81825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8275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367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8460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8553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86456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8738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8830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89235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9016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9108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9201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9294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9386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9479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9571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9664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757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9849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9942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300350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8">
                <a:alpha val="100000"/>
              </a:srgbClr>
            </a:solidFill>
            <a:ln w="5420" cap="flat">
              <a:solidFill>
                <a:srgbClr val="FFE7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30127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30220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303128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30405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30498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30590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30683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30775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30868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30961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31053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31146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31239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31331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31424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31516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31609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31702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31794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3188745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31980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32072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3216532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225794" y="2498602"/>
              <a:ext cx="923648" cy="914400"/>
            </a:xfrm>
            <a:custGeom>
              <a:avLst/>
              <a:pathLst>
                <a:path w="923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48" y="897161"/>
                  </a:lnTo>
                  <a:lnTo>
                    <a:pt x="921303" y="903744"/>
                  </a:lnTo>
                  <a:lnTo>
                    <a:pt x="917623" y="912926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401457" y="2464125"/>
              <a:ext cx="914400" cy="923787"/>
            </a:xfrm>
            <a:custGeom>
              <a:avLst/>
              <a:pathLst>
                <a:path w="914400" h="923787">
                  <a:moveTo>
                    <a:pt x="914400" y="914400"/>
                  </a:moveTo>
                  <a:lnTo>
                    <a:pt x="914400" y="923787"/>
                  </a:lnTo>
                  <a:lnTo>
                    <a:pt x="911790" y="917465"/>
                  </a:lnTo>
                  <a:lnTo>
                    <a:pt x="910656" y="914400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4014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901" y="931638"/>
                  </a:lnTo>
                  <a:lnTo>
                    <a:pt x="915310" y="925993"/>
                  </a:lnTo>
                  <a:lnTo>
                    <a:pt x="914400" y="923787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4107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4199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4292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4385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44776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4570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4662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475555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4848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4940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5033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5126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5218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5311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5403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5496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5589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5681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5774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586701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5959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6052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61448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6237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6330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422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6515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607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6700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6793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6885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6978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071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7163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7256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7348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441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534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7626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7194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812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904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B">
                <a:alpha val="100000"/>
              </a:srgbClr>
            </a:solidFill>
            <a:ln w="5420" cap="flat">
              <a:solidFill>
                <a:srgbClr val="FED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79973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80899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8182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8275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8367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8460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8553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86456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738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830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89235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9016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9108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9201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9294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9386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9479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9571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9664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9757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9849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9942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300350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30127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30220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303128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30405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30498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30590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30683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30775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30868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30961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31053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31146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31239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31331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31424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31516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31609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31702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31794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3188745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31980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32072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3216532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3225794" y="24813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48" y="914400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3235057" y="2464125"/>
              <a:ext cx="919850" cy="931599"/>
            </a:xfrm>
            <a:custGeom>
              <a:avLst/>
              <a:pathLst>
                <a:path w="919850" h="931599">
                  <a:moveTo>
                    <a:pt x="914400" y="914400"/>
                  </a:moveTo>
                  <a:lnTo>
                    <a:pt x="919850" y="914400"/>
                  </a:lnTo>
                  <a:lnTo>
                    <a:pt x="919434" y="915811"/>
                  </a:lnTo>
                  <a:lnTo>
                    <a:pt x="918554" y="918791"/>
                  </a:lnTo>
                  <a:lnTo>
                    <a:pt x="915442" y="928674"/>
                  </a:lnTo>
                  <a:lnTo>
                    <a:pt x="914400" y="931599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392195" y="2446887"/>
              <a:ext cx="914399" cy="915485"/>
            </a:xfrm>
            <a:custGeom>
              <a:avLst/>
              <a:pathLst>
                <a:path w="914399" h="915485">
                  <a:moveTo>
                    <a:pt x="914399" y="914400"/>
                  </a:moveTo>
                  <a:lnTo>
                    <a:pt x="914399" y="915485"/>
                  </a:lnTo>
                  <a:lnTo>
                    <a:pt x="914082" y="914400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39219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18" y="931638"/>
                  </a:lnTo>
                  <a:lnTo>
                    <a:pt x="917776" y="925846"/>
                  </a:lnTo>
                  <a:lnTo>
                    <a:pt x="914751" y="916684"/>
                  </a:lnTo>
                  <a:lnTo>
                    <a:pt x="914399" y="915485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4014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24107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4199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4292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4385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44776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4570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4662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47555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4848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4940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25033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5126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25218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5311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5403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5496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5589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5681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5774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586701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5959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6052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61448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6237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6330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422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6515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607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6700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688586" y="24641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07" y="897161"/>
                  </a:lnTo>
                  <a:lnTo>
                    <a:pt x="909394" y="899586"/>
                  </a:lnTo>
                  <a:lnTo>
                    <a:pt x="909626" y="899513"/>
                  </a:lnTo>
                  <a:lnTo>
                    <a:pt x="909979" y="899402"/>
                  </a:lnTo>
                  <a:lnTo>
                    <a:pt x="910332" y="899291"/>
                  </a:lnTo>
                  <a:lnTo>
                    <a:pt x="910685" y="899180"/>
                  </a:lnTo>
                  <a:lnTo>
                    <a:pt x="911038" y="899069"/>
                  </a:lnTo>
                  <a:lnTo>
                    <a:pt x="911391" y="898958"/>
                  </a:lnTo>
                  <a:lnTo>
                    <a:pt x="911744" y="898847"/>
                  </a:lnTo>
                  <a:lnTo>
                    <a:pt x="912097" y="898736"/>
                  </a:lnTo>
                  <a:lnTo>
                    <a:pt x="912451" y="898625"/>
                  </a:lnTo>
                  <a:lnTo>
                    <a:pt x="912804" y="898515"/>
                  </a:lnTo>
                  <a:lnTo>
                    <a:pt x="913157" y="898404"/>
                  </a:lnTo>
                  <a:lnTo>
                    <a:pt x="913510" y="898293"/>
                  </a:lnTo>
                  <a:lnTo>
                    <a:pt x="913863" y="898182"/>
                  </a:lnTo>
                  <a:lnTo>
                    <a:pt x="914216" y="898071"/>
                  </a:lnTo>
                  <a:lnTo>
                    <a:pt x="914400" y="898014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697848" y="24468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252"/>
                  </a:lnTo>
                  <a:lnTo>
                    <a:pt x="905307" y="915199"/>
                  </a:lnTo>
                  <a:lnTo>
                    <a:pt x="905660" y="915088"/>
                  </a:lnTo>
                  <a:lnTo>
                    <a:pt x="906013" y="914977"/>
                  </a:lnTo>
                  <a:lnTo>
                    <a:pt x="906366" y="914866"/>
                  </a:lnTo>
                  <a:lnTo>
                    <a:pt x="906720" y="914756"/>
                  </a:lnTo>
                  <a:lnTo>
                    <a:pt x="907073" y="914645"/>
                  </a:lnTo>
                  <a:lnTo>
                    <a:pt x="907426" y="914534"/>
                  </a:lnTo>
                  <a:lnTo>
                    <a:pt x="907855" y="914400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6978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7071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7163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256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7348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7441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534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7626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77194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7812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7904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79973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8089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8182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275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8367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8460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8553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6456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8738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8830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9235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9016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9108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9201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9294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9386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9479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9571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9664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9757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9849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9942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300350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30127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30220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303128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30405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30498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30590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30683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30775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30868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309612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310538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31146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31239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31331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31424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31516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31609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31702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31794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3188745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31980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32072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3216532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32257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235057" y="24641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08"/>
                  </a:lnTo>
                  <a:lnTo>
                    <a:pt x="922935" y="903962"/>
                  </a:lnTo>
                  <a:lnTo>
                    <a:pt x="922059" y="906924"/>
                  </a:lnTo>
                  <a:lnTo>
                    <a:pt x="921184" y="909886"/>
                  </a:lnTo>
                  <a:lnTo>
                    <a:pt x="920308" y="912848"/>
                  </a:lnTo>
                  <a:lnTo>
                    <a:pt x="919850" y="914400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3244319" y="2446887"/>
              <a:ext cx="915687" cy="918747"/>
            </a:xfrm>
            <a:custGeom>
              <a:avLst/>
              <a:pathLst>
                <a:path w="915687" h="918747">
                  <a:moveTo>
                    <a:pt x="914400" y="914400"/>
                  </a:moveTo>
                  <a:lnTo>
                    <a:pt x="915687" y="914400"/>
                  </a:lnTo>
                  <a:lnTo>
                    <a:pt x="915427" y="915277"/>
                  </a:lnTo>
                  <a:lnTo>
                    <a:pt x="914550" y="918239"/>
                  </a:lnTo>
                  <a:lnTo>
                    <a:pt x="914400" y="918747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392195" y="2429648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14082" y="931638"/>
                  </a:lnTo>
                  <a:lnTo>
                    <a:pt x="911986" y="924480"/>
                  </a:lnTo>
                  <a:lnTo>
                    <a:pt x="909488" y="914783"/>
                  </a:lnTo>
                  <a:lnTo>
                    <a:pt x="909402" y="914400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39219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4014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4107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4199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4292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4385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44776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4570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4662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47555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4848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4940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5033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5126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5218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5311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5403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5496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5589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5681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5774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586701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5959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6052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61448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37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6330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6422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6515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6607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679323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85" y="897161"/>
                  </a:lnTo>
                  <a:lnTo>
                    <a:pt x="913451" y="897382"/>
                  </a:lnTo>
                  <a:lnTo>
                    <a:pt x="913544" y="897698"/>
                  </a:lnTo>
                  <a:lnTo>
                    <a:pt x="913638" y="898014"/>
                  </a:lnTo>
                  <a:lnTo>
                    <a:pt x="913731" y="898330"/>
                  </a:lnTo>
                  <a:lnTo>
                    <a:pt x="913825" y="898645"/>
                  </a:lnTo>
                  <a:lnTo>
                    <a:pt x="913918" y="898961"/>
                  </a:lnTo>
                  <a:lnTo>
                    <a:pt x="914011" y="899277"/>
                  </a:lnTo>
                  <a:lnTo>
                    <a:pt x="914105" y="899592"/>
                  </a:lnTo>
                  <a:lnTo>
                    <a:pt x="914198" y="899908"/>
                  </a:lnTo>
                  <a:lnTo>
                    <a:pt x="914292" y="900224"/>
                  </a:lnTo>
                  <a:lnTo>
                    <a:pt x="914400" y="900613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679323" y="2446887"/>
              <a:ext cx="918070" cy="914400"/>
            </a:xfrm>
            <a:custGeom>
              <a:avLst/>
              <a:pathLst>
                <a:path w="918070" h="914400">
                  <a:moveTo>
                    <a:pt x="914400" y="914400"/>
                  </a:moveTo>
                  <a:lnTo>
                    <a:pt x="914400" y="900613"/>
                  </a:lnTo>
                  <a:lnTo>
                    <a:pt x="917018" y="910053"/>
                  </a:lnTo>
                  <a:lnTo>
                    <a:pt x="918070" y="914400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697848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855" y="914400"/>
                  </a:lnTo>
                  <a:lnTo>
                    <a:pt x="908132" y="914313"/>
                  </a:lnTo>
                  <a:lnTo>
                    <a:pt x="908485" y="914202"/>
                  </a:lnTo>
                  <a:lnTo>
                    <a:pt x="908839" y="914091"/>
                  </a:lnTo>
                  <a:lnTo>
                    <a:pt x="909192" y="913980"/>
                  </a:lnTo>
                  <a:lnTo>
                    <a:pt x="909545" y="913870"/>
                  </a:lnTo>
                  <a:lnTo>
                    <a:pt x="909898" y="913759"/>
                  </a:lnTo>
                  <a:lnTo>
                    <a:pt x="910251" y="913648"/>
                  </a:lnTo>
                  <a:lnTo>
                    <a:pt x="910604" y="913538"/>
                  </a:lnTo>
                  <a:lnTo>
                    <a:pt x="910958" y="913427"/>
                  </a:lnTo>
                  <a:lnTo>
                    <a:pt x="911311" y="913316"/>
                  </a:lnTo>
                  <a:lnTo>
                    <a:pt x="911664" y="913206"/>
                  </a:lnTo>
                  <a:lnTo>
                    <a:pt x="912017" y="913095"/>
                  </a:lnTo>
                  <a:lnTo>
                    <a:pt x="912371" y="912985"/>
                  </a:lnTo>
                  <a:lnTo>
                    <a:pt x="912724" y="912874"/>
                  </a:lnTo>
                  <a:lnTo>
                    <a:pt x="913077" y="912763"/>
                  </a:lnTo>
                  <a:lnTo>
                    <a:pt x="913430" y="912653"/>
                  </a:lnTo>
                  <a:lnTo>
                    <a:pt x="913784" y="912542"/>
                  </a:lnTo>
                  <a:lnTo>
                    <a:pt x="914137" y="912432"/>
                  </a:lnTo>
                  <a:lnTo>
                    <a:pt x="914400" y="912349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707110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8" y="912321"/>
                  </a:lnTo>
                  <a:lnTo>
                    <a:pt x="905581" y="912210"/>
                  </a:lnTo>
                  <a:lnTo>
                    <a:pt x="905934" y="912100"/>
                  </a:lnTo>
                  <a:lnTo>
                    <a:pt x="906288" y="911989"/>
                  </a:lnTo>
                  <a:lnTo>
                    <a:pt x="906641" y="911879"/>
                  </a:lnTo>
                  <a:lnTo>
                    <a:pt x="906994" y="911768"/>
                  </a:lnTo>
                  <a:lnTo>
                    <a:pt x="907348" y="911658"/>
                  </a:lnTo>
                  <a:lnTo>
                    <a:pt x="907701" y="911547"/>
                  </a:lnTo>
                  <a:lnTo>
                    <a:pt x="908054" y="911437"/>
                  </a:lnTo>
                  <a:lnTo>
                    <a:pt x="908408" y="911326"/>
                  </a:lnTo>
                  <a:lnTo>
                    <a:pt x="908761" y="911216"/>
                  </a:lnTo>
                  <a:lnTo>
                    <a:pt x="909114" y="911106"/>
                  </a:lnTo>
                  <a:lnTo>
                    <a:pt x="909468" y="910995"/>
                  </a:lnTo>
                  <a:lnTo>
                    <a:pt x="909821" y="910885"/>
                  </a:lnTo>
                  <a:lnTo>
                    <a:pt x="910174" y="910774"/>
                  </a:lnTo>
                  <a:lnTo>
                    <a:pt x="910528" y="910664"/>
                  </a:lnTo>
                  <a:lnTo>
                    <a:pt x="910881" y="910553"/>
                  </a:lnTo>
                  <a:lnTo>
                    <a:pt x="911234" y="910443"/>
                  </a:lnTo>
                  <a:lnTo>
                    <a:pt x="911588" y="910333"/>
                  </a:lnTo>
                  <a:lnTo>
                    <a:pt x="911941" y="910222"/>
                  </a:lnTo>
                  <a:lnTo>
                    <a:pt x="912294" y="910112"/>
                  </a:lnTo>
                  <a:lnTo>
                    <a:pt x="912648" y="910002"/>
                  </a:lnTo>
                  <a:lnTo>
                    <a:pt x="912876" y="909930"/>
                  </a:lnTo>
                  <a:lnTo>
                    <a:pt x="913934" y="903657"/>
                  </a:lnTo>
                  <a:lnTo>
                    <a:pt x="914400" y="901341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16372" y="24296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580"/>
                  </a:lnTo>
                  <a:lnTo>
                    <a:pt x="905977" y="914400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7163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7256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7348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441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534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7626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77194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7812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7904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79973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089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8182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8275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8367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8460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8553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86456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738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8830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89235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9016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9108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9201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9294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9386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9479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9571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9664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8">
                <a:alpha val="100000"/>
              </a:srgbClr>
            </a:solidFill>
            <a:ln w="5420" cap="flat">
              <a:solidFill>
                <a:srgbClr val="FFE7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9757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9849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9942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300350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30127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30220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303128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30405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30498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30590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30683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30775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308686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309612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310538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311464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312391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31331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31424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31516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31609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31702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31794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3188745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31980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32072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3216532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32257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32350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3244319" y="2446887"/>
              <a:ext cx="920799" cy="914400"/>
            </a:xfrm>
            <a:custGeom>
              <a:avLst/>
              <a:pathLst>
                <a:path w="92079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99" y="897161"/>
                  </a:lnTo>
                  <a:lnTo>
                    <a:pt x="920696" y="897509"/>
                  </a:lnTo>
                  <a:lnTo>
                    <a:pt x="919817" y="900470"/>
                  </a:lnTo>
                  <a:lnTo>
                    <a:pt x="918938" y="903431"/>
                  </a:lnTo>
                  <a:lnTo>
                    <a:pt x="918059" y="906393"/>
                  </a:lnTo>
                  <a:lnTo>
                    <a:pt x="917181" y="909354"/>
                  </a:lnTo>
                  <a:lnTo>
                    <a:pt x="916304" y="912316"/>
                  </a:lnTo>
                  <a:lnTo>
                    <a:pt x="915687" y="914400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392195" y="2412410"/>
              <a:ext cx="914399" cy="931638"/>
            </a:xfrm>
            <a:custGeom>
              <a:avLst/>
              <a:pathLst>
                <a:path w="914399" h="931638">
                  <a:moveTo>
                    <a:pt x="914399" y="914399"/>
                  </a:moveTo>
                  <a:lnTo>
                    <a:pt x="914399" y="931638"/>
                  </a:lnTo>
                  <a:lnTo>
                    <a:pt x="909402" y="931638"/>
                  </a:lnTo>
                  <a:lnTo>
                    <a:pt x="907264" y="922096"/>
                  </a:lnTo>
                  <a:lnTo>
                    <a:pt x="905787" y="91439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39219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4014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4107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4199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4292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4385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44776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4570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4662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47555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4848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4940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5033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5126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5218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5311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5403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5496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5589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5681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5774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586701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5959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052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61448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6237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330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422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6515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6607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670061" y="2429648"/>
              <a:ext cx="922648" cy="914400"/>
            </a:xfrm>
            <a:custGeom>
              <a:avLst/>
              <a:pathLst>
                <a:path w="922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69" y="897262"/>
                  </a:lnTo>
                  <a:lnTo>
                    <a:pt x="917661" y="897574"/>
                  </a:lnTo>
                  <a:lnTo>
                    <a:pt x="917755" y="897889"/>
                  </a:lnTo>
                  <a:lnTo>
                    <a:pt x="917849" y="898205"/>
                  </a:lnTo>
                  <a:lnTo>
                    <a:pt x="917942" y="898521"/>
                  </a:lnTo>
                  <a:lnTo>
                    <a:pt x="918036" y="898836"/>
                  </a:lnTo>
                  <a:lnTo>
                    <a:pt x="918130" y="899152"/>
                  </a:lnTo>
                  <a:lnTo>
                    <a:pt x="918223" y="899468"/>
                  </a:lnTo>
                  <a:lnTo>
                    <a:pt x="918317" y="899783"/>
                  </a:lnTo>
                  <a:lnTo>
                    <a:pt x="918411" y="900099"/>
                  </a:lnTo>
                  <a:lnTo>
                    <a:pt x="918504" y="900415"/>
                  </a:lnTo>
                  <a:lnTo>
                    <a:pt x="918598" y="900730"/>
                  </a:lnTo>
                  <a:lnTo>
                    <a:pt x="918691" y="901046"/>
                  </a:lnTo>
                  <a:lnTo>
                    <a:pt x="918785" y="901362"/>
                  </a:lnTo>
                  <a:lnTo>
                    <a:pt x="918879" y="901677"/>
                  </a:lnTo>
                  <a:lnTo>
                    <a:pt x="918972" y="901993"/>
                  </a:lnTo>
                  <a:lnTo>
                    <a:pt x="919066" y="902309"/>
                  </a:lnTo>
                  <a:lnTo>
                    <a:pt x="919160" y="902625"/>
                  </a:lnTo>
                  <a:lnTo>
                    <a:pt x="919253" y="902940"/>
                  </a:lnTo>
                  <a:lnTo>
                    <a:pt x="919347" y="903256"/>
                  </a:lnTo>
                  <a:lnTo>
                    <a:pt x="919440" y="903572"/>
                  </a:lnTo>
                  <a:lnTo>
                    <a:pt x="919534" y="903887"/>
                  </a:lnTo>
                  <a:lnTo>
                    <a:pt x="919627" y="904203"/>
                  </a:lnTo>
                  <a:lnTo>
                    <a:pt x="919721" y="904519"/>
                  </a:lnTo>
                  <a:lnTo>
                    <a:pt x="919815" y="904834"/>
                  </a:lnTo>
                  <a:lnTo>
                    <a:pt x="919908" y="905150"/>
                  </a:lnTo>
                  <a:lnTo>
                    <a:pt x="920002" y="905466"/>
                  </a:lnTo>
                  <a:lnTo>
                    <a:pt x="920095" y="905781"/>
                  </a:lnTo>
                  <a:lnTo>
                    <a:pt x="920189" y="906097"/>
                  </a:lnTo>
                  <a:lnTo>
                    <a:pt x="920282" y="906413"/>
                  </a:lnTo>
                  <a:lnTo>
                    <a:pt x="920376" y="906728"/>
                  </a:lnTo>
                  <a:lnTo>
                    <a:pt x="920469" y="907044"/>
                  </a:lnTo>
                  <a:lnTo>
                    <a:pt x="920563" y="907360"/>
                  </a:lnTo>
                  <a:lnTo>
                    <a:pt x="920657" y="907676"/>
                  </a:lnTo>
                  <a:lnTo>
                    <a:pt x="920750" y="907991"/>
                  </a:lnTo>
                  <a:lnTo>
                    <a:pt x="920844" y="908307"/>
                  </a:lnTo>
                  <a:lnTo>
                    <a:pt x="920937" y="908623"/>
                  </a:lnTo>
                  <a:lnTo>
                    <a:pt x="921031" y="908938"/>
                  </a:lnTo>
                  <a:lnTo>
                    <a:pt x="921124" y="909254"/>
                  </a:lnTo>
                  <a:lnTo>
                    <a:pt x="921218" y="909570"/>
                  </a:lnTo>
                  <a:lnTo>
                    <a:pt x="921311" y="909885"/>
                  </a:lnTo>
                  <a:lnTo>
                    <a:pt x="921405" y="910201"/>
                  </a:lnTo>
                  <a:lnTo>
                    <a:pt x="921498" y="910517"/>
                  </a:lnTo>
                  <a:lnTo>
                    <a:pt x="921592" y="910832"/>
                  </a:lnTo>
                  <a:lnTo>
                    <a:pt x="921685" y="911148"/>
                  </a:lnTo>
                  <a:lnTo>
                    <a:pt x="921779" y="911464"/>
                  </a:lnTo>
                  <a:lnTo>
                    <a:pt x="921872" y="911780"/>
                  </a:lnTo>
                  <a:lnTo>
                    <a:pt x="921966" y="912095"/>
                  </a:lnTo>
                  <a:lnTo>
                    <a:pt x="922059" y="912411"/>
                  </a:lnTo>
                  <a:lnTo>
                    <a:pt x="922152" y="912727"/>
                  </a:lnTo>
                  <a:lnTo>
                    <a:pt x="922246" y="913042"/>
                  </a:lnTo>
                  <a:lnTo>
                    <a:pt x="922339" y="913358"/>
                  </a:lnTo>
                  <a:lnTo>
                    <a:pt x="922433" y="913674"/>
                  </a:lnTo>
                  <a:lnTo>
                    <a:pt x="922526" y="913989"/>
                  </a:lnTo>
                  <a:lnTo>
                    <a:pt x="922648" y="914400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16372" y="24124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977" y="931638"/>
                  </a:lnTo>
                  <a:lnTo>
                    <a:pt x="906755" y="927763"/>
                  </a:lnTo>
                  <a:lnTo>
                    <a:pt x="909133" y="917613"/>
                  </a:lnTo>
                  <a:lnTo>
                    <a:pt x="909999" y="914399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7163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7256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348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441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7534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B">
                <a:alpha val="100000"/>
              </a:srgbClr>
            </a:solidFill>
            <a:ln w="5420" cap="flat">
              <a:solidFill>
                <a:srgbClr val="FED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7626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77194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7812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7904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79973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8089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8182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275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67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8460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8553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86456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8738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8830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89235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9016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9108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9201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9294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9386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9479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9571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9664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757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9849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9942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300350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30127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30220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303128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30405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30498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30590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30683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30775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308686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309612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310538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311464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312391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31331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31424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31516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31609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31702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31794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3188745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31980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32072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3216532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32257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32350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3244319" y="24296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769"/>
                  </a:lnTo>
                  <a:lnTo>
                    <a:pt x="923336" y="905864"/>
                  </a:lnTo>
                  <a:lnTo>
                    <a:pt x="922456" y="908825"/>
                  </a:lnTo>
                  <a:lnTo>
                    <a:pt x="921576" y="911786"/>
                  </a:lnTo>
                  <a:lnTo>
                    <a:pt x="920799" y="914400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3253581" y="2412410"/>
              <a:ext cx="916664" cy="922007"/>
            </a:xfrm>
            <a:custGeom>
              <a:avLst/>
              <a:pathLst>
                <a:path w="916664" h="922007">
                  <a:moveTo>
                    <a:pt x="914400" y="914399"/>
                  </a:moveTo>
                  <a:lnTo>
                    <a:pt x="916664" y="914399"/>
                  </a:lnTo>
                  <a:lnTo>
                    <a:pt x="915836" y="917181"/>
                  </a:lnTo>
                  <a:lnTo>
                    <a:pt x="914955" y="920141"/>
                  </a:lnTo>
                  <a:lnTo>
                    <a:pt x="914400" y="922007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382932" y="2395171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925" y="918906"/>
                  </a:lnTo>
                  <a:lnTo>
                    <a:pt x="912335" y="914400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3829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49" y="931638"/>
                  </a:lnTo>
                  <a:lnTo>
                    <a:pt x="914583" y="929207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39219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4014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4107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4199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4292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4385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44776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4570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4662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47555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4848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4940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5033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5126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5218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5311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5403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5496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5589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5681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25774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586701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5959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052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1448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6237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330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6422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515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70061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1802" y="897161"/>
                  </a:lnTo>
                  <a:lnTo>
                    <a:pt x="914400" y="904545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670061" y="2412410"/>
              <a:ext cx="917537" cy="914399"/>
            </a:xfrm>
            <a:custGeom>
              <a:avLst/>
              <a:pathLst>
                <a:path w="917537" h="914399">
                  <a:moveTo>
                    <a:pt x="914400" y="914399"/>
                  </a:moveTo>
                  <a:lnTo>
                    <a:pt x="914400" y="904545"/>
                  </a:lnTo>
                  <a:lnTo>
                    <a:pt x="914757" y="905562"/>
                  </a:lnTo>
                  <a:lnTo>
                    <a:pt x="917537" y="91439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16372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9999" y="914399"/>
                  </a:lnTo>
                  <a:lnTo>
                    <a:pt x="911800" y="907715"/>
                  </a:lnTo>
                  <a:lnTo>
                    <a:pt x="914400" y="899231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25634" y="23951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70"/>
                  </a:lnTo>
                  <a:lnTo>
                    <a:pt x="905485" y="915336"/>
                  </a:lnTo>
                  <a:lnTo>
                    <a:pt x="905809" y="914400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7256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348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27441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7534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7626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7194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7812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7904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7997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8089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8182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8275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8367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8460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8553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86456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8738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8830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89235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9016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9108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9201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9294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9386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9479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9571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9664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9757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9849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9942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300350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30127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30220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303128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30405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30498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30590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30683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307759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308686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309612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310538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311464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312391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313317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31424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31516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31609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31702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31794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3188745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31980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32072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3216532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32257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32350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32443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3253581" y="2412410"/>
              <a:ext cx="921805" cy="914399"/>
            </a:xfrm>
            <a:custGeom>
              <a:avLst/>
              <a:pathLst>
                <a:path w="92180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1805" y="897161"/>
                  </a:lnTo>
                  <a:lnTo>
                    <a:pt x="921131" y="899417"/>
                  </a:lnTo>
                  <a:lnTo>
                    <a:pt x="920248" y="902378"/>
                  </a:lnTo>
                  <a:lnTo>
                    <a:pt x="919365" y="905338"/>
                  </a:lnTo>
                  <a:lnTo>
                    <a:pt x="918482" y="908299"/>
                  </a:lnTo>
                  <a:lnTo>
                    <a:pt x="917599" y="911259"/>
                  </a:lnTo>
                  <a:lnTo>
                    <a:pt x="916717" y="914220"/>
                  </a:lnTo>
                  <a:lnTo>
                    <a:pt x="916664" y="91439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382932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5" y="931638"/>
                  </a:lnTo>
                  <a:lnTo>
                    <a:pt x="911557" y="925697"/>
                  </a:lnTo>
                  <a:lnTo>
                    <a:pt x="910482" y="915130"/>
                  </a:lnTo>
                  <a:lnTo>
                    <a:pt x="910429" y="91439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3829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39219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4014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4107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4199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4292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4385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44776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4570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4662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47555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4848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4940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5033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126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5218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5311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403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496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589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5681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5774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586701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5959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052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1448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6237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6330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422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515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60799" y="2395171"/>
              <a:ext cx="921064" cy="914400"/>
            </a:xfrm>
            <a:custGeom>
              <a:avLst/>
              <a:pathLst>
                <a:path w="9210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79" y="897161"/>
                  </a:lnTo>
                  <a:lnTo>
                    <a:pt x="919224" y="897955"/>
                  </a:lnTo>
                  <a:lnTo>
                    <a:pt x="916989" y="904142"/>
                  </a:lnTo>
                  <a:lnTo>
                    <a:pt x="917694" y="905766"/>
                  </a:lnTo>
                  <a:lnTo>
                    <a:pt x="920972" y="914136"/>
                  </a:lnTo>
                  <a:lnTo>
                    <a:pt x="921064" y="914400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725634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809" y="931638"/>
                  </a:lnTo>
                  <a:lnTo>
                    <a:pt x="908704" y="923263"/>
                  </a:lnTo>
                  <a:lnTo>
                    <a:pt x="912143" y="914399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7256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B">
                <a:alpha val="100000"/>
              </a:srgbClr>
            </a:solidFill>
            <a:ln w="5420" cap="flat">
              <a:solidFill>
                <a:srgbClr val="FED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7348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7441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7534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7626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77194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7812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7904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7997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8089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8182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8275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8367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8460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8553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86456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8738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8830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89235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9016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9108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9201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9294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9386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9479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9571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9664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9757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9849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9942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300350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30127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30220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303128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30405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30498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30590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30683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307759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308686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309612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310538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311464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312391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313317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31424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31516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31609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31702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31794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3188745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31980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32072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3216532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32257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32350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32443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3253581" y="23951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86"/>
                  </a:lnTo>
                  <a:lnTo>
                    <a:pt x="922900" y="910735"/>
                  </a:lnTo>
                  <a:lnTo>
                    <a:pt x="922015" y="913695"/>
                  </a:lnTo>
                  <a:lnTo>
                    <a:pt x="921805" y="914400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3262843" y="2377933"/>
              <a:ext cx="919168" cy="925424"/>
            </a:xfrm>
            <a:custGeom>
              <a:avLst/>
              <a:pathLst>
                <a:path w="919168" h="925424">
                  <a:moveTo>
                    <a:pt x="914400" y="914399"/>
                  </a:moveTo>
                  <a:lnTo>
                    <a:pt x="919168" y="914399"/>
                  </a:lnTo>
                  <a:lnTo>
                    <a:pt x="917734" y="916810"/>
                  </a:lnTo>
                  <a:lnTo>
                    <a:pt x="916862" y="918274"/>
                  </a:lnTo>
                  <a:lnTo>
                    <a:pt x="916642" y="918831"/>
                  </a:lnTo>
                  <a:lnTo>
                    <a:pt x="915890" y="920727"/>
                  </a:lnTo>
                  <a:lnTo>
                    <a:pt x="915541" y="921608"/>
                  </a:lnTo>
                  <a:lnTo>
                    <a:pt x="915407" y="922054"/>
                  </a:lnTo>
                  <a:lnTo>
                    <a:pt x="914522" y="925014"/>
                  </a:lnTo>
                  <a:lnTo>
                    <a:pt x="914400" y="925424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382932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29" y="931638"/>
                  </a:lnTo>
                  <a:lnTo>
                    <a:pt x="909704" y="921713"/>
                  </a:lnTo>
                  <a:lnTo>
                    <a:pt x="909377" y="914400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3829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39219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4014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4107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4199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4292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4385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44776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4570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4662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47555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4848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4940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5033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5126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5218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5311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5403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496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5589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5681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774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86701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5959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052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61448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237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6330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422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515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660799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98"/>
                  </a:lnTo>
                  <a:lnTo>
                    <a:pt x="922250" y="905774"/>
                  </a:lnTo>
                  <a:lnTo>
                    <a:pt x="919479" y="914399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670061" y="2360695"/>
              <a:ext cx="915431" cy="918036"/>
            </a:xfrm>
            <a:custGeom>
              <a:avLst/>
              <a:pathLst>
                <a:path w="915431" h="918036">
                  <a:moveTo>
                    <a:pt x="914400" y="914400"/>
                  </a:moveTo>
                  <a:lnTo>
                    <a:pt x="915431" y="914400"/>
                  </a:lnTo>
                  <a:lnTo>
                    <a:pt x="914400" y="918036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725634" y="23779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87" y="914286"/>
                  </a:lnTo>
                  <a:lnTo>
                    <a:pt x="914400" y="909183"/>
                  </a:lnTo>
                  <a:close/>
                </a:path>
              </a:pathLst>
            </a:custGeom>
            <a:solidFill>
              <a:srgbClr val="FEDF8B">
                <a:alpha val="100000"/>
              </a:srgbClr>
            </a:solidFill>
            <a:ln w="5420" cap="flat">
              <a:solidFill>
                <a:srgbClr val="FED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734897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421"/>
                  </a:lnTo>
                  <a:lnTo>
                    <a:pt x="906660" y="922908"/>
                  </a:lnTo>
                  <a:lnTo>
                    <a:pt x="906796" y="922612"/>
                  </a:lnTo>
                  <a:lnTo>
                    <a:pt x="906933" y="922312"/>
                  </a:lnTo>
                  <a:lnTo>
                    <a:pt x="907070" y="922012"/>
                  </a:lnTo>
                  <a:lnTo>
                    <a:pt x="907208" y="921712"/>
                  </a:lnTo>
                  <a:lnTo>
                    <a:pt x="907345" y="921412"/>
                  </a:lnTo>
                  <a:lnTo>
                    <a:pt x="907482" y="921113"/>
                  </a:lnTo>
                  <a:lnTo>
                    <a:pt x="907619" y="920813"/>
                  </a:lnTo>
                  <a:lnTo>
                    <a:pt x="907757" y="920513"/>
                  </a:lnTo>
                  <a:lnTo>
                    <a:pt x="907894" y="920213"/>
                  </a:lnTo>
                  <a:lnTo>
                    <a:pt x="908031" y="919914"/>
                  </a:lnTo>
                  <a:lnTo>
                    <a:pt x="908169" y="919614"/>
                  </a:lnTo>
                  <a:lnTo>
                    <a:pt x="908306" y="919314"/>
                  </a:lnTo>
                  <a:lnTo>
                    <a:pt x="908443" y="919014"/>
                  </a:lnTo>
                  <a:lnTo>
                    <a:pt x="908581" y="918714"/>
                  </a:lnTo>
                  <a:lnTo>
                    <a:pt x="908718" y="918415"/>
                  </a:lnTo>
                  <a:lnTo>
                    <a:pt x="908855" y="918115"/>
                  </a:lnTo>
                  <a:lnTo>
                    <a:pt x="908993" y="917815"/>
                  </a:lnTo>
                  <a:lnTo>
                    <a:pt x="909130" y="917515"/>
                  </a:lnTo>
                  <a:lnTo>
                    <a:pt x="909267" y="917216"/>
                  </a:lnTo>
                  <a:lnTo>
                    <a:pt x="909405" y="916916"/>
                  </a:lnTo>
                  <a:lnTo>
                    <a:pt x="909542" y="916616"/>
                  </a:lnTo>
                  <a:lnTo>
                    <a:pt x="909679" y="916316"/>
                  </a:lnTo>
                  <a:lnTo>
                    <a:pt x="909817" y="916017"/>
                  </a:lnTo>
                  <a:lnTo>
                    <a:pt x="909954" y="915717"/>
                  </a:lnTo>
                  <a:lnTo>
                    <a:pt x="910091" y="915417"/>
                  </a:lnTo>
                  <a:lnTo>
                    <a:pt x="910229" y="915117"/>
                  </a:lnTo>
                  <a:lnTo>
                    <a:pt x="910366" y="914818"/>
                  </a:lnTo>
                  <a:lnTo>
                    <a:pt x="910558" y="914400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7348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441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7534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7626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77194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812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7904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7997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8089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8182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8275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8367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8460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8553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86456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8738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8830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89235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9016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9108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9201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9294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9386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9479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9571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9664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9757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9849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9942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300350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30127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30220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303128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30405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30498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30590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30683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307759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308686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309612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310538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311464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312391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313317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314243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31516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31609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31702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31794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3188745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31980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32072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3216532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32257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32350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32443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32535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3262843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56"/>
                  </a:lnTo>
                  <a:lnTo>
                    <a:pt x="922268" y="909195"/>
                  </a:lnTo>
                  <a:lnTo>
                    <a:pt x="920756" y="911733"/>
                  </a:lnTo>
                  <a:lnTo>
                    <a:pt x="919244" y="914271"/>
                  </a:lnTo>
                  <a:lnTo>
                    <a:pt x="919168" y="91439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3272105" y="2360695"/>
              <a:ext cx="920184" cy="924095"/>
            </a:xfrm>
            <a:custGeom>
              <a:avLst/>
              <a:pathLst>
                <a:path w="920184" h="924095">
                  <a:moveTo>
                    <a:pt x="914400" y="914400"/>
                  </a:moveTo>
                  <a:lnTo>
                    <a:pt x="920184" y="914400"/>
                  </a:lnTo>
                  <a:lnTo>
                    <a:pt x="919059" y="916284"/>
                  </a:lnTo>
                  <a:lnTo>
                    <a:pt x="917545" y="918821"/>
                  </a:lnTo>
                  <a:lnTo>
                    <a:pt x="916031" y="921358"/>
                  </a:lnTo>
                  <a:lnTo>
                    <a:pt x="914518" y="923896"/>
                  </a:lnTo>
                  <a:lnTo>
                    <a:pt x="914400" y="924095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82932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377" y="931638"/>
                  </a:lnTo>
                  <a:lnTo>
                    <a:pt x="909224" y="928235"/>
                  </a:lnTo>
                  <a:lnTo>
                    <a:pt x="909045" y="917486"/>
                  </a:lnTo>
                  <a:lnTo>
                    <a:pt x="909079" y="914400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829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39219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4014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2">
                <a:alpha val="100000"/>
              </a:srgbClr>
            </a:solidFill>
            <a:ln w="5420" cap="flat">
              <a:solidFill>
                <a:srgbClr val="FFB7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4107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199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24292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24385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244776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24570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24662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247555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24848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24940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25033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25126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25218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25311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25403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25496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25589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25681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25774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2586701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25959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26052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261448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26237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26330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26422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26515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26607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2670061" y="2360695"/>
              <a:ext cx="919540" cy="914400"/>
            </a:xfrm>
            <a:custGeom>
              <a:avLst/>
              <a:pathLst>
                <a:path w="91954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540" y="897161"/>
                  </a:lnTo>
                  <a:lnTo>
                    <a:pt x="918214" y="903345"/>
                  </a:lnTo>
                  <a:lnTo>
                    <a:pt x="915741" y="913308"/>
                  </a:lnTo>
                  <a:lnTo>
                    <a:pt x="915431" y="914400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2734897" y="236069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558" y="914400"/>
                  </a:lnTo>
                  <a:lnTo>
                    <a:pt x="910641" y="914218"/>
                  </a:lnTo>
                  <a:lnTo>
                    <a:pt x="910778" y="913918"/>
                  </a:lnTo>
                  <a:lnTo>
                    <a:pt x="910916" y="913619"/>
                  </a:lnTo>
                  <a:lnTo>
                    <a:pt x="911053" y="913319"/>
                  </a:lnTo>
                  <a:lnTo>
                    <a:pt x="911191" y="913019"/>
                  </a:lnTo>
                  <a:lnTo>
                    <a:pt x="911328" y="912719"/>
                  </a:lnTo>
                  <a:lnTo>
                    <a:pt x="911466" y="912420"/>
                  </a:lnTo>
                  <a:lnTo>
                    <a:pt x="911603" y="912120"/>
                  </a:lnTo>
                  <a:lnTo>
                    <a:pt x="911741" y="911820"/>
                  </a:lnTo>
                  <a:lnTo>
                    <a:pt x="911878" y="911520"/>
                  </a:lnTo>
                  <a:lnTo>
                    <a:pt x="912015" y="911221"/>
                  </a:lnTo>
                  <a:lnTo>
                    <a:pt x="912153" y="910921"/>
                  </a:lnTo>
                  <a:lnTo>
                    <a:pt x="912290" y="910621"/>
                  </a:lnTo>
                  <a:lnTo>
                    <a:pt x="912428" y="910321"/>
                  </a:lnTo>
                  <a:lnTo>
                    <a:pt x="912565" y="910022"/>
                  </a:lnTo>
                  <a:lnTo>
                    <a:pt x="912703" y="909722"/>
                  </a:lnTo>
                  <a:lnTo>
                    <a:pt x="912840" y="909422"/>
                  </a:lnTo>
                  <a:lnTo>
                    <a:pt x="912978" y="909123"/>
                  </a:lnTo>
                  <a:lnTo>
                    <a:pt x="913115" y="908823"/>
                  </a:lnTo>
                  <a:lnTo>
                    <a:pt x="913253" y="908523"/>
                  </a:lnTo>
                  <a:lnTo>
                    <a:pt x="913391" y="908223"/>
                  </a:lnTo>
                  <a:lnTo>
                    <a:pt x="913528" y="907924"/>
                  </a:lnTo>
                  <a:lnTo>
                    <a:pt x="913666" y="907624"/>
                  </a:lnTo>
                  <a:lnTo>
                    <a:pt x="913803" y="907324"/>
                  </a:lnTo>
                  <a:lnTo>
                    <a:pt x="913941" y="907025"/>
                  </a:lnTo>
                  <a:lnTo>
                    <a:pt x="914078" y="906725"/>
                  </a:lnTo>
                  <a:lnTo>
                    <a:pt x="914216" y="906425"/>
                  </a:lnTo>
                  <a:lnTo>
                    <a:pt x="914400" y="906025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2744159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264"/>
                  </a:lnTo>
                  <a:lnTo>
                    <a:pt x="905229" y="923064"/>
                  </a:lnTo>
                  <a:lnTo>
                    <a:pt x="905366" y="922764"/>
                  </a:lnTo>
                  <a:lnTo>
                    <a:pt x="905504" y="922465"/>
                  </a:lnTo>
                  <a:lnTo>
                    <a:pt x="905642" y="922165"/>
                  </a:lnTo>
                  <a:lnTo>
                    <a:pt x="905779" y="921865"/>
                  </a:lnTo>
                  <a:lnTo>
                    <a:pt x="905917" y="921566"/>
                  </a:lnTo>
                  <a:lnTo>
                    <a:pt x="906054" y="921266"/>
                  </a:lnTo>
                  <a:lnTo>
                    <a:pt x="906192" y="920966"/>
                  </a:lnTo>
                  <a:lnTo>
                    <a:pt x="909361" y="914400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27441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27534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27626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277194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27812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27904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27997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28089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28182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28275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28367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28460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28553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286456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28738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28830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289235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29016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29108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29201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29294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29386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29479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29571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29664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29757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29849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29942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00350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0127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0220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03128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0405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0498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0590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0683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0775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08686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09612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10538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11464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12391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13317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14243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15169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1609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1702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1794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188745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1980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2072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216532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2257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2350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2443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2535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2628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272105" y="23606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8657"/>
                  </a:lnTo>
                  <a:lnTo>
                    <a:pt x="922090" y="911210"/>
                  </a:lnTo>
                  <a:lnTo>
                    <a:pt x="920574" y="913747"/>
                  </a:lnTo>
                  <a:lnTo>
                    <a:pt x="920184" y="914400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281368" y="2343456"/>
              <a:ext cx="920648" cy="925814"/>
            </a:xfrm>
            <a:custGeom>
              <a:avLst/>
              <a:pathLst>
                <a:path w="920648" h="925814">
                  <a:moveTo>
                    <a:pt x="914400" y="914400"/>
                  </a:moveTo>
                  <a:lnTo>
                    <a:pt x="920648" y="914400"/>
                  </a:lnTo>
                  <a:lnTo>
                    <a:pt x="918437" y="918707"/>
                  </a:lnTo>
                  <a:lnTo>
                    <a:pt x="914400" y="925814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2382932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79" y="931638"/>
                  </a:lnTo>
                  <a:lnTo>
                    <a:pt x="909165" y="923973"/>
                  </a:lnTo>
                  <a:lnTo>
                    <a:pt x="909541" y="914400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23829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239219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24014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4107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4199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4292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4385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44776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4570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4662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7555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4848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4940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5033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126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5218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5311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5403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5496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5589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681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774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86701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959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6052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61448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6237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6330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6422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6515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6607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670061" y="2343456"/>
              <a:ext cx="922719" cy="914400"/>
            </a:xfrm>
            <a:custGeom>
              <a:avLst/>
              <a:pathLst>
                <a:path w="92271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19" y="897161"/>
                  </a:lnTo>
                  <a:lnTo>
                    <a:pt x="922292" y="899996"/>
                  </a:lnTo>
                  <a:lnTo>
                    <a:pt x="920400" y="910390"/>
                  </a:lnTo>
                  <a:lnTo>
                    <a:pt x="919540" y="914400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744159" y="23434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61" y="914400"/>
                  </a:lnTo>
                  <a:lnTo>
                    <a:pt x="909843" y="913401"/>
                  </a:lnTo>
                  <a:lnTo>
                    <a:pt x="913689" y="906179"/>
                  </a:lnTo>
                  <a:lnTo>
                    <a:pt x="914400" y="904969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753421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208"/>
                  </a:lnTo>
                  <a:lnTo>
                    <a:pt x="908459" y="916555"/>
                  </a:lnTo>
                  <a:lnTo>
                    <a:pt x="909858" y="914400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7534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E">
                <a:alpha val="100000"/>
              </a:srgbClr>
            </a:solidFill>
            <a:ln w="5420" cap="flat">
              <a:solidFill>
                <a:srgbClr val="FEE1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7626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77194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7812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7904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7997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8089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8182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8275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8367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8460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8553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86456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8738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8830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89235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9016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9108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8">
                <a:alpha val="100000"/>
              </a:srgbClr>
            </a:solidFill>
            <a:ln w="5420" cap="flat">
              <a:solidFill>
                <a:srgbClr val="FFE7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9201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9294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9386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9479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9571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9664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9757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9849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9942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300350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30127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30220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303128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30405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30498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30590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30683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30775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308686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309612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310538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311464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312391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313317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314243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315169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316095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31702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31794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318874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31980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32072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3216532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32257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32350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32443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32535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32628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327210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3281368" y="23434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51"/>
                  </a:lnTo>
                  <a:lnTo>
                    <a:pt x="922320" y="911143"/>
                  </a:lnTo>
                  <a:lnTo>
                    <a:pt x="920648" y="914400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3290630" y="2326218"/>
              <a:ext cx="919267" cy="925489"/>
            </a:xfrm>
            <a:custGeom>
              <a:avLst/>
              <a:pathLst>
                <a:path w="919267" h="925489">
                  <a:moveTo>
                    <a:pt x="914400" y="914400"/>
                  </a:moveTo>
                  <a:lnTo>
                    <a:pt x="919267" y="914400"/>
                  </a:lnTo>
                  <a:lnTo>
                    <a:pt x="916731" y="920462"/>
                  </a:lnTo>
                  <a:lnTo>
                    <a:pt x="914400" y="92548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2382932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41" y="931638"/>
                  </a:lnTo>
                  <a:lnTo>
                    <a:pt x="909586" y="930486"/>
                  </a:lnTo>
                  <a:lnTo>
                    <a:pt x="910306" y="919816"/>
                  </a:lnTo>
                  <a:lnTo>
                    <a:pt x="910826" y="914400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23829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239219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24014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24107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24199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24292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24385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244776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24570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24662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247555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24848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24940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25033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25126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25218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25311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25403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25496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25589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25681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25774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2586701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25959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26052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261448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26237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26330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26422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26515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26607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2670061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49"/>
                  </a:lnTo>
                  <a:lnTo>
                    <a:pt x="922719" y="914400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2679323" y="2308979"/>
              <a:ext cx="915768" cy="925387"/>
            </a:xfrm>
            <a:custGeom>
              <a:avLst/>
              <a:pathLst>
                <a:path w="915768" h="925387">
                  <a:moveTo>
                    <a:pt x="914400" y="914400"/>
                  </a:moveTo>
                  <a:lnTo>
                    <a:pt x="915768" y="914400"/>
                  </a:lnTo>
                  <a:lnTo>
                    <a:pt x="914623" y="923906"/>
                  </a:lnTo>
                  <a:lnTo>
                    <a:pt x="914400" y="925387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2753421" y="23262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858" y="914400"/>
                  </a:lnTo>
                  <a:lnTo>
                    <a:pt x="912667" y="910071"/>
                  </a:lnTo>
                  <a:lnTo>
                    <a:pt x="914400" y="90765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2762683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896"/>
                  </a:lnTo>
                  <a:lnTo>
                    <a:pt x="907779" y="921217"/>
                  </a:lnTo>
                  <a:lnTo>
                    <a:pt x="912309" y="915533"/>
                  </a:lnTo>
                  <a:lnTo>
                    <a:pt x="912511" y="915292"/>
                  </a:lnTo>
                  <a:lnTo>
                    <a:pt x="912716" y="915049"/>
                  </a:lnTo>
                  <a:lnTo>
                    <a:pt x="912920" y="914806"/>
                  </a:lnTo>
                  <a:lnTo>
                    <a:pt x="913124" y="914563"/>
                  </a:lnTo>
                  <a:lnTo>
                    <a:pt x="913262" y="914400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27626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277194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27812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27904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27997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28089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28182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28275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28367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28460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28553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28645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28738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28830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289235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29016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29108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29201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29294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29386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29479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29571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29664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29757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29849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29942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300350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30127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30220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303128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30405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30498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30590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30683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30775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308686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309612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310538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311464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312391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313317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314243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315169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316095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317022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31794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318874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31980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32072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3216532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32257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32350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2443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2535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628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7210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2813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290630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87"/>
                  </a:lnTo>
                  <a:lnTo>
                    <a:pt x="923409" y="903638"/>
                  </a:lnTo>
                  <a:lnTo>
                    <a:pt x="920184" y="912207"/>
                  </a:lnTo>
                  <a:lnTo>
                    <a:pt x="919267" y="914400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299892" y="2308979"/>
              <a:ext cx="916330" cy="920126"/>
            </a:xfrm>
            <a:custGeom>
              <a:avLst/>
              <a:pathLst>
                <a:path w="916330" h="920126">
                  <a:moveTo>
                    <a:pt x="914400" y="914400"/>
                  </a:moveTo>
                  <a:lnTo>
                    <a:pt x="916330" y="914400"/>
                  </a:lnTo>
                  <a:lnTo>
                    <a:pt x="914400" y="920126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2382932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26" y="931638"/>
                  </a:lnTo>
                  <a:lnTo>
                    <a:pt x="911322" y="926469"/>
                  </a:lnTo>
                  <a:lnTo>
                    <a:pt x="912633" y="915995"/>
                  </a:lnTo>
                  <a:lnTo>
                    <a:pt x="912880" y="914400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23829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239219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2">
                <a:alpha val="100000"/>
              </a:srgbClr>
            </a:solidFill>
            <a:ln w="5420" cap="flat">
              <a:solidFill>
                <a:srgbClr val="FFB7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24014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24107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24199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24292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24385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244776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24570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4662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7555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4848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940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5033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5126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5218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311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5403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5496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5589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81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774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586701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959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6052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61448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6237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6330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6422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515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6607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6700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679323" y="2308979"/>
              <a:ext cx="917218" cy="914400"/>
            </a:xfrm>
            <a:custGeom>
              <a:avLst/>
              <a:pathLst>
                <a:path w="9172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18" y="897161"/>
                  </a:lnTo>
                  <a:lnTo>
                    <a:pt x="916896" y="902376"/>
                  </a:lnTo>
                  <a:lnTo>
                    <a:pt x="915913" y="913197"/>
                  </a:lnTo>
                  <a:lnTo>
                    <a:pt x="915768" y="914400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762683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329" y="914320"/>
                  </a:lnTo>
                  <a:lnTo>
                    <a:pt x="913533" y="914077"/>
                  </a:lnTo>
                  <a:lnTo>
                    <a:pt x="913737" y="913834"/>
                  </a:lnTo>
                  <a:lnTo>
                    <a:pt x="913942" y="913591"/>
                  </a:lnTo>
                  <a:lnTo>
                    <a:pt x="914146" y="913348"/>
                  </a:lnTo>
                  <a:lnTo>
                    <a:pt x="914400" y="913047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771946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047"/>
                  </a:lnTo>
                  <a:lnTo>
                    <a:pt x="905293" y="912862"/>
                  </a:lnTo>
                  <a:lnTo>
                    <a:pt x="905497" y="912619"/>
                  </a:lnTo>
                  <a:lnTo>
                    <a:pt x="905702" y="912376"/>
                  </a:lnTo>
                  <a:lnTo>
                    <a:pt x="905906" y="912133"/>
                  </a:lnTo>
                  <a:lnTo>
                    <a:pt x="906110" y="911890"/>
                  </a:lnTo>
                  <a:lnTo>
                    <a:pt x="906315" y="911647"/>
                  </a:lnTo>
                  <a:lnTo>
                    <a:pt x="906519" y="911404"/>
                  </a:lnTo>
                  <a:lnTo>
                    <a:pt x="906724" y="911162"/>
                  </a:lnTo>
                  <a:lnTo>
                    <a:pt x="906928" y="910919"/>
                  </a:lnTo>
                  <a:lnTo>
                    <a:pt x="907133" y="910676"/>
                  </a:lnTo>
                  <a:lnTo>
                    <a:pt x="907337" y="910433"/>
                  </a:lnTo>
                  <a:lnTo>
                    <a:pt x="907542" y="910190"/>
                  </a:lnTo>
                  <a:lnTo>
                    <a:pt x="907746" y="909947"/>
                  </a:lnTo>
                  <a:lnTo>
                    <a:pt x="907951" y="909704"/>
                  </a:lnTo>
                  <a:lnTo>
                    <a:pt x="908155" y="909461"/>
                  </a:lnTo>
                  <a:lnTo>
                    <a:pt x="908360" y="909218"/>
                  </a:lnTo>
                  <a:lnTo>
                    <a:pt x="908564" y="908975"/>
                  </a:lnTo>
                  <a:lnTo>
                    <a:pt x="908769" y="908732"/>
                  </a:lnTo>
                  <a:lnTo>
                    <a:pt x="908973" y="908489"/>
                  </a:lnTo>
                  <a:lnTo>
                    <a:pt x="909178" y="908246"/>
                  </a:lnTo>
                  <a:lnTo>
                    <a:pt x="909382" y="908003"/>
                  </a:lnTo>
                  <a:lnTo>
                    <a:pt x="909587" y="907761"/>
                  </a:lnTo>
                  <a:lnTo>
                    <a:pt x="909791" y="907518"/>
                  </a:lnTo>
                  <a:lnTo>
                    <a:pt x="909996" y="907275"/>
                  </a:lnTo>
                  <a:lnTo>
                    <a:pt x="910200" y="907032"/>
                  </a:lnTo>
                  <a:lnTo>
                    <a:pt x="910405" y="906789"/>
                  </a:lnTo>
                  <a:lnTo>
                    <a:pt x="910610" y="906546"/>
                  </a:lnTo>
                  <a:lnTo>
                    <a:pt x="910814" y="906303"/>
                  </a:lnTo>
                  <a:lnTo>
                    <a:pt x="911019" y="906060"/>
                  </a:lnTo>
                  <a:lnTo>
                    <a:pt x="911223" y="905817"/>
                  </a:lnTo>
                  <a:lnTo>
                    <a:pt x="911428" y="905574"/>
                  </a:lnTo>
                  <a:lnTo>
                    <a:pt x="911633" y="905332"/>
                  </a:lnTo>
                  <a:lnTo>
                    <a:pt x="911837" y="905089"/>
                  </a:lnTo>
                  <a:lnTo>
                    <a:pt x="912042" y="904846"/>
                  </a:lnTo>
                  <a:lnTo>
                    <a:pt x="912247" y="904603"/>
                  </a:lnTo>
                  <a:lnTo>
                    <a:pt x="912451" y="904360"/>
                  </a:lnTo>
                  <a:lnTo>
                    <a:pt x="912656" y="904117"/>
                  </a:lnTo>
                  <a:lnTo>
                    <a:pt x="912861" y="903874"/>
                  </a:lnTo>
                  <a:lnTo>
                    <a:pt x="913065" y="903632"/>
                  </a:lnTo>
                  <a:lnTo>
                    <a:pt x="913270" y="903389"/>
                  </a:lnTo>
                  <a:lnTo>
                    <a:pt x="913475" y="903146"/>
                  </a:lnTo>
                  <a:lnTo>
                    <a:pt x="913679" y="902903"/>
                  </a:lnTo>
                  <a:lnTo>
                    <a:pt x="913884" y="902660"/>
                  </a:lnTo>
                  <a:lnTo>
                    <a:pt x="914089" y="902417"/>
                  </a:lnTo>
                  <a:lnTo>
                    <a:pt x="914400" y="902049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781208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36" y="919170"/>
                  </a:lnTo>
                  <a:lnTo>
                    <a:pt x="905441" y="918927"/>
                  </a:lnTo>
                  <a:lnTo>
                    <a:pt x="905645" y="918685"/>
                  </a:lnTo>
                  <a:lnTo>
                    <a:pt x="905850" y="918442"/>
                  </a:lnTo>
                  <a:lnTo>
                    <a:pt x="906055" y="918199"/>
                  </a:lnTo>
                  <a:lnTo>
                    <a:pt x="906260" y="917956"/>
                  </a:lnTo>
                  <a:lnTo>
                    <a:pt x="906464" y="917713"/>
                  </a:lnTo>
                  <a:lnTo>
                    <a:pt x="906669" y="917471"/>
                  </a:lnTo>
                  <a:lnTo>
                    <a:pt x="906874" y="917228"/>
                  </a:lnTo>
                  <a:lnTo>
                    <a:pt x="907079" y="916985"/>
                  </a:lnTo>
                  <a:lnTo>
                    <a:pt x="907284" y="916742"/>
                  </a:lnTo>
                  <a:lnTo>
                    <a:pt x="907488" y="916499"/>
                  </a:lnTo>
                  <a:lnTo>
                    <a:pt x="907693" y="916257"/>
                  </a:lnTo>
                  <a:lnTo>
                    <a:pt x="907898" y="916014"/>
                  </a:lnTo>
                  <a:lnTo>
                    <a:pt x="908103" y="915771"/>
                  </a:lnTo>
                  <a:lnTo>
                    <a:pt x="908308" y="915528"/>
                  </a:lnTo>
                  <a:lnTo>
                    <a:pt x="908512" y="915285"/>
                  </a:lnTo>
                  <a:lnTo>
                    <a:pt x="908717" y="915043"/>
                  </a:lnTo>
                  <a:lnTo>
                    <a:pt x="908922" y="914800"/>
                  </a:lnTo>
                  <a:lnTo>
                    <a:pt x="909127" y="914557"/>
                  </a:lnTo>
                  <a:lnTo>
                    <a:pt x="909260" y="914400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7812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7904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7997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8089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8182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8275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8367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8460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8553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8645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8738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8830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89235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9016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9108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9201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9294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9386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9479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9571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9664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9757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9849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9942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300350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30127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30220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303128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30405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30498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30590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30683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30775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30868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309612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310538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311464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312391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313317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314243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315169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316095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317022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317948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318874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31980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32072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3216532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32257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32350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32443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32535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32628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327210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32813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32906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3299892" y="2308979"/>
              <a:ext cx="921859" cy="914400"/>
            </a:xfrm>
            <a:custGeom>
              <a:avLst/>
              <a:pathLst>
                <a:path w="9218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59" y="897194"/>
                  </a:lnTo>
                  <a:lnTo>
                    <a:pt x="921184" y="899309"/>
                  </a:lnTo>
                  <a:lnTo>
                    <a:pt x="920509" y="901425"/>
                  </a:lnTo>
                  <a:lnTo>
                    <a:pt x="919835" y="903540"/>
                  </a:lnTo>
                  <a:lnTo>
                    <a:pt x="919160" y="905655"/>
                  </a:lnTo>
                  <a:lnTo>
                    <a:pt x="918486" y="907770"/>
                  </a:lnTo>
                  <a:lnTo>
                    <a:pt x="917812" y="909885"/>
                  </a:lnTo>
                  <a:lnTo>
                    <a:pt x="917134" y="912014"/>
                  </a:lnTo>
                  <a:lnTo>
                    <a:pt x="916330" y="914400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382932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0" y="914400"/>
                  </a:lnTo>
                  <a:lnTo>
                    <a:pt x="914235" y="905663"/>
                  </a:lnTo>
                  <a:lnTo>
                    <a:pt x="914400" y="904775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392195" y="2274502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5137" y="931638"/>
                  </a:lnTo>
                  <a:lnTo>
                    <a:pt x="905137" y="922013"/>
                  </a:lnTo>
                  <a:lnTo>
                    <a:pt x="906551" y="914400"/>
                  </a:lnTo>
                  <a:close/>
                </a:path>
              </a:pathLst>
            </a:custGeom>
            <a:solidFill>
              <a:srgbClr val="FFB772">
                <a:alpha val="100000"/>
              </a:srgbClr>
            </a:solidFill>
            <a:ln w="5420" cap="flat">
              <a:solidFill>
                <a:srgbClr val="FFB7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39219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4014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4107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4199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4292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4385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44776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4570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4662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47555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4848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4940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5033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5126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218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5311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5403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5496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5589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5681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5774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586701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5959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6052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1448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6237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330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6422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6515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6607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6700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679323" y="2291741"/>
              <a:ext cx="917933" cy="914400"/>
            </a:xfrm>
            <a:custGeom>
              <a:avLst/>
              <a:pathLst>
                <a:path w="91793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933" y="897161"/>
                  </a:lnTo>
                  <a:lnTo>
                    <a:pt x="917930" y="897757"/>
                  </a:lnTo>
                  <a:lnTo>
                    <a:pt x="917569" y="908712"/>
                  </a:lnTo>
                  <a:lnTo>
                    <a:pt x="917218" y="914400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81208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32" y="914314"/>
                  </a:lnTo>
                  <a:lnTo>
                    <a:pt x="909537" y="914072"/>
                  </a:lnTo>
                  <a:lnTo>
                    <a:pt x="909742" y="913829"/>
                  </a:lnTo>
                  <a:lnTo>
                    <a:pt x="909947" y="913586"/>
                  </a:lnTo>
                  <a:lnTo>
                    <a:pt x="910151" y="913343"/>
                  </a:lnTo>
                  <a:lnTo>
                    <a:pt x="910356" y="913101"/>
                  </a:lnTo>
                  <a:lnTo>
                    <a:pt x="910561" y="912858"/>
                  </a:lnTo>
                  <a:lnTo>
                    <a:pt x="910766" y="912615"/>
                  </a:lnTo>
                  <a:lnTo>
                    <a:pt x="910971" y="912372"/>
                  </a:lnTo>
                  <a:lnTo>
                    <a:pt x="911176" y="912130"/>
                  </a:lnTo>
                  <a:lnTo>
                    <a:pt x="911381" y="911887"/>
                  </a:lnTo>
                  <a:lnTo>
                    <a:pt x="911586" y="911644"/>
                  </a:lnTo>
                  <a:lnTo>
                    <a:pt x="911791" y="911402"/>
                  </a:lnTo>
                  <a:lnTo>
                    <a:pt x="911996" y="911159"/>
                  </a:lnTo>
                  <a:lnTo>
                    <a:pt x="912201" y="910916"/>
                  </a:lnTo>
                  <a:lnTo>
                    <a:pt x="912406" y="910673"/>
                  </a:lnTo>
                  <a:lnTo>
                    <a:pt x="912611" y="910431"/>
                  </a:lnTo>
                  <a:lnTo>
                    <a:pt x="912816" y="910188"/>
                  </a:lnTo>
                  <a:lnTo>
                    <a:pt x="913021" y="909945"/>
                  </a:lnTo>
                  <a:lnTo>
                    <a:pt x="913226" y="909703"/>
                  </a:lnTo>
                  <a:lnTo>
                    <a:pt x="913431" y="909460"/>
                  </a:lnTo>
                  <a:lnTo>
                    <a:pt x="913636" y="909217"/>
                  </a:lnTo>
                  <a:lnTo>
                    <a:pt x="913841" y="908975"/>
                  </a:lnTo>
                  <a:lnTo>
                    <a:pt x="914046" y="908732"/>
                  </a:lnTo>
                  <a:lnTo>
                    <a:pt x="914251" y="908489"/>
                  </a:lnTo>
                  <a:lnTo>
                    <a:pt x="914400" y="908313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2790470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94" y="908247"/>
                  </a:lnTo>
                  <a:lnTo>
                    <a:pt x="905399" y="908004"/>
                  </a:lnTo>
                  <a:lnTo>
                    <a:pt x="905604" y="907761"/>
                  </a:lnTo>
                  <a:lnTo>
                    <a:pt x="905809" y="907519"/>
                  </a:lnTo>
                  <a:lnTo>
                    <a:pt x="906014" y="907276"/>
                  </a:lnTo>
                  <a:lnTo>
                    <a:pt x="906219" y="907033"/>
                  </a:lnTo>
                  <a:lnTo>
                    <a:pt x="906424" y="906791"/>
                  </a:lnTo>
                  <a:lnTo>
                    <a:pt x="906629" y="906548"/>
                  </a:lnTo>
                  <a:lnTo>
                    <a:pt x="906835" y="906305"/>
                  </a:lnTo>
                  <a:lnTo>
                    <a:pt x="907040" y="906063"/>
                  </a:lnTo>
                  <a:lnTo>
                    <a:pt x="907245" y="905820"/>
                  </a:lnTo>
                  <a:lnTo>
                    <a:pt x="907450" y="905577"/>
                  </a:lnTo>
                  <a:lnTo>
                    <a:pt x="907655" y="905335"/>
                  </a:lnTo>
                  <a:lnTo>
                    <a:pt x="907860" y="905092"/>
                  </a:lnTo>
                  <a:lnTo>
                    <a:pt x="908065" y="904849"/>
                  </a:lnTo>
                  <a:lnTo>
                    <a:pt x="908271" y="904607"/>
                  </a:lnTo>
                  <a:lnTo>
                    <a:pt x="908476" y="904364"/>
                  </a:lnTo>
                  <a:lnTo>
                    <a:pt x="908681" y="904122"/>
                  </a:lnTo>
                  <a:lnTo>
                    <a:pt x="908886" y="903879"/>
                  </a:lnTo>
                  <a:lnTo>
                    <a:pt x="909091" y="903636"/>
                  </a:lnTo>
                  <a:lnTo>
                    <a:pt x="909296" y="903394"/>
                  </a:lnTo>
                  <a:lnTo>
                    <a:pt x="909502" y="903151"/>
                  </a:lnTo>
                  <a:lnTo>
                    <a:pt x="909707" y="902909"/>
                  </a:lnTo>
                  <a:lnTo>
                    <a:pt x="909912" y="902666"/>
                  </a:lnTo>
                  <a:lnTo>
                    <a:pt x="910117" y="902423"/>
                  </a:lnTo>
                  <a:lnTo>
                    <a:pt x="910323" y="902181"/>
                  </a:lnTo>
                  <a:lnTo>
                    <a:pt x="910528" y="901938"/>
                  </a:lnTo>
                  <a:lnTo>
                    <a:pt x="910733" y="901696"/>
                  </a:lnTo>
                  <a:lnTo>
                    <a:pt x="914400" y="897551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2799732" y="22745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90"/>
                  </a:lnTo>
                  <a:lnTo>
                    <a:pt x="905263" y="914648"/>
                  </a:lnTo>
                  <a:lnTo>
                    <a:pt x="905504" y="914400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279973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8089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182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8275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8367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8460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8553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8645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8738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8830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89235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9016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9108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9201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9294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9386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9479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9571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9664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757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9849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942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300350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30127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30220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303128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30405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30498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30590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30683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775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30868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309612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310538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311464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312391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313317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314243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315169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316095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17022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317948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318874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319800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320727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3216532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32257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32350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32443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32535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32628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327210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32813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32906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3299892" y="22917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88"/>
                  </a:lnTo>
                  <a:lnTo>
                    <a:pt x="923210" y="910203"/>
                  </a:lnTo>
                  <a:lnTo>
                    <a:pt x="922534" y="912318"/>
                  </a:lnTo>
                  <a:lnTo>
                    <a:pt x="921870" y="914400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3309154" y="2274502"/>
              <a:ext cx="918118" cy="926027"/>
            </a:xfrm>
            <a:custGeom>
              <a:avLst/>
              <a:pathLst>
                <a:path w="918118" h="926027">
                  <a:moveTo>
                    <a:pt x="914400" y="914400"/>
                  </a:moveTo>
                  <a:lnTo>
                    <a:pt x="918118" y="914400"/>
                  </a:lnTo>
                  <a:lnTo>
                    <a:pt x="918005" y="914753"/>
                  </a:lnTo>
                  <a:lnTo>
                    <a:pt x="917328" y="916867"/>
                  </a:lnTo>
                  <a:lnTo>
                    <a:pt x="916652" y="918982"/>
                  </a:lnTo>
                  <a:lnTo>
                    <a:pt x="915975" y="921097"/>
                  </a:lnTo>
                  <a:lnTo>
                    <a:pt x="915299" y="923212"/>
                  </a:lnTo>
                  <a:lnTo>
                    <a:pt x="914623" y="925327"/>
                  </a:lnTo>
                  <a:lnTo>
                    <a:pt x="914400" y="926027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392195" y="2257264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6551" y="931638"/>
                  </a:lnTo>
                  <a:lnTo>
                    <a:pt x="906860" y="929976"/>
                  </a:lnTo>
                  <a:lnTo>
                    <a:pt x="909029" y="920009"/>
                  </a:lnTo>
                  <a:lnTo>
                    <a:pt x="910436" y="91440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39219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4014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4107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4199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4292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4385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44776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4570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4662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47555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4848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4940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5033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5126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5218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5311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5403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25496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5589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5681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5774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586701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5959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6052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61448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6237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6330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26422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6515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26607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26700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679323" y="2274502"/>
              <a:ext cx="917979" cy="914400"/>
            </a:xfrm>
            <a:custGeom>
              <a:avLst/>
              <a:pathLst>
                <a:path w="9179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814" y="897161"/>
                  </a:lnTo>
                  <a:lnTo>
                    <a:pt x="917979" y="904022"/>
                  </a:lnTo>
                  <a:lnTo>
                    <a:pt x="917933" y="914400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799732" y="22745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504" y="914400"/>
                  </a:lnTo>
                  <a:lnTo>
                    <a:pt x="909144" y="910647"/>
                  </a:lnTo>
                  <a:lnTo>
                    <a:pt x="909556" y="910241"/>
                  </a:lnTo>
                  <a:lnTo>
                    <a:pt x="909972" y="909832"/>
                  </a:lnTo>
                  <a:lnTo>
                    <a:pt x="910388" y="909423"/>
                  </a:lnTo>
                  <a:lnTo>
                    <a:pt x="910804" y="909014"/>
                  </a:lnTo>
                  <a:lnTo>
                    <a:pt x="911221" y="908605"/>
                  </a:lnTo>
                  <a:lnTo>
                    <a:pt x="911637" y="908196"/>
                  </a:lnTo>
                  <a:lnTo>
                    <a:pt x="912053" y="907787"/>
                  </a:lnTo>
                  <a:lnTo>
                    <a:pt x="912470" y="907378"/>
                  </a:lnTo>
                  <a:lnTo>
                    <a:pt x="912886" y="906969"/>
                  </a:lnTo>
                  <a:lnTo>
                    <a:pt x="913302" y="906560"/>
                  </a:lnTo>
                  <a:lnTo>
                    <a:pt x="913719" y="906151"/>
                  </a:lnTo>
                  <a:lnTo>
                    <a:pt x="914135" y="905742"/>
                  </a:lnTo>
                  <a:lnTo>
                    <a:pt x="914400" y="905483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808994" y="22572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721"/>
                  </a:lnTo>
                  <a:lnTo>
                    <a:pt x="905289" y="922572"/>
                  </a:lnTo>
                  <a:lnTo>
                    <a:pt x="905706" y="922163"/>
                  </a:lnTo>
                  <a:lnTo>
                    <a:pt x="906122" y="921754"/>
                  </a:lnTo>
                  <a:lnTo>
                    <a:pt x="906539" y="921345"/>
                  </a:lnTo>
                  <a:lnTo>
                    <a:pt x="906955" y="920936"/>
                  </a:lnTo>
                  <a:lnTo>
                    <a:pt x="907372" y="920528"/>
                  </a:lnTo>
                  <a:lnTo>
                    <a:pt x="907789" y="920119"/>
                  </a:lnTo>
                  <a:lnTo>
                    <a:pt x="908205" y="919710"/>
                  </a:lnTo>
                  <a:lnTo>
                    <a:pt x="908622" y="919301"/>
                  </a:lnTo>
                  <a:lnTo>
                    <a:pt x="909038" y="918892"/>
                  </a:lnTo>
                  <a:lnTo>
                    <a:pt x="909455" y="918484"/>
                  </a:lnTo>
                  <a:lnTo>
                    <a:pt x="909872" y="918075"/>
                  </a:lnTo>
                  <a:lnTo>
                    <a:pt x="910289" y="917666"/>
                  </a:lnTo>
                  <a:lnTo>
                    <a:pt x="910705" y="917257"/>
                  </a:lnTo>
                  <a:lnTo>
                    <a:pt x="911122" y="916849"/>
                  </a:lnTo>
                  <a:lnTo>
                    <a:pt x="911539" y="916440"/>
                  </a:lnTo>
                  <a:lnTo>
                    <a:pt x="911956" y="916031"/>
                  </a:lnTo>
                  <a:lnTo>
                    <a:pt x="912373" y="915623"/>
                  </a:lnTo>
                  <a:lnTo>
                    <a:pt x="912790" y="915214"/>
                  </a:lnTo>
                  <a:lnTo>
                    <a:pt x="913207" y="914805"/>
                  </a:lnTo>
                  <a:lnTo>
                    <a:pt x="913648" y="914400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8089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28182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275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367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8460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553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8645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8738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8830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89235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9016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9108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9201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9294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9386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9479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9571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9664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9757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9849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9942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300350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30127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30220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303128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30405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30498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30590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30683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30775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30868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309612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310538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11464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312391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313317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314243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315169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316095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317022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317948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318874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319800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320727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216532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32257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32350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32443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32535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32628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27210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32813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32906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32998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3309154" y="2274502"/>
              <a:ext cx="923150" cy="914400"/>
            </a:xfrm>
            <a:custGeom>
              <a:avLst/>
              <a:pathLst>
                <a:path w="92315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150" y="897161"/>
                  </a:lnTo>
                  <a:lnTo>
                    <a:pt x="921238" y="904212"/>
                  </a:lnTo>
                  <a:lnTo>
                    <a:pt x="918686" y="912624"/>
                  </a:lnTo>
                  <a:lnTo>
                    <a:pt x="918118" y="914400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382932" y="2240025"/>
              <a:ext cx="914400" cy="914999"/>
            </a:xfrm>
            <a:custGeom>
              <a:avLst/>
              <a:pathLst>
                <a:path w="914400" h="914999">
                  <a:moveTo>
                    <a:pt x="914400" y="914400"/>
                  </a:moveTo>
                  <a:lnTo>
                    <a:pt x="914400" y="914999"/>
                  </a:lnTo>
                  <a:lnTo>
                    <a:pt x="914130" y="91440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38293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20477" y="928533"/>
                  </a:lnTo>
                  <a:lnTo>
                    <a:pt x="920240" y="928005"/>
                  </a:lnTo>
                  <a:lnTo>
                    <a:pt x="919475" y="926300"/>
                  </a:lnTo>
                  <a:lnTo>
                    <a:pt x="918710" y="924595"/>
                  </a:lnTo>
                  <a:lnTo>
                    <a:pt x="917945" y="922890"/>
                  </a:lnTo>
                  <a:lnTo>
                    <a:pt x="917180" y="921186"/>
                  </a:lnTo>
                  <a:lnTo>
                    <a:pt x="916414" y="919481"/>
                  </a:lnTo>
                  <a:lnTo>
                    <a:pt x="915648" y="917776"/>
                  </a:lnTo>
                  <a:lnTo>
                    <a:pt x="914882" y="916072"/>
                  </a:lnTo>
                  <a:lnTo>
                    <a:pt x="914400" y="91499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39219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4014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4107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4199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4292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4385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44776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24570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4662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47555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4848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4940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5033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5126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5218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5311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5403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5496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5589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681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5774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586701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959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6052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261448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6237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330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6422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6515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6607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6700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679323" y="2257264"/>
              <a:ext cx="917814" cy="914400"/>
            </a:xfrm>
            <a:custGeom>
              <a:avLst/>
              <a:pathLst>
                <a:path w="91781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6959" y="897161"/>
                  </a:lnTo>
                  <a:lnTo>
                    <a:pt x="917139" y="899374"/>
                  </a:lnTo>
                  <a:lnTo>
                    <a:pt x="917715" y="910296"/>
                  </a:lnTo>
                  <a:lnTo>
                    <a:pt x="917814" y="914400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808994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8" y="914400"/>
                  </a:lnTo>
                  <a:lnTo>
                    <a:pt x="914400" y="91370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818257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708"/>
                  </a:lnTo>
                  <a:lnTo>
                    <a:pt x="909037" y="910119"/>
                  </a:lnTo>
                  <a:lnTo>
                    <a:pt x="914252" y="905924"/>
                  </a:lnTo>
                  <a:lnTo>
                    <a:pt x="914400" y="905813"/>
                  </a:lnTo>
                  <a:close/>
                </a:path>
              </a:pathLst>
            </a:custGeom>
            <a:solidFill>
              <a:srgbClr val="FEE493">
                <a:alpha val="100000"/>
              </a:srgbClr>
            </a:solidFill>
            <a:ln w="5420" cap="flat">
              <a:solidFill>
                <a:srgbClr val="FEE4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827519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36" y="905739"/>
                  </a:lnTo>
                  <a:lnTo>
                    <a:pt x="905485" y="905553"/>
                  </a:lnTo>
                  <a:lnTo>
                    <a:pt x="905734" y="905367"/>
                  </a:lnTo>
                  <a:lnTo>
                    <a:pt x="905982" y="905180"/>
                  </a:lnTo>
                  <a:lnTo>
                    <a:pt x="906231" y="904994"/>
                  </a:lnTo>
                  <a:lnTo>
                    <a:pt x="906480" y="904808"/>
                  </a:lnTo>
                  <a:lnTo>
                    <a:pt x="906729" y="904622"/>
                  </a:lnTo>
                  <a:lnTo>
                    <a:pt x="906978" y="904435"/>
                  </a:lnTo>
                  <a:lnTo>
                    <a:pt x="907227" y="904249"/>
                  </a:lnTo>
                  <a:lnTo>
                    <a:pt x="907475" y="904063"/>
                  </a:lnTo>
                  <a:lnTo>
                    <a:pt x="907724" y="903877"/>
                  </a:lnTo>
                  <a:lnTo>
                    <a:pt x="907973" y="903690"/>
                  </a:lnTo>
                  <a:lnTo>
                    <a:pt x="908222" y="903504"/>
                  </a:lnTo>
                  <a:lnTo>
                    <a:pt x="908471" y="903318"/>
                  </a:lnTo>
                  <a:lnTo>
                    <a:pt x="908720" y="903132"/>
                  </a:lnTo>
                  <a:lnTo>
                    <a:pt x="908969" y="902946"/>
                  </a:lnTo>
                  <a:lnTo>
                    <a:pt x="909217" y="902759"/>
                  </a:lnTo>
                  <a:lnTo>
                    <a:pt x="909466" y="902573"/>
                  </a:lnTo>
                  <a:lnTo>
                    <a:pt x="909715" y="902387"/>
                  </a:lnTo>
                  <a:lnTo>
                    <a:pt x="909964" y="902201"/>
                  </a:lnTo>
                  <a:lnTo>
                    <a:pt x="910213" y="902015"/>
                  </a:lnTo>
                  <a:lnTo>
                    <a:pt x="910462" y="901829"/>
                  </a:lnTo>
                  <a:lnTo>
                    <a:pt x="910711" y="901642"/>
                  </a:lnTo>
                  <a:lnTo>
                    <a:pt x="910960" y="901456"/>
                  </a:lnTo>
                  <a:lnTo>
                    <a:pt x="911209" y="901270"/>
                  </a:lnTo>
                  <a:lnTo>
                    <a:pt x="911458" y="901084"/>
                  </a:lnTo>
                  <a:lnTo>
                    <a:pt x="911707" y="900898"/>
                  </a:lnTo>
                  <a:lnTo>
                    <a:pt x="911956" y="900712"/>
                  </a:lnTo>
                  <a:lnTo>
                    <a:pt x="912205" y="900526"/>
                  </a:lnTo>
                  <a:lnTo>
                    <a:pt x="912454" y="900339"/>
                  </a:lnTo>
                  <a:lnTo>
                    <a:pt x="912703" y="900153"/>
                  </a:lnTo>
                  <a:lnTo>
                    <a:pt x="912952" y="899967"/>
                  </a:lnTo>
                  <a:lnTo>
                    <a:pt x="913201" y="899781"/>
                  </a:lnTo>
                  <a:lnTo>
                    <a:pt x="913450" y="899595"/>
                  </a:lnTo>
                  <a:lnTo>
                    <a:pt x="913699" y="899409"/>
                  </a:lnTo>
                  <a:lnTo>
                    <a:pt x="913948" y="899223"/>
                  </a:lnTo>
                  <a:lnTo>
                    <a:pt x="914197" y="899037"/>
                  </a:lnTo>
                  <a:lnTo>
                    <a:pt x="914400" y="898885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36781" y="22400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83" y="916089"/>
                  </a:lnTo>
                  <a:lnTo>
                    <a:pt x="905433" y="915903"/>
                  </a:lnTo>
                  <a:lnTo>
                    <a:pt x="905682" y="915717"/>
                  </a:lnTo>
                  <a:lnTo>
                    <a:pt x="905931" y="915531"/>
                  </a:lnTo>
                  <a:lnTo>
                    <a:pt x="906180" y="915345"/>
                  </a:lnTo>
                  <a:lnTo>
                    <a:pt x="906429" y="915159"/>
                  </a:lnTo>
                  <a:lnTo>
                    <a:pt x="906678" y="914973"/>
                  </a:lnTo>
                  <a:lnTo>
                    <a:pt x="906927" y="914787"/>
                  </a:lnTo>
                  <a:lnTo>
                    <a:pt x="907176" y="914601"/>
                  </a:lnTo>
                  <a:lnTo>
                    <a:pt x="907445" y="914400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8367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8460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53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645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8738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8830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89235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9016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9108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9201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9294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9386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9479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9571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9664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9757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9849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9942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300350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30127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0220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03128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0405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0498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0590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0683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0775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0868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09612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10538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11464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12391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13317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14243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15169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16095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17022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17948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18874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19800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20727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216532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22579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2350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2443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2535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2628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27210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2813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2906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2998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309154" y="22572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472"/>
                  </a:lnTo>
                  <a:lnTo>
                    <a:pt x="923577" y="912826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318417" y="2240025"/>
              <a:ext cx="917978" cy="929710"/>
            </a:xfrm>
            <a:custGeom>
              <a:avLst/>
              <a:pathLst>
                <a:path w="917978" h="929710">
                  <a:moveTo>
                    <a:pt x="914400" y="914400"/>
                  </a:moveTo>
                  <a:lnTo>
                    <a:pt x="917978" y="914400"/>
                  </a:lnTo>
                  <a:lnTo>
                    <a:pt x="917572" y="916196"/>
                  </a:lnTo>
                  <a:lnTo>
                    <a:pt x="917005" y="918714"/>
                  </a:lnTo>
                  <a:lnTo>
                    <a:pt x="916434" y="921246"/>
                  </a:lnTo>
                  <a:lnTo>
                    <a:pt x="914400" y="929710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2382932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16" y="931606"/>
                  </a:lnTo>
                  <a:lnTo>
                    <a:pt x="913349" y="929901"/>
                  </a:lnTo>
                  <a:lnTo>
                    <a:pt x="912582" y="928197"/>
                  </a:lnTo>
                  <a:lnTo>
                    <a:pt x="911815" y="926492"/>
                  </a:lnTo>
                  <a:lnTo>
                    <a:pt x="911048" y="924788"/>
                  </a:lnTo>
                  <a:lnTo>
                    <a:pt x="910281" y="923084"/>
                  </a:lnTo>
                  <a:lnTo>
                    <a:pt x="909513" y="921380"/>
                  </a:lnTo>
                  <a:lnTo>
                    <a:pt x="908746" y="919676"/>
                  </a:lnTo>
                  <a:lnTo>
                    <a:pt x="907978" y="917972"/>
                  </a:lnTo>
                  <a:lnTo>
                    <a:pt x="907210" y="916267"/>
                  </a:lnTo>
                  <a:lnTo>
                    <a:pt x="906441" y="914564"/>
                  </a:lnTo>
                  <a:lnTo>
                    <a:pt x="906367" y="91440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238293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239219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24014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24107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24199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24292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24385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244776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24570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24662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247555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24848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24940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25033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25126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25218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25311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25403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25496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25589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25681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25774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2586701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25959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26052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261448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26237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26330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26422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26515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26607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26700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2679323" y="2240025"/>
              <a:ext cx="916959" cy="914400"/>
            </a:xfrm>
            <a:custGeom>
              <a:avLst/>
              <a:pathLst>
                <a:path w="9169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297" y="897161"/>
                  </a:lnTo>
                  <a:lnTo>
                    <a:pt x="916253" y="905762"/>
                  </a:lnTo>
                  <a:lnTo>
                    <a:pt x="916959" y="914400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2836781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445" y="914400"/>
                  </a:lnTo>
                  <a:lnTo>
                    <a:pt x="907674" y="914229"/>
                  </a:lnTo>
                  <a:lnTo>
                    <a:pt x="907923" y="914043"/>
                  </a:lnTo>
                  <a:lnTo>
                    <a:pt x="908172" y="913857"/>
                  </a:lnTo>
                  <a:lnTo>
                    <a:pt x="908421" y="913671"/>
                  </a:lnTo>
                  <a:lnTo>
                    <a:pt x="908671" y="913485"/>
                  </a:lnTo>
                  <a:lnTo>
                    <a:pt x="908920" y="913299"/>
                  </a:lnTo>
                  <a:lnTo>
                    <a:pt x="909169" y="913113"/>
                  </a:lnTo>
                  <a:lnTo>
                    <a:pt x="909418" y="912927"/>
                  </a:lnTo>
                  <a:lnTo>
                    <a:pt x="909667" y="912741"/>
                  </a:lnTo>
                  <a:lnTo>
                    <a:pt x="909916" y="912555"/>
                  </a:lnTo>
                  <a:lnTo>
                    <a:pt x="910166" y="912369"/>
                  </a:lnTo>
                  <a:lnTo>
                    <a:pt x="910415" y="912183"/>
                  </a:lnTo>
                  <a:lnTo>
                    <a:pt x="910664" y="911997"/>
                  </a:lnTo>
                  <a:lnTo>
                    <a:pt x="910913" y="911811"/>
                  </a:lnTo>
                  <a:lnTo>
                    <a:pt x="911162" y="911625"/>
                  </a:lnTo>
                  <a:lnTo>
                    <a:pt x="911411" y="911439"/>
                  </a:lnTo>
                  <a:lnTo>
                    <a:pt x="911661" y="911253"/>
                  </a:lnTo>
                  <a:lnTo>
                    <a:pt x="914400" y="909313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2846043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313"/>
                  </a:lnTo>
                  <a:lnTo>
                    <a:pt x="905336" y="909017"/>
                  </a:lnTo>
                  <a:lnTo>
                    <a:pt x="910052" y="902708"/>
                  </a:lnTo>
                  <a:lnTo>
                    <a:pt x="914400" y="897511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2855306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50"/>
                  </a:lnTo>
                  <a:lnTo>
                    <a:pt x="905430" y="914400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28553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28645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28738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28830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28923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29016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29108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29201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29294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29386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29479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29571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29664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29757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29849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29942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00350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0127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0220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03128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0405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0498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0590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0683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0775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0868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09612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10538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11464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12391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13317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14243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15169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16095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17022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17948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18874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19800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20727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216532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22579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2350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2443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2535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2628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27210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2813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2906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2998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3091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318417" y="2240025"/>
              <a:ext cx="921873" cy="914400"/>
            </a:xfrm>
            <a:custGeom>
              <a:avLst/>
              <a:pathLst>
                <a:path w="92187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73" y="897161"/>
                  </a:lnTo>
                  <a:lnTo>
                    <a:pt x="921553" y="898573"/>
                  </a:lnTo>
                  <a:lnTo>
                    <a:pt x="920984" y="901090"/>
                  </a:lnTo>
                  <a:lnTo>
                    <a:pt x="920415" y="903608"/>
                  </a:lnTo>
                  <a:lnTo>
                    <a:pt x="919846" y="906125"/>
                  </a:lnTo>
                  <a:lnTo>
                    <a:pt x="919277" y="908643"/>
                  </a:lnTo>
                  <a:lnTo>
                    <a:pt x="918709" y="911161"/>
                  </a:lnTo>
                  <a:lnTo>
                    <a:pt x="918140" y="913678"/>
                  </a:lnTo>
                  <a:lnTo>
                    <a:pt x="917978" y="914400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2373670" y="2205548"/>
              <a:ext cx="914400" cy="928911"/>
            </a:xfrm>
            <a:custGeom>
              <a:avLst/>
              <a:pathLst>
                <a:path w="914400" h="928911">
                  <a:moveTo>
                    <a:pt x="914400" y="914400"/>
                  </a:moveTo>
                  <a:lnTo>
                    <a:pt x="914400" y="928911"/>
                  </a:lnTo>
                  <a:lnTo>
                    <a:pt x="914166" y="928394"/>
                  </a:lnTo>
                  <a:lnTo>
                    <a:pt x="913397" y="926690"/>
                  </a:lnTo>
                  <a:lnTo>
                    <a:pt x="912628" y="924987"/>
                  </a:lnTo>
                  <a:lnTo>
                    <a:pt x="911859" y="923283"/>
                  </a:lnTo>
                  <a:lnTo>
                    <a:pt x="911089" y="921579"/>
                  </a:lnTo>
                  <a:lnTo>
                    <a:pt x="910319" y="919876"/>
                  </a:lnTo>
                  <a:lnTo>
                    <a:pt x="909549" y="918172"/>
                  </a:lnTo>
                  <a:lnTo>
                    <a:pt x="908779" y="916468"/>
                  </a:lnTo>
                  <a:lnTo>
                    <a:pt x="908009" y="914765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23736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29" y="931638"/>
                  </a:lnTo>
                  <a:lnTo>
                    <a:pt x="914935" y="930098"/>
                  </a:lnTo>
                  <a:lnTo>
                    <a:pt x="914400" y="928911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238293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239219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24014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24107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24199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24292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243850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244776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24570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24662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247555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24848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24940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25033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25126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25218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25311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2">
                <a:alpha val="100000"/>
              </a:srgbClr>
            </a:solidFill>
            <a:ln w="5420" cap="flat">
              <a:solidFill>
                <a:srgbClr val="FFB7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25403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25496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25589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25681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25774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2586701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25959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26052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261448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26237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26330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26422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26515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26607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2679323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789" y="897161"/>
                  </a:lnTo>
                  <a:lnTo>
                    <a:pt x="913560" y="901639"/>
                  </a:lnTo>
                  <a:lnTo>
                    <a:pt x="914400" y="907585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2679323" y="2222787"/>
              <a:ext cx="915297" cy="914400"/>
            </a:xfrm>
            <a:custGeom>
              <a:avLst/>
              <a:pathLst>
                <a:path w="915297" h="914400">
                  <a:moveTo>
                    <a:pt x="914400" y="914400"/>
                  </a:moveTo>
                  <a:lnTo>
                    <a:pt x="914400" y="907585"/>
                  </a:lnTo>
                  <a:lnTo>
                    <a:pt x="915059" y="912254"/>
                  </a:lnTo>
                  <a:lnTo>
                    <a:pt x="915297" y="914400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2855306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430" y="914400"/>
                  </a:lnTo>
                  <a:lnTo>
                    <a:pt x="905677" y="914105"/>
                  </a:lnTo>
                  <a:lnTo>
                    <a:pt x="910721" y="908746"/>
                  </a:lnTo>
                  <a:lnTo>
                    <a:pt x="914400" y="905300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2864568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300"/>
                  </a:lnTo>
                  <a:lnTo>
                    <a:pt x="906646" y="903885"/>
                  </a:lnTo>
                  <a:lnTo>
                    <a:pt x="911964" y="899536"/>
                  </a:lnTo>
                  <a:lnTo>
                    <a:pt x="912357" y="899236"/>
                  </a:lnTo>
                  <a:lnTo>
                    <a:pt x="912754" y="898934"/>
                  </a:lnTo>
                  <a:lnTo>
                    <a:pt x="913151" y="898632"/>
                  </a:lnTo>
                  <a:lnTo>
                    <a:pt x="913548" y="898330"/>
                  </a:lnTo>
                  <a:lnTo>
                    <a:pt x="913945" y="898029"/>
                  </a:lnTo>
                  <a:lnTo>
                    <a:pt x="914400" y="897683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873830" y="22055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921"/>
                  </a:lnTo>
                  <a:lnTo>
                    <a:pt x="905477" y="914663"/>
                  </a:lnTo>
                  <a:lnTo>
                    <a:pt x="905824" y="914400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8738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8830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8923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9016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9108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9201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9294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9386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9479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9571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9664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9757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9849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9942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300350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30127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30220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303128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30405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30498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30590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30683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30775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308686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309612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310538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311464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312391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313317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314243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315169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316095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317022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317948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318874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319800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32072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3216532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322579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32350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32443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32535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32628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327210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328136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32906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32998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33091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3318417" y="22227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497"/>
                  </a:lnTo>
                  <a:lnTo>
                    <a:pt x="923263" y="908259"/>
                  </a:lnTo>
                  <a:lnTo>
                    <a:pt x="922693" y="910776"/>
                  </a:lnTo>
                  <a:lnTo>
                    <a:pt x="922123" y="913294"/>
                  </a:lnTo>
                  <a:lnTo>
                    <a:pt x="921873" y="914400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3327679" y="2205548"/>
              <a:ext cx="916792" cy="923736"/>
            </a:xfrm>
            <a:custGeom>
              <a:avLst/>
              <a:pathLst>
                <a:path w="916792" h="923736">
                  <a:moveTo>
                    <a:pt x="914400" y="914400"/>
                  </a:moveTo>
                  <a:lnTo>
                    <a:pt x="916792" y="914400"/>
                  </a:lnTo>
                  <a:lnTo>
                    <a:pt x="916667" y="914867"/>
                  </a:lnTo>
                  <a:lnTo>
                    <a:pt x="915863" y="917877"/>
                  </a:lnTo>
                  <a:lnTo>
                    <a:pt x="915060" y="920887"/>
                  </a:lnTo>
                  <a:lnTo>
                    <a:pt x="914963" y="921250"/>
                  </a:lnTo>
                  <a:lnTo>
                    <a:pt x="914571" y="922980"/>
                  </a:lnTo>
                  <a:lnTo>
                    <a:pt x="914400" y="923736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2364408" y="2188310"/>
              <a:ext cx="914399" cy="925659"/>
            </a:xfrm>
            <a:custGeom>
              <a:avLst/>
              <a:pathLst>
                <a:path w="914399" h="925659">
                  <a:moveTo>
                    <a:pt x="914399" y="914400"/>
                  </a:moveTo>
                  <a:lnTo>
                    <a:pt x="914399" y="925659"/>
                  </a:lnTo>
                  <a:lnTo>
                    <a:pt x="914187" y="925190"/>
                  </a:lnTo>
                  <a:lnTo>
                    <a:pt x="913416" y="923487"/>
                  </a:lnTo>
                  <a:lnTo>
                    <a:pt x="912644" y="921784"/>
                  </a:lnTo>
                  <a:lnTo>
                    <a:pt x="911872" y="920081"/>
                  </a:lnTo>
                  <a:lnTo>
                    <a:pt x="911100" y="918378"/>
                  </a:lnTo>
                  <a:lnTo>
                    <a:pt x="910328" y="916675"/>
                  </a:lnTo>
                  <a:lnTo>
                    <a:pt x="909555" y="914972"/>
                  </a:lnTo>
                  <a:lnTo>
                    <a:pt x="909296" y="914400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36440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6500" y="930300"/>
                  </a:lnTo>
                  <a:lnTo>
                    <a:pt x="915729" y="928597"/>
                  </a:lnTo>
                  <a:lnTo>
                    <a:pt x="914958" y="926893"/>
                  </a:lnTo>
                  <a:lnTo>
                    <a:pt x="914399" y="92565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3736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238293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39219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4014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4107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24199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24292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243850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244776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24570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24662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247555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24848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24940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25033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25126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25218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25311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25403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25496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25589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25681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25774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2586701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25959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26052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261448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26237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26330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26422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26515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26607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2670061" y="2205548"/>
              <a:ext cx="922051" cy="914400"/>
            </a:xfrm>
            <a:custGeom>
              <a:avLst/>
              <a:pathLst>
                <a:path w="92205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03" y="897161"/>
                  </a:lnTo>
                  <a:lnTo>
                    <a:pt x="918932" y="897316"/>
                  </a:lnTo>
                  <a:lnTo>
                    <a:pt x="919037" y="897871"/>
                  </a:lnTo>
                  <a:lnTo>
                    <a:pt x="919142" y="898427"/>
                  </a:lnTo>
                  <a:lnTo>
                    <a:pt x="919246" y="898982"/>
                  </a:lnTo>
                  <a:lnTo>
                    <a:pt x="919351" y="899538"/>
                  </a:lnTo>
                  <a:lnTo>
                    <a:pt x="919455" y="900093"/>
                  </a:lnTo>
                  <a:lnTo>
                    <a:pt x="919560" y="900649"/>
                  </a:lnTo>
                  <a:lnTo>
                    <a:pt x="919664" y="901204"/>
                  </a:lnTo>
                  <a:lnTo>
                    <a:pt x="919769" y="901760"/>
                  </a:lnTo>
                  <a:lnTo>
                    <a:pt x="919874" y="902316"/>
                  </a:lnTo>
                  <a:lnTo>
                    <a:pt x="919978" y="902871"/>
                  </a:lnTo>
                  <a:lnTo>
                    <a:pt x="920083" y="903427"/>
                  </a:lnTo>
                  <a:lnTo>
                    <a:pt x="920187" y="903982"/>
                  </a:lnTo>
                  <a:lnTo>
                    <a:pt x="920292" y="904538"/>
                  </a:lnTo>
                  <a:lnTo>
                    <a:pt x="920396" y="905093"/>
                  </a:lnTo>
                  <a:lnTo>
                    <a:pt x="920501" y="905649"/>
                  </a:lnTo>
                  <a:lnTo>
                    <a:pt x="920605" y="906204"/>
                  </a:lnTo>
                  <a:lnTo>
                    <a:pt x="920710" y="906760"/>
                  </a:lnTo>
                  <a:lnTo>
                    <a:pt x="920814" y="907315"/>
                  </a:lnTo>
                  <a:lnTo>
                    <a:pt x="920918" y="907871"/>
                  </a:lnTo>
                  <a:lnTo>
                    <a:pt x="921023" y="908426"/>
                  </a:lnTo>
                  <a:lnTo>
                    <a:pt x="922051" y="914400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2873830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874" y="914361"/>
                  </a:lnTo>
                  <a:lnTo>
                    <a:pt x="906271" y="914060"/>
                  </a:lnTo>
                  <a:lnTo>
                    <a:pt x="906668" y="913758"/>
                  </a:lnTo>
                  <a:lnTo>
                    <a:pt x="907065" y="913456"/>
                  </a:lnTo>
                  <a:lnTo>
                    <a:pt x="907462" y="913154"/>
                  </a:lnTo>
                  <a:lnTo>
                    <a:pt x="907859" y="912852"/>
                  </a:lnTo>
                  <a:lnTo>
                    <a:pt x="908256" y="912551"/>
                  </a:lnTo>
                  <a:lnTo>
                    <a:pt x="908653" y="912249"/>
                  </a:lnTo>
                  <a:lnTo>
                    <a:pt x="909051" y="911947"/>
                  </a:lnTo>
                  <a:lnTo>
                    <a:pt x="909448" y="911646"/>
                  </a:lnTo>
                  <a:lnTo>
                    <a:pt x="909845" y="911344"/>
                  </a:lnTo>
                  <a:lnTo>
                    <a:pt x="910242" y="911042"/>
                  </a:lnTo>
                  <a:lnTo>
                    <a:pt x="910639" y="910740"/>
                  </a:lnTo>
                  <a:lnTo>
                    <a:pt x="911037" y="910439"/>
                  </a:lnTo>
                  <a:lnTo>
                    <a:pt x="911434" y="910137"/>
                  </a:lnTo>
                  <a:lnTo>
                    <a:pt x="911831" y="909836"/>
                  </a:lnTo>
                  <a:lnTo>
                    <a:pt x="912229" y="909534"/>
                  </a:lnTo>
                  <a:lnTo>
                    <a:pt x="912626" y="909232"/>
                  </a:lnTo>
                  <a:lnTo>
                    <a:pt x="913023" y="908931"/>
                  </a:lnTo>
                  <a:lnTo>
                    <a:pt x="913421" y="908629"/>
                  </a:lnTo>
                  <a:lnTo>
                    <a:pt x="913818" y="908327"/>
                  </a:lnTo>
                  <a:lnTo>
                    <a:pt x="914215" y="908026"/>
                  </a:lnTo>
                  <a:lnTo>
                    <a:pt x="914400" y="907886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2883092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886"/>
                  </a:lnTo>
                  <a:lnTo>
                    <a:pt x="905351" y="907724"/>
                  </a:lnTo>
                  <a:lnTo>
                    <a:pt x="905748" y="907423"/>
                  </a:lnTo>
                  <a:lnTo>
                    <a:pt x="906145" y="907121"/>
                  </a:lnTo>
                  <a:lnTo>
                    <a:pt x="911308" y="903480"/>
                  </a:lnTo>
                  <a:lnTo>
                    <a:pt x="914400" y="901621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2892354" y="21883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59"/>
                  </a:lnTo>
                  <a:lnTo>
                    <a:pt x="907298" y="917560"/>
                  </a:lnTo>
                  <a:lnTo>
                    <a:pt x="912629" y="914890"/>
                  </a:lnTo>
                  <a:lnTo>
                    <a:pt x="913846" y="914400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28923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29016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29108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29201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29294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29386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29479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29571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29664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29757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29849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29942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300350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30127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30220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303128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30405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30498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30590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30683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30775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308686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309612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310538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311464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312391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313317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314243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315169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316095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317022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317948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318874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319800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32072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3216532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322579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32350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32443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32535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32628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327210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328136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32906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32998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33091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33184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3327679" y="2205548"/>
              <a:ext cx="921403" cy="914400"/>
            </a:xfrm>
            <a:custGeom>
              <a:avLst/>
              <a:pathLst>
                <a:path w="9214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03" y="897161"/>
                  </a:lnTo>
                  <a:lnTo>
                    <a:pt x="920691" y="899818"/>
                  </a:lnTo>
                  <a:lnTo>
                    <a:pt x="919886" y="902828"/>
                  </a:lnTo>
                  <a:lnTo>
                    <a:pt x="919080" y="905838"/>
                  </a:lnTo>
                  <a:lnTo>
                    <a:pt x="918275" y="908847"/>
                  </a:lnTo>
                  <a:lnTo>
                    <a:pt x="917471" y="911857"/>
                  </a:lnTo>
                  <a:lnTo>
                    <a:pt x="916792" y="914400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2355146" y="2171071"/>
              <a:ext cx="914400" cy="922481"/>
            </a:xfrm>
            <a:custGeom>
              <a:avLst/>
              <a:pathLst>
                <a:path w="914400" h="922481">
                  <a:moveTo>
                    <a:pt x="914400" y="914400"/>
                  </a:moveTo>
                  <a:lnTo>
                    <a:pt x="914400" y="922481"/>
                  </a:lnTo>
                  <a:lnTo>
                    <a:pt x="914178" y="921993"/>
                  </a:lnTo>
                  <a:lnTo>
                    <a:pt x="913404" y="920291"/>
                  </a:lnTo>
                  <a:lnTo>
                    <a:pt x="912630" y="918588"/>
                  </a:lnTo>
                  <a:lnTo>
                    <a:pt x="911856" y="916886"/>
                  </a:lnTo>
                  <a:lnTo>
                    <a:pt x="911081" y="915183"/>
                  </a:lnTo>
                  <a:lnTo>
                    <a:pt x="910724" y="914400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235514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58" y="931638"/>
                  </a:lnTo>
                  <a:lnTo>
                    <a:pt x="918045" y="930507"/>
                  </a:lnTo>
                  <a:lnTo>
                    <a:pt x="917272" y="928804"/>
                  </a:lnTo>
                  <a:lnTo>
                    <a:pt x="916499" y="927101"/>
                  </a:lnTo>
                  <a:lnTo>
                    <a:pt x="915725" y="925399"/>
                  </a:lnTo>
                  <a:lnTo>
                    <a:pt x="914952" y="923696"/>
                  </a:lnTo>
                  <a:lnTo>
                    <a:pt x="914400" y="922481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236440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23736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238293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239219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24014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24107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24199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24292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243850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244776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24570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24662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247555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24848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249407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250334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251260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252186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253112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254039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254965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255891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256817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257743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2586701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259596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260522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261448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262375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263301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264227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265153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26607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2670061" y="2188310"/>
              <a:ext cx="918903" cy="914400"/>
            </a:xfrm>
            <a:custGeom>
              <a:avLst/>
              <a:pathLst>
                <a:path w="918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652" y="897161"/>
                  </a:lnTo>
                  <a:lnTo>
                    <a:pt x="915685" y="897333"/>
                  </a:lnTo>
                  <a:lnTo>
                    <a:pt x="915790" y="897889"/>
                  </a:lnTo>
                  <a:lnTo>
                    <a:pt x="915895" y="898444"/>
                  </a:lnTo>
                  <a:lnTo>
                    <a:pt x="916000" y="899000"/>
                  </a:lnTo>
                  <a:lnTo>
                    <a:pt x="916104" y="899555"/>
                  </a:lnTo>
                  <a:lnTo>
                    <a:pt x="916209" y="900111"/>
                  </a:lnTo>
                  <a:lnTo>
                    <a:pt x="916314" y="900666"/>
                  </a:lnTo>
                  <a:lnTo>
                    <a:pt x="916419" y="901222"/>
                  </a:lnTo>
                  <a:lnTo>
                    <a:pt x="916524" y="901777"/>
                  </a:lnTo>
                  <a:lnTo>
                    <a:pt x="916629" y="902333"/>
                  </a:lnTo>
                  <a:lnTo>
                    <a:pt x="916733" y="902888"/>
                  </a:lnTo>
                  <a:lnTo>
                    <a:pt x="916838" y="903444"/>
                  </a:lnTo>
                  <a:lnTo>
                    <a:pt x="916943" y="903999"/>
                  </a:lnTo>
                  <a:lnTo>
                    <a:pt x="917048" y="904555"/>
                  </a:lnTo>
                  <a:lnTo>
                    <a:pt x="917153" y="905110"/>
                  </a:lnTo>
                  <a:lnTo>
                    <a:pt x="917257" y="905666"/>
                  </a:lnTo>
                  <a:lnTo>
                    <a:pt x="917362" y="906222"/>
                  </a:lnTo>
                  <a:lnTo>
                    <a:pt x="917467" y="906777"/>
                  </a:lnTo>
                  <a:lnTo>
                    <a:pt x="917572" y="907333"/>
                  </a:lnTo>
                  <a:lnTo>
                    <a:pt x="917676" y="907888"/>
                  </a:lnTo>
                  <a:lnTo>
                    <a:pt x="917781" y="908444"/>
                  </a:lnTo>
                  <a:lnTo>
                    <a:pt x="917886" y="908999"/>
                  </a:lnTo>
                  <a:lnTo>
                    <a:pt x="917990" y="909555"/>
                  </a:lnTo>
                  <a:lnTo>
                    <a:pt x="918095" y="910110"/>
                  </a:lnTo>
                  <a:lnTo>
                    <a:pt x="918200" y="910666"/>
                  </a:lnTo>
                  <a:lnTo>
                    <a:pt x="918305" y="911221"/>
                  </a:lnTo>
                  <a:lnTo>
                    <a:pt x="918409" y="911777"/>
                  </a:lnTo>
                  <a:lnTo>
                    <a:pt x="918514" y="912332"/>
                  </a:lnTo>
                  <a:lnTo>
                    <a:pt x="918618" y="912888"/>
                  </a:lnTo>
                  <a:lnTo>
                    <a:pt x="918723" y="913443"/>
                  </a:lnTo>
                  <a:lnTo>
                    <a:pt x="918828" y="913999"/>
                  </a:lnTo>
                  <a:lnTo>
                    <a:pt x="918903" y="914400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289235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46" y="914400"/>
                  </a:lnTo>
                  <a:lnTo>
                    <a:pt x="914400" y="914176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290161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76"/>
                  </a:lnTo>
                  <a:lnTo>
                    <a:pt x="908763" y="912716"/>
                  </a:lnTo>
                  <a:lnTo>
                    <a:pt x="914209" y="911043"/>
                  </a:lnTo>
                  <a:lnTo>
                    <a:pt x="914400" y="911002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291087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002"/>
                  </a:lnTo>
                  <a:lnTo>
                    <a:pt x="910432" y="909876"/>
                  </a:lnTo>
                  <a:lnTo>
                    <a:pt x="914400" y="909401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292014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01"/>
                  </a:lnTo>
                  <a:lnTo>
                    <a:pt x="906679" y="909217"/>
                  </a:lnTo>
                  <a:lnTo>
                    <a:pt x="907068" y="909188"/>
                  </a:lnTo>
                  <a:lnTo>
                    <a:pt x="907460" y="909159"/>
                  </a:lnTo>
                  <a:lnTo>
                    <a:pt x="907851" y="909131"/>
                  </a:lnTo>
                  <a:lnTo>
                    <a:pt x="908242" y="909102"/>
                  </a:lnTo>
                  <a:lnTo>
                    <a:pt x="908633" y="909074"/>
                  </a:lnTo>
                  <a:lnTo>
                    <a:pt x="909025" y="909045"/>
                  </a:lnTo>
                  <a:lnTo>
                    <a:pt x="909416" y="909016"/>
                  </a:lnTo>
                  <a:lnTo>
                    <a:pt x="909807" y="908988"/>
                  </a:lnTo>
                  <a:lnTo>
                    <a:pt x="910199" y="908959"/>
                  </a:lnTo>
                  <a:lnTo>
                    <a:pt x="910590" y="908931"/>
                  </a:lnTo>
                  <a:lnTo>
                    <a:pt x="910981" y="908902"/>
                  </a:lnTo>
                  <a:lnTo>
                    <a:pt x="911373" y="908874"/>
                  </a:lnTo>
                  <a:lnTo>
                    <a:pt x="911764" y="908845"/>
                  </a:lnTo>
                  <a:lnTo>
                    <a:pt x="912155" y="908816"/>
                  </a:lnTo>
                  <a:lnTo>
                    <a:pt x="912547" y="908788"/>
                  </a:lnTo>
                  <a:lnTo>
                    <a:pt x="912938" y="908759"/>
                  </a:lnTo>
                  <a:lnTo>
                    <a:pt x="913329" y="908731"/>
                  </a:lnTo>
                  <a:lnTo>
                    <a:pt x="913721" y="908703"/>
                  </a:lnTo>
                  <a:lnTo>
                    <a:pt x="914112" y="908674"/>
                  </a:lnTo>
                  <a:lnTo>
                    <a:pt x="914400" y="908653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292940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1" y="908646"/>
                  </a:lnTo>
                  <a:lnTo>
                    <a:pt x="905632" y="908617"/>
                  </a:lnTo>
                  <a:lnTo>
                    <a:pt x="906024" y="908589"/>
                  </a:lnTo>
                  <a:lnTo>
                    <a:pt x="906415" y="908560"/>
                  </a:lnTo>
                  <a:lnTo>
                    <a:pt x="906806" y="908532"/>
                  </a:lnTo>
                  <a:lnTo>
                    <a:pt x="907198" y="908504"/>
                  </a:lnTo>
                  <a:lnTo>
                    <a:pt x="907589" y="908475"/>
                  </a:lnTo>
                  <a:lnTo>
                    <a:pt x="907980" y="908447"/>
                  </a:lnTo>
                  <a:lnTo>
                    <a:pt x="908372" y="908419"/>
                  </a:lnTo>
                  <a:lnTo>
                    <a:pt x="908763" y="908390"/>
                  </a:lnTo>
                  <a:lnTo>
                    <a:pt x="909155" y="908362"/>
                  </a:lnTo>
                  <a:lnTo>
                    <a:pt x="909546" y="908334"/>
                  </a:lnTo>
                  <a:lnTo>
                    <a:pt x="909937" y="908305"/>
                  </a:lnTo>
                  <a:lnTo>
                    <a:pt x="910329" y="908277"/>
                  </a:lnTo>
                  <a:lnTo>
                    <a:pt x="910720" y="908249"/>
                  </a:lnTo>
                  <a:lnTo>
                    <a:pt x="911111" y="908221"/>
                  </a:lnTo>
                  <a:lnTo>
                    <a:pt x="911503" y="908192"/>
                  </a:lnTo>
                  <a:lnTo>
                    <a:pt x="911894" y="908164"/>
                  </a:lnTo>
                  <a:lnTo>
                    <a:pt x="912285" y="908136"/>
                  </a:lnTo>
                  <a:lnTo>
                    <a:pt x="912677" y="908108"/>
                  </a:lnTo>
                  <a:lnTo>
                    <a:pt x="913068" y="908080"/>
                  </a:lnTo>
                  <a:lnTo>
                    <a:pt x="913459" y="908051"/>
                  </a:lnTo>
                  <a:lnTo>
                    <a:pt x="913851" y="908023"/>
                  </a:lnTo>
                  <a:lnTo>
                    <a:pt x="914242" y="907995"/>
                  </a:lnTo>
                  <a:lnTo>
                    <a:pt x="914400" y="907984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293866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984"/>
                  </a:lnTo>
                  <a:lnTo>
                    <a:pt x="905371" y="907967"/>
                  </a:lnTo>
                  <a:lnTo>
                    <a:pt x="905763" y="907939"/>
                  </a:lnTo>
                  <a:lnTo>
                    <a:pt x="906154" y="907911"/>
                  </a:lnTo>
                  <a:lnTo>
                    <a:pt x="906545" y="907883"/>
                  </a:lnTo>
                  <a:lnTo>
                    <a:pt x="906937" y="907854"/>
                  </a:lnTo>
                  <a:lnTo>
                    <a:pt x="907328" y="907826"/>
                  </a:lnTo>
                  <a:lnTo>
                    <a:pt x="907720" y="907798"/>
                  </a:lnTo>
                  <a:lnTo>
                    <a:pt x="908111" y="907770"/>
                  </a:lnTo>
                  <a:lnTo>
                    <a:pt x="908502" y="907742"/>
                  </a:lnTo>
                  <a:lnTo>
                    <a:pt x="908894" y="907714"/>
                  </a:lnTo>
                  <a:lnTo>
                    <a:pt x="909285" y="907686"/>
                  </a:lnTo>
                  <a:lnTo>
                    <a:pt x="909677" y="907658"/>
                  </a:lnTo>
                  <a:lnTo>
                    <a:pt x="910068" y="907630"/>
                  </a:lnTo>
                  <a:lnTo>
                    <a:pt x="910459" y="907602"/>
                  </a:lnTo>
                  <a:lnTo>
                    <a:pt x="910851" y="907574"/>
                  </a:lnTo>
                  <a:lnTo>
                    <a:pt x="911242" y="907546"/>
                  </a:lnTo>
                  <a:lnTo>
                    <a:pt x="911634" y="907518"/>
                  </a:lnTo>
                  <a:lnTo>
                    <a:pt x="912025" y="907490"/>
                  </a:lnTo>
                  <a:lnTo>
                    <a:pt x="912416" y="907463"/>
                  </a:lnTo>
                  <a:lnTo>
                    <a:pt x="912808" y="907435"/>
                  </a:lnTo>
                  <a:lnTo>
                    <a:pt x="913199" y="907407"/>
                  </a:lnTo>
                  <a:lnTo>
                    <a:pt x="913591" y="907379"/>
                  </a:lnTo>
                  <a:lnTo>
                    <a:pt x="913982" y="907351"/>
                  </a:lnTo>
                  <a:lnTo>
                    <a:pt x="914400" y="907321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2947928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321"/>
                  </a:lnTo>
                  <a:lnTo>
                    <a:pt x="905503" y="907295"/>
                  </a:lnTo>
                  <a:lnTo>
                    <a:pt x="905894" y="907267"/>
                  </a:lnTo>
                  <a:lnTo>
                    <a:pt x="906285" y="907240"/>
                  </a:lnTo>
                  <a:lnTo>
                    <a:pt x="906677" y="907212"/>
                  </a:lnTo>
                  <a:lnTo>
                    <a:pt x="907068" y="907184"/>
                  </a:lnTo>
                  <a:lnTo>
                    <a:pt x="907460" y="907156"/>
                  </a:lnTo>
                  <a:lnTo>
                    <a:pt x="907851" y="907128"/>
                  </a:lnTo>
                  <a:lnTo>
                    <a:pt x="908243" y="907101"/>
                  </a:lnTo>
                  <a:lnTo>
                    <a:pt x="908634" y="907073"/>
                  </a:lnTo>
                  <a:lnTo>
                    <a:pt x="909025" y="907045"/>
                  </a:lnTo>
                  <a:lnTo>
                    <a:pt x="909417" y="907018"/>
                  </a:lnTo>
                  <a:lnTo>
                    <a:pt x="909808" y="906990"/>
                  </a:lnTo>
                  <a:lnTo>
                    <a:pt x="910200" y="906962"/>
                  </a:lnTo>
                  <a:lnTo>
                    <a:pt x="910591" y="906934"/>
                  </a:lnTo>
                  <a:lnTo>
                    <a:pt x="910983" y="906907"/>
                  </a:lnTo>
                  <a:lnTo>
                    <a:pt x="911374" y="906879"/>
                  </a:lnTo>
                  <a:lnTo>
                    <a:pt x="911765" y="906851"/>
                  </a:lnTo>
                  <a:lnTo>
                    <a:pt x="912157" y="906824"/>
                  </a:lnTo>
                  <a:lnTo>
                    <a:pt x="912548" y="906796"/>
                  </a:lnTo>
                  <a:lnTo>
                    <a:pt x="912940" y="906769"/>
                  </a:lnTo>
                  <a:lnTo>
                    <a:pt x="913331" y="906741"/>
                  </a:lnTo>
                  <a:lnTo>
                    <a:pt x="913723" y="906713"/>
                  </a:lnTo>
                  <a:lnTo>
                    <a:pt x="914114" y="906686"/>
                  </a:lnTo>
                  <a:lnTo>
                    <a:pt x="914400" y="906666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295719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3" y="906658"/>
                  </a:lnTo>
                  <a:lnTo>
                    <a:pt x="905635" y="906631"/>
                  </a:lnTo>
                  <a:lnTo>
                    <a:pt x="906026" y="906603"/>
                  </a:lnTo>
                  <a:lnTo>
                    <a:pt x="906418" y="906576"/>
                  </a:lnTo>
                  <a:lnTo>
                    <a:pt x="906809" y="906548"/>
                  </a:lnTo>
                  <a:lnTo>
                    <a:pt x="907201" y="906521"/>
                  </a:lnTo>
                  <a:lnTo>
                    <a:pt x="907592" y="906493"/>
                  </a:lnTo>
                  <a:lnTo>
                    <a:pt x="907984" y="906466"/>
                  </a:lnTo>
                  <a:lnTo>
                    <a:pt x="908375" y="906438"/>
                  </a:lnTo>
                  <a:lnTo>
                    <a:pt x="908766" y="906411"/>
                  </a:lnTo>
                  <a:lnTo>
                    <a:pt x="909158" y="906383"/>
                  </a:lnTo>
                  <a:lnTo>
                    <a:pt x="909549" y="906356"/>
                  </a:lnTo>
                  <a:lnTo>
                    <a:pt x="909941" y="906329"/>
                  </a:lnTo>
                  <a:lnTo>
                    <a:pt x="910332" y="906301"/>
                  </a:lnTo>
                  <a:lnTo>
                    <a:pt x="910724" y="906274"/>
                  </a:lnTo>
                  <a:lnTo>
                    <a:pt x="911115" y="906246"/>
                  </a:lnTo>
                  <a:lnTo>
                    <a:pt x="911507" y="906219"/>
                  </a:lnTo>
                  <a:lnTo>
                    <a:pt x="911898" y="906192"/>
                  </a:lnTo>
                  <a:lnTo>
                    <a:pt x="912290" y="906164"/>
                  </a:lnTo>
                  <a:lnTo>
                    <a:pt x="912681" y="906137"/>
                  </a:lnTo>
                  <a:lnTo>
                    <a:pt x="913073" y="906110"/>
                  </a:lnTo>
                  <a:lnTo>
                    <a:pt x="913464" y="906082"/>
                  </a:lnTo>
                  <a:lnTo>
                    <a:pt x="913856" y="906055"/>
                  </a:lnTo>
                  <a:lnTo>
                    <a:pt x="914247" y="906028"/>
                  </a:lnTo>
                  <a:lnTo>
                    <a:pt x="914400" y="906017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296645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017"/>
                  </a:lnTo>
                  <a:lnTo>
                    <a:pt x="905376" y="906001"/>
                  </a:lnTo>
                  <a:lnTo>
                    <a:pt x="905768" y="905973"/>
                  </a:lnTo>
                  <a:lnTo>
                    <a:pt x="906159" y="905946"/>
                  </a:lnTo>
                  <a:lnTo>
                    <a:pt x="906551" y="905919"/>
                  </a:lnTo>
                  <a:lnTo>
                    <a:pt x="906942" y="905892"/>
                  </a:lnTo>
                  <a:lnTo>
                    <a:pt x="907334" y="905864"/>
                  </a:lnTo>
                  <a:lnTo>
                    <a:pt x="907725" y="905837"/>
                  </a:lnTo>
                  <a:lnTo>
                    <a:pt x="908117" y="905810"/>
                  </a:lnTo>
                  <a:lnTo>
                    <a:pt x="908508" y="905783"/>
                  </a:lnTo>
                  <a:lnTo>
                    <a:pt x="908900" y="905756"/>
                  </a:lnTo>
                  <a:lnTo>
                    <a:pt x="909291" y="905729"/>
                  </a:lnTo>
                  <a:lnTo>
                    <a:pt x="909683" y="905702"/>
                  </a:lnTo>
                  <a:lnTo>
                    <a:pt x="910074" y="905674"/>
                  </a:lnTo>
                  <a:lnTo>
                    <a:pt x="910466" y="905647"/>
                  </a:lnTo>
                  <a:lnTo>
                    <a:pt x="914400" y="905580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297571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580"/>
                  </a:lnTo>
                  <a:lnTo>
                    <a:pt x="907431" y="905541"/>
                  </a:lnTo>
                  <a:lnTo>
                    <a:pt x="913652" y="906085"/>
                  </a:lnTo>
                  <a:lnTo>
                    <a:pt x="914400" y="90618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298497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189"/>
                  </a:lnTo>
                  <a:lnTo>
                    <a:pt x="914400" y="907483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299423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483"/>
                  </a:lnTo>
                  <a:lnTo>
                    <a:pt x="914400" y="908776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300350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776"/>
                  </a:lnTo>
                  <a:lnTo>
                    <a:pt x="914400" y="910070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301276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70"/>
                  </a:lnTo>
                  <a:lnTo>
                    <a:pt x="914400" y="911297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302202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97"/>
                  </a:lnTo>
                  <a:lnTo>
                    <a:pt x="905620" y="911139"/>
                  </a:lnTo>
                  <a:lnTo>
                    <a:pt x="906153" y="910965"/>
                  </a:lnTo>
                  <a:lnTo>
                    <a:pt x="906686" y="910790"/>
                  </a:lnTo>
                  <a:lnTo>
                    <a:pt x="907219" y="910616"/>
                  </a:lnTo>
                  <a:lnTo>
                    <a:pt x="907752" y="910442"/>
                  </a:lnTo>
                  <a:lnTo>
                    <a:pt x="908285" y="910268"/>
                  </a:lnTo>
                  <a:lnTo>
                    <a:pt x="908818" y="910093"/>
                  </a:lnTo>
                  <a:lnTo>
                    <a:pt x="909351" y="909919"/>
                  </a:lnTo>
                  <a:lnTo>
                    <a:pt x="909884" y="909745"/>
                  </a:lnTo>
                  <a:lnTo>
                    <a:pt x="910417" y="909571"/>
                  </a:lnTo>
                  <a:lnTo>
                    <a:pt x="910950" y="909396"/>
                  </a:lnTo>
                  <a:lnTo>
                    <a:pt x="911483" y="909222"/>
                  </a:lnTo>
                  <a:lnTo>
                    <a:pt x="912016" y="909048"/>
                  </a:lnTo>
                  <a:lnTo>
                    <a:pt x="912549" y="908874"/>
                  </a:lnTo>
                  <a:lnTo>
                    <a:pt x="913082" y="908700"/>
                  </a:lnTo>
                  <a:lnTo>
                    <a:pt x="913615" y="908526"/>
                  </a:lnTo>
                  <a:lnTo>
                    <a:pt x="914148" y="908352"/>
                  </a:lnTo>
                  <a:lnTo>
                    <a:pt x="914400" y="908270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3031288" y="218831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270"/>
                  </a:lnTo>
                  <a:lnTo>
                    <a:pt x="905419" y="908178"/>
                  </a:lnTo>
                  <a:lnTo>
                    <a:pt x="905952" y="908004"/>
                  </a:lnTo>
                  <a:lnTo>
                    <a:pt x="906485" y="907830"/>
                  </a:lnTo>
                  <a:lnTo>
                    <a:pt x="907018" y="907656"/>
                  </a:lnTo>
                  <a:lnTo>
                    <a:pt x="907551" y="907482"/>
                  </a:lnTo>
                  <a:lnTo>
                    <a:pt x="908084" y="907308"/>
                  </a:lnTo>
                  <a:lnTo>
                    <a:pt x="908618" y="907134"/>
                  </a:lnTo>
                  <a:lnTo>
                    <a:pt x="909151" y="906960"/>
                  </a:lnTo>
                  <a:lnTo>
                    <a:pt x="909684" y="906786"/>
                  </a:lnTo>
                  <a:lnTo>
                    <a:pt x="910217" y="906613"/>
                  </a:lnTo>
                  <a:lnTo>
                    <a:pt x="910751" y="906439"/>
                  </a:lnTo>
                  <a:lnTo>
                    <a:pt x="911284" y="906265"/>
                  </a:lnTo>
                  <a:lnTo>
                    <a:pt x="911817" y="906091"/>
                  </a:lnTo>
                  <a:lnTo>
                    <a:pt x="912350" y="905918"/>
                  </a:lnTo>
                  <a:lnTo>
                    <a:pt x="912884" y="905744"/>
                  </a:lnTo>
                  <a:lnTo>
                    <a:pt x="913417" y="905570"/>
                  </a:lnTo>
                  <a:lnTo>
                    <a:pt x="913950" y="905397"/>
                  </a:lnTo>
                  <a:lnTo>
                    <a:pt x="914399" y="905250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304055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1" y="905223"/>
                  </a:lnTo>
                  <a:lnTo>
                    <a:pt x="905755" y="905049"/>
                  </a:lnTo>
                  <a:lnTo>
                    <a:pt x="906288" y="904876"/>
                  </a:lnTo>
                  <a:lnTo>
                    <a:pt x="911803" y="903345"/>
                  </a:lnTo>
                  <a:lnTo>
                    <a:pt x="914400" y="902871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304981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871"/>
                  </a:lnTo>
                  <a:lnTo>
                    <a:pt x="908090" y="902331"/>
                  </a:lnTo>
                  <a:lnTo>
                    <a:pt x="913659" y="901837"/>
                  </a:lnTo>
                  <a:lnTo>
                    <a:pt x="913997" y="901823"/>
                  </a:lnTo>
                  <a:lnTo>
                    <a:pt x="914400" y="901806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305907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06"/>
                  </a:lnTo>
                  <a:lnTo>
                    <a:pt x="905415" y="901794"/>
                  </a:lnTo>
                  <a:lnTo>
                    <a:pt x="905755" y="901780"/>
                  </a:lnTo>
                  <a:lnTo>
                    <a:pt x="906095" y="901765"/>
                  </a:lnTo>
                  <a:lnTo>
                    <a:pt x="906435" y="901751"/>
                  </a:lnTo>
                  <a:lnTo>
                    <a:pt x="906775" y="901737"/>
                  </a:lnTo>
                  <a:lnTo>
                    <a:pt x="907115" y="901723"/>
                  </a:lnTo>
                  <a:lnTo>
                    <a:pt x="907455" y="901709"/>
                  </a:lnTo>
                  <a:lnTo>
                    <a:pt x="907795" y="901694"/>
                  </a:lnTo>
                  <a:lnTo>
                    <a:pt x="908135" y="901680"/>
                  </a:lnTo>
                  <a:lnTo>
                    <a:pt x="908475" y="901666"/>
                  </a:lnTo>
                  <a:lnTo>
                    <a:pt x="908815" y="901652"/>
                  </a:lnTo>
                  <a:lnTo>
                    <a:pt x="909155" y="901638"/>
                  </a:lnTo>
                  <a:lnTo>
                    <a:pt x="909495" y="901623"/>
                  </a:lnTo>
                  <a:lnTo>
                    <a:pt x="909835" y="901609"/>
                  </a:lnTo>
                  <a:lnTo>
                    <a:pt x="910175" y="901595"/>
                  </a:lnTo>
                  <a:lnTo>
                    <a:pt x="910514" y="901581"/>
                  </a:lnTo>
                  <a:lnTo>
                    <a:pt x="910854" y="901567"/>
                  </a:lnTo>
                  <a:lnTo>
                    <a:pt x="911194" y="901553"/>
                  </a:lnTo>
                  <a:lnTo>
                    <a:pt x="911534" y="901539"/>
                  </a:lnTo>
                  <a:lnTo>
                    <a:pt x="911874" y="901524"/>
                  </a:lnTo>
                  <a:lnTo>
                    <a:pt x="912214" y="901510"/>
                  </a:lnTo>
                  <a:lnTo>
                    <a:pt x="912554" y="901496"/>
                  </a:lnTo>
                  <a:lnTo>
                    <a:pt x="912894" y="901482"/>
                  </a:lnTo>
                  <a:lnTo>
                    <a:pt x="913234" y="901468"/>
                  </a:lnTo>
                  <a:lnTo>
                    <a:pt x="913574" y="901454"/>
                  </a:lnTo>
                  <a:lnTo>
                    <a:pt x="913914" y="901440"/>
                  </a:lnTo>
                  <a:lnTo>
                    <a:pt x="914254" y="901426"/>
                  </a:lnTo>
                  <a:lnTo>
                    <a:pt x="914400" y="901420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306833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420"/>
                  </a:lnTo>
                  <a:lnTo>
                    <a:pt x="905332" y="901412"/>
                  </a:lnTo>
                  <a:lnTo>
                    <a:pt x="905672" y="901398"/>
                  </a:lnTo>
                  <a:lnTo>
                    <a:pt x="906012" y="901384"/>
                  </a:lnTo>
                  <a:lnTo>
                    <a:pt x="906352" y="901370"/>
                  </a:lnTo>
                  <a:lnTo>
                    <a:pt x="906692" y="901356"/>
                  </a:lnTo>
                  <a:lnTo>
                    <a:pt x="907032" y="901342"/>
                  </a:lnTo>
                  <a:lnTo>
                    <a:pt x="907372" y="901328"/>
                  </a:lnTo>
                  <a:lnTo>
                    <a:pt x="907712" y="901314"/>
                  </a:lnTo>
                  <a:lnTo>
                    <a:pt x="908052" y="901300"/>
                  </a:lnTo>
                  <a:lnTo>
                    <a:pt x="908392" y="901286"/>
                  </a:lnTo>
                  <a:lnTo>
                    <a:pt x="908732" y="901272"/>
                  </a:lnTo>
                  <a:lnTo>
                    <a:pt x="909072" y="901258"/>
                  </a:lnTo>
                  <a:lnTo>
                    <a:pt x="909412" y="901244"/>
                  </a:lnTo>
                  <a:lnTo>
                    <a:pt x="909752" y="901230"/>
                  </a:lnTo>
                  <a:lnTo>
                    <a:pt x="910092" y="901216"/>
                  </a:lnTo>
                  <a:lnTo>
                    <a:pt x="910432" y="901203"/>
                  </a:lnTo>
                  <a:lnTo>
                    <a:pt x="910772" y="901189"/>
                  </a:lnTo>
                  <a:lnTo>
                    <a:pt x="911112" y="901175"/>
                  </a:lnTo>
                  <a:lnTo>
                    <a:pt x="911452" y="901161"/>
                  </a:lnTo>
                  <a:lnTo>
                    <a:pt x="911792" y="901147"/>
                  </a:lnTo>
                  <a:lnTo>
                    <a:pt x="912132" y="901133"/>
                  </a:lnTo>
                  <a:lnTo>
                    <a:pt x="912472" y="901119"/>
                  </a:lnTo>
                  <a:lnTo>
                    <a:pt x="912812" y="901106"/>
                  </a:lnTo>
                  <a:lnTo>
                    <a:pt x="913152" y="901092"/>
                  </a:lnTo>
                  <a:lnTo>
                    <a:pt x="913492" y="901078"/>
                  </a:lnTo>
                  <a:lnTo>
                    <a:pt x="913832" y="901064"/>
                  </a:lnTo>
                  <a:lnTo>
                    <a:pt x="914172" y="901050"/>
                  </a:lnTo>
                  <a:lnTo>
                    <a:pt x="914400" y="901041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3077599" y="21710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50" y="918275"/>
                  </a:lnTo>
                  <a:lnTo>
                    <a:pt x="905590" y="918261"/>
                  </a:lnTo>
                  <a:lnTo>
                    <a:pt x="905930" y="918247"/>
                  </a:lnTo>
                  <a:lnTo>
                    <a:pt x="906270" y="918234"/>
                  </a:lnTo>
                  <a:lnTo>
                    <a:pt x="906610" y="918220"/>
                  </a:lnTo>
                  <a:lnTo>
                    <a:pt x="906950" y="918206"/>
                  </a:lnTo>
                  <a:lnTo>
                    <a:pt x="907290" y="918193"/>
                  </a:lnTo>
                  <a:lnTo>
                    <a:pt x="907630" y="918179"/>
                  </a:lnTo>
                  <a:lnTo>
                    <a:pt x="909268" y="918186"/>
                  </a:lnTo>
                  <a:lnTo>
                    <a:pt x="909378" y="917819"/>
                  </a:lnTo>
                  <a:lnTo>
                    <a:pt x="909492" y="917440"/>
                  </a:lnTo>
                  <a:lnTo>
                    <a:pt x="909605" y="917060"/>
                  </a:lnTo>
                  <a:lnTo>
                    <a:pt x="909719" y="916681"/>
                  </a:lnTo>
                  <a:lnTo>
                    <a:pt x="909833" y="916302"/>
                  </a:lnTo>
                  <a:lnTo>
                    <a:pt x="909946" y="915923"/>
                  </a:lnTo>
                  <a:lnTo>
                    <a:pt x="910060" y="915544"/>
                  </a:lnTo>
                  <a:lnTo>
                    <a:pt x="910429" y="914400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30775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308686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309612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310538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311464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312391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313317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314243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315169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316095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317022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317948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318874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319800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32072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3216532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322579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32350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32443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32535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32628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327210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328136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32906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32998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330915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33184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3327679" y="21883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5973"/>
                  </a:lnTo>
                  <a:lnTo>
                    <a:pt x="923110" y="908029"/>
                  </a:lnTo>
                  <a:lnTo>
                    <a:pt x="922304" y="911038"/>
                  </a:lnTo>
                  <a:lnTo>
                    <a:pt x="921497" y="914047"/>
                  </a:lnTo>
                  <a:lnTo>
                    <a:pt x="921403" y="914400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3336941" y="2171071"/>
              <a:ext cx="916765" cy="923212"/>
            </a:xfrm>
            <a:custGeom>
              <a:avLst/>
              <a:pathLst>
                <a:path w="916765" h="923212">
                  <a:moveTo>
                    <a:pt x="914400" y="914400"/>
                  </a:moveTo>
                  <a:lnTo>
                    <a:pt x="916765" y="914400"/>
                  </a:lnTo>
                  <a:lnTo>
                    <a:pt x="916271" y="916240"/>
                  </a:lnTo>
                  <a:lnTo>
                    <a:pt x="915463" y="919249"/>
                  </a:lnTo>
                  <a:lnTo>
                    <a:pt x="914655" y="922258"/>
                  </a:lnTo>
                  <a:lnTo>
                    <a:pt x="914400" y="923212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2345883" y="2153833"/>
              <a:ext cx="914400" cy="919375"/>
            </a:xfrm>
            <a:custGeom>
              <a:avLst/>
              <a:pathLst>
                <a:path w="914400" h="919375">
                  <a:moveTo>
                    <a:pt x="914400" y="914400"/>
                  </a:moveTo>
                  <a:lnTo>
                    <a:pt x="914400" y="919375"/>
                  </a:lnTo>
                  <a:lnTo>
                    <a:pt x="914139" y="918804"/>
                  </a:lnTo>
                  <a:lnTo>
                    <a:pt x="913358" y="917091"/>
                  </a:lnTo>
                  <a:lnTo>
                    <a:pt x="912199" y="914400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23458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87" y="931638"/>
                  </a:lnTo>
                  <a:lnTo>
                    <a:pt x="919569" y="930719"/>
                  </a:lnTo>
                  <a:lnTo>
                    <a:pt x="918794" y="929017"/>
                  </a:lnTo>
                  <a:lnTo>
                    <a:pt x="918018" y="927315"/>
                  </a:lnTo>
                  <a:lnTo>
                    <a:pt x="917243" y="925613"/>
                  </a:lnTo>
                  <a:lnTo>
                    <a:pt x="916467" y="923910"/>
                  </a:lnTo>
                  <a:lnTo>
                    <a:pt x="915692" y="922208"/>
                  </a:lnTo>
                  <a:lnTo>
                    <a:pt x="914916" y="920506"/>
                  </a:lnTo>
                  <a:lnTo>
                    <a:pt x="914400" y="919375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235514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236440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23736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238293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239219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24014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24107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24199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24292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243850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244776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24570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24662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247555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4848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940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50334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51260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52186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53112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54039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54965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55891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56817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57743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2586701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259596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260522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2">
                <a:alpha val="100000"/>
              </a:srgbClr>
            </a:solidFill>
            <a:ln w="5420" cap="flat">
              <a:solidFill>
                <a:srgbClr val="FFB7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261448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262375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263301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264227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265153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2670061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0" y="897161"/>
                  </a:lnTo>
                  <a:lnTo>
                    <a:pt x="914322" y="907355"/>
                  </a:lnTo>
                  <a:lnTo>
                    <a:pt x="914400" y="90776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2670061" y="2171071"/>
              <a:ext cx="915652" cy="914400"/>
            </a:xfrm>
            <a:custGeom>
              <a:avLst/>
              <a:pathLst>
                <a:path w="915652" h="914400">
                  <a:moveTo>
                    <a:pt x="914400" y="914400"/>
                  </a:moveTo>
                  <a:lnTo>
                    <a:pt x="914400" y="907768"/>
                  </a:lnTo>
                  <a:lnTo>
                    <a:pt x="914426" y="907906"/>
                  </a:lnTo>
                  <a:lnTo>
                    <a:pt x="914531" y="908461"/>
                  </a:lnTo>
                  <a:lnTo>
                    <a:pt x="914636" y="909017"/>
                  </a:lnTo>
                  <a:lnTo>
                    <a:pt x="914741" y="909572"/>
                  </a:lnTo>
                  <a:lnTo>
                    <a:pt x="914845" y="910128"/>
                  </a:lnTo>
                  <a:lnTo>
                    <a:pt x="914950" y="910683"/>
                  </a:lnTo>
                  <a:lnTo>
                    <a:pt x="915055" y="911239"/>
                  </a:lnTo>
                  <a:lnTo>
                    <a:pt x="915160" y="911794"/>
                  </a:lnTo>
                  <a:lnTo>
                    <a:pt x="915265" y="912350"/>
                  </a:lnTo>
                  <a:lnTo>
                    <a:pt x="915370" y="912905"/>
                  </a:lnTo>
                  <a:lnTo>
                    <a:pt x="915475" y="913461"/>
                  </a:lnTo>
                  <a:lnTo>
                    <a:pt x="915580" y="914016"/>
                  </a:lnTo>
                  <a:lnTo>
                    <a:pt x="915652" y="914400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077599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29" y="914400"/>
                  </a:lnTo>
                  <a:lnTo>
                    <a:pt x="913659" y="904375"/>
                  </a:lnTo>
                  <a:lnTo>
                    <a:pt x="914400" y="902375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086861" y="21538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613"/>
                  </a:lnTo>
                  <a:lnTo>
                    <a:pt x="907067" y="914400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08686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09612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10538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11464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12391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13317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14243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15169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16095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17022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1794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18874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19800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2072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216532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22579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2350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2443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2535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2628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27210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28136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2906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2998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30915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3184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3276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336941" y="2171071"/>
              <a:ext cx="920907" cy="914400"/>
            </a:xfrm>
            <a:custGeom>
              <a:avLst/>
              <a:pathLst>
                <a:path w="9209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907" y="897161"/>
                  </a:lnTo>
                  <a:lnTo>
                    <a:pt x="919559" y="903358"/>
                  </a:lnTo>
                  <a:lnTo>
                    <a:pt x="917084" y="913212"/>
                  </a:lnTo>
                  <a:lnTo>
                    <a:pt x="916765" y="914400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2345883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199" y="931638"/>
                  </a:lnTo>
                  <a:lnTo>
                    <a:pt x="909400" y="925137"/>
                  </a:lnTo>
                  <a:lnTo>
                    <a:pt x="905731" y="915540"/>
                  </a:lnTo>
                  <a:lnTo>
                    <a:pt x="905345" y="914400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23458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235514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236440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23736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238293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239219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24014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24107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24199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24292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243850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244776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24570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24662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247555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24848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24940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250334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251260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252186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253112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254039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254965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255891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256817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257743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2586701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259596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260522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261448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262375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263301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264227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265153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2660799" y="2153833"/>
              <a:ext cx="921493" cy="914400"/>
            </a:xfrm>
            <a:custGeom>
              <a:avLst/>
              <a:pathLst>
                <a:path w="9214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132" y="897161"/>
                  </a:lnTo>
                  <a:lnTo>
                    <a:pt x="919112" y="904408"/>
                  </a:lnTo>
                  <a:lnTo>
                    <a:pt x="921493" y="914400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086861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67" y="931638"/>
                  </a:lnTo>
                  <a:lnTo>
                    <a:pt x="908367" y="928126"/>
                  </a:lnTo>
                  <a:lnTo>
                    <a:pt x="908557" y="927646"/>
                  </a:lnTo>
                  <a:lnTo>
                    <a:pt x="908750" y="927159"/>
                  </a:lnTo>
                  <a:lnTo>
                    <a:pt x="908942" y="926672"/>
                  </a:lnTo>
                  <a:lnTo>
                    <a:pt x="909135" y="926185"/>
                  </a:lnTo>
                  <a:lnTo>
                    <a:pt x="909328" y="925699"/>
                  </a:lnTo>
                  <a:lnTo>
                    <a:pt x="909520" y="925212"/>
                  </a:lnTo>
                  <a:lnTo>
                    <a:pt x="909713" y="924725"/>
                  </a:lnTo>
                  <a:lnTo>
                    <a:pt x="909906" y="924239"/>
                  </a:lnTo>
                  <a:lnTo>
                    <a:pt x="910098" y="923752"/>
                  </a:lnTo>
                  <a:lnTo>
                    <a:pt x="910291" y="923265"/>
                  </a:lnTo>
                  <a:lnTo>
                    <a:pt x="910484" y="922778"/>
                  </a:lnTo>
                  <a:lnTo>
                    <a:pt x="910676" y="922292"/>
                  </a:lnTo>
                  <a:lnTo>
                    <a:pt x="910869" y="921805"/>
                  </a:lnTo>
                  <a:lnTo>
                    <a:pt x="911062" y="921318"/>
                  </a:lnTo>
                  <a:lnTo>
                    <a:pt x="911255" y="920832"/>
                  </a:lnTo>
                  <a:lnTo>
                    <a:pt x="911448" y="920345"/>
                  </a:lnTo>
                  <a:lnTo>
                    <a:pt x="911640" y="919858"/>
                  </a:lnTo>
                  <a:lnTo>
                    <a:pt x="911833" y="919372"/>
                  </a:lnTo>
                  <a:lnTo>
                    <a:pt x="912026" y="918885"/>
                  </a:lnTo>
                  <a:lnTo>
                    <a:pt x="912219" y="918398"/>
                  </a:lnTo>
                  <a:lnTo>
                    <a:pt x="912412" y="917912"/>
                  </a:lnTo>
                  <a:lnTo>
                    <a:pt x="912605" y="917425"/>
                  </a:lnTo>
                  <a:lnTo>
                    <a:pt x="912797" y="916938"/>
                  </a:lnTo>
                  <a:lnTo>
                    <a:pt x="912990" y="916452"/>
                  </a:lnTo>
                  <a:lnTo>
                    <a:pt x="913183" y="915965"/>
                  </a:lnTo>
                  <a:lnTo>
                    <a:pt x="913376" y="915478"/>
                  </a:lnTo>
                  <a:lnTo>
                    <a:pt x="913569" y="914992"/>
                  </a:lnTo>
                  <a:lnTo>
                    <a:pt x="913804" y="914400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08686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09612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10538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11464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12391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13317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14243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15169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16095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17022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1794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18874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19800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2072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216532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22579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2350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2443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2535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2628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27210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28136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2906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2998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30915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3184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3276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336941" y="21538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58" y="900230"/>
                  </a:lnTo>
                  <a:lnTo>
                    <a:pt x="921753" y="910513"/>
                  </a:lnTo>
                  <a:lnTo>
                    <a:pt x="920907" y="914400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346203" y="2136594"/>
              <a:ext cx="914869" cy="917447"/>
            </a:xfrm>
            <a:custGeom>
              <a:avLst/>
              <a:pathLst>
                <a:path w="914869" h="917447">
                  <a:moveTo>
                    <a:pt x="914400" y="914400"/>
                  </a:moveTo>
                  <a:lnTo>
                    <a:pt x="914869" y="914400"/>
                  </a:lnTo>
                  <a:lnTo>
                    <a:pt x="914400" y="917447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2336621" y="2119356"/>
              <a:ext cx="914400" cy="931023"/>
            </a:xfrm>
            <a:custGeom>
              <a:avLst/>
              <a:pathLst>
                <a:path w="914400" h="931023">
                  <a:moveTo>
                    <a:pt x="914400" y="914400"/>
                  </a:moveTo>
                  <a:lnTo>
                    <a:pt x="914400" y="931023"/>
                  </a:lnTo>
                  <a:lnTo>
                    <a:pt x="911623" y="922808"/>
                  </a:lnTo>
                  <a:lnTo>
                    <a:pt x="911493" y="922374"/>
                  </a:lnTo>
                  <a:lnTo>
                    <a:pt x="908119" y="918196"/>
                  </a:lnTo>
                  <a:lnTo>
                    <a:pt x="905377" y="914400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23366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07" y="931638"/>
                  </a:lnTo>
                  <a:lnTo>
                    <a:pt x="914400" y="931023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23458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235514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236440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23736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238293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239219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24014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24107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24199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24292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243850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244776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24570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24662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247555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24848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24940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25033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251260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252186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253112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254039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254965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255891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256817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257743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2586701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259596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h3196"/>
            <p:cNvSpPr/>
            <p:nvPr/>
          </p:nvSpPr>
          <p:spPr>
            <a:xfrm>
              <a:off x="260522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h3197"/>
            <p:cNvSpPr/>
            <p:nvPr/>
          </p:nvSpPr>
          <p:spPr>
            <a:xfrm>
              <a:off x="261448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h3198"/>
            <p:cNvSpPr/>
            <p:nvPr/>
          </p:nvSpPr>
          <p:spPr>
            <a:xfrm>
              <a:off x="262375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h3199"/>
            <p:cNvSpPr/>
            <p:nvPr/>
          </p:nvSpPr>
          <p:spPr>
            <a:xfrm>
              <a:off x="263301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h3200"/>
            <p:cNvSpPr/>
            <p:nvPr/>
          </p:nvSpPr>
          <p:spPr>
            <a:xfrm>
              <a:off x="264227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h3201"/>
            <p:cNvSpPr/>
            <p:nvPr/>
          </p:nvSpPr>
          <p:spPr>
            <a:xfrm>
              <a:off x="2660799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1676" y="897161"/>
                  </a:lnTo>
                  <a:lnTo>
                    <a:pt x="913521" y="902450"/>
                  </a:lnTo>
                  <a:lnTo>
                    <a:pt x="914400" y="905284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h3202"/>
            <p:cNvSpPr/>
            <p:nvPr/>
          </p:nvSpPr>
          <p:spPr>
            <a:xfrm>
              <a:off x="2660799" y="2136594"/>
              <a:ext cx="917132" cy="914400"/>
            </a:xfrm>
            <a:custGeom>
              <a:avLst/>
              <a:pathLst>
                <a:path w="917132" h="914400">
                  <a:moveTo>
                    <a:pt x="914400" y="914400"/>
                  </a:moveTo>
                  <a:lnTo>
                    <a:pt x="914400" y="905284"/>
                  </a:lnTo>
                  <a:lnTo>
                    <a:pt x="916453" y="911910"/>
                  </a:lnTo>
                  <a:lnTo>
                    <a:pt x="917132" y="91440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h3203"/>
            <p:cNvSpPr/>
            <p:nvPr/>
          </p:nvSpPr>
          <p:spPr>
            <a:xfrm>
              <a:off x="3086861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04" y="914400"/>
                  </a:lnTo>
                  <a:lnTo>
                    <a:pt x="913955" y="914018"/>
                  </a:lnTo>
                  <a:lnTo>
                    <a:pt x="914148" y="913532"/>
                  </a:lnTo>
                  <a:lnTo>
                    <a:pt x="914341" y="913045"/>
                  </a:lnTo>
                  <a:lnTo>
                    <a:pt x="914400" y="91289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h3204"/>
            <p:cNvSpPr/>
            <p:nvPr/>
          </p:nvSpPr>
          <p:spPr>
            <a:xfrm>
              <a:off x="3096123" y="21193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136"/>
                  </a:lnTo>
                  <a:lnTo>
                    <a:pt x="905272" y="929797"/>
                  </a:lnTo>
                  <a:lnTo>
                    <a:pt x="905465" y="929310"/>
                  </a:lnTo>
                  <a:lnTo>
                    <a:pt x="905658" y="928823"/>
                  </a:lnTo>
                  <a:lnTo>
                    <a:pt x="905851" y="928337"/>
                  </a:lnTo>
                  <a:lnTo>
                    <a:pt x="906044" y="927850"/>
                  </a:lnTo>
                  <a:lnTo>
                    <a:pt x="906237" y="927364"/>
                  </a:lnTo>
                  <a:lnTo>
                    <a:pt x="906430" y="926877"/>
                  </a:lnTo>
                  <a:lnTo>
                    <a:pt x="906623" y="926390"/>
                  </a:lnTo>
                  <a:lnTo>
                    <a:pt x="906817" y="925904"/>
                  </a:lnTo>
                  <a:lnTo>
                    <a:pt x="907010" y="925417"/>
                  </a:lnTo>
                  <a:lnTo>
                    <a:pt x="907203" y="924930"/>
                  </a:lnTo>
                  <a:lnTo>
                    <a:pt x="907396" y="924444"/>
                  </a:lnTo>
                  <a:lnTo>
                    <a:pt x="907589" y="923957"/>
                  </a:lnTo>
                  <a:lnTo>
                    <a:pt x="907782" y="923471"/>
                  </a:lnTo>
                  <a:lnTo>
                    <a:pt x="907976" y="922984"/>
                  </a:lnTo>
                  <a:lnTo>
                    <a:pt x="908169" y="922497"/>
                  </a:lnTo>
                  <a:lnTo>
                    <a:pt x="908362" y="922011"/>
                  </a:lnTo>
                  <a:lnTo>
                    <a:pt x="908555" y="921524"/>
                  </a:lnTo>
                  <a:lnTo>
                    <a:pt x="908749" y="921038"/>
                  </a:lnTo>
                  <a:lnTo>
                    <a:pt x="908942" y="920551"/>
                  </a:lnTo>
                  <a:lnTo>
                    <a:pt x="909135" y="920064"/>
                  </a:lnTo>
                  <a:lnTo>
                    <a:pt x="909329" y="919578"/>
                  </a:lnTo>
                  <a:lnTo>
                    <a:pt x="909522" y="919091"/>
                  </a:lnTo>
                  <a:lnTo>
                    <a:pt x="909715" y="918605"/>
                  </a:lnTo>
                  <a:lnTo>
                    <a:pt x="909909" y="918118"/>
                  </a:lnTo>
                  <a:lnTo>
                    <a:pt x="910102" y="917631"/>
                  </a:lnTo>
                  <a:lnTo>
                    <a:pt x="910295" y="917145"/>
                  </a:lnTo>
                  <a:lnTo>
                    <a:pt x="910489" y="916658"/>
                  </a:lnTo>
                  <a:lnTo>
                    <a:pt x="910682" y="916172"/>
                  </a:lnTo>
                  <a:lnTo>
                    <a:pt x="910876" y="915685"/>
                  </a:lnTo>
                  <a:lnTo>
                    <a:pt x="911069" y="915199"/>
                  </a:lnTo>
                  <a:lnTo>
                    <a:pt x="911263" y="914712"/>
                  </a:lnTo>
                  <a:lnTo>
                    <a:pt x="911387" y="914400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h3205"/>
            <p:cNvSpPr/>
            <p:nvPr/>
          </p:nvSpPr>
          <p:spPr>
            <a:xfrm>
              <a:off x="309612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h3206"/>
            <p:cNvSpPr/>
            <p:nvPr/>
          </p:nvSpPr>
          <p:spPr>
            <a:xfrm>
              <a:off x="310538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h3207"/>
            <p:cNvSpPr/>
            <p:nvPr/>
          </p:nvSpPr>
          <p:spPr>
            <a:xfrm>
              <a:off x="311464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h3208"/>
            <p:cNvSpPr/>
            <p:nvPr/>
          </p:nvSpPr>
          <p:spPr>
            <a:xfrm>
              <a:off x="312391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h3209"/>
            <p:cNvSpPr/>
            <p:nvPr/>
          </p:nvSpPr>
          <p:spPr>
            <a:xfrm>
              <a:off x="313317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h3210"/>
            <p:cNvSpPr/>
            <p:nvPr/>
          </p:nvSpPr>
          <p:spPr>
            <a:xfrm>
              <a:off x="314243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h3211"/>
            <p:cNvSpPr/>
            <p:nvPr/>
          </p:nvSpPr>
          <p:spPr>
            <a:xfrm>
              <a:off x="315169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h3212"/>
            <p:cNvSpPr/>
            <p:nvPr/>
          </p:nvSpPr>
          <p:spPr>
            <a:xfrm>
              <a:off x="316095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h3213"/>
            <p:cNvSpPr/>
            <p:nvPr/>
          </p:nvSpPr>
          <p:spPr>
            <a:xfrm>
              <a:off x="31702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h3214"/>
            <p:cNvSpPr/>
            <p:nvPr/>
          </p:nvSpPr>
          <p:spPr>
            <a:xfrm>
              <a:off x="31794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h3215"/>
            <p:cNvSpPr/>
            <p:nvPr/>
          </p:nvSpPr>
          <p:spPr>
            <a:xfrm>
              <a:off x="318874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h3216"/>
            <p:cNvSpPr/>
            <p:nvPr/>
          </p:nvSpPr>
          <p:spPr>
            <a:xfrm>
              <a:off x="319800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h3217"/>
            <p:cNvSpPr/>
            <p:nvPr/>
          </p:nvSpPr>
          <p:spPr>
            <a:xfrm>
              <a:off x="32072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h3218"/>
            <p:cNvSpPr/>
            <p:nvPr/>
          </p:nvSpPr>
          <p:spPr>
            <a:xfrm>
              <a:off x="3216532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h3219"/>
            <p:cNvSpPr/>
            <p:nvPr/>
          </p:nvSpPr>
          <p:spPr>
            <a:xfrm>
              <a:off x="322579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h3220"/>
            <p:cNvSpPr/>
            <p:nvPr/>
          </p:nvSpPr>
          <p:spPr>
            <a:xfrm>
              <a:off x="32350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h3221"/>
            <p:cNvSpPr/>
            <p:nvPr/>
          </p:nvSpPr>
          <p:spPr>
            <a:xfrm>
              <a:off x="32443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h3222"/>
            <p:cNvSpPr/>
            <p:nvPr/>
          </p:nvSpPr>
          <p:spPr>
            <a:xfrm>
              <a:off x="32535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h3223"/>
            <p:cNvSpPr/>
            <p:nvPr/>
          </p:nvSpPr>
          <p:spPr>
            <a:xfrm>
              <a:off x="32628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h3224"/>
            <p:cNvSpPr/>
            <p:nvPr/>
          </p:nvSpPr>
          <p:spPr>
            <a:xfrm>
              <a:off x="327210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h3225"/>
            <p:cNvSpPr/>
            <p:nvPr/>
          </p:nvSpPr>
          <p:spPr>
            <a:xfrm>
              <a:off x="328136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h3226"/>
            <p:cNvSpPr/>
            <p:nvPr/>
          </p:nvSpPr>
          <p:spPr>
            <a:xfrm>
              <a:off x="32906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h3227"/>
            <p:cNvSpPr/>
            <p:nvPr/>
          </p:nvSpPr>
          <p:spPr>
            <a:xfrm>
              <a:off x="32998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h3228"/>
            <p:cNvSpPr/>
            <p:nvPr/>
          </p:nvSpPr>
          <p:spPr>
            <a:xfrm>
              <a:off x="330915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h3229"/>
            <p:cNvSpPr/>
            <p:nvPr/>
          </p:nvSpPr>
          <p:spPr>
            <a:xfrm>
              <a:off x="33184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h3230"/>
            <p:cNvSpPr/>
            <p:nvPr/>
          </p:nvSpPr>
          <p:spPr>
            <a:xfrm>
              <a:off x="33276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h3231"/>
            <p:cNvSpPr/>
            <p:nvPr/>
          </p:nvSpPr>
          <p:spPr>
            <a:xfrm>
              <a:off x="33369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h3232"/>
            <p:cNvSpPr/>
            <p:nvPr/>
          </p:nvSpPr>
          <p:spPr>
            <a:xfrm>
              <a:off x="3346203" y="2136594"/>
              <a:ext cx="917231" cy="914400"/>
            </a:xfrm>
            <a:custGeom>
              <a:avLst/>
              <a:pathLst>
                <a:path w="91723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31" y="897161"/>
                  </a:lnTo>
                  <a:lnTo>
                    <a:pt x="916009" y="907012"/>
                  </a:lnTo>
                  <a:lnTo>
                    <a:pt x="914869" y="914400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h3233"/>
            <p:cNvSpPr/>
            <p:nvPr/>
          </p:nvSpPr>
          <p:spPr>
            <a:xfrm>
              <a:off x="2318097" y="2102118"/>
              <a:ext cx="914400" cy="916761"/>
            </a:xfrm>
            <a:custGeom>
              <a:avLst/>
              <a:pathLst>
                <a:path w="914400" h="916761">
                  <a:moveTo>
                    <a:pt x="914400" y="914400"/>
                  </a:moveTo>
                  <a:lnTo>
                    <a:pt x="914400" y="916761"/>
                  </a:lnTo>
                  <a:lnTo>
                    <a:pt x="913213" y="914727"/>
                  </a:lnTo>
                  <a:lnTo>
                    <a:pt x="913040" y="914400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h3234"/>
            <p:cNvSpPr/>
            <p:nvPr/>
          </p:nvSpPr>
          <p:spPr>
            <a:xfrm>
              <a:off x="2318097" y="2102118"/>
              <a:ext cx="923662" cy="931307"/>
            </a:xfrm>
            <a:custGeom>
              <a:avLst/>
              <a:pathLst>
                <a:path w="923662" h="93130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07"/>
                  </a:lnTo>
                  <a:lnTo>
                    <a:pt x="921975" y="928971"/>
                  </a:lnTo>
                  <a:lnTo>
                    <a:pt x="917493" y="922063"/>
                  </a:lnTo>
                  <a:lnTo>
                    <a:pt x="914400" y="916761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h3235"/>
            <p:cNvSpPr/>
            <p:nvPr/>
          </p:nvSpPr>
          <p:spPr>
            <a:xfrm>
              <a:off x="23273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39" y="931638"/>
                  </a:lnTo>
                  <a:lnTo>
                    <a:pt x="914400" y="931307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h3236"/>
            <p:cNvSpPr/>
            <p:nvPr/>
          </p:nvSpPr>
          <p:spPr>
            <a:xfrm>
              <a:off x="23366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h3237"/>
            <p:cNvSpPr/>
            <p:nvPr/>
          </p:nvSpPr>
          <p:spPr>
            <a:xfrm>
              <a:off x="23458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235514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236440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23736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238293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239219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24014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24107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24199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24292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243850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244776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24570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24662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247555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24848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24940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25033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251260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252186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253112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254039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254965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255891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256817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257743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2586701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259596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260522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261448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262375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263301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2651537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1" y="897161"/>
                  </a:lnTo>
                  <a:lnTo>
                    <a:pt x="914400" y="89770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2651537" y="2119356"/>
              <a:ext cx="920938" cy="914400"/>
            </a:xfrm>
            <a:custGeom>
              <a:avLst/>
              <a:pathLst>
                <a:path w="920938" h="914400">
                  <a:moveTo>
                    <a:pt x="914400" y="914400"/>
                  </a:moveTo>
                  <a:lnTo>
                    <a:pt x="914400" y="897709"/>
                  </a:lnTo>
                  <a:lnTo>
                    <a:pt x="916137" y="901695"/>
                  </a:lnTo>
                  <a:lnTo>
                    <a:pt x="919588" y="910528"/>
                  </a:lnTo>
                  <a:lnTo>
                    <a:pt x="920938" y="91440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3096123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387" y="914400"/>
                  </a:lnTo>
                  <a:lnTo>
                    <a:pt x="911456" y="914225"/>
                  </a:lnTo>
                  <a:lnTo>
                    <a:pt x="914400" y="907192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3105386" y="21021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430"/>
                  </a:lnTo>
                  <a:lnTo>
                    <a:pt x="905552" y="923440"/>
                  </a:lnTo>
                  <a:lnTo>
                    <a:pt x="909118" y="915732"/>
                  </a:lnTo>
                  <a:lnTo>
                    <a:pt x="909798" y="914400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310538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311464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312391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313317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314243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315169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31609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31702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31794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318874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319800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32072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3216532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322579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32350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32443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32535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32628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327210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328136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32906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32998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330915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33184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33276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33369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3346203" y="2119356"/>
              <a:ext cx="918718" cy="914400"/>
            </a:xfrm>
            <a:custGeom>
              <a:avLst/>
              <a:pathLst>
                <a:path w="9187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718" y="897161"/>
                  </a:lnTo>
                  <a:lnTo>
                    <a:pt x="918338" y="902938"/>
                  </a:lnTo>
                  <a:lnTo>
                    <a:pt x="917324" y="913651"/>
                  </a:lnTo>
                  <a:lnTo>
                    <a:pt x="917231" y="914400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2308835" y="2084879"/>
              <a:ext cx="914400" cy="915715"/>
            </a:xfrm>
            <a:custGeom>
              <a:avLst/>
              <a:pathLst>
                <a:path w="914400" h="915715">
                  <a:moveTo>
                    <a:pt x="914400" y="914400"/>
                  </a:moveTo>
                  <a:lnTo>
                    <a:pt x="914400" y="915715"/>
                  </a:lnTo>
                  <a:lnTo>
                    <a:pt x="913840" y="914400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230883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303" y="931638"/>
                  </a:lnTo>
                  <a:lnTo>
                    <a:pt x="918406" y="924224"/>
                  </a:lnTo>
                  <a:lnTo>
                    <a:pt x="914561" y="916095"/>
                  </a:lnTo>
                  <a:lnTo>
                    <a:pt x="914400" y="915715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23180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23273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23366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23458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235514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236440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23736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238293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239219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24014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24107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24199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24292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243850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244776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24570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24662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247555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24848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24940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25033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251260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252186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253112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254039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254965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255891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256817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257743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2586701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259596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260522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261448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262375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263301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2642274" y="2102118"/>
              <a:ext cx="923423" cy="914400"/>
            </a:xfrm>
            <a:custGeom>
              <a:avLst/>
              <a:pathLst>
                <a:path w="92342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76" y="897161"/>
                  </a:lnTo>
                  <a:lnTo>
                    <a:pt x="917771" y="902345"/>
                  </a:lnTo>
                  <a:lnTo>
                    <a:pt x="921703" y="910452"/>
                  </a:lnTo>
                  <a:lnTo>
                    <a:pt x="923423" y="914400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3105386" y="21021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798" y="914400"/>
                  </a:lnTo>
                  <a:lnTo>
                    <a:pt x="912883" y="908360"/>
                  </a:lnTo>
                  <a:lnTo>
                    <a:pt x="914400" y="905669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3114648" y="20848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907"/>
                  </a:lnTo>
                  <a:lnTo>
                    <a:pt x="907576" y="918580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311464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312391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313317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314243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31516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31609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31702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31794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318874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319800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32072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3216532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322579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32350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32443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32535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32628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327210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328136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32906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32998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330915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33184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33276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33369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3346203" y="2102118"/>
              <a:ext cx="919464" cy="914400"/>
            </a:xfrm>
            <a:custGeom>
              <a:avLst/>
              <a:pathLst>
                <a:path w="9194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64" y="897161"/>
                  </a:lnTo>
                  <a:lnTo>
                    <a:pt x="919451" y="898527"/>
                  </a:lnTo>
                  <a:lnTo>
                    <a:pt x="919048" y="909379"/>
                  </a:lnTo>
                  <a:lnTo>
                    <a:pt x="918718" y="914400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2308835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40" y="931638"/>
                  </a:lnTo>
                  <a:lnTo>
                    <a:pt x="910950" y="924842"/>
                  </a:lnTo>
                  <a:lnTo>
                    <a:pt x="907582" y="916011"/>
                  </a:lnTo>
                  <a:lnTo>
                    <a:pt x="907033" y="914400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230883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23180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23273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23366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23458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235514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236440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23736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238293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239219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24014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24107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24199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24292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243850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244776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24570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24662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247555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24848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24940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25033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251260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252186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253112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254039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254965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255891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256817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257743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2586701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259596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260522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261448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2633012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512" y="897161"/>
                  </a:lnTo>
                  <a:lnTo>
                    <a:pt x="913938" y="897733"/>
                  </a:lnTo>
                  <a:lnTo>
                    <a:pt x="914400" y="898425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2642274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425"/>
                  </a:lnTo>
                  <a:lnTo>
                    <a:pt x="909245" y="904584"/>
                  </a:lnTo>
                  <a:lnTo>
                    <a:pt x="913614" y="911874"/>
                  </a:lnTo>
                  <a:lnTo>
                    <a:pt x="914400" y="913331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2642274" y="2084879"/>
              <a:ext cx="914976" cy="914400"/>
            </a:xfrm>
            <a:custGeom>
              <a:avLst/>
              <a:pathLst>
                <a:path w="914976" h="914400">
                  <a:moveTo>
                    <a:pt x="914400" y="914400"/>
                  </a:moveTo>
                  <a:lnTo>
                    <a:pt x="914400" y="913331"/>
                  </a:lnTo>
                  <a:lnTo>
                    <a:pt x="914976" y="914400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3114648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051" y="914400"/>
                  </a:lnTo>
                  <a:lnTo>
                    <a:pt x="914400" y="907054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3123910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292"/>
                  </a:lnTo>
                  <a:lnTo>
                    <a:pt x="909874" y="916215"/>
                  </a:lnTo>
                  <a:lnTo>
                    <a:pt x="909946" y="915894"/>
                  </a:lnTo>
                  <a:lnTo>
                    <a:pt x="910019" y="915572"/>
                  </a:lnTo>
                  <a:lnTo>
                    <a:pt x="910092" y="915251"/>
                  </a:lnTo>
                  <a:lnTo>
                    <a:pt x="910165" y="914929"/>
                  </a:lnTo>
                  <a:lnTo>
                    <a:pt x="910237" y="914607"/>
                  </a:lnTo>
                  <a:lnTo>
                    <a:pt x="910284" y="914400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312391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313317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314243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31516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31609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31702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31794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318874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319800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32072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3216532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322579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32350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32443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32535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32628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327210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328136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32906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32998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330915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33184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33276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33369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3346203" y="2084879"/>
              <a:ext cx="919806" cy="914400"/>
            </a:xfrm>
            <a:custGeom>
              <a:avLst/>
              <a:pathLst>
                <a:path w="91980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806" y="897161"/>
                  </a:lnTo>
                  <a:lnTo>
                    <a:pt x="919420" y="898265"/>
                  </a:lnTo>
                  <a:lnTo>
                    <a:pt x="919548" y="904889"/>
                  </a:lnTo>
                  <a:lnTo>
                    <a:pt x="919464" y="914400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2299572" y="2050402"/>
              <a:ext cx="914400" cy="926070"/>
            </a:xfrm>
            <a:custGeom>
              <a:avLst/>
              <a:pathLst>
                <a:path w="914400" h="926070">
                  <a:moveTo>
                    <a:pt x="914400" y="914400"/>
                  </a:moveTo>
                  <a:lnTo>
                    <a:pt x="914400" y="926070"/>
                  </a:lnTo>
                  <a:lnTo>
                    <a:pt x="913729" y="924102"/>
                  </a:lnTo>
                  <a:lnTo>
                    <a:pt x="910876" y="914663"/>
                  </a:lnTo>
                  <a:lnTo>
                    <a:pt x="910806" y="914400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22995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296" y="931638"/>
                  </a:lnTo>
                  <a:lnTo>
                    <a:pt x="914400" y="926070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230883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23180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23273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23366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23458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235514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236440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23736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238293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239219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24014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24107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24199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24292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243850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244776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24570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24662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247555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24848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24940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25033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251260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252186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253112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254039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254965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255891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256817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257743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2586701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259596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260522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2623750" y="20676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417" y="897239"/>
                  </a:lnTo>
                  <a:lnTo>
                    <a:pt x="913510" y="902662"/>
                  </a:lnTo>
                  <a:lnTo>
                    <a:pt x="914400" y="903730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2623750" y="2067641"/>
              <a:ext cx="922774" cy="914400"/>
            </a:xfrm>
            <a:custGeom>
              <a:avLst/>
              <a:pathLst>
                <a:path w="922774" h="914400">
                  <a:moveTo>
                    <a:pt x="914400" y="914400"/>
                  </a:moveTo>
                  <a:lnTo>
                    <a:pt x="914400" y="903730"/>
                  </a:lnTo>
                  <a:lnTo>
                    <a:pt x="918442" y="908579"/>
                  </a:lnTo>
                  <a:lnTo>
                    <a:pt x="922774" y="914400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3123910" y="20504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10" y="931524"/>
                  </a:lnTo>
                  <a:lnTo>
                    <a:pt x="910383" y="931203"/>
                  </a:lnTo>
                  <a:lnTo>
                    <a:pt x="910455" y="930881"/>
                  </a:lnTo>
                  <a:lnTo>
                    <a:pt x="910528" y="930559"/>
                  </a:lnTo>
                  <a:lnTo>
                    <a:pt x="910601" y="930238"/>
                  </a:lnTo>
                  <a:lnTo>
                    <a:pt x="910673" y="929916"/>
                  </a:lnTo>
                  <a:lnTo>
                    <a:pt x="910746" y="929595"/>
                  </a:lnTo>
                  <a:lnTo>
                    <a:pt x="910819" y="929273"/>
                  </a:lnTo>
                  <a:lnTo>
                    <a:pt x="910892" y="928951"/>
                  </a:lnTo>
                  <a:lnTo>
                    <a:pt x="910964" y="928630"/>
                  </a:lnTo>
                  <a:lnTo>
                    <a:pt x="911037" y="928308"/>
                  </a:lnTo>
                  <a:lnTo>
                    <a:pt x="911110" y="927987"/>
                  </a:lnTo>
                  <a:lnTo>
                    <a:pt x="911183" y="927665"/>
                  </a:lnTo>
                  <a:lnTo>
                    <a:pt x="911255" y="927343"/>
                  </a:lnTo>
                  <a:lnTo>
                    <a:pt x="911328" y="927022"/>
                  </a:lnTo>
                  <a:lnTo>
                    <a:pt x="911401" y="926700"/>
                  </a:lnTo>
                  <a:lnTo>
                    <a:pt x="911501" y="926258"/>
                  </a:lnTo>
                  <a:lnTo>
                    <a:pt x="911084" y="919836"/>
                  </a:lnTo>
                  <a:lnTo>
                    <a:pt x="910879" y="914400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312391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31331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314243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31516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31609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31702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31794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318874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319800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32072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3216532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322579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32350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32443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32535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32628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327210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328136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32906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32998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330915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33184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33276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33369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3346203" y="20676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44"/>
                  </a:lnTo>
                  <a:lnTo>
                    <a:pt x="922185" y="907587"/>
                  </a:lnTo>
                  <a:lnTo>
                    <a:pt x="919806" y="914400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3355465" y="2050402"/>
              <a:ext cx="916124" cy="920082"/>
            </a:xfrm>
            <a:custGeom>
              <a:avLst/>
              <a:pathLst>
                <a:path w="916124" h="920082">
                  <a:moveTo>
                    <a:pt x="914400" y="914400"/>
                  </a:moveTo>
                  <a:lnTo>
                    <a:pt x="916124" y="914400"/>
                  </a:lnTo>
                  <a:lnTo>
                    <a:pt x="915784" y="915636"/>
                  </a:lnTo>
                  <a:lnTo>
                    <a:pt x="914400" y="920082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2299572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06" y="931638"/>
                  </a:lnTo>
                  <a:lnTo>
                    <a:pt x="908292" y="922198"/>
                  </a:lnTo>
                  <a:lnTo>
                    <a:pt x="907781" y="920145"/>
                  </a:lnTo>
                  <a:lnTo>
                    <a:pt x="907272" y="918104"/>
                  </a:lnTo>
                  <a:lnTo>
                    <a:pt x="906764" y="916062"/>
                  </a:lnTo>
                  <a:lnTo>
                    <a:pt x="906349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22995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230883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23180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23273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23366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23458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235514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236440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23736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238293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239219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24014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24107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24199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24292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243850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244776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24570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24662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247555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24848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24940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25033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25126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252186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253112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254039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254965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255891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256817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257743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2595963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71" y="897209"/>
                  </a:lnTo>
                  <a:lnTo>
                    <a:pt x="914035" y="897380"/>
                  </a:lnTo>
                  <a:lnTo>
                    <a:pt x="914400" y="897615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2605226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615"/>
                  </a:lnTo>
                  <a:lnTo>
                    <a:pt x="905300" y="897721"/>
                  </a:lnTo>
                  <a:lnTo>
                    <a:pt x="905564" y="897892"/>
                  </a:lnTo>
                  <a:lnTo>
                    <a:pt x="905828" y="898062"/>
                  </a:lnTo>
                  <a:lnTo>
                    <a:pt x="906092" y="898233"/>
                  </a:lnTo>
                  <a:lnTo>
                    <a:pt x="906356" y="898404"/>
                  </a:lnTo>
                  <a:lnTo>
                    <a:pt x="906620" y="898574"/>
                  </a:lnTo>
                  <a:lnTo>
                    <a:pt x="906883" y="898745"/>
                  </a:lnTo>
                  <a:lnTo>
                    <a:pt x="907147" y="898916"/>
                  </a:lnTo>
                  <a:lnTo>
                    <a:pt x="907411" y="899087"/>
                  </a:lnTo>
                  <a:lnTo>
                    <a:pt x="907675" y="899257"/>
                  </a:lnTo>
                  <a:lnTo>
                    <a:pt x="907939" y="899428"/>
                  </a:lnTo>
                  <a:lnTo>
                    <a:pt x="908202" y="899599"/>
                  </a:lnTo>
                  <a:lnTo>
                    <a:pt x="908466" y="899770"/>
                  </a:lnTo>
                  <a:lnTo>
                    <a:pt x="908730" y="899940"/>
                  </a:lnTo>
                  <a:lnTo>
                    <a:pt x="908994" y="900111"/>
                  </a:lnTo>
                  <a:lnTo>
                    <a:pt x="909258" y="900282"/>
                  </a:lnTo>
                  <a:lnTo>
                    <a:pt x="909521" y="900453"/>
                  </a:lnTo>
                  <a:lnTo>
                    <a:pt x="909785" y="900624"/>
                  </a:lnTo>
                  <a:lnTo>
                    <a:pt x="910049" y="900794"/>
                  </a:lnTo>
                  <a:lnTo>
                    <a:pt x="910313" y="900965"/>
                  </a:lnTo>
                  <a:lnTo>
                    <a:pt x="910576" y="901136"/>
                  </a:lnTo>
                  <a:lnTo>
                    <a:pt x="910840" y="901307"/>
                  </a:lnTo>
                  <a:lnTo>
                    <a:pt x="914400" y="903810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2614488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10"/>
                  </a:lnTo>
                  <a:lnTo>
                    <a:pt x="907067" y="905167"/>
                  </a:lnTo>
                  <a:lnTo>
                    <a:pt x="912439" y="909561"/>
                  </a:lnTo>
                  <a:lnTo>
                    <a:pt x="914400" y="911401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2614488" y="2050402"/>
              <a:ext cx="917596" cy="914400"/>
            </a:xfrm>
            <a:custGeom>
              <a:avLst/>
              <a:pathLst>
                <a:path w="917596" h="914400">
                  <a:moveTo>
                    <a:pt x="914400" y="914400"/>
                  </a:moveTo>
                  <a:lnTo>
                    <a:pt x="914400" y="911401"/>
                  </a:lnTo>
                  <a:lnTo>
                    <a:pt x="917596" y="914400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3123910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79" y="931638"/>
                  </a:lnTo>
                  <a:lnTo>
                    <a:pt x="910695" y="926770"/>
                  </a:lnTo>
                  <a:lnTo>
                    <a:pt x="910613" y="923435"/>
                  </a:lnTo>
                  <a:lnTo>
                    <a:pt x="910532" y="920103"/>
                  </a:lnTo>
                  <a:lnTo>
                    <a:pt x="910451" y="916770"/>
                  </a:lnTo>
                  <a:lnTo>
                    <a:pt x="910393" y="914400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312391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31331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314243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31516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31609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31702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31794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318874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319800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32072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3216532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798">
                <a:alpha val="100000"/>
              </a:srgbClr>
            </a:solidFill>
            <a:ln w="5420" cap="flat">
              <a:solidFill>
                <a:srgbClr val="FFE7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322579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32350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32443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32535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32628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327210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328136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32906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32998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330915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33184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33276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33369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33462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3355465" y="2050402"/>
              <a:ext cx="920566" cy="914400"/>
            </a:xfrm>
            <a:custGeom>
              <a:avLst/>
              <a:pathLst>
                <a:path w="9205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566" y="897161"/>
                  </a:lnTo>
                  <a:lnTo>
                    <a:pt x="918387" y="906185"/>
                  </a:lnTo>
                  <a:lnTo>
                    <a:pt x="916124" y="914400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2290310" y="2015925"/>
              <a:ext cx="914400" cy="926777"/>
            </a:xfrm>
            <a:custGeom>
              <a:avLst/>
              <a:pathLst>
                <a:path w="914400" h="926777">
                  <a:moveTo>
                    <a:pt x="914400" y="914400"/>
                  </a:moveTo>
                  <a:lnTo>
                    <a:pt x="914400" y="926777"/>
                  </a:lnTo>
                  <a:lnTo>
                    <a:pt x="913990" y="925136"/>
                  </a:lnTo>
                  <a:lnTo>
                    <a:pt x="913480" y="923095"/>
                  </a:lnTo>
                  <a:lnTo>
                    <a:pt x="913204" y="921986"/>
                  </a:lnTo>
                  <a:lnTo>
                    <a:pt x="911804" y="920224"/>
                  </a:lnTo>
                  <a:lnTo>
                    <a:pt x="907656" y="914400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22903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12" y="931638"/>
                  </a:lnTo>
                  <a:lnTo>
                    <a:pt x="915517" y="931260"/>
                  </a:lnTo>
                  <a:lnTo>
                    <a:pt x="915008" y="929218"/>
                  </a:lnTo>
                  <a:lnTo>
                    <a:pt x="914499" y="927177"/>
                  </a:lnTo>
                  <a:lnTo>
                    <a:pt x="914400" y="926777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22995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230883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23180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23273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23366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23458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235514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236440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23736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238293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239219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24014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24107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24199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24292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243850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244776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24570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24662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247555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24848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24940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25033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25126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252186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253112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254039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254965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255891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256817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2586701" y="203316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978" y="897161"/>
                  </a:lnTo>
                  <a:lnTo>
                    <a:pt x="914399" y="897972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2586701" y="2033164"/>
              <a:ext cx="922959" cy="914400"/>
            </a:xfrm>
            <a:custGeom>
              <a:avLst/>
              <a:pathLst>
                <a:path w="922959" h="914400">
                  <a:moveTo>
                    <a:pt x="914399" y="914400"/>
                  </a:moveTo>
                  <a:lnTo>
                    <a:pt x="914399" y="897972"/>
                  </a:lnTo>
                  <a:lnTo>
                    <a:pt x="917196" y="903356"/>
                  </a:lnTo>
                  <a:lnTo>
                    <a:pt x="922505" y="914106"/>
                  </a:lnTo>
                  <a:lnTo>
                    <a:pt x="922769" y="914277"/>
                  </a:lnTo>
                  <a:lnTo>
                    <a:pt x="922959" y="914400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3123910" y="20159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93" y="931638"/>
                  </a:lnTo>
                  <a:lnTo>
                    <a:pt x="910370" y="930676"/>
                  </a:lnTo>
                  <a:lnTo>
                    <a:pt x="910289" y="927344"/>
                  </a:lnTo>
                  <a:lnTo>
                    <a:pt x="910207" y="924011"/>
                  </a:lnTo>
                  <a:lnTo>
                    <a:pt x="910126" y="920679"/>
                  </a:lnTo>
                  <a:lnTo>
                    <a:pt x="910044" y="917344"/>
                  </a:lnTo>
                  <a:lnTo>
                    <a:pt x="910014" y="914400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31239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31331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314243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31516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31609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31702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31794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318874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319800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32072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3216532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322579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32350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32443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32535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32628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3">
                <a:alpha val="100000"/>
              </a:srgbClr>
            </a:solidFill>
            <a:ln w="5420" cap="flat">
              <a:solidFill>
                <a:srgbClr val="FEE4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327210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328136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32906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32998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330915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33184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33276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33369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33462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3355465" y="20331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8967"/>
                  </a:lnTo>
                  <a:lnTo>
                    <a:pt x="922795" y="903839"/>
                  </a:lnTo>
                  <a:lnTo>
                    <a:pt x="920726" y="913737"/>
                  </a:lnTo>
                  <a:lnTo>
                    <a:pt x="920566" y="914400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3364728" y="2015925"/>
              <a:ext cx="914721" cy="916206"/>
            </a:xfrm>
            <a:custGeom>
              <a:avLst/>
              <a:pathLst>
                <a:path w="914721" h="916206">
                  <a:moveTo>
                    <a:pt x="914400" y="914400"/>
                  </a:moveTo>
                  <a:lnTo>
                    <a:pt x="914721" y="914400"/>
                  </a:lnTo>
                  <a:lnTo>
                    <a:pt x="914400" y="916206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2281048" y="1998687"/>
              <a:ext cx="914400" cy="927774"/>
            </a:xfrm>
            <a:custGeom>
              <a:avLst/>
              <a:pathLst>
                <a:path w="914400" h="927774">
                  <a:moveTo>
                    <a:pt x="914400" y="914400"/>
                  </a:moveTo>
                  <a:lnTo>
                    <a:pt x="914400" y="927774"/>
                  </a:lnTo>
                  <a:lnTo>
                    <a:pt x="912093" y="924173"/>
                  </a:lnTo>
                  <a:lnTo>
                    <a:pt x="907894" y="916900"/>
                  </a:lnTo>
                  <a:lnTo>
                    <a:pt x="906592" y="914400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228104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18" y="931638"/>
                  </a:lnTo>
                  <a:lnTo>
                    <a:pt x="916487" y="931034"/>
                  </a:lnTo>
                  <a:lnTo>
                    <a:pt x="914400" y="927774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22903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22995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230883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23180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C6A">
                <a:alpha val="100000"/>
              </a:srgbClr>
            </a:solidFill>
            <a:ln w="5420" cap="flat">
              <a:solidFill>
                <a:srgbClr val="FE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23273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23366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23458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235514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236440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23736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238293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239219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24014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24107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24199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24292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243850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244776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24570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24662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247555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24848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24940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25033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25126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252186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253112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254039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254965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255891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2577439" y="20159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11" y="897161"/>
                  </a:lnTo>
                  <a:lnTo>
                    <a:pt x="913216" y="897722"/>
                  </a:lnTo>
                  <a:lnTo>
                    <a:pt x="914400" y="899553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2577439" y="2015925"/>
              <a:ext cx="923241" cy="914400"/>
            </a:xfrm>
            <a:custGeom>
              <a:avLst/>
              <a:pathLst>
                <a:path w="923241" h="914400">
                  <a:moveTo>
                    <a:pt x="914400" y="914400"/>
                  </a:moveTo>
                  <a:lnTo>
                    <a:pt x="914400" y="899553"/>
                  </a:lnTo>
                  <a:lnTo>
                    <a:pt x="917850" y="904896"/>
                  </a:lnTo>
                  <a:lnTo>
                    <a:pt x="922269" y="912528"/>
                  </a:lnTo>
                  <a:lnTo>
                    <a:pt x="923241" y="914400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3123910" y="19986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014" y="931638"/>
                  </a:lnTo>
                  <a:lnTo>
                    <a:pt x="909933" y="923600"/>
                  </a:lnTo>
                  <a:lnTo>
                    <a:pt x="910102" y="914400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31239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31331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314243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31516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31609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31702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31794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318874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319800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32072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3216532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322579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32350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32443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32535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32628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327210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328136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32906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32998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330915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33184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33276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33369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33462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335546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3364728" y="2015925"/>
              <a:ext cx="917579" cy="914400"/>
            </a:xfrm>
            <a:custGeom>
              <a:avLst/>
              <a:pathLst>
                <a:path w="9175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79" y="897161"/>
                  </a:lnTo>
                  <a:lnTo>
                    <a:pt x="917290" y="898935"/>
                  </a:lnTo>
                  <a:lnTo>
                    <a:pt x="916799" y="901947"/>
                  </a:lnTo>
                  <a:lnTo>
                    <a:pt x="916309" y="904959"/>
                  </a:lnTo>
                  <a:lnTo>
                    <a:pt x="915818" y="907970"/>
                  </a:lnTo>
                  <a:lnTo>
                    <a:pt x="915326" y="910996"/>
                  </a:lnTo>
                  <a:lnTo>
                    <a:pt x="914721" y="914400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2271786" y="1981448"/>
              <a:ext cx="914400" cy="928844"/>
            </a:xfrm>
            <a:custGeom>
              <a:avLst/>
              <a:pathLst>
                <a:path w="914400" h="928844">
                  <a:moveTo>
                    <a:pt x="914400" y="914400"/>
                  </a:moveTo>
                  <a:lnTo>
                    <a:pt x="914400" y="928844"/>
                  </a:lnTo>
                  <a:lnTo>
                    <a:pt x="913164" y="926472"/>
                  </a:lnTo>
                  <a:lnTo>
                    <a:pt x="909391" y="918432"/>
                  </a:lnTo>
                  <a:lnTo>
                    <a:pt x="907687" y="914400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227178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54" y="931638"/>
                  </a:lnTo>
                  <a:lnTo>
                    <a:pt x="914400" y="928844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228104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22903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22995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230883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23180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23273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23366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23458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235514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236440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23736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238293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239219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24014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24107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24199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24292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243850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244776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24570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24662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247555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24848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24940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25033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25126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252186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253112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254039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254965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2568177" y="19986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133" y="897161"/>
                  </a:lnTo>
                  <a:lnTo>
                    <a:pt x="912618" y="902065"/>
                  </a:lnTo>
                  <a:lnTo>
                    <a:pt x="914400" y="904263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2568177" y="1998687"/>
              <a:ext cx="922074" cy="914400"/>
            </a:xfrm>
            <a:custGeom>
              <a:avLst/>
              <a:pathLst>
                <a:path w="922074" h="914400">
                  <a:moveTo>
                    <a:pt x="914400" y="914400"/>
                  </a:moveTo>
                  <a:lnTo>
                    <a:pt x="914400" y="904263"/>
                  </a:lnTo>
                  <a:lnTo>
                    <a:pt x="917642" y="908264"/>
                  </a:lnTo>
                  <a:lnTo>
                    <a:pt x="922074" y="914400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3123910" y="19814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02" y="931638"/>
                  </a:lnTo>
                  <a:lnTo>
                    <a:pt x="910135" y="929860"/>
                  </a:lnTo>
                  <a:lnTo>
                    <a:pt x="910649" y="918918"/>
                  </a:lnTo>
                  <a:lnTo>
                    <a:pt x="910992" y="914400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31239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31331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314243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31516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31609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31702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31794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318874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319800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32072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3216532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322579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32350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32443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32535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32628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327210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328136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32906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32998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330915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33184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33276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33369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33462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335546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3364728" y="1998687"/>
              <a:ext cx="920284" cy="914400"/>
            </a:xfrm>
            <a:custGeom>
              <a:avLst/>
              <a:pathLst>
                <a:path w="92028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284" y="897161"/>
                  </a:lnTo>
                  <a:lnTo>
                    <a:pt x="919257" y="904113"/>
                  </a:lnTo>
                  <a:lnTo>
                    <a:pt x="918764" y="907138"/>
                  </a:lnTo>
                  <a:lnTo>
                    <a:pt x="918272" y="910150"/>
                  </a:lnTo>
                  <a:lnTo>
                    <a:pt x="917781" y="913162"/>
                  </a:lnTo>
                  <a:lnTo>
                    <a:pt x="917579" y="914400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2262523" y="1964210"/>
              <a:ext cx="914400" cy="925414"/>
            </a:xfrm>
            <a:custGeom>
              <a:avLst/>
              <a:pathLst>
                <a:path w="914400" h="925414">
                  <a:moveTo>
                    <a:pt x="914400" y="914400"/>
                  </a:moveTo>
                  <a:lnTo>
                    <a:pt x="914400" y="925414"/>
                  </a:lnTo>
                  <a:lnTo>
                    <a:pt x="911799" y="918559"/>
                  </a:lnTo>
                  <a:lnTo>
                    <a:pt x="910388" y="914400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226252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49" y="931638"/>
                  </a:lnTo>
                  <a:lnTo>
                    <a:pt x="915107" y="927279"/>
                  </a:lnTo>
                  <a:lnTo>
                    <a:pt x="914400" y="925414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227178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228104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22903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22995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230883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23180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23273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23366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23458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235514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236440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23736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238293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239219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24014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24107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24199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24292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243850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244776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24570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24662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247555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24848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24940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25033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25126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252186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253112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2549652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899671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2558914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71"/>
                  </a:lnTo>
                  <a:lnTo>
                    <a:pt x="906977" y="903668"/>
                  </a:lnTo>
                  <a:lnTo>
                    <a:pt x="907198" y="903894"/>
                  </a:lnTo>
                  <a:lnTo>
                    <a:pt x="907419" y="904121"/>
                  </a:lnTo>
                  <a:lnTo>
                    <a:pt x="907639" y="904347"/>
                  </a:lnTo>
                  <a:lnTo>
                    <a:pt x="907860" y="904573"/>
                  </a:lnTo>
                  <a:lnTo>
                    <a:pt x="908081" y="904799"/>
                  </a:lnTo>
                  <a:lnTo>
                    <a:pt x="908301" y="905025"/>
                  </a:lnTo>
                  <a:lnTo>
                    <a:pt x="908522" y="905251"/>
                  </a:lnTo>
                  <a:lnTo>
                    <a:pt x="908743" y="905477"/>
                  </a:lnTo>
                  <a:lnTo>
                    <a:pt x="908964" y="905703"/>
                  </a:lnTo>
                  <a:lnTo>
                    <a:pt x="909184" y="905930"/>
                  </a:lnTo>
                  <a:lnTo>
                    <a:pt x="909405" y="906156"/>
                  </a:lnTo>
                  <a:lnTo>
                    <a:pt x="909626" y="906382"/>
                  </a:lnTo>
                  <a:lnTo>
                    <a:pt x="909846" y="906608"/>
                  </a:lnTo>
                  <a:lnTo>
                    <a:pt x="910067" y="906834"/>
                  </a:lnTo>
                  <a:lnTo>
                    <a:pt x="910288" y="907060"/>
                  </a:lnTo>
                  <a:lnTo>
                    <a:pt x="910508" y="907287"/>
                  </a:lnTo>
                  <a:lnTo>
                    <a:pt x="910729" y="907513"/>
                  </a:lnTo>
                  <a:lnTo>
                    <a:pt x="910950" y="907739"/>
                  </a:lnTo>
                  <a:lnTo>
                    <a:pt x="911170" y="907965"/>
                  </a:lnTo>
                  <a:lnTo>
                    <a:pt x="911391" y="908191"/>
                  </a:lnTo>
                  <a:lnTo>
                    <a:pt x="911611" y="908417"/>
                  </a:lnTo>
                  <a:lnTo>
                    <a:pt x="911832" y="908644"/>
                  </a:lnTo>
                  <a:lnTo>
                    <a:pt x="912053" y="908870"/>
                  </a:lnTo>
                  <a:lnTo>
                    <a:pt x="912273" y="909096"/>
                  </a:lnTo>
                  <a:lnTo>
                    <a:pt x="912494" y="909322"/>
                  </a:lnTo>
                  <a:lnTo>
                    <a:pt x="912714" y="909548"/>
                  </a:lnTo>
                  <a:lnTo>
                    <a:pt x="912935" y="909775"/>
                  </a:lnTo>
                  <a:lnTo>
                    <a:pt x="913155" y="910001"/>
                  </a:lnTo>
                  <a:lnTo>
                    <a:pt x="913376" y="910227"/>
                  </a:lnTo>
                  <a:lnTo>
                    <a:pt x="913596" y="910453"/>
                  </a:lnTo>
                  <a:lnTo>
                    <a:pt x="913817" y="910680"/>
                  </a:lnTo>
                  <a:lnTo>
                    <a:pt x="914037" y="910906"/>
                  </a:lnTo>
                  <a:lnTo>
                    <a:pt x="914258" y="911132"/>
                  </a:lnTo>
                  <a:lnTo>
                    <a:pt x="914400" y="911277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2558914" y="1981448"/>
              <a:ext cx="917395" cy="914400"/>
            </a:xfrm>
            <a:custGeom>
              <a:avLst/>
              <a:pathLst>
                <a:path w="917395" h="914400">
                  <a:moveTo>
                    <a:pt x="914400" y="914400"/>
                  </a:moveTo>
                  <a:lnTo>
                    <a:pt x="914479" y="911358"/>
                  </a:lnTo>
                  <a:lnTo>
                    <a:pt x="914699" y="911584"/>
                  </a:lnTo>
                  <a:lnTo>
                    <a:pt x="914919" y="911811"/>
                  </a:lnTo>
                  <a:lnTo>
                    <a:pt x="915140" y="912037"/>
                  </a:lnTo>
                  <a:lnTo>
                    <a:pt x="915360" y="912263"/>
                  </a:lnTo>
                  <a:lnTo>
                    <a:pt x="915581" y="912489"/>
                  </a:lnTo>
                  <a:lnTo>
                    <a:pt x="915801" y="912716"/>
                  </a:lnTo>
                  <a:lnTo>
                    <a:pt x="916022" y="912942"/>
                  </a:lnTo>
                  <a:lnTo>
                    <a:pt x="916242" y="913168"/>
                  </a:lnTo>
                  <a:lnTo>
                    <a:pt x="916463" y="913395"/>
                  </a:lnTo>
                  <a:lnTo>
                    <a:pt x="916683" y="913621"/>
                  </a:lnTo>
                  <a:lnTo>
                    <a:pt x="917395" y="914400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3123910" y="19642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992" y="931638"/>
                  </a:lnTo>
                  <a:lnTo>
                    <a:pt x="911475" y="925280"/>
                  </a:lnTo>
                  <a:lnTo>
                    <a:pt x="912624" y="914400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31239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31331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314243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31516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31609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31702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31794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318874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319800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32072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3216532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322579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32350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32443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32535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32628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327210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B">
                <a:alpha val="100000"/>
              </a:srgbClr>
            </a:solidFill>
            <a:ln w="5420" cap="flat">
              <a:solidFill>
                <a:srgbClr val="FED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328136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32906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32998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330915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33184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B">
                <a:alpha val="100000"/>
              </a:srgbClr>
            </a:solidFill>
            <a:ln w="5420" cap="flat">
              <a:solidFill>
                <a:srgbClr val="FED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33276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B">
                <a:alpha val="100000"/>
              </a:srgbClr>
            </a:solidFill>
            <a:ln w="5420" cap="flat">
              <a:solidFill>
                <a:srgbClr val="FED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33369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33462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335546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3364728" y="1981448"/>
              <a:ext cx="922337" cy="914400"/>
            </a:xfrm>
            <a:custGeom>
              <a:avLst/>
              <a:pathLst>
                <a:path w="92233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337" y="897161"/>
                  </a:lnTo>
                  <a:lnTo>
                    <a:pt x="922096" y="899909"/>
                  </a:lnTo>
                  <a:lnTo>
                    <a:pt x="920831" y="910701"/>
                  </a:lnTo>
                  <a:lnTo>
                    <a:pt x="920284" y="914400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225326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50" y="931638"/>
                  </a:lnTo>
                  <a:lnTo>
                    <a:pt x="917998" y="926770"/>
                  </a:lnTo>
                  <a:lnTo>
                    <a:pt x="915190" y="917462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226252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227178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228104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229031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22995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230883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23180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23273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23366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23458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235514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236440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23736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238293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239219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24014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24107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24199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24292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243850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244776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24570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24662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247555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24848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24940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25033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25126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252186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253112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2540390" y="1964210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37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3123910" y="19642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624" y="914400"/>
                  </a:lnTo>
                  <a:lnTo>
                    <a:pt x="914051" y="903848"/>
                  </a:lnTo>
                  <a:lnTo>
                    <a:pt x="914400" y="901752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3133172" y="19469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991"/>
                  </a:lnTo>
                  <a:lnTo>
                    <a:pt x="905900" y="914400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31331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314243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31516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31609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31702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31794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318874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319800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32072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B">
                <a:alpha val="100000"/>
              </a:srgbClr>
            </a:solidFill>
            <a:ln w="5420" cap="flat">
              <a:solidFill>
                <a:srgbClr val="FED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3216532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322579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32350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32443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32535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32628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327210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328136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32906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32998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330915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33184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33276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33369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33462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9">
                <a:alpha val="100000"/>
              </a:srgbClr>
            </a:solidFill>
            <a:ln w="5420" cap="flat">
              <a:solidFill>
                <a:srgbClr val="FED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335546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3364728" y="1964210"/>
              <a:ext cx="923580" cy="914400"/>
            </a:xfrm>
            <a:custGeom>
              <a:avLst/>
              <a:pathLst>
                <a:path w="92358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580" y="897161"/>
                  </a:lnTo>
                  <a:lnTo>
                    <a:pt x="923050" y="906245"/>
                  </a:lnTo>
                  <a:lnTo>
                    <a:pt x="922337" y="914400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2253261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375" y="931638"/>
                  </a:lnTo>
                  <a:lnTo>
                    <a:pt x="912644" y="925134"/>
                  </a:lnTo>
                  <a:lnTo>
                    <a:pt x="910366" y="915336"/>
                  </a:lnTo>
                  <a:lnTo>
                    <a:pt x="910178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225326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226252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227178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228104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229031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22995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230883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23180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23273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23366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23458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235514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236440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23736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238293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239219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24014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24107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24199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24292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243850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244776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24570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24662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247555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24848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24940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25033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C6A">
                <a:alpha val="100000"/>
              </a:srgbClr>
            </a:solidFill>
            <a:ln w="5420" cap="flat">
              <a:solidFill>
                <a:srgbClr val="FE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25126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252186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2540390" y="19469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85" y="897266"/>
                  </a:lnTo>
                  <a:lnTo>
                    <a:pt x="907184" y="897704"/>
                  </a:lnTo>
                  <a:lnTo>
                    <a:pt x="907382" y="898141"/>
                  </a:lnTo>
                  <a:lnTo>
                    <a:pt x="907580" y="898579"/>
                  </a:lnTo>
                  <a:lnTo>
                    <a:pt x="907778" y="899016"/>
                  </a:lnTo>
                  <a:lnTo>
                    <a:pt x="907976" y="899453"/>
                  </a:lnTo>
                  <a:lnTo>
                    <a:pt x="908174" y="899891"/>
                  </a:lnTo>
                  <a:lnTo>
                    <a:pt x="908372" y="900328"/>
                  </a:lnTo>
                  <a:lnTo>
                    <a:pt x="908571" y="900766"/>
                  </a:lnTo>
                  <a:lnTo>
                    <a:pt x="908769" y="901203"/>
                  </a:lnTo>
                  <a:lnTo>
                    <a:pt x="908967" y="901641"/>
                  </a:lnTo>
                  <a:lnTo>
                    <a:pt x="909165" y="902078"/>
                  </a:lnTo>
                  <a:lnTo>
                    <a:pt x="909363" y="902516"/>
                  </a:lnTo>
                  <a:lnTo>
                    <a:pt x="909561" y="902953"/>
                  </a:lnTo>
                  <a:lnTo>
                    <a:pt x="909759" y="903390"/>
                  </a:lnTo>
                  <a:lnTo>
                    <a:pt x="909957" y="903828"/>
                  </a:lnTo>
                  <a:lnTo>
                    <a:pt x="910155" y="904265"/>
                  </a:lnTo>
                  <a:lnTo>
                    <a:pt x="910353" y="904703"/>
                  </a:lnTo>
                  <a:lnTo>
                    <a:pt x="910551" y="905140"/>
                  </a:lnTo>
                  <a:lnTo>
                    <a:pt x="910749" y="905578"/>
                  </a:lnTo>
                  <a:lnTo>
                    <a:pt x="910946" y="906015"/>
                  </a:lnTo>
                  <a:lnTo>
                    <a:pt x="911144" y="906453"/>
                  </a:lnTo>
                  <a:lnTo>
                    <a:pt x="911342" y="906890"/>
                  </a:lnTo>
                  <a:lnTo>
                    <a:pt x="911540" y="907328"/>
                  </a:lnTo>
                  <a:lnTo>
                    <a:pt x="911738" y="907765"/>
                  </a:lnTo>
                  <a:lnTo>
                    <a:pt x="911936" y="908203"/>
                  </a:lnTo>
                  <a:lnTo>
                    <a:pt x="912134" y="908640"/>
                  </a:lnTo>
                  <a:lnTo>
                    <a:pt x="912332" y="909078"/>
                  </a:lnTo>
                  <a:lnTo>
                    <a:pt x="912529" y="909515"/>
                  </a:lnTo>
                  <a:lnTo>
                    <a:pt x="912727" y="909953"/>
                  </a:lnTo>
                  <a:lnTo>
                    <a:pt x="912925" y="910390"/>
                  </a:lnTo>
                  <a:lnTo>
                    <a:pt x="913123" y="910828"/>
                  </a:lnTo>
                  <a:lnTo>
                    <a:pt x="913321" y="911265"/>
                  </a:lnTo>
                  <a:lnTo>
                    <a:pt x="913518" y="911703"/>
                  </a:lnTo>
                  <a:lnTo>
                    <a:pt x="913716" y="912140"/>
                  </a:lnTo>
                  <a:lnTo>
                    <a:pt x="914400" y="913653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2540390" y="1946971"/>
              <a:ext cx="914737" cy="914400"/>
            </a:xfrm>
            <a:custGeom>
              <a:avLst/>
              <a:pathLst>
                <a:path w="914737" h="914400">
                  <a:moveTo>
                    <a:pt x="914400" y="914400"/>
                  </a:moveTo>
                  <a:lnTo>
                    <a:pt x="914400" y="913653"/>
                  </a:lnTo>
                  <a:lnTo>
                    <a:pt x="914737" y="914400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3133172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900" y="931638"/>
                  </a:lnTo>
                  <a:lnTo>
                    <a:pt x="906532" y="927831"/>
                  </a:lnTo>
                  <a:lnTo>
                    <a:pt x="908571" y="917523"/>
                  </a:lnTo>
                  <a:lnTo>
                    <a:pt x="909293" y="914400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31331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314243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31516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31609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31702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31794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318874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319800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9">
                <a:alpha val="100000"/>
              </a:srgbClr>
            </a:solidFill>
            <a:ln w="5420" cap="flat">
              <a:solidFill>
                <a:srgbClr val="FED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32072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3216532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322579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32350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32443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32535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32628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327210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328136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32906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32998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330915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33184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33276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33369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33462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335546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3364728" y="19469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993"/>
                  </a:lnTo>
                  <a:lnTo>
                    <a:pt x="923580" y="914400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3373990" y="1929733"/>
              <a:ext cx="914755" cy="930231"/>
            </a:xfrm>
            <a:custGeom>
              <a:avLst/>
              <a:pathLst>
                <a:path w="914755" h="930231">
                  <a:moveTo>
                    <a:pt x="914400" y="914400"/>
                  </a:moveTo>
                  <a:lnTo>
                    <a:pt x="914755" y="914400"/>
                  </a:lnTo>
                  <a:lnTo>
                    <a:pt x="914752" y="918711"/>
                  </a:lnTo>
                  <a:lnTo>
                    <a:pt x="914428" y="929740"/>
                  </a:lnTo>
                  <a:lnTo>
                    <a:pt x="914400" y="930231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2253261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78" y="931638"/>
                  </a:lnTo>
                  <a:lnTo>
                    <a:pt x="908363" y="922571"/>
                  </a:lnTo>
                  <a:lnTo>
                    <a:pt x="907135" y="915314"/>
                  </a:lnTo>
                  <a:lnTo>
                    <a:pt x="906714" y="914678"/>
                  </a:lnTo>
                  <a:lnTo>
                    <a:pt x="906548" y="914400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225326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226252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227178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228104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229031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22995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230883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23180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23273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23366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23458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235514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236440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23736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238293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239219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24014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24107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24199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24292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243850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244776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24570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24662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247555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24848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24940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25033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25126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2531128" y="1929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378" y="897161"/>
                  </a:lnTo>
                  <a:lnTo>
                    <a:pt x="908508" y="897447"/>
                  </a:lnTo>
                  <a:lnTo>
                    <a:pt x="908707" y="897885"/>
                  </a:lnTo>
                  <a:lnTo>
                    <a:pt x="908905" y="898322"/>
                  </a:lnTo>
                  <a:lnTo>
                    <a:pt x="909104" y="898759"/>
                  </a:lnTo>
                  <a:lnTo>
                    <a:pt x="909303" y="899197"/>
                  </a:lnTo>
                  <a:lnTo>
                    <a:pt x="909501" y="899634"/>
                  </a:lnTo>
                  <a:lnTo>
                    <a:pt x="909700" y="900071"/>
                  </a:lnTo>
                  <a:lnTo>
                    <a:pt x="909899" y="900508"/>
                  </a:lnTo>
                  <a:lnTo>
                    <a:pt x="910097" y="900946"/>
                  </a:lnTo>
                  <a:lnTo>
                    <a:pt x="910296" y="901383"/>
                  </a:lnTo>
                  <a:lnTo>
                    <a:pt x="910495" y="901821"/>
                  </a:lnTo>
                  <a:lnTo>
                    <a:pt x="910693" y="902258"/>
                  </a:lnTo>
                  <a:lnTo>
                    <a:pt x="910892" y="902695"/>
                  </a:lnTo>
                  <a:lnTo>
                    <a:pt x="911090" y="903133"/>
                  </a:lnTo>
                  <a:lnTo>
                    <a:pt x="911289" y="903570"/>
                  </a:lnTo>
                  <a:lnTo>
                    <a:pt x="911487" y="904007"/>
                  </a:lnTo>
                  <a:lnTo>
                    <a:pt x="911686" y="904445"/>
                  </a:lnTo>
                  <a:lnTo>
                    <a:pt x="911884" y="904882"/>
                  </a:lnTo>
                  <a:lnTo>
                    <a:pt x="912083" y="905319"/>
                  </a:lnTo>
                  <a:lnTo>
                    <a:pt x="912281" y="905757"/>
                  </a:lnTo>
                  <a:lnTo>
                    <a:pt x="912480" y="906194"/>
                  </a:lnTo>
                  <a:lnTo>
                    <a:pt x="912678" y="906631"/>
                  </a:lnTo>
                  <a:lnTo>
                    <a:pt x="912877" y="907069"/>
                  </a:lnTo>
                  <a:lnTo>
                    <a:pt x="913075" y="907506"/>
                  </a:lnTo>
                  <a:lnTo>
                    <a:pt x="913273" y="907944"/>
                  </a:lnTo>
                  <a:lnTo>
                    <a:pt x="913472" y="908381"/>
                  </a:lnTo>
                  <a:lnTo>
                    <a:pt x="913670" y="908818"/>
                  </a:lnTo>
                  <a:lnTo>
                    <a:pt x="913868" y="909256"/>
                  </a:lnTo>
                  <a:lnTo>
                    <a:pt x="914067" y="909693"/>
                  </a:lnTo>
                  <a:lnTo>
                    <a:pt x="914265" y="910131"/>
                  </a:lnTo>
                  <a:lnTo>
                    <a:pt x="914400" y="910427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2531128" y="1929733"/>
              <a:ext cx="916200" cy="914400"/>
            </a:xfrm>
            <a:custGeom>
              <a:avLst/>
              <a:pathLst>
                <a:path w="916200" h="914400">
                  <a:moveTo>
                    <a:pt x="914400" y="914400"/>
                  </a:moveTo>
                  <a:lnTo>
                    <a:pt x="914400" y="910427"/>
                  </a:lnTo>
                  <a:lnTo>
                    <a:pt x="914463" y="910568"/>
                  </a:lnTo>
                  <a:lnTo>
                    <a:pt x="914662" y="911005"/>
                  </a:lnTo>
                  <a:lnTo>
                    <a:pt x="914860" y="911443"/>
                  </a:lnTo>
                  <a:lnTo>
                    <a:pt x="915058" y="911880"/>
                  </a:lnTo>
                  <a:lnTo>
                    <a:pt x="915257" y="912318"/>
                  </a:lnTo>
                  <a:lnTo>
                    <a:pt x="915455" y="912755"/>
                  </a:lnTo>
                  <a:lnTo>
                    <a:pt x="915653" y="913192"/>
                  </a:lnTo>
                  <a:lnTo>
                    <a:pt x="915851" y="913630"/>
                  </a:lnTo>
                  <a:lnTo>
                    <a:pt x="916049" y="914067"/>
                  </a:lnTo>
                  <a:lnTo>
                    <a:pt x="916200" y="914400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3133172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293" y="931638"/>
                  </a:lnTo>
                  <a:lnTo>
                    <a:pt x="910902" y="924670"/>
                  </a:lnTo>
                  <a:lnTo>
                    <a:pt x="913517" y="914822"/>
                  </a:lnTo>
                  <a:lnTo>
                    <a:pt x="913645" y="914400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31331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314243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31516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31609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31702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31794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318874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319800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32072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3216532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322579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32350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32443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32535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32628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327210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328136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32906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32998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330915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33184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33276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33369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33462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335546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336472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3373990" y="1929733"/>
              <a:ext cx="914760" cy="914400"/>
            </a:xfrm>
            <a:custGeom>
              <a:avLst/>
              <a:pathLst>
                <a:path w="914760" h="914400">
                  <a:moveTo>
                    <a:pt x="914400" y="914400"/>
                  </a:moveTo>
                  <a:lnTo>
                    <a:pt x="914465" y="897161"/>
                  </a:lnTo>
                  <a:lnTo>
                    <a:pt x="914760" y="907665"/>
                  </a:lnTo>
                  <a:lnTo>
                    <a:pt x="914755" y="914400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2243999" y="1895256"/>
              <a:ext cx="914400" cy="929265"/>
            </a:xfrm>
            <a:custGeom>
              <a:avLst/>
              <a:pathLst>
                <a:path w="914400" h="929265">
                  <a:moveTo>
                    <a:pt x="914400" y="914400"/>
                  </a:moveTo>
                  <a:lnTo>
                    <a:pt x="914400" y="929265"/>
                  </a:lnTo>
                  <a:lnTo>
                    <a:pt x="911612" y="924575"/>
                  </a:lnTo>
                  <a:lnTo>
                    <a:pt x="907462" y="916813"/>
                  </a:lnTo>
                  <a:lnTo>
                    <a:pt x="906301" y="914400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224399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0" y="931638"/>
                  </a:lnTo>
                  <a:lnTo>
                    <a:pt x="914400" y="929265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225326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226252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227178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228104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229031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229957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230883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23180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23273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23366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23458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235514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236440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23736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238293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239219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24014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24107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24199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24292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243850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244776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24570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24662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247555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24848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24940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25033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2521866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90184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2521866" y="1912494"/>
              <a:ext cx="917640" cy="914400"/>
            </a:xfrm>
            <a:custGeom>
              <a:avLst/>
              <a:pathLst>
                <a:path w="917640" h="914400">
                  <a:moveTo>
                    <a:pt x="914400" y="914400"/>
                  </a:moveTo>
                  <a:lnTo>
                    <a:pt x="914400" y="901848"/>
                  </a:lnTo>
                  <a:lnTo>
                    <a:pt x="917207" y="913446"/>
                  </a:lnTo>
                  <a:lnTo>
                    <a:pt x="917373" y="913811"/>
                  </a:lnTo>
                  <a:lnTo>
                    <a:pt x="917572" y="914248"/>
                  </a:lnTo>
                  <a:lnTo>
                    <a:pt x="917640" y="914400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3133172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5" y="914400"/>
                  </a:lnTo>
                  <a:lnTo>
                    <a:pt x="914400" y="911902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3142434" y="18952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141"/>
                  </a:lnTo>
                  <a:lnTo>
                    <a:pt x="907148" y="922486"/>
                  </a:lnTo>
                  <a:lnTo>
                    <a:pt x="909904" y="914400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314243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31516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9">
                <a:alpha val="100000"/>
              </a:srgbClr>
            </a:solidFill>
            <a:ln w="5420" cap="flat">
              <a:solidFill>
                <a:srgbClr val="FED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31609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31702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31794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318874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319800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32072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3216532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322579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32350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32443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32535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32628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327210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328136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32906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32998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330915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33184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33276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33369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334620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335546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3373990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32" y="897161"/>
                  </a:lnTo>
                  <a:lnTo>
                    <a:pt x="913825" y="902888"/>
                  </a:lnTo>
                  <a:lnTo>
                    <a:pt x="914400" y="912977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3373990" y="1912494"/>
              <a:ext cx="914450" cy="914400"/>
            </a:xfrm>
            <a:custGeom>
              <a:avLst/>
              <a:pathLst>
                <a:path w="914450" h="914400">
                  <a:moveTo>
                    <a:pt x="914400" y="914400"/>
                  </a:moveTo>
                  <a:lnTo>
                    <a:pt x="914400" y="912977"/>
                  </a:lnTo>
                  <a:lnTo>
                    <a:pt x="914450" y="913872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2234737" y="1878018"/>
              <a:ext cx="914400" cy="929217"/>
            </a:xfrm>
            <a:custGeom>
              <a:avLst/>
              <a:pathLst>
                <a:path w="914400" h="929217">
                  <a:moveTo>
                    <a:pt x="914400" y="914400"/>
                  </a:moveTo>
                  <a:lnTo>
                    <a:pt x="914400" y="929217"/>
                  </a:lnTo>
                  <a:lnTo>
                    <a:pt x="912801" y="925893"/>
                  </a:lnTo>
                  <a:lnTo>
                    <a:pt x="911658" y="923385"/>
                  </a:lnTo>
                  <a:lnTo>
                    <a:pt x="910523" y="920896"/>
                  </a:lnTo>
                  <a:lnTo>
                    <a:pt x="909387" y="918406"/>
                  </a:lnTo>
                  <a:lnTo>
                    <a:pt x="908251" y="915917"/>
                  </a:lnTo>
                  <a:lnTo>
                    <a:pt x="907558" y="914400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223473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564" y="931638"/>
                  </a:lnTo>
                  <a:lnTo>
                    <a:pt x="914400" y="929217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224399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225326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226252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227178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228104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229031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229957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230883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23180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23273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23366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23458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235514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236440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23736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238293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239219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24014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24107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24199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24292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243850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244776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24570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24662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247555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24848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24940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25033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2512603" y="1895256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354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3142434" y="18780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4" y="931638"/>
                  </a:lnTo>
                  <a:lnTo>
                    <a:pt x="910309" y="930449"/>
                  </a:lnTo>
                  <a:lnTo>
                    <a:pt x="911563" y="927167"/>
                  </a:lnTo>
                  <a:lnTo>
                    <a:pt x="911487" y="925215"/>
                  </a:lnTo>
                  <a:lnTo>
                    <a:pt x="911444" y="920297"/>
                  </a:lnTo>
                  <a:lnTo>
                    <a:pt x="910528" y="914953"/>
                  </a:lnTo>
                  <a:lnTo>
                    <a:pt x="910450" y="914400"/>
                  </a:lnTo>
                  <a:close/>
                </a:path>
              </a:pathLst>
            </a:custGeom>
            <a:solidFill>
              <a:srgbClr val="FEDE89">
                <a:alpha val="100000"/>
              </a:srgbClr>
            </a:solidFill>
            <a:ln w="5420" cap="flat">
              <a:solidFill>
                <a:srgbClr val="FED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314243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31516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31609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31702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31794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318874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319800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32072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3216532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322579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32350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32443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32535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32628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327210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328136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32906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32998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330915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33184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33276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33369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334620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335546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3364728" y="1895256"/>
              <a:ext cx="922594" cy="914400"/>
            </a:xfrm>
            <a:custGeom>
              <a:avLst/>
              <a:pathLst>
                <a:path w="92259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13" y="897161"/>
                  </a:lnTo>
                  <a:lnTo>
                    <a:pt x="920897" y="898421"/>
                  </a:lnTo>
                  <a:lnTo>
                    <a:pt x="922148" y="909219"/>
                  </a:lnTo>
                  <a:lnTo>
                    <a:pt x="922594" y="914400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2225475" y="1860779"/>
              <a:ext cx="914400" cy="926339"/>
            </a:xfrm>
            <a:custGeom>
              <a:avLst/>
              <a:pathLst>
                <a:path w="914400" h="926339">
                  <a:moveTo>
                    <a:pt x="914400" y="914400"/>
                  </a:moveTo>
                  <a:lnTo>
                    <a:pt x="914400" y="926339"/>
                  </a:lnTo>
                  <a:lnTo>
                    <a:pt x="914102" y="925687"/>
                  </a:lnTo>
                  <a:lnTo>
                    <a:pt x="912964" y="923198"/>
                  </a:lnTo>
                  <a:lnTo>
                    <a:pt x="911825" y="920709"/>
                  </a:lnTo>
                  <a:lnTo>
                    <a:pt x="910686" y="918220"/>
                  </a:lnTo>
                  <a:lnTo>
                    <a:pt x="909547" y="915732"/>
                  </a:lnTo>
                  <a:lnTo>
                    <a:pt x="908936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222547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820" y="931638"/>
                  </a:lnTo>
                  <a:lnTo>
                    <a:pt x="916377" y="930666"/>
                  </a:lnTo>
                  <a:lnTo>
                    <a:pt x="915239" y="928176"/>
                  </a:lnTo>
                  <a:lnTo>
                    <a:pt x="914400" y="92633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223473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224399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225326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226252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227178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228104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229031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229957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230883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23180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23273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23366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23458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235514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236440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23736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238293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239219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24014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24107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24199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24292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243850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244776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24570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24662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247555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24848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24940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2512603" y="18780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3" y="897161"/>
                  </a:lnTo>
                  <a:lnTo>
                    <a:pt x="914400" y="898070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2512603" y="1878018"/>
              <a:ext cx="918354" cy="914400"/>
            </a:xfrm>
            <a:custGeom>
              <a:avLst/>
              <a:pathLst>
                <a:path w="918354" h="914400">
                  <a:moveTo>
                    <a:pt x="914400" y="914400"/>
                  </a:moveTo>
                  <a:lnTo>
                    <a:pt x="914410" y="898109"/>
                  </a:lnTo>
                  <a:lnTo>
                    <a:pt x="914553" y="898702"/>
                  </a:lnTo>
                  <a:lnTo>
                    <a:pt x="914699" y="899301"/>
                  </a:lnTo>
                  <a:lnTo>
                    <a:pt x="914844" y="899901"/>
                  </a:lnTo>
                  <a:lnTo>
                    <a:pt x="914989" y="900500"/>
                  </a:lnTo>
                  <a:lnTo>
                    <a:pt x="915134" y="901099"/>
                  </a:lnTo>
                  <a:lnTo>
                    <a:pt x="915279" y="901699"/>
                  </a:lnTo>
                  <a:lnTo>
                    <a:pt x="915425" y="902298"/>
                  </a:lnTo>
                  <a:lnTo>
                    <a:pt x="915570" y="902898"/>
                  </a:lnTo>
                  <a:lnTo>
                    <a:pt x="915715" y="903497"/>
                  </a:lnTo>
                  <a:lnTo>
                    <a:pt x="915860" y="904096"/>
                  </a:lnTo>
                  <a:lnTo>
                    <a:pt x="916005" y="904696"/>
                  </a:lnTo>
                  <a:lnTo>
                    <a:pt x="916150" y="905295"/>
                  </a:lnTo>
                  <a:lnTo>
                    <a:pt x="918354" y="914400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3142434" y="18607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50" y="931638"/>
                  </a:lnTo>
                  <a:lnTo>
                    <a:pt x="909065" y="921822"/>
                  </a:lnTo>
                  <a:lnTo>
                    <a:pt x="908235" y="914400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314243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31516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31609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31702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31794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318874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319800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32072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3216532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322579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32350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32443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32535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32628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327210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328136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32906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32998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330915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33184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33276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333694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334620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335546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3364728" y="18780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312"/>
                  </a:lnTo>
                  <a:lnTo>
                    <a:pt x="921581" y="908229"/>
                  </a:lnTo>
                  <a:lnTo>
                    <a:pt x="920436" y="912510"/>
                  </a:lnTo>
                  <a:lnTo>
                    <a:pt x="920713" y="914400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3373990" y="1860779"/>
              <a:ext cx="914861" cy="916550"/>
            </a:xfrm>
            <a:custGeom>
              <a:avLst/>
              <a:pathLst>
                <a:path w="914861" h="916550">
                  <a:moveTo>
                    <a:pt x="914400" y="914400"/>
                  </a:moveTo>
                  <a:lnTo>
                    <a:pt x="914861" y="914400"/>
                  </a:lnTo>
                  <a:lnTo>
                    <a:pt x="914613" y="915637"/>
                  </a:lnTo>
                  <a:lnTo>
                    <a:pt x="914400" y="916550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2216212" y="1843541"/>
              <a:ext cx="914400" cy="923351"/>
            </a:xfrm>
            <a:custGeom>
              <a:avLst/>
              <a:pathLst>
                <a:path w="914400" h="923351">
                  <a:moveTo>
                    <a:pt x="914400" y="914400"/>
                  </a:moveTo>
                  <a:lnTo>
                    <a:pt x="914400" y="923351"/>
                  </a:lnTo>
                  <a:lnTo>
                    <a:pt x="914246" y="923016"/>
                  </a:lnTo>
                  <a:lnTo>
                    <a:pt x="913096" y="920510"/>
                  </a:lnTo>
                  <a:lnTo>
                    <a:pt x="910437" y="914400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221621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99" y="931638"/>
                  </a:lnTo>
                  <a:lnTo>
                    <a:pt x="917669" y="930481"/>
                  </a:lnTo>
                  <a:lnTo>
                    <a:pt x="916528" y="927993"/>
                  </a:lnTo>
                  <a:lnTo>
                    <a:pt x="915388" y="925505"/>
                  </a:lnTo>
                  <a:lnTo>
                    <a:pt x="914400" y="923351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222547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223473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224399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225326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226252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227178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228104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229031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229957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230883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23180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23273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23366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23458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235514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236440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23736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238293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239219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24014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24107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4">
                <a:alpha val="100000"/>
              </a:srgbClr>
            </a:solidFill>
            <a:ln w="5420" cap="flat">
              <a:solidFill>
                <a:srgbClr val="FEA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24199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24292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243850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244776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24570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24662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247555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24848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24940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2503341" y="1860779"/>
              <a:ext cx="923426" cy="914400"/>
            </a:xfrm>
            <a:custGeom>
              <a:avLst/>
              <a:pathLst>
                <a:path w="923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650" y="897161"/>
                  </a:lnTo>
                  <a:lnTo>
                    <a:pt x="921123" y="905530"/>
                  </a:lnTo>
                  <a:lnTo>
                    <a:pt x="923426" y="91440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3142434" y="18435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235" y="931638"/>
                  </a:lnTo>
                  <a:lnTo>
                    <a:pt x="907892" y="928564"/>
                  </a:lnTo>
                  <a:lnTo>
                    <a:pt x="907012" y="917969"/>
                  </a:lnTo>
                  <a:lnTo>
                    <a:pt x="906817" y="914400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314243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31516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31609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31702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31794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318874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319800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32072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3216532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322579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32350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32443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32535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32628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327210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328136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32906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32998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330915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33184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33276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333694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334620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335546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336472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3373990" y="1860779"/>
              <a:ext cx="918063" cy="914400"/>
            </a:xfrm>
            <a:custGeom>
              <a:avLst/>
              <a:pathLst>
                <a:path w="91806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063" y="897161"/>
                  </a:lnTo>
                  <a:lnTo>
                    <a:pt x="916630" y="905598"/>
                  </a:lnTo>
                  <a:lnTo>
                    <a:pt x="914861" y="914400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2206950" y="1826302"/>
              <a:ext cx="914400" cy="918058"/>
            </a:xfrm>
            <a:custGeom>
              <a:avLst/>
              <a:pathLst>
                <a:path w="914400" h="918058">
                  <a:moveTo>
                    <a:pt x="914400" y="914400"/>
                  </a:moveTo>
                  <a:lnTo>
                    <a:pt x="914400" y="918058"/>
                  </a:lnTo>
                  <a:lnTo>
                    <a:pt x="913123" y="914400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220695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18702" y="929346"/>
                  </a:lnTo>
                  <a:lnTo>
                    <a:pt x="915287" y="920599"/>
                  </a:lnTo>
                  <a:lnTo>
                    <a:pt x="914400" y="91805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221621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222547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223473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224399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225326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226252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227178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228104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229031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229957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230883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23180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23273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23366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23458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235514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236440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23736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238293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239219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24014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24107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24199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24292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243850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244776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24570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24662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247555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24848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2503341" y="18435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671" y="897161"/>
                  </a:lnTo>
                  <a:lnTo>
                    <a:pt x="914400" y="901782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2503341" y="1843541"/>
              <a:ext cx="918650" cy="914400"/>
            </a:xfrm>
            <a:custGeom>
              <a:avLst/>
              <a:pathLst>
                <a:path w="918650" h="914400">
                  <a:moveTo>
                    <a:pt x="914400" y="914400"/>
                  </a:moveTo>
                  <a:lnTo>
                    <a:pt x="914400" y="901782"/>
                  </a:lnTo>
                  <a:lnTo>
                    <a:pt x="915210" y="903949"/>
                  </a:lnTo>
                  <a:lnTo>
                    <a:pt x="918300" y="913213"/>
                  </a:lnTo>
                  <a:lnTo>
                    <a:pt x="918650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3142434" y="18263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817" y="931638"/>
                  </a:lnTo>
                  <a:lnTo>
                    <a:pt x="906429" y="924541"/>
                  </a:lnTo>
                  <a:lnTo>
                    <a:pt x="906159" y="914400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314243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31516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31609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31702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31794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318874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319800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32072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3216532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322579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32350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32443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32535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32628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327210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328136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32906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32998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330915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33184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332767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333694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334620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335546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336472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3373990" y="1843541"/>
              <a:ext cx="920375" cy="914400"/>
            </a:xfrm>
            <a:custGeom>
              <a:avLst/>
              <a:pathLst>
                <a:path w="920375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375" y="897161"/>
                  </a:lnTo>
                  <a:lnTo>
                    <a:pt x="919815" y="902244"/>
                  </a:lnTo>
                  <a:lnTo>
                    <a:pt x="918366" y="912617"/>
                  </a:lnTo>
                  <a:lnTo>
                    <a:pt x="918063" y="914400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2206950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123" y="931638"/>
                  </a:lnTo>
                  <a:lnTo>
                    <a:pt x="912122" y="928771"/>
                  </a:lnTo>
                  <a:lnTo>
                    <a:pt x="909215" y="919408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220695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221621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222547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223473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224399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225326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226252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227178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228104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229031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229957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230883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23180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23273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23366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23458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235514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236440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23736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238293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239219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24014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24107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24199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24292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243850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244776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24570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24662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247555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24848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2494079" y="1826302"/>
              <a:ext cx="921933" cy="914400"/>
            </a:xfrm>
            <a:custGeom>
              <a:avLst/>
              <a:pathLst>
                <a:path w="921933" h="914400">
                  <a:moveTo>
                    <a:pt x="914400" y="914400"/>
                  </a:moveTo>
                  <a:lnTo>
                    <a:pt x="914518" y="897161"/>
                  </a:lnTo>
                  <a:lnTo>
                    <a:pt x="917528" y="903631"/>
                  </a:lnTo>
                  <a:lnTo>
                    <a:pt x="921124" y="912239"/>
                  </a:lnTo>
                  <a:lnTo>
                    <a:pt x="921933" y="914400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3142434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59" y="931638"/>
                  </a:lnTo>
                  <a:lnTo>
                    <a:pt x="906144" y="931072"/>
                  </a:lnTo>
                  <a:lnTo>
                    <a:pt x="906157" y="920351"/>
                  </a:lnTo>
                  <a:lnTo>
                    <a:pt x="906330" y="914400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314243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31516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7">
                <a:alpha val="100000"/>
              </a:srgbClr>
            </a:solidFill>
            <a:ln w="5420" cap="flat">
              <a:solidFill>
                <a:srgbClr val="FEDB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31609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31702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31794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318874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319800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32072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3216532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322579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32350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32443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32535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32628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327210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328136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32906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32998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330915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33184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332767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333694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334620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335546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336472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3373990" y="1826302"/>
              <a:ext cx="921903" cy="914400"/>
            </a:xfrm>
            <a:custGeom>
              <a:avLst/>
              <a:pathLst>
                <a:path w="921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903" y="897161"/>
                  </a:lnTo>
                  <a:lnTo>
                    <a:pt x="921837" y="898387"/>
                  </a:lnTo>
                  <a:lnTo>
                    <a:pt x="920973" y="908983"/>
                  </a:lnTo>
                  <a:lnTo>
                    <a:pt x="920375" y="914400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2197688" y="1791825"/>
              <a:ext cx="914400" cy="921008"/>
            </a:xfrm>
            <a:custGeom>
              <a:avLst/>
              <a:pathLst>
                <a:path w="914400" h="921008">
                  <a:moveTo>
                    <a:pt x="914400" y="914400"/>
                  </a:moveTo>
                  <a:lnTo>
                    <a:pt x="914400" y="921008"/>
                  </a:lnTo>
                  <a:lnTo>
                    <a:pt x="913979" y="919252"/>
                  </a:lnTo>
                  <a:lnTo>
                    <a:pt x="911860" y="916430"/>
                  </a:lnTo>
                  <a:lnTo>
                    <a:pt x="910493" y="914400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219768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5838" y="927014"/>
                  </a:lnTo>
                  <a:lnTo>
                    <a:pt x="914400" y="921008"/>
                  </a:lnTo>
                  <a:close/>
                </a:path>
              </a:pathLst>
            </a:custGeom>
            <a:solidFill>
              <a:srgbClr val="FEA264">
                <a:alpha val="100000"/>
              </a:srgbClr>
            </a:solidFill>
            <a:ln w="5420" cap="flat">
              <a:solidFill>
                <a:srgbClr val="FEA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220695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221621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222547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223473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224399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225326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226252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227178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228104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229031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229957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230883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23180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23273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23366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23458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235514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236440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23736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238293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239219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24014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24107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24199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24292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243850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244776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24570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24662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247555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5" y="897161"/>
                  </a:lnTo>
                  <a:lnTo>
                    <a:pt x="905349" y="897324"/>
                  </a:lnTo>
                  <a:lnTo>
                    <a:pt x="909629" y="904770"/>
                  </a:lnTo>
                  <a:lnTo>
                    <a:pt x="913692" y="912626"/>
                  </a:lnTo>
                  <a:lnTo>
                    <a:pt x="914400" y="914146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146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3142434" y="17918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330" y="931638"/>
                  </a:lnTo>
                  <a:lnTo>
                    <a:pt x="906468" y="926884"/>
                  </a:lnTo>
                  <a:lnTo>
                    <a:pt x="907077" y="916223"/>
                  </a:lnTo>
                  <a:lnTo>
                    <a:pt x="907233" y="914400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314243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7">
                <a:alpha val="100000"/>
              </a:srgbClr>
            </a:solidFill>
            <a:ln w="5420" cap="flat">
              <a:solidFill>
                <a:srgbClr val="FEDB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31516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31609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31702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31794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318874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319800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32072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3216532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322579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32350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32443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32535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32628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327210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328136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32906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32998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330915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331841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332767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333694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334620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335546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336472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3373990" y="1809064"/>
              <a:ext cx="922603" cy="914400"/>
            </a:xfrm>
            <a:custGeom>
              <a:avLst/>
              <a:pathLst>
                <a:path w="9226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603" y="897161"/>
                  </a:lnTo>
                  <a:lnTo>
                    <a:pt x="922406" y="904960"/>
                  </a:lnTo>
                  <a:lnTo>
                    <a:pt x="921903" y="914400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2188426" y="1774587"/>
              <a:ext cx="914400" cy="923321"/>
            </a:xfrm>
            <a:custGeom>
              <a:avLst/>
              <a:pathLst>
                <a:path w="914400" h="923321">
                  <a:moveTo>
                    <a:pt x="914400" y="914400"/>
                  </a:moveTo>
                  <a:lnTo>
                    <a:pt x="914400" y="923321"/>
                  </a:lnTo>
                  <a:lnTo>
                    <a:pt x="912242" y="919758"/>
                  </a:lnTo>
                  <a:lnTo>
                    <a:pt x="909319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218842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55" y="931638"/>
                  </a:lnTo>
                  <a:lnTo>
                    <a:pt x="916585" y="926929"/>
                  </a:lnTo>
                  <a:lnTo>
                    <a:pt x="914400" y="923321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219768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220695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221621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222547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223473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224399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225326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226252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227178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228104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229031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229957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230883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23180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23273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23366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23458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235514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236440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23736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238293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2392195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24014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24107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24199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24292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243850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244776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24570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24662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069" y="897161"/>
                  </a:lnTo>
                  <a:lnTo>
                    <a:pt x="910230" y="905657"/>
                  </a:lnTo>
                  <a:lnTo>
                    <a:pt x="910920" y="908789"/>
                  </a:lnTo>
                  <a:lnTo>
                    <a:pt x="914400" y="914232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232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3142434" y="17745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233" y="931638"/>
                  </a:lnTo>
                  <a:lnTo>
                    <a:pt x="907982" y="922873"/>
                  </a:lnTo>
                  <a:lnTo>
                    <a:pt x="908950" y="914400"/>
                  </a:lnTo>
                  <a:close/>
                </a:path>
              </a:pathLst>
            </a:custGeom>
            <a:solidFill>
              <a:srgbClr val="FEDB87">
                <a:alpha val="100000"/>
              </a:srgbClr>
            </a:solidFill>
            <a:ln w="5420" cap="flat">
              <a:solidFill>
                <a:srgbClr val="FEDB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314243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31516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31609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31702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31794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318874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319800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32072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3216532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322579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32350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32443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32535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32628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327210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328136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32906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32998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330915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331841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332767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333694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334620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335546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336472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3373990" y="17918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42"/>
                  </a:lnTo>
                  <a:lnTo>
                    <a:pt x="922916" y="904237"/>
                  </a:lnTo>
                  <a:lnTo>
                    <a:pt x="922753" y="904759"/>
                  </a:lnTo>
                  <a:lnTo>
                    <a:pt x="922736" y="906253"/>
                  </a:lnTo>
                  <a:lnTo>
                    <a:pt x="922706" y="908872"/>
                  </a:lnTo>
                  <a:lnTo>
                    <a:pt x="922676" y="911492"/>
                  </a:lnTo>
                  <a:lnTo>
                    <a:pt x="922603" y="914400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3383252" y="1774587"/>
              <a:ext cx="915611" cy="918780"/>
            </a:xfrm>
            <a:custGeom>
              <a:avLst/>
              <a:pathLst>
                <a:path w="915611" h="918780">
                  <a:moveTo>
                    <a:pt x="914400" y="914400"/>
                  </a:moveTo>
                  <a:lnTo>
                    <a:pt x="915611" y="914400"/>
                  </a:lnTo>
                  <a:lnTo>
                    <a:pt x="914400" y="918780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2179163" y="1757348"/>
              <a:ext cx="914400" cy="923369"/>
            </a:xfrm>
            <a:custGeom>
              <a:avLst/>
              <a:pathLst>
                <a:path w="914400" h="923369">
                  <a:moveTo>
                    <a:pt x="914400" y="914400"/>
                  </a:moveTo>
                  <a:lnTo>
                    <a:pt x="914400" y="923369"/>
                  </a:lnTo>
                  <a:lnTo>
                    <a:pt x="913451" y="921438"/>
                  </a:lnTo>
                  <a:lnTo>
                    <a:pt x="910340" y="914400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217916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82" y="931638"/>
                  </a:lnTo>
                  <a:lnTo>
                    <a:pt x="917368" y="929413"/>
                  </a:lnTo>
                  <a:lnTo>
                    <a:pt x="914400" y="9233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218842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219768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220695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221621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222547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223473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224399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225326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226252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227178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228104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229031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229957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230883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23180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23273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23366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23458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235514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236440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23736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238293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2392195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24014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24107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24199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24292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243850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244776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24570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2475555" y="17745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145" y="897161"/>
                  </a:lnTo>
                  <a:lnTo>
                    <a:pt x="914215" y="903484"/>
                  </a:lnTo>
                  <a:lnTo>
                    <a:pt x="914399" y="90411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2475555" y="1774587"/>
              <a:ext cx="917331" cy="914400"/>
            </a:xfrm>
            <a:custGeom>
              <a:avLst/>
              <a:pathLst>
                <a:path w="917331" h="914400">
                  <a:moveTo>
                    <a:pt x="914399" y="914400"/>
                  </a:moveTo>
                  <a:lnTo>
                    <a:pt x="914399" y="904119"/>
                  </a:lnTo>
                  <a:lnTo>
                    <a:pt x="916991" y="913060"/>
                  </a:lnTo>
                  <a:lnTo>
                    <a:pt x="917331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3142434" y="17573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950" y="931638"/>
                  </a:lnTo>
                  <a:lnTo>
                    <a:pt x="909180" y="929625"/>
                  </a:lnTo>
                  <a:lnTo>
                    <a:pt x="910669" y="919268"/>
                  </a:lnTo>
                  <a:lnTo>
                    <a:pt x="911517" y="914400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314243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31516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31609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31702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31794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318874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319800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32072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3216532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322579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32350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32443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32535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32628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327210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328136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32906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329989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330915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331841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332767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333694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334620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335546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336472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337399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3383252" y="1774587"/>
              <a:ext cx="919708" cy="914400"/>
            </a:xfrm>
            <a:custGeom>
              <a:avLst/>
              <a:pathLst>
                <a:path w="91970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708" y="897161"/>
                  </a:lnTo>
                  <a:lnTo>
                    <a:pt x="918681" y="902071"/>
                  </a:lnTo>
                  <a:lnTo>
                    <a:pt x="916303" y="911895"/>
                  </a:lnTo>
                  <a:lnTo>
                    <a:pt x="915611" y="914400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2169901" y="1740110"/>
              <a:ext cx="914400" cy="918327"/>
            </a:xfrm>
            <a:custGeom>
              <a:avLst/>
              <a:pathLst>
                <a:path w="914400" h="918327">
                  <a:moveTo>
                    <a:pt x="914400" y="914400"/>
                  </a:moveTo>
                  <a:lnTo>
                    <a:pt x="914400" y="918327"/>
                  </a:lnTo>
                  <a:lnTo>
                    <a:pt x="913005" y="914400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216990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02" y="931638"/>
                  </a:lnTo>
                  <a:lnTo>
                    <a:pt x="919025" y="930332"/>
                  </a:lnTo>
                  <a:lnTo>
                    <a:pt x="915576" y="921640"/>
                  </a:lnTo>
                  <a:lnTo>
                    <a:pt x="914400" y="918327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217916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218842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219768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4">
                <a:alpha val="100000"/>
              </a:srgbClr>
            </a:solidFill>
            <a:ln w="5420" cap="flat">
              <a:solidFill>
                <a:srgbClr val="FEA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220695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221621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222547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223473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224399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225326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226252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227178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228104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229031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229957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230883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23180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23273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23366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23458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235514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236440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23736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238293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2392195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24014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24107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24199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24292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243850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244776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24570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2466292" y="1757348"/>
              <a:ext cx="921407" cy="914400"/>
            </a:xfrm>
            <a:custGeom>
              <a:avLst/>
              <a:pathLst>
                <a:path w="9214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64" y="897161"/>
                  </a:lnTo>
                  <a:lnTo>
                    <a:pt x="917135" y="902449"/>
                  </a:lnTo>
                  <a:lnTo>
                    <a:pt x="920435" y="911430"/>
                  </a:lnTo>
                  <a:lnTo>
                    <a:pt x="921407" y="914400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3142434" y="17573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517" y="914400"/>
                  </a:lnTo>
                  <a:lnTo>
                    <a:pt x="912444" y="909069"/>
                  </a:lnTo>
                  <a:lnTo>
                    <a:pt x="914400" y="899549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3151697" y="17401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787"/>
                  </a:lnTo>
                  <a:lnTo>
                    <a:pt x="905239" y="916293"/>
                  </a:lnTo>
                  <a:lnTo>
                    <a:pt x="905359" y="915751"/>
                  </a:lnTo>
                  <a:lnTo>
                    <a:pt x="905480" y="915202"/>
                  </a:lnTo>
                  <a:lnTo>
                    <a:pt x="905602" y="914654"/>
                  </a:lnTo>
                  <a:lnTo>
                    <a:pt x="905658" y="914400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31516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31609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31702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31794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318874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319800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32072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3216532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322579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32350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32443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32535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32628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327210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328136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32906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329989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330915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331841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332767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333694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334620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335546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336472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337399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3383252" y="1757348"/>
              <a:ext cx="922872" cy="914400"/>
            </a:xfrm>
            <a:custGeom>
              <a:avLst/>
              <a:pathLst>
                <a:path w="9228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872" y="897161"/>
                  </a:lnTo>
                  <a:lnTo>
                    <a:pt x="922596" y="899038"/>
                  </a:lnTo>
                  <a:lnTo>
                    <a:pt x="920780" y="909269"/>
                  </a:lnTo>
                  <a:lnTo>
                    <a:pt x="919708" y="914400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2169901" y="17228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005" y="931638"/>
                  </a:lnTo>
                  <a:lnTo>
                    <a:pt x="912375" y="929863"/>
                  </a:lnTo>
                  <a:lnTo>
                    <a:pt x="909432" y="920549"/>
                  </a:lnTo>
                  <a:lnTo>
                    <a:pt x="907714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216990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217916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218842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219768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220695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221621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222547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223473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224399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225326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226252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227178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228104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229031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229957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230883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23180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23273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23366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23458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235514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236440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23736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238293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2392195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24014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24107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24199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24292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243850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244776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2466292" y="17401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52" y="897161"/>
                  </a:lnTo>
                  <a:lnTo>
                    <a:pt x="909796" y="902755"/>
                  </a:lnTo>
                  <a:lnTo>
                    <a:pt x="913585" y="911042"/>
                  </a:lnTo>
                  <a:lnTo>
                    <a:pt x="914400" y="913026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2466292" y="1740110"/>
              <a:ext cx="914964" cy="914400"/>
            </a:xfrm>
            <a:custGeom>
              <a:avLst/>
              <a:pathLst>
                <a:path w="914964" h="914400">
                  <a:moveTo>
                    <a:pt x="914400" y="914400"/>
                  </a:moveTo>
                  <a:lnTo>
                    <a:pt x="914400" y="913026"/>
                  </a:lnTo>
                  <a:lnTo>
                    <a:pt x="914964" y="914400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3142434" y="1722871"/>
              <a:ext cx="914400" cy="921299"/>
            </a:xfrm>
            <a:custGeom>
              <a:avLst/>
              <a:pathLst>
                <a:path w="914400" h="921299">
                  <a:moveTo>
                    <a:pt x="914400" y="914400"/>
                  </a:moveTo>
                  <a:lnTo>
                    <a:pt x="914400" y="921299"/>
                  </a:lnTo>
                  <a:lnTo>
                    <a:pt x="911692" y="919372"/>
                  </a:lnTo>
                  <a:lnTo>
                    <a:pt x="906421" y="915025"/>
                  </a:lnTo>
                  <a:lnTo>
                    <a:pt x="905758" y="914400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314243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20" y="931638"/>
                  </a:lnTo>
                  <a:lnTo>
                    <a:pt x="914985" y="931344"/>
                  </a:lnTo>
                  <a:lnTo>
                    <a:pt x="915107" y="930796"/>
                  </a:lnTo>
                  <a:lnTo>
                    <a:pt x="915228" y="930248"/>
                  </a:lnTo>
                  <a:lnTo>
                    <a:pt x="915350" y="929700"/>
                  </a:lnTo>
                  <a:lnTo>
                    <a:pt x="915471" y="929152"/>
                  </a:lnTo>
                  <a:lnTo>
                    <a:pt x="915593" y="928604"/>
                  </a:lnTo>
                  <a:lnTo>
                    <a:pt x="915714" y="928055"/>
                  </a:lnTo>
                  <a:lnTo>
                    <a:pt x="915836" y="927507"/>
                  </a:lnTo>
                  <a:lnTo>
                    <a:pt x="915957" y="926959"/>
                  </a:lnTo>
                  <a:lnTo>
                    <a:pt x="916079" y="926411"/>
                  </a:lnTo>
                  <a:lnTo>
                    <a:pt x="916200" y="925863"/>
                  </a:lnTo>
                  <a:lnTo>
                    <a:pt x="916322" y="925315"/>
                  </a:lnTo>
                  <a:lnTo>
                    <a:pt x="916444" y="924766"/>
                  </a:lnTo>
                  <a:lnTo>
                    <a:pt x="916565" y="924218"/>
                  </a:lnTo>
                  <a:lnTo>
                    <a:pt x="916687" y="923670"/>
                  </a:lnTo>
                  <a:lnTo>
                    <a:pt x="916829" y="923028"/>
                  </a:lnTo>
                  <a:lnTo>
                    <a:pt x="914400" y="92129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31516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31609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31702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31794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318874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319800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32072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3216532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322579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32350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32443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32535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32628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327210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328136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329063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329989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330915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331841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332767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333694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334620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335546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336472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337399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3383252" y="17401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024"/>
                  </a:lnTo>
                  <a:lnTo>
                    <a:pt x="922872" y="914400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3392514" y="1722871"/>
              <a:ext cx="918902" cy="926262"/>
            </a:xfrm>
            <a:custGeom>
              <a:avLst/>
              <a:pathLst>
                <a:path w="918902" h="926262">
                  <a:moveTo>
                    <a:pt x="914400" y="914400"/>
                  </a:moveTo>
                  <a:lnTo>
                    <a:pt x="918902" y="914400"/>
                  </a:lnTo>
                  <a:lnTo>
                    <a:pt x="918782" y="914665"/>
                  </a:lnTo>
                  <a:lnTo>
                    <a:pt x="914955" y="922323"/>
                  </a:lnTo>
                  <a:lnTo>
                    <a:pt x="914861" y="923122"/>
                  </a:lnTo>
                  <a:lnTo>
                    <a:pt x="914400" y="926262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2160639" y="1705633"/>
              <a:ext cx="914400" cy="921590"/>
            </a:xfrm>
            <a:custGeom>
              <a:avLst/>
              <a:pathLst>
                <a:path w="914400" h="921590">
                  <a:moveTo>
                    <a:pt x="914400" y="914400"/>
                  </a:moveTo>
                  <a:lnTo>
                    <a:pt x="914400" y="921590"/>
                  </a:lnTo>
                  <a:lnTo>
                    <a:pt x="913611" y="918366"/>
                  </a:lnTo>
                  <a:lnTo>
                    <a:pt x="912772" y="914400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216063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76" y="931638"/>
                  </a:lnTo>
                  <a:lnTo>
                    <a:pt x="916016" y="928201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216990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217916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218842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219768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220695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221621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222547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223473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224399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225326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226252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227178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228104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229031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22995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230883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23180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23273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23366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23458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235514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2364408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23736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238293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2392195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24014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24107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24199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24292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243850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2457030" y="17228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218" y="897161"/>
                  </a:lnTo>
                  <a:lnTo>
                    <a:pt x="910576" y="899252"/>
                  </a:lnTo>
                  <a:lnTo>
                    <a:pt x="911500" y="905821"/>
                  </a:lnTo>
                  <a:lnTo>
                    <a:pt x="914400" y="910955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2457030" y="1722871"/>
              <a:ext cx="916214" cy="914400"/>
            </a:xfrm>
            <a:custGeom>
              <a:avLst/>
              <a:pathLst>
                <a:path w="916214" h="914400">
                  <a:moveTo>
                    <a:pt x="914400" y="914400"/>
                  </a:moveTo>
                  <a:lnTo>
                    <a:pt x="914400" y="910955"/>
                  </a:lnTo>
                  <a:lnTo>
                    <a:pt x="915040" y="912090"/>
                  </a:lnTo>
                  <a:lnTo>
                    <a:pt x="916214" y="914400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3123910" y="1705633"/>
              <a:ext cx="914400" cy="921591"/>
            </a:xfrm>
            <a:custGeom>
              <a:avLst/>
              <a:pathLst>
                <a:path w="914400" h="921591">
                  <a:moveTo>
                    <a:pt x="914400" y="914400"/>
                  </a:moveTo>
                  <a:lnTo>
                    <a:pt x="914400" y="921591"/>
                  </a:lnTo>
                  <a:lnTo>
                    <a:pt x="909954" y="916256"/>
                  </a:lnTo>
                  <a:lnTo>
                    <a:pt x="908571" y="914400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3123910" y="1705633"/>
              <a:ext cx="923662" cy="931053"/>
            </a:xfrm>
            <a:custGeom>
              <a:avLst/>
              <a:pathLst>
                <a:path w="923662" h="93105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053"/>
                  </a:lnTo>
                  <a:lnTo>
                    <a:pt x="919802" y="927412"/>
                  </a:lnTo>
                  <a:lnTo>
                    <a:pt x="914800" y="922072"/>
                  </a:lnTo>
                  <a:lnTo>
                    <a:pt x="914400" y="921591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31331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20" y="931638"/>
                  </a:lnTo>
                  <a:lnTo>
                    <a:pt x="914400" y="931053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314243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31516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31609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31702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31794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318874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319800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32072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3216532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322579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32350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32443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32535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32628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327210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328136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6">
                <a:alpha val="100000"/>
              </a:srgbClr>
            </a:solidFill>
            <a:ln w="5420" cap="flat">
              <a:solidFill>
                <a:srgbClr val="FFD7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329063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329989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330915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331841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332767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333694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334620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335546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336472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337399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338325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3392514" y="17228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522"/>
                  </a:lnTo>
                  <a:lnTo>
                    <a:pt x="922551" y="906277"/>
                  </a:lnTo>
                  <a:lnTo>
                    <a:pt x="918902" y="914400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3401777" y="1705633"/>
              <a:ext cx="916948" cy="920761"/>
            </a:xfrm>
            <a:custGeom>
              <a:avLst/>
              <a:pathLst>
                <a:path w="916948" h="920761">
                  <a:moveTo>
                    <a:pt x="914400" y="914400"/>
                  </a:moveTo>
                  <a:lnTo>
                    <a:pt x="916948" y="914400"/>
                  </a:lnTo>
                  <a:lnTo>
                    <a:pt x="916815" y="914768"/>
                  </a:lnTo>
                  <a:lnTo>
                    <a:pt x="914400" y="920761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2160639" y="16883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772" y="931638"/>
                  </a:lnTo>
                  <a:lnTo>
                    <a:pt x="911485" y="925550"/>
                  </a:lnTo>
                  <a:lnTo>
                    <a:pt x="909644" y="915302"/>
                  </a:lnTo>
                  <a:lnTo>
                    <a:pt x="909509" y="914400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216063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216990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217916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218842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219768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220695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221621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222547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223473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224399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225326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226252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227178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22810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22903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22995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230883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23180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23273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23366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23458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235514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2364408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23736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238293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2392195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24014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24107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24199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24292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243850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2447768" y="1705633"/>
              <a:ext cx="919480" cy="914400"/>
            </a:xfrm>
            <a:custGeom>
              <a:avLst/>
              <a:pathLst>
                <a:path w="91948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6242" y="897161"/>
                  </a:lnTo>
                  <a:lnTo>
                    <a:pt x="918057" y="906094"/>
                  </a:lnTo>
                  <a:lnTo>
                    <a:pt x="919480" y="914400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3114648" y="1688394"/>
              <a:ext cx="914400" cy="927009"/>
            </a:xfrm>
            <a:custGeom>
              <a:avLst/>
              <a:pathLst>
                <a:path w="914400" h="927009">
                  <a:moveTo>
                    <a:pt x="914400" y="914400"/>
                  </a:moveTo>
                  <a:lnTo>
                    <a:pt x="914400" y="927009"/>
                  </a:lnTo>
                  <a:lnTo>
                    <a:pt x="910043" y="920499"/>
                  </a:lnTo>
                  <a:lnTo>
                    <a:pt x="906369" y="914400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31146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833" y="931638"/>
                  </a:lnTo>
                  <a:lnTo>
                    <a:pt x="914539" y="927218"/>
                  </a:lnTo>
                  <a:lnTo>
                    <a:pt x="914400" y="927009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31239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31331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314243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31516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31609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31702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31794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318874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319800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32072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3216532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322579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6">
                <a:alpha val="100000"/>
              </a:srgbClr>
            </a:solidFill>
            <a:ln w="5420" cap="flat">
              <a:solidFill>
                <a:srgbClr val="FFD7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32350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32443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32535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32628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327210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328136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329063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329989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330915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331841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332767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333694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334620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335546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336472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337399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338325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339251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3401777" y="17056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80"/>
                  </a:lnTo>
                  <a:lnTo>
                    <a:pt x="922269" y="901517"/>
                  </a:lnTo>
                  <a:lnTo>
                    <a:pt x="921251" y="902054"/>
                  </a:lnTo>
                  <a:lnTo>
                    <a:pt x="920087" y="905686"/>
                  </a:lnTo>
                  <a:lnTo>
                    <a:pt x="916948" y="914400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3411039" y="1688394"/>
              <a:ext cx="921256" cy="918019"/>
            </a:xfrm>
            <a:custGeom>
              <a:avLst/>
              <a:pathLst>
                <a:path w="921256" h="918019">
                  <a:moveTo>
                    <a:pt x="914400" y="914400"/>
                  </a:moveTo>
                  <a:lnTo>
                    <a:pt x="921256" y="914400"/>
                  </a:lnTo>
                  <a:lnTo>
                    <a:pt x="920054" y="915034"/>
                  </a:lnTo>
                  <a:lnTo>
                    <a:pt x="918644" y="915778"/>
                  </a:lnTo>
                  <a:lnTo>
                    <a:pt x="917234" y="916522"/>
                  </a:lnTo>
                  <a:lnTo>
                    <a:pt x="915825" y="917266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2160639" y="16711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09" y="931638"/>
                  </a:lnTo>
                  <a:lnTo>
                    <a:pt x="908093" y="922128"/>
                  </a:lnTo>
                  <a:lnTo>
                    <a:pt x="907172" y="914400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216063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216990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217916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218842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219768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220695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221621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222547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223473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224399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225326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226252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22717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22810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22903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22995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230883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23180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23273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23366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23458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235514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2364408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23736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238293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2392195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24014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24107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24199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24292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2447768" y="168839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005" y="897161"/>
                  </a:lnTo>
                  <a:lnTo>
                    <a:pt x="913623" y="903135"/>
                  </a:lnTo>
                  <a:lnTo>
                    <a:pt x="914399" y="90642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2447768" y="1688394"/>
              <a:ext cx="916242" cy="914400"/>
            </a:xfrm>
            <a:custGeom>
              <a:avLst/>
              <a:pathLst>
                <a:path w="916242" h="914400">
                  <a:moveTo>
                    <a:pt x="914399" y="914400"/>
                  </a:moveTo>
                  <a:lnTo>
                    <a:pt x="914399" y="906420"/>
                  </a:lnTo>
                  <a:lnTo>
                    <a:pt x="915983" y="913125"/>
                  </a:lnTo>
                  <a:lnTo>
                    <a:pt x="916242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3105386" y="1671156"/>
              <a:ext cx="914400" cy="929483"/>
            </a:xfrm>
            <a:custGeom>
              <a:avLst/>
              <a:pathLst>
                <a:path w="914400" h="929483">
                  <a:moveTo>
                    <a:pt x="914400" y="914400"/>
                  </a:moveTo>
                  <a:lnTo>
                    <a:pt x="914400" y="929483"/>
                  </a:lnTo>
                  <a:lnTo>
                    <a:pt x="910904" y="923043"/>
                  </a:lnTo>
                  <a:lnTo>
                    <a:pt x="907022" y="915108"/>
                  </a:lnTo>
                  <a:lnTo>
                    <a:pt x="906710" y="914400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31053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32" y="931638"/>
                  </a:lnTo>
                  <a:lnTo>
                    <a:pt x="915002" y="930593"/>
                  </a:lnTo>
                  <a:lnTo>
                    <a:pt x="914400" y="929483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31146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31239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31331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314243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31516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31609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31702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31794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318874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319800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32072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3216532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322579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32350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32443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32535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32628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327210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328136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329063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329989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330915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331841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332767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333694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334620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335546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336472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337399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338325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339251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340177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3411039" y="16883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131"/>
                  </a:lnTo>
                  <a:lnTo>
                    <a:pt x="922875" y="913546"/>
                  </a:lnTo>
                  <a:lnTo>
                    <a:pt x="921464" y="914290"/>
                  </a:lnTo>
                  <a:lnTo>
                    <a:pt x="921256" y="914400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3420301" y="1671156"/>
              <a:ext cx="923662" cy="930370"/>
            </a:xfrm>
            <a:custGeom>
              <a:avLst/>
              <a:pathLst>
                <a:path w="923662" h="93037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925"/>
                  </a:lnTo>
                  <a:lnTo>
                    <a:pt x="921676" y="926274"/>
                  </a:lnTo>
                  <a:lnTo>
                    <a:pt x="916438" y="929295"/>
                  </a:lnTo>
                  <a:lnTo>
                    <a:pt x="915023" y="930041"/>
                  </a:lnTo>
                  <a:lnTo>
                    <a:pt x="914400" y="930370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3429563" y="1671156"/>
              <a:ext cx="923662" cy="924925"/>
            </a:xfrm>
            <a:custGeom>
              <a:avLst/>
              <a:pathLst>
                <a:path w="923662" h="92492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72"/>
                  </a:lnTo>
                  <a:lnTo>
                    <a:pt x="922617" y="918808"/>
                  </a:lnTo>
                  <a:lnTo>
                    <a:pt x="917565" y="922775"/>
                  </a:lnTo>
                  <a:lnTo>
                    <a:pt x="914400" y="924925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3438825" y="1671156"/>
              <a:ext cx="918275" cy="917872"/>
            </a:xfrm>
            <a:custGeom>
              <a:avLst/>
              <a:pathLst>
                <a:path w="918275" h="917872">
                  <a:moveTo>
                    <a:pt x="914400" y="914400"/>
                  </a:moveTo>
                  <a:lnTo>
                    <a:pt x="918275" y="914400"/>
                  </a:lnTo>
                  <a:lnTo>
                    <a:pt x="914400" y="917872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2160639" y="16539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172" y="931638"/>
                  </a:lnTo>
                  <a:lnTo>
                    <a:pt x="906836" y="928818"/>
                  </a:lnTo>
                  <a:lnTo>
                    <a:pt x="905877" y="918161"/>
                  </a:lnTo>
                  <a:lnTo>
                    <a:pt x="905646" y="914400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21606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21699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21791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218842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219768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220695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221621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222547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223473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224399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225326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22625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22717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22810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22903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22995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230883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23180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23273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23366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23458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235514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2364408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23736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238293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2392195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264">
                <a:alpha val="100000"/>
              </a:srgbClr>
            </a:solidFill>
            <a:ln w="5420" cap="flat">
              <a:solidFill>
                <a:srgbClr val="FEA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24014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24107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24199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24292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2438506" y="1671156"/>
              <a:ext cx="921267" cy="914400"/>
            </a:xfrm>
            <a:custGeom>
              <a:avLst/>
              <a:pathLst>
                <a:path w="92126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950" y="897161"/>
                  </a:lnTo>
                  <a:lnTo>
                    <a:pt x="917334" y="901158"/>
                  </a:lnTo>
                  <a:lnTo>
                    <a:pt x="920246" y="910629"/>
                  </a:lnTo>
                  <a:lnTo>
                    <a:pt x="921267" y="914400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3096123" y="1653917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629" y="924048"/>
                  </a:lnTo>
                  <a:lnTo>
                    <a:pt x="909209" y="915407"/>
                  </a:lnTo>
                  <a:lnTo>
                    <a:pt x="908852" y="914400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30961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972" y="931638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31053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31146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31239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31331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314243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31516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31609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31702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31794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318874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319800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32072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3216532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322579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32350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32443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32535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32628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327210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328136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329063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329989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330915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331841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332767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333694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334620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335546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336472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337399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338325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339251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340177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34110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34203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34295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3438825" y="16711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885"/>
                  </a:lnTo>
                  <a:lnTo>
                    <a:pt x="923113" y="909507"/>
                  </a:lnTo>
                  <a:lnTo>
                    <a:pt x="918275" y="914400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3448088" y="1653917"/>
              <a:ext cx="923662" cy="926123"/>
            </a:xfrm>
            <a:custGeom>
              <a:avLst/>
              <a:pathLst>
                <a:path w="923662" h="9261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12"/>
                  </a:lnTo>
                  <a:lnTo>
                    <a:pt x="923069" y="915701"/>
                  </a:lnTo>
                  <a:lnTo>
                    <a:pt x="918533" y="921435"/>
                  </a:lnTo>
                  <a:lnTo>
                    <a:pt x="914400" y="926123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3457350" y="1653917"/>
              <a:ext cx="914784" cy="914912"/>
            </a:xfrm>
            <a:custGeom>
              <a:avLst/>
              <a:pathLst>
                <a:path w="914784" h="914912">
                  <a:moveTo>
                    <a:pt x="914400" y="914400"/>
                  </a:moveTo>
                  <a:lnTo>
                    <a:pt x="914784" y="914400"/>
                  </a:lnTo>
                  <a:lnTo>
                    <a:pt x="914400" y="914912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2151377" y="1636679"/>
              <a:ext cx="914400" cy="922220"/>
            </a:xfrm>
            <a:custGeom>
              <a:avLst/>
              <a:pathLst>
                <a:path w="914400" h="922220">
                  <a:moveTo>
                    <a:pt x="914400" y="914400"/>
                  </a:moveTo>
                  <a:lnTo>
                    <a:pt x="914400" y="922220"/>
                  </a:lnTo>
                  <a:lnTo>
                    <a:pt x="914141" y="914400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21513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08" y="931638"/>
                  </a:lnTo>
                  <a:lnTo>
                    <a:pt x="914480" y="924664"/>
                  </a:lnTo>
                  <a:lnTo>
                    <a:pt x="914400" y="922220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21606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21699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21791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218842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21976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220695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221621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222547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223473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224399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22532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22625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22717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22810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22903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22995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230883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23180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23273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23366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23458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235514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2364408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23736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238293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2392195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24014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24107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24199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2438506" y="16539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34" y="897161"/>
                  </a:lnTo>
                  <a:lnTo>
                    <a:pt x="910725" y="900376"/>
                  </a:lnTo>
                  <a:lnTo>
                    <a:pt x="914157" y="909224"/>
                  </a:lnTo>
                  <a:lnTo>
                    <a:pt x="914400" y="909923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2438506" y="1653917"/>
              <a:ext cx="915950" cy="914400"/>
            </a:xfrm>
            <a:custGeom>
              <a:avLst/>
              <a:pathLst>
                <a:path w="915950" h="914400">
                  <a:moveTo>
                    <a:pt x="914400" y="914400"/>
                  </a:moveTo>
                  <a:lnTo>
                    <a:pt x="914400" y="909923"/>
                  </a:lnTo>
                  <a:lnTo>
                    <a:pt x="915950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3086861" y="1636679"/>
              <a:ext cx="914400" cy="920841"/>
            </a:xfrm>
            <a:custGeom>
              <a:avLst/>
              <a:pathLst>
                <a:path w="914400" h="920841">
                  <a:moveTo>
                    <a:pt x="914400" y="914400"/>
                  </a:moveTo>
                  <a:lnTo>
                    <a:pt x="914400" y="920841"/>
                  </a:lnTo>
                  <a:lnTo>
                    <a:pt x="912368" y="914400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30868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15" y="931638"/>
                  </a:lnTo>
                  <a:lnTo>
                    <a:pt x="915297" y="923686"/>
                  </a:lnTo>
                  <a:lnTo>
                    <a:pt x="914400" y="920841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30961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31053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31146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31239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31331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314243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31516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31609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31702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31794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318874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319800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32072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3216532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322579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32350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32443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32535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326284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327210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328136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329063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329989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330915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331841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332767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333694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334620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335546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336472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337399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338325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339251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34017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34110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34203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34295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343882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34480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3457350" y="16539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11"/>
                  </a:lnTo>
                  <a:lnTo>
                    <a:pt x="923046" y="907822"/>
                  </a:lnTo>
                  <a:lnTo>
                    <a:pt x="921821" y="908440"/>
                  </a:lnTo>
                  <a:lnTo>
                    <a:pt x="920596" y="909059"/>
                  </a:lnTo>
                  <a:lnTo>
                    <a:pt x="919371" y="909677"/>
                  </a:lnTo>
                  <a:lnTo>
                    <a:pt x="918147" y="910296"/>
                  </a:lnTo>
                  <a:lnTo>
                    <a:pt x="917693" y="910525"/>
                  </a:lnTo>
                  <a:lnTo>
                    <a:pt x="917551" y="910714"/>
                  </a:lnTo>
                  <a:lnTo>
                    <a:pt x="916305" y="912373"/>
                  </a:lnTo>
                  <a:lnTo>
                    <a:pt x="915060" y="914032"/>
                  </a:lnTo>
                  <a:lnTo>
                    <a:pt x="914784" y="914400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3466612" y="1636679"/>
              <a:ext cx="923662" cy="924749"/>
            </a:xfrm>
            <a:custGeom>
              <a:avLst/>
              <a:pathLst>
                <a:path w="923662" h="924749">
                  <a:moveTo>
                    <a:pt x="914400" y="914400"/>
                  </a:moveTo>
                  <a:lnTo>
                    <a:pt x="923662" y="914400"/>
                  </a:lnTo>
                  <a:lnTo>
                    <a:pt x="923587" y="920117"/>
                  </a:lnTo>
                  <a:lnTo>
                    <a:pt x="922361" y="920734"/>
                  </a:lnTo>
                  <a:lnTo>
                    <a:pt x="921135" y="921352"/>
                  </a:lnTo>
                  <a:lnTo>
                    <a:pt x="919910" y="921970"/>
                  </a:lnTo>
                  <a:lnTo>
                    <a:pt x="918684" y="922587"/>
                  </a:lnTo>
                  <a:lnTo>
                    <a:pt x="917459" y="923205"/>
                  </a:lnTo>
                  <a:lnTo>
                    <a:pt x="916234" y="923823"/>
                  </a:lnTo>
                  <a:lnTo>
                    <a:pt x="915008" y="924442"/>
                  </a:lnTo>
                  <a:lnTo>
                    <a:pt x="914400" y="92474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3475874" y="1636679"/>
              <a:ext cx="923662" cy="920079"/>
            </a:xfrm>
            <a:custGeom>
              <a:avLst/>
              <a:pathLst>
                <a:path w="923662" h="9200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186"/>
                  </a:lnTo>
                  <a:lnTo>
                    <a:pt x="919234" y="917646"/>
                  </a:lnTo>
                  <a:lnTo>
                    <a:pt x="918003" y="918265"/>
                  </a:lnTo>
                  <a:lnTo>
                    <a:pt x="916777" y="918882"/>
                  </a:lnTo>
                  <a:lnTo>
                    <a:pt x="915551" y="919499"/>
                  </a:lnTo>
                  <a:lnTo>
                    <a:pt x="914400" y="92007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3485137" y="1636679"/>
              <a:ext cx="915767" cy="915186"/>
            </a:xfrm>
            <a:custGeom>
              <a:avLst/>
              <a:pathLst>
                <a:path w="915767" h="915186">
                  <a:moveTo>
                    <a:pt x="914400" y="914400"/>
                  </a:moveTo>
                  <a:lnTo>
                    <a:pt x="915767" y="914400"/>
                  </a:lnTo>
                  <a:lnTo>
                    <a:pt x="915514" y="914567"/>
                  </a:lnTo>
                  <a:lnTo>
                    <a:pt x="914400" y="915186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2151377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41" y="931638"/>
                  </a:lnTo>
                  <a:lnTo>
                    <a:pt x="914124" y="931117"/>
                  </a:lnTo>
                  <a:lnTo>
                    <a:pt x="914070" y="920312"/>
                  </a:lnTo>
                  <a:lnTo>
                    <a:pt x="914207" y="914400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21513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21606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21699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21791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218842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21976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22069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22162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222547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223473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224399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22532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22625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22717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22810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22903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22995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230883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23180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23273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23366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23458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235514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2364408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23736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238293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2392195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24014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24107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2429243" y="16366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347" y="897161"/>
                  </a:lnTo>
                  <a:lnTo>
                    <a:pt x="912396" y="900989"/>
                  </a:lnTo>
                  <a:lnTo>
                    <a:pt x="914400" y="90514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2429243" y="1636679"/>
              <a:ext cx="918597" cy="914400"/>
            </a:xfrm>
            <a:custGeom>
              <a:avLst/>
              <a:pathLst>
                <a:path w="918597" h="914400">
                  <a:moveTo>
                    <a:pt x="914400" y="914400"/>
                  </a:moveTo>
                  <a:lnTo>
                    <a:pt x="914400" y="905149"/>
                  </a:lnTo>
                  <a:lnTo>
                    <a:pt x="916310" y="909115"/>
                  </a:lnTo>
                  <a:lnTo>
                    <a:pt x="918597" y="914400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3086861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68" y="931638"/>
                  </a:lnTo>
                  <a:lnTo>
                    <a:pt x="909718" y="922148"/>
                  </a:lnTo>
                  <a:lnTo>
                    <a:pt x="907823" y="914400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30868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30961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31053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31146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31239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31331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314243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31516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31609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31702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31794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318874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319800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32072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3216532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322579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32350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32443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325358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326284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327210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328136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329063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329989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330915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331841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332767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333694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334620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335546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336472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337399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338325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339251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34017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34110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34203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34295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343882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34480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34573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34666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347587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3485137" y="16366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067"/>
                  </a:lnTo>
                  <a:lnTo>
                    <a:pt x="922143" y="910442"/>
                  </a:lnTo>
                  <a:lnTo>
                    <a:pt x="921508" y="910534"/>
                  </a:lnTo>
                  <a:lnTo>
                    <a:pt x="920962" y="910957"/>
                  </a:lnTo>
                  <a:lnTo>
                    <a:pt x="915767" y="914400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3494399" y="1619441"/>
              <a:ext cx="923662" cy="927305"/>
            </a:xfrm>
            <a:custGeom>
              <a:avLst/>
              <a:pathLst>
                <a:path w="923662" h="9273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520"/>
                  </a:lnTo>
                  <a:lnTo>
                    <a:pt x="918791" y="926221"/>
                  </a:lnTo>
                  <a:lnTo>
                    <a:pt x="914400" y="927305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3503661" y="1619441"/>
              <a:ext cx="923662" cy="924520"/>
            </a:xfrm>
            <a:custGeom>
              <a:avLst/>
              <a:pathLst>
                <a:path w="923662" h="9245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54"/>
                  </a:lnTo>
                  <a:lnTo>
                    <a:pt x="921179" y="921547"/>
                  </a:lnTo>
                  <a:lnTo>
                    <a:pt x="915387" y="924175"/>
                  </a:lnTo>
                  <a:lnTo>
                    <a:pt x="914400" y="924520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3512923" y="1619441"/>
              <a:ext cx="923662" cy="920154"/>
            </a:xfrm>
            <a:custGeom>
              <a:avLst/>
              <a:pathLst>
                <a:path w="923662" h="92015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628"/>
                  </a:lnTo>
                  <a:lnTo>
                    <a:pt x="922645" y="915254"/>
                  </a:lnTo>
                  <a:lnTo>
                    <a:pt x="920973" y="916283"/>
                  </a:lnTo>
                  <a:lnTo>
                    <a:pt x="919301" y="917312"/>
                  </a:lnTo>
                  <a:lnTo>
                    <a:pt x="917624" y="918345"/>
                  </a:lnTo>
                  <a:lnTo>
                    <a:pt x="914400" y="920154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3522185" y="1619441"/>
              <a:ext cx="914771" cy="914628"/>
            </a:xfrm>
            <a:custGeom>
              <a:avLst/>
              <a:pathLst>
                <a:path w="914771" h="914628">
                  <a:moveTo>
                    <a:pt x="914400" y="914400"/>
                  </a:moveTo>
                  <a:lnTo>
                    <a:pt x="914771" y="914400"/>
                  </a:lnTo>
                  <a:lnTo>
                    <a:pt x="914400" y="91462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2151377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207" y="914400"/>
                  </a:lnTo>
                  <a:lnTo>
                    <a:pt x="914319" y="909517"/>
                  </a:lnTo>
                  <a:lnTo>
                    <a:pt x="914341" y="908925"/>
                  </a:lnTo>
                  <a:lnTo>
                    <a:pt x="914364" y="908332"/>
                  </a:lnTo>
                  <a:lnTo>
                    <a:pt x="914386" y="907739"/>
                  </a:lnTo>
                  <a:lnTo>
                    <a:pt x="914400" y="907366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2160639" y="1602202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04"/>
                  </a:lnTo>
                  <a:lnTo>
                    <a:pt x="905145" y="924384"/>
                  </a:lnTo>
                  <a:lnTo>
                    <a:pt x="905168" y="923791"/>
                  </a:lnTo>
                  <a:lnTo>
                    <a:pt x="905190" y="923197"/>
                  </a:lnTo>
                  <a:lnTo>
                    <a:pt x="905212" y="922604"/>
                  </a:lnTo>
                  <a:lnTo>
                    <a:pt x="905234" y="922011"/>
                  </a:lnTo>
                  <a:lnTo>
                    <a:pt x="905256" y="921418"/>
                  </a:lnTo>
                  <a:lnTo>
                    <a:pt x="905278" y="920825"/>
                  </a:lnTo>
                  <a:lnTo>
                    <a:pt x="905300" y="920231"/>
                  </a:lnTo>
                  <a:lnTo>
                    <a:pt x="905322" y="919638"/>
                  </a:lnTo>
                  <a:lnTo>
                    <a:pt x="905344" y="919045"/>
                  </a:lnTo>
                  <a:lnTo>
                    <a:pt x="905366" y="918452"/>
                  </a:lnTo>
                  <a:lnTo>
                    <a:pt x="905388" y="917858"/>
                  </a:lnTo>
                  <a:lnTo>
                    <a:pt x="905411" y="917265"/>
                  </a:lnTo>
                  <a:lnTo>
                    <a:pt x="905433" y="916672"/>
                  </a:lnTo>
                  <a:lnTo>
                    <a:pt x="905455" y="916079"/>
                  </a:lnTo>
                  <a:lnTo>
                    <a:pt x="905477" y="915486"/>
                  </a:lnTo>
                  <a:lnTo>
                    <a:pt x="905499" y="914892"/>
                  </a:lnTo>
                  <a:lnTo>
                    <a:pt x="905517" y="91439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21606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21699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21791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218842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21976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22069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22162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222547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22347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22439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22532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22625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22717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22810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22903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22995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230883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23180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23273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23366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23458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235514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2364408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23736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238293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2392195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24014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2419981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181" y="897161"/>
                  </a:lnTo>
                  <a:lnTo>
                    <a:pt x="913168" y="903183"/>
                  </a:lnTo>
                  <a:lnTo>
                    <a:pt x="914400" y="905252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2419981" y="1619441"/>
              <a:ext cx="919609" cy="914400"/>
            </a:xfrm>
            <a:custGeom>
              <a:avLst/>
              <a:pathLst>
                <a:path w="919609" h="914400">
                  <a:moveTo>
                    <a:pt x="914400" y="914400"/>
                  </a:moveTo>
                  <a:lnTo>
                    <a:pt x="914400" y="905252"/>
                  </a:lnTo>
                  <a:lnTo>
                    <a:pt x="917520" y="910497"/>
                  </a:lnTo>
                  <a:lnTo>
                    <a:pt x="919609" y="914400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3077599" y="1602202"/>
              <a:ext cx="914400" cy="919205"/>
            </a:xfrm>
            <a:custGeom>
              <a:avLst/>
              <a:pathLst>
                <a:path w="914400" h="919205">
                  <a:moveTo>
                    <a:pt x="914400" y="914399"/>
                  </a:moveTo>
                  <a:lnTo>
                    <a:pt x="914400" y="919205"/>
                  </a:lnTo>
                  <a:lnTo>
                    <a:pt x="913534" y="91439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30775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7085" y="931638"/>
                  </a:lnTo>
                  <a:lnTo>
                    <a:pt x="916591" y="929619"/>
                  </a:lnTo>
                  <a:lnTo>
                    <a:pt x="914477" y="919635"/>
                  </a:lnTo>
                  <a:lnTo>
                    <a:pt x="914400" y="919205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30868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30961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31053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31146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31239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31331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314243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31516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31609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31702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31794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318874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319800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32072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3216532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322579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32350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324431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325358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326284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327210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328136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329063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329989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330915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331841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332767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0">
                <a:alpha val="100000"/>
              </a:srgbClr>
            </a:solidFill>
            <a:ln w="5420" cap="flat">
              <a:solidFill>
                <a:srgbClr val="FFD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333694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334620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335546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336472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337399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338325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339251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340177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34110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34203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34295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343882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34480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34573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34666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347587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34851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34943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35036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35129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3522185" y="16194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936"/>
                  </a:lnTo>
                  <a:lnTo>
                    <a:pt x="923421" y="909084"/>
                  </a:lnTo>
                  <a:lnTo>
                    <a:pt x="921747" y="910112"/>
                  </a:lnTo>
                  <a:lnTo>
                    <a:pt x="920074" y="911140"/>
                  </a:lnTo>
                  <a:lnTo>
                    <a:pt x="918401" y="912168"/>
                  </a:lnTo>
                  <a:lnTo>
                    <a:pt x="916728" y="913196"/>
                  </a:lnTo>
                  <a:lnTo>
                    <a:pt x="915055" y="914225"/>
                  </a:lnTo>
                  <a:lnTo>
                    <a:pt x="914771" y="914400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3531448" y="1602202"/>
              <a:ext cx="923662" cy="926175"/>
            </a:xfrm>
            <a:custGeom>
              <a:avLst/>
              <a:pathLst>
                <a:path w="923662" h="92617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495"/>
                  </a:lnTo>
                  <a:lnTo>
                    <a:pt x="922532" y="921187"/>
                  </a:lnTo>
                  <a:lnTo>
                    <a:pt x="920857" y="922214"/>
                  </a:lnTo>
                  <a:lnTo>
                    <a:pt x="919182" y="923241"/>
                  </a:lnTo>
                  <a:lnTo>
                    <a:pt x="917507" y="924268"/>
                  </a:lnTo>
                  <a:lnTo>
                    <a:pt x="915833" y="925295"/>
                  </a:lnTo>
                  <a:lnTo>
                    <a:pt x="914400" y="926175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3540710" y="1602202"/>
              <a:ext cx="923494" cy="920495"/>
            </a:xfrm>
            <a:custGeom>
              <a:avLst/>
              <a:pathLst>
                <a:path w="923494" h="920495">
                  <a:moveTo>
                    <a:pt x="914400" y="914399"/>
                  </a:moveTo>
                  <a:lnTo>
                    <a:pt x="923494" y="914399"/>
                  </a:lnTo>
                  <a:lnTo>
                    <a:pt x="921276" y="916070"/>
                  </a:lnTo>
                  <a:lnTo>
                    <a:pt x="916627" y="919131"/>
                  </a:lnTo>
                  <a:lnTo>
                    <a:pt x="914946" y="920161"/>
                  </a:lnTo>
                  <a:lnTo>
                    <a:pt x="914400" y="920495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216063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21" y="931538"/>
                  </a:lnTo>
                  <a:lnTo>
                    <a:pt x="905543" y="930944"/>
                  </a:lnTo>
                  <a:lnTo>
                    <a:pt x="905565" y="930351"/>
                  </a:lnTo>
                  <a:lnTo>
                    <a:pt x="905587" y="929758"/>
                  </a:lnTo>
                  <a:lnTo>
                    <a:pt x="905610" y="929165"/>
                  </a:lnTo>
                  <a:lnTo>
                    <a:pt x="905632" y="928571"/>
                  </a:lnTo>
                  <a:lnTo>
                    <a:pt x="905654" y="927978"/>
                  </a:lnTo>
                  <a:lnTo>
                    <a:pt x="905676" y="927385"/>
                  </a:lnTo>
                  <a:lnTo>
                    <a:pt x="905698" y="926792"/>
                  </a:lnTo>
                  <a:lnTo>
                    <a:pt x="905720" y="926199"/>
                  </a:lnTo>
                  <a:lnTo>
                    <a:pt x="905742" y="925605"/>
                  </a:lnTo>
                  <a:lnTo>
                    <a:pt x="905764" y="925012"/>
                  </a:lnTo>
                  <a:lnTo>
                    <a:pt x="905994" y="920473"/>
                  </a:lnTo>
                  <a:lnTo>
                    <a:pt x="905975" y="920322"/>
                  </a:lnTo>
                  <a:lnTo>
                    <a:pt x="905700" y="918137"/>
                  </a:lnTo>
                  <a:lnTo>
                    <a:pt x="905424" y="915953"/>
                  </a:lnTo>
                  <a:lnTo>
                    <a:pt x="905229" y="91439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21606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21699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21791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218842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21976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22069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22162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222547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22347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22439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22532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22625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22717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22810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22903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22995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230883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23180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23273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23366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23458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235514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2364408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23736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238293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2392195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2410719" y="1602202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7078" y="897161"/>
                  </a:lnTo>
                  <a:lnTo>
                    <a:pt x="907567" y="900478"/>
                  </a:lnTo>
                  <a:lnTo>
                    <a:pt x="908220" y="901179"/>
                  </a:lnTo>
                  <a:lnTo>
                    <a:pt x="913136" y="907125"/>
                  </a:lnTo>
                  <a:lnTo>
                    <a:pt x="914400" y="908835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2410719" y="1602202"/>
              <a:ext cx="918444" cy="914399"/>
            </a:xfrm>
            <a:custGeom>
              <a:avLst/>
              <a:pathLst>
                <a:path w="918444" h="914399">
                  <a:moveTo>
                    <a:pt x="914400" y="914399"/>
                  </a:moveTo>
                  <a:lnTo>
                    <a:pt x="914400" y="908835"/>
                  </a:lnTo>
                  <a:lnTo>
                    <a:pt x="917878" y="913545"/>
                  </a:lnTo>
                  <a:lnTo>
                    <a:pt x="918444" y="91439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307759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3534" y="931638"/>
                  </a:lnTo>
                  <a:lnTo>
                    <a:pt x="912644" y="926698"/>
                  </a:lnTo>
                  <a:lnTo>
                    <a:pt x="911097" y="916360"/>
                  </a:lnTo>
                  <a:lnTo>
                    <a:pt x="910861" y="91439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30775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30868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30961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31053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31146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31239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31331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314243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31516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31609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31702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31794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318874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319800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32072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3216532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322579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323505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324431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325358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326284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327210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328136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0">
                <a:alpha val="100000"/>
              </a:srgbClr>
            </a:solidFill>
            <a:ln w="5420" cap="flat">
              <a:solidFill>
                <a:srgbClr val="FFD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329063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329989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330915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331841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332767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333694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334620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335546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336472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337399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338325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339251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340177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34110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34203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34295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343882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34480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34573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34666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347587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34851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34943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35036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35129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352218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35314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3540710" y="160220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73"/>
                  </a:lnTo>
                  <a:lnTo>
                    <a:pt x="923494" y="91439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3549972" y="1584964"/>
              <a:ext cx="923662" cy="931512"/>
            </a:xfrm>
            <a:custGeom>
              <a:avLst/>
              <a:pathLst>
                <a:path w="923662" h="931512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715"/>
                  </a:lnTo>
                  <a:lnTo>
                    <a:pt x="922489" y="924771"/>
                  </a:lnTo>
                  <a:lnTo>
                    <a:pt x="921068" y="926052"/>
                  </a:lnTo>
                  <a:lnTo>
                    <a:pt x="916584" y="929867"/>
                  </a:lnTo>
                  <a:lnTo>
                    <a:pt x="914400" y="931512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3559234" y="1584964"/>
              <a:ext cx="923662" cy="923715"/>
            </a:xfrm>
            <a:custGeom>
              <a:avLst/>
              <a:pathLst>
                <a:path w="923662" h="9237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381"/>
                  </a:lnTo>
                  <a:lnTo>
                    <a:pt x="923138" y="915851"/>
                  </a:lnTo>
                  <a:lnTo>
                    <a:pt x="921721" y="917125"/>
                  </a:lnTo>
                  <a:lnTo>
                    <a:pt x="920305" y="918399"/>
                  </a:lnTo>
                  <a:lnTo>
                    <a:pt x="918889" y="919673"/>
                  </a:lnTo>
                  <a:lnTo>
                    <a:pt x="917473" y="920947"/>
                  </a:lnTo>
                  <a:lnTo>
                    <a:pt x="916057" y="922222"/>
                  </a:lnTo>
                  <a:lnTo>
                    <a:pt x="914642" y="923496"/>
                  </a:lnTo>
                  <a:lnTo>
                    <a:pt x="914400" y="923715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3568497" y="1584964"/>
              <a:ext cx="915845" cy="915381"/>
            </a:xfrm>
            <a:custGeom>
              <a:avLst/>
              <a:pathLst>
                <a:path w="915845" h="915381">
                  <a:moveTo>
                    <a:pt x="914400" y="914399"/>
                  </a:moveTo>
                  <a:lnTo>
                    <a:pt x="915845" y="914399"/>
                  </a:lnTo>
                  <a:lnTo>
                    <a:pt x="915105" y="914746"/>
                  </a:lnTo>
                  <a:lnTo>
                    <a:pt x="914400" y="915381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2151377" y="1567725"/>
              <a:ext cx="914400" cy="930912"/>
            </a:xfrm>
            <a:custGeom>
              <a:avLst/>
              <a:pathLst>
                <a:path w="914400" h="930912">
                  <a:moveTo>
                    <a:pt x="914400" y="914400"/>
                  </a:moveTo>
                  <a:lnTo>
                    <a:pt x="914400" y="930912"/>
                  </a:lnTo>
                  <a:lnTo>
                    <a:pt x="914136" y="928822"/>
                  </a:lnTo>
                  <a:lnTo>
                    <a:pt x="913861" y="926638"/>
                  </a:lnTo>
                  <a:lnTo>
                    <a:pt x="913585" y="924453"/>
                  </a:lnTo>
                  <a:lnTo>
                    <a:pt x="913310" y="922269"/>
                  </a:lnTo>
                  <a:lnTo>
                    <a:pt x="913034" y="920084"/>
                  </a:lnTo>
                  <a:lnTo>
                    <a:pt x="912758" y="917900"/>
                  </a:lnTo>
                  <a:lnTo>
                    <a:pt x="912481" y="915707"/>
                  </a:lnTo>
                  <a:lnTo>
                    <a:pt x="912334" y="914400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21513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91" y="931638"/>
                  </a:lnTo>
                  <a:lnTo>
                    <a:pt x="914400" y="930912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21606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21699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21791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218842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21976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22069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22162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222547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22347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22439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22532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22625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22717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22810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22903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22995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230883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23180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23273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23366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23458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235514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2364408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23736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238293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2401457" y="1584964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426" y="897161"/>
                  </a:lnTo>
                  <a:lnTo>
                    <a:pt x="913591" y="897942"/>
                  </a:lnTo>
                  <a:lnTo>
                    <a:pt x="914400" y="902473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2401457" y="1584964"/>
              <a:ext cx="916340" cy="914399"/>
            </a:xfrm>
            <a:custGeom>
              <a:avLst/>
              <a:pathLst>
                <a:path w="916340" h="914399">
                  <a:moveTo>
                    <a:pt x="914400" y="914399"/>
                  </a:moveTo>
                  <a:lnTo>
                    <a:pt x="914400" y="902473"/>
                  </a:lnTo>
                  <a:lnTo>
                    <a:pt x="915441" y="908307"/>
                  </a:lnTo>
                  <a:lnTo>
                    <a:pt x="916340" y="91439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3077599" y="15677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61" y="931638"/>
                  </a:lnTo>
                  <a:lnTo>
                    <a:pt x="909840" y="923125"/>
                  </a:lnTo>
                  <a:lnTo>
                    <a:pt x="909045" y="914400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30775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30868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30961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31053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31146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31239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31331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31424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31516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31609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31702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31794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318874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319800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32072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3216532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322579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323505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324431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325358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326284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327210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328136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329063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329989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330915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331841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332767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333694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334620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335546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336472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337399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338325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339251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34017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34110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34203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34295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343882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34480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34573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34666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347587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34851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34943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35036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35129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352218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35314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35407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35499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35592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3568497" y="1584964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571" y="910782"/>
                  </a:lnTo>
                  <a:lnTo>
                    <a:pt x="922494" y="911286"/>
                  </a:lnTo>
                  <a:lnTo>
                    <a:pt x="921417" y="911790"/>
                  </a:lnTo>
                  <a:lnTo>
                    <a:pt x="920340" y="912294"/>
                  </a:lnTo>
                  <a:lnTo>
                    <a:pt x="919264" y="912798"/>
                  </a:lnTo>
                  <a:lnTo>
                    <a:pt x="918187" y="913303"/>
                  </a:lnTo>
                  <a:lnTo>
                    <a:pt x="917110" y="913807"/>
                  </a:lnTo>
                  <a:lnTo>
                    <a:pt x="916034" y="914311"/>
                  </a:lnTo>
                  <a:lnTo>
                    <a:pt x="915845" y="91439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3577759" y="1567725"/>
              <a:ext cx="923662" cy="927979"/>
            </a:xfrm>
            <a:custGeom>
              <a:avLst/>
              <a:pathLst>
                <a:path w="923662" h="9279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652"/>
                  </a:lnTo>
                  <a:lnTo>
                    <a:pt x="922929" y="923993"/>
                  </a:lnTo>
                  <a:lnTo>
                    <a:pt x="921852" y="924496"/>
                  </a:lnTo>
                  <a:lnTo>
                    <a:pt x="920774" y="925000"/>
                  </a:lnTo>
                  <a:lnTo>
                    <a:pt x="919696" y="925503"/>
                  </a:lnTo>
                  <a:lnTo>
                    <a:pt x="918619" y="926006"/>
                  </a:lnTo>
                  <a:lnTo>
                    <a:pt x="917541" y="926510"/>
                  </a:lnTo>
                  <a:lnTo>
                    <a:pt x="916464" y="927013"/>
                  </a:lnTo>
                  <a:lnTo>
                    <a:pt x="915386" y="927517"/>
                  </a:lnTo>
                  <a:lnTo>
                    <a:pt x="914400" y="92797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3587021" y="1567725"/>
              <a:ext cx="923662" cy="923652"/>
            </a:xfrm>
            <a:custGeom>
              <a:avLst/>
              <a:pathLst>
                <a:path w="923662" h="92365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151"/>
                  </a:lnTo>
                  <a:lnTo>
                    <a:pt x="920140" y="920975"/>
                  </a:lnTo>
                  <a:lnTo>
                    <a:pt x="919058" y="921479"/>
                  </a:lnTo>
                  <a:lnTo>
                    <a:pt x="917980" y="921982"/>
                  </a:lnTo>
                  <a:lnTo>
                    <a:pt x="916901" y="922484"/>
                  </a:lnTo>
                  <a:lnTo>
                    <a:pt x="915823" y="922987"/>
                  </a:lnTo>
                  <a:lnTo>
                    <a:pt x="914745" y="923490"/>
                  </a:lnTo>
                  <a:lnTo>
                    <a:pt x="914400" y="923652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3596283" y="1567725"/>
              <a:ext cx="922301" cy="919151"/>
            </a:xfrm>
            <a:custGeom>
              <a:avLst/>
              <a:pathLst>
                <a:path w="922301" h="919151">
                  <a:moveTo>
                    <a:pt x="914400" y="914400"/>
                  </a:moveTo>
                  <a:lnTo>
                    <a:pt x="922301" y="914400"/>
                  </a:lnTo>
                  <a:lnTo>
                    <a:pt x="921953" y="914655"/>
                  </a:lnTo>
                  <a:lnTo>
                    <a:pt x="916460" y="918084"/>
                  </a:lnTo>
                  <a:lnTo>
                    <a:pt x="914400" y="919151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2151377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4" y="931638"/>
                  </a:lnTo>
                  <a:lnTo>
                    <a:pt x="911371" y="923082"/>
                  </a:lnTo>
                  <a:lnTo>
                    <a:pt x="910628" y="91439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21513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21606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21699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21791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218842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21976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22069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22162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222547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22347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22439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22532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22625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22717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22810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22903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22995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230883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23180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23273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23366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23458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235514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2364408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23736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238293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2392195" y="1567725"/>
              <a:ext cx="922688" cy="914400"/>
            </a:xfrm>
            <a:custGeom>
              <a:avLst/>
              <a:pathLst>
                <a:path w="922688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795" y="897161"/>
                  </a:lnTo>
                  <a:lnTo>
                    <a:pt x="920711" y="905012"/>
                  </a:lnTo>
                  <a:lnTo>
                    <a:pt x="922688" y="914400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3077599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9045" y="931638"/>
                  </a:lnTo>
                  <a:lnTo>
                    <a:pt x="908876" y="929783"/>
                  </a:lnTo>
                  <a:lnTo>
                    <a:pt x="908209" y="919123"/>
                  </a:lnTo>
                  <a:lnTo>
                    <a:pt x="908046" y="91439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30775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30868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30961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31053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31146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31239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31331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31424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0">
                <a:alpha val="100000"/>
              </a:srgbClr>
            </a:solidFill>
            <a:ln w="5420" cap="flat">
              <a:solidFill>
                <a:srgbClr val="FFD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31516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31609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31702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31794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318874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319800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32072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3216532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322579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323505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324431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325358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326284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327210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328136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329063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329989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330915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331841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332767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333694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334620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335546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336472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337399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338325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339251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34017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34110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34203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34295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343882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34480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34573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34666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347587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34851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34943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35036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35129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352218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35314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35407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35499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35592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35684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35777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35870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3596283" y="15677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401"/>
                  </a:lnTo>
                  <a:lnTo>
                    <a:pt x="922301" y="914400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3605545" y="1550487"/>
              <a:ext cx="923662" cy="930639"/>
            </a:xfrm>
            <a:custGeom>
              <a:avLst/>
              <a:pathLst>
                <a:path w="923662" h="930639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163"/>
                  </a:lnTo>
                  <a:lnTo>
                    <a:pt x="923353" y="923462"/>
                  </a:lnTo>
                  <a:lnTo>
                    <a:pt x="918081" y="927937"/>
                  </a:lnTo>
                  <a:lnTo>
                    <a:pt x="914400" y="93063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3614808" y="1550487"/>
              <a:ext cx="922956" cy="923163"/>
            </a:xfrm>
            <a:custGeom>
              <a:avLst/>
              <a:pathLst>
                <a:path w="922956" h="923163">
                  <a:moveTo>
                    <a:pt x="914400" y="914399"/>
                  </a:moveTo>
                  <a:lnTo>
                    <a:pt x="922956" y="914399"/>
                  </a:lnTo>
                  <a:lnTo>
                    <a:pt x="919230" y="918483"/>
                  </a:lnTo>
                  <a:lnTo>
                    <a:pt x="914400" y="923163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2142115" y="1533248"/>
              <a:ext cx="914400" cy="919434"/>
            </a:xfrm>
            <a:custGeom>
              <a:avLst/>
              <a:pathLst>
                <a:path w="914400" h="919434">
                  <a:moveTo>
                    <a:pt x="914400" y="914399"/>
                  </a:moveTo>
                  <a:lnTo>
                    <a:pt x="914400" y="919434"/>
                  </a:lnTo>
                  <a:lnTo>
                    <a:pt x="912019" y="917566"/>
                  </a:lnTo>
                  <a:lnTo>
                    <a:pt x="908500" y="91439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214211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891" y="931638"/>
                  </a:lnTo>
                  <a:lnTo>
                    <a:pt x="919782" y="930369"/>
                  </a:lnTo>
                  <a:lnTo>
                    <a:pt x="919354" y="923093"/>
                  </a:lnTo>
                  <a:lnTo>
                    <a:pt x="917264" y="921682"/>
                  </a:lnTo>
                  <a:lnTo>
                    <a:pt x="914400" y="919434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21513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21606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21699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21791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218842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21976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22069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22162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222547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22347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22439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22532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22625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22717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22810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22903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22995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230883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23180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23273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23366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23458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235514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2364408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23736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2392195" y="1550487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853" y="897161"/>
                  </a:lnTo>
                  <a:lnTo>
                    <a:pt x="914399" y="89888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2392195" y="1550487"/>
              <a:ext cx="918795" cy="914399"/>
            </a:xfrm>
            <a:custGeom>
              <a:avLst/>
              <a:pathLst>
                <a:path w="918795" h="914399">
                  <a:moveTo>
                    <a:pt x="914399" y="914399"/>
                  </a:moveTo>
                  <a:lnTo>
                    <a:pt x="914399" y="898889"/>
                  </a:lnTo>
                  <a:lnTo>
                    <a:pt x="915578" y="902616"/>
                  </a:lnTo>
                  <a:lnTo>
                    <a:pt x="918284" y="912307"/>
                  </a:lnTo>
                  <a:lnTo>
                    <a:pt x="918795" y="91439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3077599" y="1533248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046" y="931638"/>
                  </a:lnTo>
                  <a:lnTo>
                    <a:pt x="907840" y="925652"/>
                  </a:lnTo>
                  <a:lnTo>
                    <a:pt x="907769" y="914921"/>
                  </a:lnTo>
                  <a:lnTo>
                    <a:pt x="907780" y="91439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30775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30868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30961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31053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31146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31239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31331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31424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31516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31609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31702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31794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31887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319800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32072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3216532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322579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323505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324431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325358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326284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327210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328136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329063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329989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330915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331841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332767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333694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334620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335546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336472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337399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338325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339251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34017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34110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34203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34295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343882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34480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34573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34666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347587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34851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34943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35036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35129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352218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35314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35407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35499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35592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35684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35777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35870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35962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36055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3614808" y="1550487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627"/>
                  </a:lnTo>
                  <a:lnTo>
                    <a:pt x="922956" y="91439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3624070" y="1533248"/>
              <a:ext cx="923662" cy="930865"/>
            </a:xfrm>
            <a:custGeom>
              <a:avLst/>
              <a:pathLst>
                <a:path w="923662" h="9308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022"/>
                  </a:lnTo>
                  <a:lnTo>
                    <a:pt x="921688" y="922437"/>
                  </a:lnTo>
                  <a:lnTo>
                    <a:pt x="920001" y="924396"/>
                  </a:lnTo>
                  <a:lnTo>
                    <a:pt x="918323" y="926343"/>
                  </a:lnTo>
                  <a:lnTo>
                    <a:pt x="916647" y="928291"/>
                  </a:lnTo>
                  <a:lnTo>
                    <a:pt x="914961" y="930250"/>
                  </a:lnTo>
                  <a:lnTo>
                    <a:pt x="914400" y="930865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3633332" y="1533248"/>
              <a:ext cx="918789" cy="920022"/>
            </a:xfrm>
            <a:custGeom>
              <a:avLst/>
              <a:pathLst>
                <a:path w="918789" h="920022">
                  <a:moveTo>
                    <a:pt x="914400" y="914399"/>
                  </a:moveTo>
                  <a:lnTo>
                    <a:pt x="918789" y="914399"/>
                  </a:lnTo>
                  <a:lnTo>
                    <a:pt x="916892" y="916972"/>
                  </a:lnTo>
                  <a:lnTo>
                    <a:pt x="914400" y="920022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2123590" y="1516010"/>
              <a:ext cx="914400" cy="918019"/>
            </a:xfrm>
            <a:custGeom>
              <a:avLst/>
              <a:pathLst>
                <a:path w="914400" h="918019">
                  <a:moveTo>
                    <a:pt x="914400" y="914400"/>
                  </a:moveTo>
                  <a:lnTo>
                    <a:pt x="914400" y="918019"/>
                  </a:lnTo>
                  <a:lnTo>
                    <a:pt x="911581" y="914400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2123590" y="1516010"/>
              <a:ext cx="923662" cy="928401"/>
            </a:xfrm>
            <a:custGeom>
              <a:avLst/>
              <a:pathLst>
                <a:path w="923662" h="92840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401"/>
                  </a:lnTo>
                  <a:lnTo>
                    <a:pt x="920429" y="925102"/>
                  </a:lnTo>
                  <a:lnTo>
                    <a:pt x="915585" y="919541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21328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62" y="931638"/>
                  </a:lnTo>
                  <a:lnTo>
                    <a:pt x="916157" y="930194"/>
                  </a:lnTo>
                  <a:lnTo>
                    <a:pt x="914400" y="928401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214211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21513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21606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21699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21791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218842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21976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22069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22162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222547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22347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22439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22532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22625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22717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22810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22903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22995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230883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23180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23273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23366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23458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235514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2364408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23736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2382932" y="1533248"/>
              <a:ext cx="923115" cy="914399"/>
            </a:xfrm>
            <a:custGeom>
              <a:avLst/>
              <a:pathLst>
                <a:path w="92311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963" y="897161"/>
                  </a:lnTo>
                  <a:lnTo>
                    <a:pt x="918624" y="901335"/>
                  </a:lnTo>
                  <a:lnTo>
                    <a:pt x="921864" y="910442"/>
                  </a:lnTo>
                  <a:lnTo>
                    <a:pt x="923115" y="91439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3077599" y="15160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780" y="931638"/>
                  </a:lnTo>
                  <a:lnTo>
                    <a:pt x="907998" y="921436"/>
                  </a:lnTo>
                  <a:lnTo>
                    <a:pt x="908345" y="914400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30775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30868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30961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31053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31146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31239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31331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F">
                <a:alpha val="100000"/>
              </a:srgbClr>
            </a:solidFill>
            <a:ln w="5420" cap="flat">
              <a:solidFill>
                <a:srgbClr val="FFCC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31424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31516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31609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31702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31794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31887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31980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32072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3216532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322579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323505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324431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325358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326284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327210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328136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329063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329989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330915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331841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A">
                <a:alpha val="100000"/>
              </a:srgbClr>
            </a:solidFill>
            <a:ln w="5420" cap="flat">
              <a:solidFill>
                <a:srgbClr val="FFC4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332767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333694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334620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335546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336472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337399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33832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339251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34017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34110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34203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34295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343882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34480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34573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34666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347587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34851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34943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35036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35129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352218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35314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35407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35499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35592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35684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35777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35870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35962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36055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36148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36240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3633332" y="153324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443"/>
                  </a:lnTo>
                  <a:lnTo>
                    <a:pt x="921212" y="911114"/>
                  </a:lnTo>
                  <a:lnTo>
                    <a:pt x="918789" y="91439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3642594" y="1516010"/>
              <a:ext cx="920751" cy="924681"/>
            </a:xfrm>
            <a:custGeom>
              <a:avLst/>
              <a:pathLst>
                <a:path w="920751" h="924681">
                  <a:moveTo>
                    <a:pt x="914400" y="914400"/>
                  </a:moveTo>
                  <a:lnTo>
                    <a:pt x="920751" y="914400"/>
                  </a:lnTo>
                  <a:lnTo>
                    <a:pt x="920110" y="915510"/>
                  </a:lnTo>
                  <a:lnTo>
                    <a:pt x="916113" y="922114"/>
                  </a:lnTo>
                  <a:lnTo>
                    <a:pt x="914400" y="924681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2114328" y="1498771"/>
              <a:ext cx="914400" cy="922326"/>
            </a:xfrm>
            <a:custGeom>
              <a:avLst/>
              <a:pathLst>
                <a:path w="914400" h="922326">
                  <a:moveTo>
                    <a:pt x="914400" y="914400"/>
                  </a:moveTo>
                  <a:lnTo>
                    <a:pt x="914400" y="922326"/>
                  </a:lnTo>
                  <a:lnTo>
                    <a:pt x="911319" y="917434"/>
                  </a:lnTo>
                  <a:lnTo>
                    <a:pt x="909595" y="914400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21143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843" y="931638"/>
                  </a:lnTo>
                  <a:lnTo>
                    <a:pt x="920162" y="930764"/>
                  </a:lnTo>
                  <a:lnTo>
                    <a:pt x="915649" y="924310"/>
                  </a:lnTo>
                  <a:lnTo>
                    <a:pt x="914400" y="922326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21235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21328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214211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21513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21606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21699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21791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218842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21976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22069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22162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222547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22347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22439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22532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22625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22717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22810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22903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22995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230883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23180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23273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23366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23458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235514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2364408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2382932" y="15160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400" y="897161"/>
                  </a:lnTo>
                  <a:lnTo>
                    <a:pt x="914400" y="904996"/>
                  </a:lnTo>
                  <a:lnTo>
                    <a:pt x="913815" y="906834"/>
                  </a:lnTo>
                  <a:lnTo>
                    <a:pt x="914400" y="908150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2382932" y="1516010"/>
              <a:ext cx="916963" cy="914400"/>
            </a:xfrm>
            <a:custGeom>
              <a:avLst/>
              <a:pathLst>
                <a:path w="916963" h="914400">
                  <a:moveTo>
                    <a:pt x="914400" y="914400"/>
                  </a:moveTo>
                  <a:lnTo>
                    <a:pt x="914400" y="908150"/>
                  </a:lnTo>
                  <a:lnTo>
                    <a:pt x="915131" y="909798"/>
                  </a:lnTo>
                  <a:lnTo>
                    <a:pt x="916963" y="914400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2382932" y="1498771"/>
              <a:ext cx="916866" cy="922235"/>
            </a:xfrm>
            <a:custGeom>
              <a:avLst/>
              <a:pathLst>
                <a:path w="916866" h="922235">
                  <a:moveTo>
                    <a:pt x="914400" y="914400"/>
                  </a:moveTo>
                  <a:lnTo>
                    <a:pt x="916866" y="914400"/>
                  </a:lnTo>
                  <a:lnTo>
                    <a:pt x="916675" y="915078"/>
                  </a:lnTo>
                  <a:lnTo>
                    <a:pt x="914400" y="922235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3077599" y="14987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345" y="931638"/>
                  </a:lnTo>
                  <a:lnTo>
                    <a:pt x="908525" y="927988"/>
                  </a:lnTo>
                  <a:lnTo>
                    <a:pt x="909349" y="917366"/>
                  </a:lnTo>
                  <a:lnTo>
                    <a:pt x="909665" y="914400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30775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30868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30961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31053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31146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31239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31331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31424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31516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31609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31702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31794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31887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31980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32072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3216532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322579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323505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324431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325358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326284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327210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328136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329063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329989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330915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331841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332767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333694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334620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335546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33647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33739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33832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339251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34017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34110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34203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34295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343882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34480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34573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34666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347587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34851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34943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35036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35129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352218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35314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35407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35499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35592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35684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35777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35870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35962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36055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36148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36240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363333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3642594" y="15160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9437"/>
                  </a:lnTo>
                  <a:lnTo>
                    <a:pt x="922449" y="911457"/>
                  </a:lnTo>
                  <a:lnTo>
                    <a:pt x="921284" y="913476"/>
                  </a:lnTo>
                  <a:lnTo>
                    <a:pt x="920751" y="914400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3651857" y="1498771"/>
              <a:ext cx="921385" cy="926595"/>
            </a:xfrm>
            <a:custGeom>
              <a:avLst/>
              <a:pathLst>
                <a:path w="921385" h="926595">
                  <a:moveTo>
                    <a:pt x="914400" y="914400"/>
                  </a:moveTo>
                  <a:lnTo>
                    <a:pt x="921385" y="914400"/>
                  </a:lnTo>
                  <a:lnTo>
                    <a:pt x="920196" y="916565"/>
                  </a:lnTo>
                  <a:lnTo>
                    <a:pt x="919020" y="918599"/>
                  </a:lnTo>
                  <a:lnTo>
                    <a:pt x="917852" y="920618"/>
                  </a:lnTo>
                  <a:lnTo>
                    <a:pt x="916685" y="922637"/>
                  </a:lnTo>
                  <a:lnTo>
                    <a:pt x="915519" y="924656"/>
                  </a:lnTo>
                  <a:lnTo>
                    <a:pt x="914400" y="926595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2105066" y="1481533"/>
              <a:ext cx="914400" cy="923402"/>
            </a:xfrm>
            <a:custGeom>
              <a:avLst/>
              <a:pathLst>
                <a:path w="914400" h="923402">
                  <a:moveTo>
                    <a:pt x="914400" y="914400"/>
                  </a:moveTo>
                  <a:lnTo>
                    <a:pt x="914400" y="923402"/>
                  </a:lnTo>
                  <a:lnTo>
                    <a:pt x="912517" y="919731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210506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857" y="931638"/>
                  </a:lnTo>
                  <a:lnTo>
                    <a:pt x="916446" y="927394"/>
                  </a:lnTo>
                  <a:lnTo>
                    <a:pt x="914400" y="923402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21143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21235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21328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214211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21513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21606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21699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21791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218842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21976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22069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22162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222547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22347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22439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22532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F">
                <a:alpha val="100000"/>
              </a:srgbClr>
            </a:solidFill>
            <a:ln w="5420" cap="flat">
              <a:solidFill>
                <a:srgbClr val="FFCC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22625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22717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22810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22903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22995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230883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23180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23273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23366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23458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235514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2364408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23736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2382932" y="1498771"/>
              <a:ext cx="921426" cy="914400"/>
            </a:xfrm>
            <a:custGeom>
              <a:avLst/>
              <a:pathLst>
                <a:path w="921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26" y="897161"/>
                  </a:lnTo>
                  <a:lnTo>
                    <a:pt x="919356" y="905553"/>
                  </a:lnTo>
                  <a:lnTo>
                    <a:pt x="916866" y="914400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3077599" y="14815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665" y="931638"/>
                  </a:lnTo>
                  <a:lnTo>
                    <a:pt x="910468" y="924077"/>
                  </a:lnTo>
                  <a:lnTo>
                    <a:pt x="911781" y="914400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30775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30868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30961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31053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31146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31239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31331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31424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31516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31609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31702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31794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31887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31980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32072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3216532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32257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323505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324431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325358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326284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327210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328136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329063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329989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330915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331841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332767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333694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334620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335546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33647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33739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33832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339251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34017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34110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34203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34295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343882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34480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34573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34666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347587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34851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34943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35036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35129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352218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35314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35407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35499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35592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35684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35777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35870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35962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36055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36148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36240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363333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36425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3651857" y="14987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199"/>
                  </a:lnTo>
                  <a:lnTo>
                    <a:pt x="922887" y="911664"/>
                  </a:lnTo>
                  <a:lnTo>
                    <a:pt x="921385" y="914400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3661119" y="1481533"/>
              <a:ext cx="923662" cy="928437"/>
            </a:xfrm>
            <a:custGeom>
              <a:avLst/>
              <a:pathLst>
                <a:path w="923662" h="9284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113"/>
                  </a:lnTo>
                  <a:lnTo>
                    <a:pt x="922945" y="922704"/>
                  </a:lnTo>
                  <a:lnTo>
                    <a:pt x="917513" y="926565"/>
                  </a:lnTo>
                  <a:lnTo>
                    <a:pt x="914400" y="928437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3670381" y="1481533"/>
              <a:ext cx="923150" cy="922113"/>
            </a:xfrm>
            <a:custGeom>
              <a:avLst/>
              <a:pathLst>
                <a:path w="923150" h="922113">
                  <a:moveTo>
                    <a:pt x="914400" y="914400"/>
                  </a:moveTo>
                  <a:lnTo>
                    <a:pt x="923150" y="914400"/>
                  </a:lnTo>
                  <a:lnTo>
                    <a:pt x="918998" y="918320"/>
                  </a:lnTo>
                  <a:lnTo>
                    <a:pt x="914400" y="922113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2095803" y="1464294"/>
              <a:ext cx="914400" cy="920598"/>
            </a:xfrm>
            <a:custGeom>
              <a:avLst/>
              <a:pathLst>
                <a:path w="914400" h="920598">
                  <a:moveTo>
                    <a:pt x="914400" y="914400"/>
                  </a:moveTo>
                  <a:lnTo>
                    <a:pt x="914400" y="920598"/>
                  </a:lnTo>
                  <a:lnTo>
                    <a:pt x="913874" y="919403"/>
                  </a:lnTo>
                  <a:lnTo>
                    <a:pt x="912827" y="917023"/>
                  </a:lnTo>
                  <a:lnTo>
                    <a:pt x="911780" y="914643"/>
                  </a:lnTo>
                  <a:lnTo>
                    <a:pt x="911673" y="914400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20958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313" y="931638"/>
                  </a:lnTo>
                  <a:lnTo>
                    <a:pt x="918066" y="928941"/>
                  </a:lnTo>
                  <a:lnTo>
                    <a:pt x="917013" y="926543"/>
                  </a:lnTo>
                  <a:lnTo>
                    <a:pt x="915967" y="924163"/>
                  </a:lnTo>
                  <a:lnTo>
                    <a:pt x="914921" y="921783"/>
                  </a:lnTo>
                  <a:lnTo>
                    <a:pt x="914400" y="92059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210506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21143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21235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21328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214211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21513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21606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21699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21791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218842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21976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22069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22162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222547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22347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22439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22532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22625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22717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22810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22903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22995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230883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23180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23273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23366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23458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235514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2364408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23736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2382932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147"/>
                  </a:lnTo>
                  <a:lnTo>
                    <a:pt x="921766" y="913020"/>
                  </a:lnTo>
                  <a:lnTo>
                    <a:pt x="921426" y="914400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2392195" y="1464294"/>
              <a:ext cx="915706" cy="921386"/>
            </a:xfrm>
            <a:custGeom>
              <a:avLst/>
              <a:pathLst>
                <a:path w="915706" h="921386">
                  <a:moveTo>
                    <a:pt x="914399" y="914400"/>
                  </a:moveTo>
                  <a:lnTo>
                    <a:pt x="915706" y="914400"/>
                  </a:lnTo>
                  <a:lnTo>
                    <a:pt x="914638" y="920267"/>
                  </a:lnTo>
                  <a:lnTo>
                    <a:pt x="914399" y="921386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3077599" y="14815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781" y="914400"/>
                  </a:lnTo>
                  <a:lnTo>
                    <a:pt x="911879" y="913671"/>
                  </a:lnTo>
                  <a:lnTo>
                    <a:pt x="913578" y="903416"/>
                  </a:lnTo>
                  <a:lnTo>
                    <a:pt x="914400" y="899242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3086861" y="14642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80"/>
                  </a:lnTo>
                  <a:lnTo>
                    <a:pt x="905547" y="914400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30868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30961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31053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31146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31239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31331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31424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31516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31609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31702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31794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31887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31980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32072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3216532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32257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32350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32443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325358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326284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327210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328136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329063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329989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330915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331841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332767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333694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33462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335546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33647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33739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33832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339251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34017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34110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34203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34295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343882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34480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34573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34666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347587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34851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34943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35036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35129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352218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35314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35407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35499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35592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35684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35777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35870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35962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36055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36148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36240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363333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36425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36518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36611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3670381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917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3679643" y="1464294"/>
              <a:ext cx="923662" cy="931155"/>
            </a:xfrm>
            <a:custGeom>
              <a:avLst/>
              <a:pathLst>
                <a:path w="923662" h="93115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815"/>
                  </a:lnTo>
                  <a:lnTo>
                    <a:pt x="919961" y="925270"/>
                  </a:lnTo>
                  <a:lnTo>
                    <a:pt x="914920" y="930663"/>
                  </a:lnTo>
                  <a:lnTo>
                    <a:pt x="914400" y="931155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3688905" y="1464294"/>
              <a:ext cx="919289" cy="920815"/>
            </a:xfrm>
            <a:custGeom>
              <a:avLst/>
              <a:pathLst>
                <a:path w="919289" h="920815">
                  <a:moveTo>
                    <a:pt x="914400" y="914400"/>
                  </a:moveTo>
                  <a:lnTo>
                    <a:pt x="919289" y="914400"/>
                  </a:lnTo>
                  <a:lnTo>
                    <a:pt x="915580" y="919394"/>
                  </a:lnTo>
                  <a:lnTo>
                    <a:pt x="914400" y="920815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2086541" y="1447056"/>
              <a:ext cx="914400" cy="916975"/>
            </a:xfrm>
            <a:custGeom>
              <a:avLst/>
              <a:pathLst>
                <a:path w="914400" h="916975">
                  <a:moveTo>
                    <a:pt x="914400" y="914400"/>
                  </a:moveTo>
                  <a:lnTo>
                    <a:pt x="914400" y="916975"/>
                  </a:lnTo>
                  <a:lnTo>
                    <a:pt x="913933" y="916145"/>
                  </a:lnTo>
                  <a:lnTo>
                    <a:pt x="912951" y="914400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20865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935" y="931638"/>
                  </a:lnTo>
                  <a:lnTo>
                    <a:pt x="919994" y="929502"/>
                  </a:lnTo>
                  <a:lnTo>
                    <a:pt x="918946" y="927122"/>
                  </a:lnTo>
                  <a:lnTo>
                    <a:pt x="917897" y="924743"/>
                  </a:lnTo>
                  <a:lnTo>
                    <a:pt x="916848" y="922363"/>
                  </a:lnTo>
                  <a:lnTo>
                    <a:pt x="915799" y="919984"/>
                  </a:lnTo>
                  <a:lnTo>
                    <a:pt x="914732" y="917566"/>
                  </a:lnTo>
                  <a:lnTo>
                    <a:pt x="914400" y="916975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20958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210506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21143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21235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21328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214211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21513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21606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21699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21791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218842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21976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22069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22162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222547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22347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22439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22532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22625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22717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22810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F">
                <a:alpha val="100000"/>
              </a:srgbClr>
            </a:solidFill>
            <a:ln w="5420" cap="flat">
              <a:solidFill>
                <a:srgbClr val="FFCC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22903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22995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230883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23180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23273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23366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23458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235514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2364408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23736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23829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2392195" y="1464294"/>
              <a:ext cx="918370" cy="914400"/>
            </a:xfrm>
            <a:custGeom>
              <a:avLst/>
              <a:pathLst>
                <a:path w="91837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370" y="897161"/>
                  </a:lnTo>
                  <a:lnTo>
                    <a:pt x="918057" y="899733"/>
                  </a:lnTo>
                  <a:lnTo>
                    <a:pt x="916491" y="910083"/>
                  </a:lnTo>
                  <a:lnTo>
                    <a:pt x="915706" y="914400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3086861" y="14470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47" y="931638"/>
                  </a:lnTo>
                  <a:lnTo>
                    <a:pt x="906299" y="927816"/>
                  </a:lnTo>
                  <a:lnTo>
                    <a:pt x="908559" y="917943"/>
                  </a:lnTo>
                  <a:lnTo>
                    <a:pt x="909490" y="914400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30868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30961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31053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31146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31239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31331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31424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31516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31609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31702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31794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31887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31980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32072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3216532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32257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32350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32443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32535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32628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327210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328136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329063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329989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330915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331841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332767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33369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33462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335546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33647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33739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33832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339251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34017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34110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34203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34295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C6A">
                <a:alpha val="100000"/>
              </a:srgbClr>
            </a:solidFill>
            <a:ln w="5420" cap="flat">
              <a:solidFill>
                <a:srgbClr val="FE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343882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34480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34573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34666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347587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34851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34943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35036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35129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352218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35314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35407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35499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35592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35684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35777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35870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35962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36055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36148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36240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36333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36425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36518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36611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36703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36796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3688905" y="14642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990"/>
                  </a:lnTo>
                  <a:lnTo>
                    <a:pt x="920290" y="913051"/>
                  </a:lnTo>
                  <a:lnTo>
                    <a:pt x="919289" y="914400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3698168" y="1447056"/>
              <a:ext cx="920892" cy="925229"/>
            </a:xfrm>
            <a:custGeom>
              <a:avLst/>
              <a:pathLst>
                <a:path w="920892" h="925229">
                  <a:moveTo>
                    <a:pt x="914400" y="914400"/>
                  </a:moveTo>
                  <a:lnTo>
                    <a:pt x="920892" y="914400"/>
                  </a:lnTo>
                  <a:lnTo>
                    <a:pt x="919882" y="916272"/>
                  </a:lnTo>
                  <a:lnTo>
                    <a:pt x="915554" y="923496"/>
                  </a:lnTo>
                  <a:lnTo>
                    <a:pt x="914400" y="92522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2077279" y="1429817"/>
              <a:ext cx="914400" cy="917764"/>
            </a:xfrm>
            <a:custGeom>
              <a:avLst/>
              <a:pathLst>
                <a:path w="914400" h="917764">
                  <a:moveTo>
                    <a:pt x="914400" y="914400"/>
                  </a:moveTo>
                  <a:lnTo>
                    <a:pt x="914400" y="917764"/>
                  </a:lnTo>
                  <a:lnTo>
                    <a:pt x="914273" y="917540"/>
                  </a:lnTo>
                  <a:lnTo>
                    <a:pt x="913156" y="915560"/>
                  </a:lnTo>
                  <a:lnTo>
                    <a:pt x="912501" y="914400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20772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213" y="931638"/>
                  </a:lnTo>
                  <a:lnTo>
                    <a:pt x="922081" y="931403"/>
                  </a:lnTo>
                  <a:lnTo>
                    <a:pt x="920967" y="929422"/>
                  </a:lnTo>
                  <a:lnTo>
                    <a:pt x="919852" y="927441"/>
                  </a:lnTo>
                  <a:lnTo>
                    <a:pt x="918737" y="925461"/>
                  </a:lnTo>
                  <a:lnTo>
                    <a:pt x="917622" y="923480"/>
                  </a:lnTo>
                  <a:lnTo>
                    <a:pt x="916506" y="921500"/>
                  </a:lnTo>
                  <a:lnTo>
                    <a:pt x="915389" y="919520"/>
                  </a:lnTo>
                  <a:lnTo>
                    <a:pt x="914400" y="917764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20865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20958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210506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21143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21235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21328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214211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21513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21606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21699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21791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218842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21976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22069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22162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222547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22347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22439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22532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22625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22717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22810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22903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22995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230883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23180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23273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23366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23458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235514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2364408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23736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23829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2392195" y="1447056"/>
              <a:ext cx="920195" cy="914400"/>
            </a:xfrm>
            <a:custGeom>
              <a:avLst/>
              <a:pathLst>
                <a:path w="92019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195" y="897161"/>
                  </a:lnTo>
                  <a:lnTo>
                    <a:pt x="919332" y="906484"/>
                  </a:lnTo>
                  <a:lnTo>
                    <a:pt x="918370" y="914400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3086861" y="14470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490" y="914400"/>
                  </a:lnTo>
                  <a:lnTo>
                    <a:pt x="911092" y="908302"/>
                  </a:lnTo>
                  <a:lnTo>
                    <a:pt x="913890" y="898918"/>
                  </a:lnTo>
                  <a:lnTo>
                    <a:pt x="914400" y="897400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3096123" y="14298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639"/>
                  </a:lnTo>
                  <a:lnTo>
                    <a:pt x="905218" y="914400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30961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31053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31146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31239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31331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31424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31516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31609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31702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31794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31887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31980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32072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3216532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32257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32350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32443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32535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32628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32721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328136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329063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329989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330915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331841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33276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33369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33462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335546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33647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33739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33832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339251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34017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34110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34203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34295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343882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34480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34573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34666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347587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34851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34943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35036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35129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352218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35314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35407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35499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35592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35684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35777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35870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35962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36055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36148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36240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36333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36425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36518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36611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36703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36796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36889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3698168" y="14470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266"/>
                  </a:lnTo>
                  <a:lnTo>
                    <a:pt x="920892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3707430" y="1429817"/>
              <a:ext cx="920146" cy="926505"/>
            </a:xfrm>
            <a:custGeom>
              <a:avLst/>
              <a:pathLst>
                <a:path w="920146" h="926505">
                  <a:moveTo>
                    <a:pt x="914400" y="914400"/>
                  </a:moveTo>
                  <a:lnTo>
                    <a:pt x="920146" y="914400"/>
                  </a:lnTo>
                  <a:lnTo>
                    <a:pt x="918639" y="917849"/>
                  </a:lnTo>
                  <a:lnTo>
                    <a:pt x="914739" y="925875"/>
                  </a:lnTo>
                  <a:lnTo>
                    <a:pt x="914400" y="926505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2068017" y="1412579"/>
              <a:ext cx="914400" cy="917701"/>
            </a:xfrm>
            <a:custGeom>
              <a:avLst/>
              <a:pathLst>
                <a:path w="914400" h="917701">
                  <a:moveTo>
                    <a:pt x="914400" y="914400"/>
                  </a:moveTo>
                  <a:lnTo>
                    <a:pt x="914400" y="917701"/>
                  </a:lnTo>
                  <a:lnTo>
                    <a:pt x="912806" y="914400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20680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763" y="931638"/>
                  </a:lnTo>
                  <a:lnTo>
                    <a:pt x="921301" y="930818"/>
                  </a:lnTo>
                  <a:lnTo>
                    <a:pt x="920175" y="928824"/>
                  </a:lnTo>
                  <a:lnTo>
                    <a:pt x="916089" y="921201"/>
                  </a:lnTo>
                  <a:lnTo>
                    <a:pt x="914400" y="917701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20772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20865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20958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210506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21143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21235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21328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214211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21513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21606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21699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21791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218842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21976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22069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22162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222547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22347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22439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22532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22625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22717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22810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22903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22995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230883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23180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23273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23366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23458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235514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2364408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23736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23829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2392195" y="1429817"/>
              <a:ext cx="921185" cy="914400"/>
            </a:xfrm>
            <a:custGeom>
              <a:avLst/>
              <a:pathLst>
                <a:path w="92118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185" y="897161"/>
                  </a:lnTo>
                  <a:lnTo>
                    <a:pt x="920996" y="902450"/>
                  </a:lnTo>
                  <a:lnTo>
                    <a:pt x="920312" y="913126"/>
                  </a:lnTo>
                  <a:lnTo>
                    <a:pt x="920195" y="914400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3096123" y="14125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218" y="931638"/>
                  </a:lnTo>
                  <a:lnTo>
                    <a:pt x="907683" y="924294"/>
                  </a:lnTo>
                  <a:lnTo>
                    <a:pt x="910988" y="915500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30961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31053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31146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31239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31331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31424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31516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31609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31702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31794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31887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31980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32072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3216532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32257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32350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32443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32535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32628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32721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32813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329063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329989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330915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33184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33276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33369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33462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335546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33647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33739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33832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339251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34017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34110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34203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34295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343882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34480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34573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34666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347587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34851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34943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35036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35129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352218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35314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35407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35499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35592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35684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35777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35870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35962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36055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36148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36240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36333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36425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36518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36611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36703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36796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36889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36981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3707430" y="14298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001"/>
                  </a:lnTo>
                  <a:lnTo>
                    <a:pt x="922307" y="909454"/>
                  </a:lnTo>
                  <a:lnTo>
                    <a:pt x="920146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3716692" y="1412579"/>
              <a:ext cx="917719" cy="923239"/>
            </a:xfrm>
            <a:custGeom>
              <a:avLst/>
              <a:pathLst>
                <a:path w="917719" h="923239">
                  <a:moveTo>
                    <a:pt x="914400" y="914400"/>
                  </a:moveTo>
                  <a:lnTo>
                    <a:pt x="917719" y="914400"/>
                  </a:lnTo>
                  <a:lnTo>
                    <a:pt x="916473" y="917953"/>
                  </a:lnTo>
                  <a:lnTo>
                    <a:pt x="914400" y="92323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2068017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806" y="931638"/>
                  </a:lnTo>
                  <a:lnTo>
                    <a:pt x="912223" y="930431"/>
                  </a:lnTo>
                  <a:lnTo>
                    <a:pt x="908585" y="922058"/>
                  </a:lnTo>
                  <a:lnTo>
                    <a:pt x="905597" y="914400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20680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20772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20865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20958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210506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21143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21235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21328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214211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21513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21606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21699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21791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218842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21976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22069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22162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222547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22347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22439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22532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22625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22717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22810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22903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22995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230883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23180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23273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23366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23458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235514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2364408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23736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23829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2392195" y="1412579"/>
              <a:ext cx="921464" cy="914400"/>
            </a:xfrm>
            <a:custGeom>
              <a:avLst/>
              <a:pathLst>
                <a:path w="921464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443" y="897161"/>
                  </a:lnTo>
                  <a:lnTo>
                    <a:pt x="921464" y="898209"/>
                  </a:lnTo>
                  <a:lnTo>
                    <a:pt x="921380" y="908960"/>
                  </a:lnTo>
                  <a:lnTo>
                    <a:pt x="921185" y="914400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3096123" y="14125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450" y="914400"/>
                  </a:lnTo>
                  <a:lnTo>
                    <a:pt x="914400" y="907359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3105386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597"/>
                  </a:lnTo>
                  <a:lnTo>
                    <a:pt x="905272" y="924276"/>
                  </a:lnTo>
                  <a:lnTo>
                    <a:pt x="909049" y="916167"/>
                  </a:lnTo>
                  <a:lnTo>
                    <a:pt x="909962" y="914400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31053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31146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31239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31331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31424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31516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31609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31702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31794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31887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31980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32072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3216532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32257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32350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32443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32535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32628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32721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32813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32906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329989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330915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33184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33276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33369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33462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335546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33647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33739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33832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339251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34017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34110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34203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34295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343882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34480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34573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34666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347587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34851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34943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35036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35129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352218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35314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35407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35499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35592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35684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35777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35870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35962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36055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36148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36240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36333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36425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36518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36611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36703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36796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36889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36981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37074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3716692" y="1412579"/>
              <a:ext cx="923222" cy="914400"/>
            </a:xfrm>
            <a:custGeom>
              <a:avLst/>
              <a:pathLst>
                <a:path w="92322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222" y="897161"/>
                  </a:lnTo>
                  <a:lnTo>
                    <a:pt x="922569" y="899533"/>
                  </a:lnTo>
                  <a:lnTo>
                    <a:pt x="919650" y="908891"/>
                  </a:lnTo>
                  <a:lnTo>
                    <a:pt x="917719" y="91440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2058755" y="1378102"/>
              <a:ext cx="914400" cy="930443"/>
            </a:xfrm>
            <a:custGeom>
              <a:avLst/>
              <a:pathLst>
                <a:path w="914400" h="930443">
                  <a:moveTo>
                    <a:pt x="914400" y="914400"/>
                  </a:moveTo>
                  <a:lnTo>
                    <a:pt x="914400" y="930443"/>
                  </a:lnTo>
                  <a:lnTo>
                    <a:pt x="912516" y="925043"/>
                  </a:lnTo>
                  <a:lnTo>
                    <a:pt x="910910" y="922839"/>
                  </a:lnTo>
                  <a:lnTo>
                    <a:pt x="906415" y="915962"/>
                  </a:lnTo>
                  <a:lnTo>
                    <a:pt x="905496" y="914400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205875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860" y="931638"/>
                  </a:lnTo>
                  <a:lnTo>
                    <a:pt x="914448" y="930584"/>
                  </a:lnTo>
                  <a:lnTo>
                    <a:pt x="914400" y="930443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20680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20772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20865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20958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210506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21143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21235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21328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214211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21513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21606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21699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21791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218842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21976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22069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22162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222547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22347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22439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22532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22625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227178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22810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22903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22995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230883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23180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23273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23366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23458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235514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2364408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23736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23829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2392195" y="1395340"/>
              <a:ext cx="921443" cy="914400"/>
            </a:xfrm>
            <a:custGeom>
              <a:avLst/>
              <a:pathLst>
                <a:path w="921443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990" y="897161"/>
                  </a:lnTo>
                  <a:lnTo>
                    <a:pt x="921000" y="897451"/>
                  </a:lnTo>
                  <a:lnTo>
                    <a:pt x="921011" y="897766"/>
                  </a:lnTo>
                  <a:lnTo>
                    <a:pt x="921022" y="898082"/>
                  </a:lnTo>
                  <a:lnTo>
                    <a:pt x="921033" y="898397"/>
                  </a:lnTo>
                  <a:lnTo>
                    <a:pt x="921043" y="898712"/>
                  </a:lnTo>
                  <a:lnTo>
                    <a:pt x="921054" y="899027"/>
                  </a:lnTo>
                  <a:lnTo>
                    <a:pt x="921065" y="899343"/>
                  </a:lnTo>
                  <a:lnTo>
                    <a:pt x="921076" y="899658"/>
                  </a:lnTo>
                  <a:lnTo>
                    <a:pt x="921086" y="899973"/>
                  </a:lnTo>
                  <a:lnTo>
                    <a:pt x="921097" y="900289"/>
                  </a:lnTo>
                  <a:lnTo>
                    <a:pt x="921108" y="900604"/>
                  </a:lnTo>
                  <a:lnTo>
                    <a:pt x="921119" y="900919"/>
                  </a:lnTo>
                  <a:lnTo>
                    <a:pt x="921129" y="901234"/>
                  </a:lnTo>
                  <a:lnTo>
                    <a:pt x="921140" y="901550"/>
                  </a:lnTo>
                  <a:lnTo>
                    <a:pt x="921151" y="901865"/>
                  </a:lnTo>
                  <a:lnTo>
                    <a:pt x="921162" y="902180"/>
                  </a:lnTo>
                  <a:lnTo>
                    <a:pt x="921172" y="902496"/>
                  </a:lnTo>
                  <a:lnTo>
                    <a:pt x="921183" y="902811"/>
                  </a:lnTo>
                  <a:lnTo>
                    <a:pt x="921194" y="903126"/>
                  </a:lnTo>
                  <a:lnTo>
                    <a:pt x="921205" y="903441"/>
                  </a:lnTo>
                  <a:lnTo>
                    <a:pt x="921215" y="903757"/>
                  </a:lnTo>
                  <a:lnTo>
                    <a:pt x="921226" y="904072"/>
                  </a:lnTo>
                  <a:lnTo>
                    <a:pt x="921237" y="904387"/>
                  </a:lnTo>
                  <a:lnTo>
                    <a:pt x="921248" y="904703"/>
                  </a:lnTo>
                  <a:lnTo>
                    <a:pt x="921443" y="914400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3105386" y="13953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962" y="914400"/>
                  </a:lnTo>
                  <a:lnTo>
                    <a:pt x="913046" y="908433"/>
                  </a:lnTo>
                  <a:lnTo>
                    <a:pt x="914400" y="906073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3114648" y="13781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11"/>
                  </a:lnTo>
                  <a:lnTo>
                    <a:pt x="907992" y="918334"/>
                  </a:lnTo>
                  <a:lnTo>
                    <a:pt x="910496" y="914400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31146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31239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31331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31424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31516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31609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31702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31794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31887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31980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32072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3216532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32257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32350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32443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32535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32628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32721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32813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32906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329989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330915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33184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33276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33369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33462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335546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33647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33739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33832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339251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34017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34110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34203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34295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343882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34480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34573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34666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347587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34851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34943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35036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35129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352218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35314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35407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35499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35592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35684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35777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h6425"/>
            <p:cNvSpPr/>
            <p:nvPr/>
          </p:nvSpPr>
          <p:spPr>
            <a:xfrm>
              <a:off x="35870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h6426"/>
            <p:cNvSpPr/>
            <p:nvPr/>
          </p:nvSpPr>
          <p:spPr>
            <a:xfrm>
              <a:off x="35962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h6427"/>
            <p:cNvSpPr/>
            <p:nvPr/>
          </p:nvSpPr>
          <p:spPr>
            <a:xfrm>
              <a:off x="36055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h6428"/>
            <p:cNvSpPr/>
            <p:nvPr/>
          </p:nvSpPr>
          <p:spPr>
            <a:xfrm>
              <a:off x="36148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h6429"/>
            <p:cNvSpPr/>
            <p:nvPr/>
          </p:nvSpPr>
          <p:spPr>
            <a:xfrm>
              <a:off x="36240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h6430"/>
            <p:cNvSpPr/>
            <p:nvPr/>
          </p:nvSpPr>
          <p:spPr>
            <a:xfrm>
              <a:off x="36333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h6431"/>
            <p:cNvSpPr/>
            <p:nvPr/>
          </p:nvSpPr>
          <p:spPr>
            <a:xfrm>
              <a:off x="36425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h6432"/>
            <p:cNvSpPr/>
            <p:nvPr/>
          </p:nvSpPr>
          <p:spPr>
            <a:xfrm>
              <a:off x="36518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h6433"/>
            <p:cNvSpPr/>
            <p:nvPr/>
          </p:nvSpPr>
          <p:spPr>
            <a:xfrm>
              <a:off x="36611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h6434"/>
            <p:cNvSpPr/>
            <p:nvPr/>
          </p:nvSpPr>
          <p:spPr>
            <a:xfrm>
              <a:off x="36703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h6435"/>
            <p:cNvSpPr/>
            <p:nvPr/>
          </p:nvSpPr>
          <p:spPr>
            <a:xfrm>
              <a:off x="36796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h6436"/>
            <p:cNvSpPr/>
            <p:nvPr/>
          </p:nvSpPr>
          <p:spPr>
            <a:xfrm>
              <a:off x="36889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h6437"/>
            <p:cNvSpPr/>
            <p:nvPr/>
          </p:nvSpPr>
          <p:spPr>
            <a:xfrm>
              <a:off x="36981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h6438"/>
            <p:cNvSpPr/>
            <p:nvPr/>
          </p:nvSpPr>
          <p:spPr>
            <a:xfrm>
              <a:off x="37074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h6439"/>
            <p:cNvSpPr/>
            <p:nvPr/>
          </p:nvSpPr>
          <p:spPr>
            <a:xfrm>
              <a:off x="3716692" y="139534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01"/>
                  </a:lnTo>
                  <a:lnTo>
                    <a:pt x="923222" y="914400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h6440"/>
            <p:cNvSpPr/>
            <p:nvPr/>
          </p:nvSpPr>
          <p:spPr>
            <a:xfrm>
              <a:off x="3725954" y="1378102"/>
              <a:ext cx="918335" cy="930039"/>
            </a:xfrm>
            <a:custGeom>
              <a:avLst/>
              <a:pathLst>
                <a:path w="918335" h="930039">
                  <a:moveTo>
                    <a:pt x="914400" y="914400"/>
                  </a:moveTo>
                  <a:lnTo>
                    <a:pt x="918335" y="914505"/>
                  </a:lnTo>
                  <a:lnTo>
                    <a:pt x="915958" y="924380"/>
                  </a:lnTo>
                  <a:lnTo>
                    <a:pt x="914400" y="93003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h6441"/>
            <p:cNvSpPr/>
            <p:nvPr/>
          </p:nvSpPr>
          <p:spPr>
            <a:xfrm>
              <a:off x="2049492" y="1360864"/>
              <a:ext cx="914400" cy="931028"/>
            </a:xfrm>
            <a:custGeom>
              <a:avLst/>
              <a:pathLst>
                <a:path w="914400" h="931028">
                  <a:moveTo>
                    <a:pt x="914400" y="914400"/>
                  </a:moveTo>
                  <a:lnTo>
                    <a:pt x="914400" y="931028"/>
                  </a:lnTo>
                  <a:lnTo>
                    <a:pt x="911382" y="925896"/>
                  </a:lnTo>
                  <a:lnTo>
                    <a:pt x="907297" y="918182"/>
                  </a:lnTo>
                  <a:lnTo>
                    <a:pt x="905494" y="914400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h6442"/>
            <p:cNvSpPr/>
            <p:nvPr/>
          </p:nvSpPr>
          <p:spPr>
            <a:xfrm>
              <a:off x="20494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8" y="931638"/>
                  </a:lnTo>
                  <a:lnTo>
                    <a:pt x="914400" y="93102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h6443"/>
            <p:cNvSpPr/>
            <p:nvPr/>
          </p:nvSpPr>
          <p:spPr>
            <a:xfrm>
              <a:off x="205875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h6444"/>
            <p:cNvSpPr/>
            <p:nvPr/>
          </p:nvSpPr>
          <p:spPr>
            <a:xfrm>
              <a:off x="20680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h6445"/>
            <p:cNvSpPr/>
            <p:nvPr/>
          </p:nvSpPr>
          <p:spPr>
            <a:xfrm>
              <a:off x="20772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h6446"/>
            <p:cNvSpPr/>
            <p:nvPr/>
          </p:nvSpPr>
          <p:spPr>
            <a:xfrm>
              <a:off x="20865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h6447"/>
            <p:cNvSpPr/>
            <p:nvPr/>
          </p:nvSpPr>
          <p:spPr>
            <a:xfrm>
              <a:off x="20958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h6448"/>
            <p:cNvSpPr/>
            <p:nvPr/>
          </p:nvSpPr>
          <p:spPr>
            <a:xfrm>
              <a:off x="210506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h6449"/>
            <p:cNvSpPr/>
            <p:nvPr/>
          </p:nvSpPr>
          <p:spPr>
            <a:xfrm>
              <a:off x="21143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h6450"/>
            <p:cNvSpPr/>
            <p:nvPr/>
          </p:nvSpPr>
          <p:spPr>
            <a:xfrm>
              <a:off x="21235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h6451"/>
            <p:cNvSpPr/>
            <p:nvPr/>
          </p:nvSpPr>
          <p:spPr>
            <a:xfrm>
              <a:off x="21328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h6452"/>
            <p:cNvSpPr/>
            <p:nvPr/>
          </p:nvSpPr>
          <p:spPr>
            <a:xfrm>
              <a:off x="214211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h6453"/>
            <p:cNvSpPr/>
            <p:nvPr/>
          </p:nvSpPr>
          <p:spPr>
            <a:xfrm>
              <a:off x="21513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h6454"/>
            <p:cNvSpPr/>
            <p:nvPr/>
          </p:nvSpPr>
          <p:spPr>
            <a:xfrm>
              <a:off x="21606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21699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h6456"/>
            <p:cNvSpPr/>
            <p:nvPr/>
          </p:nvSpPr>
          <p:spPr>
            <a:xfrm>
              <a:off x="21791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h6457"/>
            <p:cNvSpPr/>
            <p:nvPr/>
          </p:nvSpPr>
          <p:spPr>
            <a:xfrm>
              <a:off x="218842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h6458"/>
            <p:cNvSpPr/>
            <p:nvPr/>
          </p:nvSpPr>
          <p:spPr>
            <a:xfrm>
              <a:off x="21976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22069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22162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222547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22347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22439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22532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22625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227178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22810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22903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22995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230883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23180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23273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23366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23458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235514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2364408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23736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23829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2392195" y="1378102"/>
              <a:ext cx="920990" cy="914400"/>
            </a:xfrm>
            <a:custGeom>
              <a:avLst/>
              <a:pathLst>
                <a:path w="92099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082" y="897161"/>
                  </a:lnTo>
                  <a:lnTo>
                    <a:pt x="920377" y="900985"/>
                  </a:lnTo>
                  <a:lnTo>
                    <a:pt x="920903" y="911853"/>
                  </a:lnTo>
                  <a:lnTo>
                    <a:pt x="920914" y="912167"/>
                  </a:lnTo>
                  <a:lnTo>
                    <a:pt x="920925" y="912482"/>
                  </a:lnTo>
                  <a:lnTo>
                    <a:pt x="920936" y="912798"/>
                  </a:lnTo>
                  <a:lnTo>
                    <a:pt x="920946" y="913113"/>
                  </a:lnTo>
                  <a:lnTo>
                    <a:pt x="920957" y="913428"/>
                  </a:lnTo>
                  <a:lnTo>
                    <a:pt x="920968" y="913744"/>
                  </a:lnTo>
                  <a:lnTo>
                    <a:pt x="920979" y="914059"/>
                  </a:lnTo>
                  <a:lnTo>
                    <a:pt x="920990" y="914400"/>
                  </a:lnTo>
                  <a:close/>
                </a:path>
              </a:pathLst>
            </a:custGeom>
            <a:solidFill>
              <a:srgbClr val="FFC47A">
                <a:alpha val="100000"/>
              </a:srgbClr>
            </a:solidFill>
            <a:ln w="5420" cap="flat">
              <a:solidFill>
                <a:srgbClr val="FFC4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3114648" y="13781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96" y="914400"/>
                  </a:lnTo>
                  <a:lnTo>
                    <a:pt x="912398" y="911412"/>
                  </a:lnTo>
                  <a:lnTo>
                    <a:pt x="914400" y="908586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3123910" y="13608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825"/>
                  </a:lnTo>
                  <a:lnTo>
                    <a:pt x="907730" y="922164"/>
                  </a:lnTo>
                  <a:lnTo>
                    <a:pt x="912498" y="916129"/>
                  </a:lnTo>
                  <a:lnTo>
                    <a:pt x="914029" y="914400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31239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31331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31424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31516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31609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31702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31794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31887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31980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32072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3216532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32257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32350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32443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32535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32628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32721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32813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32906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32998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330915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33184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33276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33369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33462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335546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33647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33739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33832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339251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34017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34110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34203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34295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343882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34480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34573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34666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347587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34851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34943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35036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35129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352218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35314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35407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35499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35592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35684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35777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35870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35962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36055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36148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36240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36333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36425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36518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36611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36703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36796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36889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36981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37074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37166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3725954" y="1378102"/>
              <a:ext cx="921709" cy="914400"/>
            </a:xfrm>
            <a:custGeom>
              <a:avLst/>
              <a:pathLst>
                <a:path w="92170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09" y="897161"/>
                  </a:lnTo>
                  <a:lnTo>
                    <a:pt x="920432" y="904413"/>
                  </a:lnTo>
                  <a:lnTo>
                    <a:pt x="918357" y="914400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2040230" y="1343625"/>
              <a:ext cx="914400" cy="930889"/>
            </a:xfrm>
            <a:custGeom>
              <a:avLst/>
              <a:pathLst>
                <a:path w="914400" h="930889">
                  <a:moveTo>
                    <a:pt x="914400" y="914400"/>
                  </a:moveTo>
                  <a:lnTo>
                    <a:pt x="914400" y="930889"/>
                  </a:lnTo>
                  <a:lnTo>
                    <a:pt x="912698" y="927319"/>
                  </a:lnTo>
                  <a:lnTo>
                    <a:pt x="909069" y="918853"/>
                  </a:lnTo>
                  <a:lnTo>
                    <a:pt x="907357" y="914400"/>
                  </a:lnTo>
                  <a:close/>
                </a:path>
              </a:pathLst>
            </a:custGeom>
            <a:solidFill>
              <a:srgbClr val="FFC47A">
                <a:alpha val="100000"/>
              </a:srgbClr>
            </a:solidFill>
            <a:ln w="5420" cap="flat">
              <a:solidFill>
                <a:srgbClr val="FFC4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20402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6" y="931638"/>
                  </a:lnTo>
                  <a:lnTo>
                    <a:pt x="914400" y="93088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20494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205875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20680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20772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20865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20958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210506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21143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21235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21328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214211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21513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21606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21699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21791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218842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21976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22069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22162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222547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22347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22439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22532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22625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227178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22810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22903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22995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230883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23180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23273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23366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23458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235514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2364408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23736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23829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2392195" y="1360864"/>
              <a:ext cx="920082" cy="914400"/>
            </a:xfrm>
            <a:custGeom>
              <a:avLst/>
              <a:pathLst>
                <a:path w="92008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452" y="897161"/>
                  </a:lnTo>
                  <a:lnTo>
                    <a:pt x="919543" y="907422"/>
                  </a:lnTo>
                  <a:lnTo>
                    <a:pt x="920082" y="914400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3123910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29" y="914400"/>
                  </a:lnTo>
                  <a:lnTo>
                    <a:pt x="914400" y="913981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3133172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981"/>
                  </a:lnTo>
                  <a:lnTo>
                    <a:pt x="908165" y="910562"/>
                  </a:lnTo>
                  <a:lnTo>
                    <a:pt x="913244" y="905479"/>
                  </a:lnTo>
                  <a:lnTo>
                    <a:pt x="914400" y="904462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3142434" y="13436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1701"/>
                  </a:lnTo>
                  <a:lnTo>
                    <a:pt x="909195" y="918131"/>
                  </a:lnTo>
                  <a:lnTo>
                    <a:pt x="914077" y="914400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31424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31516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31609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31702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31794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31887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31980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32072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3216532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32257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32350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32443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32535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32628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32721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32813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32906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32998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330915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33184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33276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33369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33462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335546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33647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33739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33832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339251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34017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34110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34203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34295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343882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34480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34573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34666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347587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34851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34943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35036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35129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352218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35314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35407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35499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35592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35684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35777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35870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35962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36055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36148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36240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36333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36425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36518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36611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36703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36796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36889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36981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37074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9">
                <a:alpha val="100000"/>
              </a:srgbClr>
            </a:solidFill>
            <a:ln w="5420" cap="flat">
              <a:solidFill>
                <a:srgbClr val="F27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37166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3725954" y="13608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606"/>
                  </a:lnTo>
                  <a:lnTo>
                    <a:pt x="922242" y="911368"/>
                  </a:lnTo>
                  <a:lnTo>
                    <a:pt x="921709" y="914400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3735217" y="1343625"/>
              <a:ext cx="914934" cy="918845"/>
            </a:xfrm>
            <a:custGeom>
              <a:avLst/>
              <a:pathLst>
                <a:path w="914934" h="918845">
                  <a:moveTo>
                    <a:pt x="914400" y="914400"/>
                  </a:moveTo>
                  <a:lnTo>
                    <a:pt x="914934" y="914400"/>
                  </a:lnTo>
                  <a:lnTo>
                    <a:pt x="914499" y="918162"/>
                  </a:lnTo>
                  <a:lnTo>
                    <a:pt x="914400" y="918845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2030968" y="1326387"/>
              <a:ext cx="914400" cy="925695"/>
            </a:xfrm>
            <a:custGeom>
              <a:avLst/>
              <a:pathLst>
                <a:path w="914400" h="925695">
                  <a:moveTo>
                    <a:pt x="914400" y="914400"/>
                  </a:moveTo>
                  <a:lnTo>
                    <a:pt x="914400" y="925695"/>
                  </a:lnTo>
                  <a:lnTo>
                    <a:pt x="911812" y="918158"/>
                  </a:lnTo>
                  <a:lnTo>
                    <a:pt x="910665" y="914400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20309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619" y="931638"/>
                  </a:lnTo>
                  <a:lnTo>
                    <a:pt x="914945" y="927284"/>
                  </a:lnTo>
                  <a:lnTo>
                    <a:pt x="914400" y="925695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20402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20494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205875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20680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20772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20865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20958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210506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21143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21235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21328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214211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21513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21606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21699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21791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218842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21976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22069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22162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222547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22347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22439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22532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22625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227178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22810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22903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22995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230883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23180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23273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23366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23458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235514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2364408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23736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23829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2392195" y="1343625"/>
              <a:ext cx="918452" cy="914400"/>
            </a:xfrm>
            <a:custGeom>
              <a:avLst/>
              <a:pathLst>
                <a:path w="91845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5928" y="897161"/>
                  </a:lnTo>
                  <a:lnTo>
                    <a:pt x="916965" y="903378"/>
                  </a:lnTo>
                  <a:lnTo>
                    <a:pt x="918405" y="913956"/>
                  </a:lnTo>
                  <a:lnTo>
                    <a:pt x="918452" y="914400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3142434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77" y="914400"/>
                  </a:lnTo>
                  <a:lnTo>
                    <a:pt x="914400" y="914153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3151697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53"/>
                  </a:lnTo>
                  <a:lnTo>
                    <a:pt x="905266" y="914055"/>
                  </a:lnTo>
                  <a:lnTo>
                    <a:pt x="910707" y="910498"/>
                  </a:lnTo>
                  <a:lnTo>
                    <a:pt x="914400" y="90847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3160959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478"/>
                  </a:lnTo>
                  <a:lnTo>
                    <a:pt x="906976" y="907472"/>
                  </a:lnTo>
                  <a:lnTo>
                    <a:pt x="907270" y="907326"/>
                  </a:lnTo>
                  <a:lnTo>
                    <a:pt x="907566" y="907180"/>
                  </a:lnTo>
                  <a:lnTo>
                    <a:pt x="907861" y="907034"/>
                  </a:lnTo>
                  <a:lnTo>
                    <a:pt x="908157" y="906887"/>
                  </a:lnTo>
                  <a:lnTo>
                    <a:pt x="908453" y="906741"/>
                  </a:lnTo>
                  <a:lnTo>
                    <a:pt x="908748" y="906595"/>
                  </a:lnTo>
                  <a:lnTo>
                    <a:pt x="909044" y="906448"/>
                  </a:lnTo>
                  <a:lnTo>
                    <a:pt x="909340" y="906302"/>
                  </a:lnTo>
                  <a:lnTo>
                    <a:pt x="909635" y="906156"/>
                  </a:lnTo>
                  <a:lnTo>
                    <a:pt x="909931" y="906010"/>
                  </a:lnTo>
                  <a:lnTo>
                    <a:pt x="910227" y="905863"/>
                  </a:lnTo>
                  <a:lnTo>
                    <a:pt x="910522" y="905717"/>
                  </a:lnTo>
                  <a:lnTo>
                    <a:pt x="910818" y="905571"/>
                  </a:lnTo>
                  <a:lnTo>
                    <a:pt x="911114" y="905425"/>
                  </a:lnTo>
                  <a:lnTo>
                    <a:pt x="911410" y="905278"/>
                  </a:lnTo>
                  <a:lnTo>
                    <a:pt x="911705" y="905132"/>
                  </a:lnTo>
                  <a:lnTo>
                    <a:pt x="912001" y="904986"/>
                  </a:lnTo>
                  <a:lnTo>
                    <a:pt x="912297" y="904840"/>
                  </a:lnTo>
                  <a:lnTo>
                    <a:pt x="912593" y="904693"/>
                  </a:lnTo>
                  <a:lnTo>
                    <a:pt x="912888" y="904547"/>
                  </a:lnTo>
                  <a:lnTo>
                    <a:pt x="913184" y="904401"/>
                  </a:lnTo>
                  <a:lnTo>
                    <a:pt x="913480" y="904255"/>
                  </a:lnTo>
                  <a:lnTo>
                    <a:pt x="913776" y="904109"/>
                  </a:lnTo>
                  <a:lnTo>
                    <a:pt x="914071" y="903962"/>
                  </a:lnTo>
                  <a:lnTo>
                    <a:pt x="914400" y="903800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3170221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00"/>
                  </a:lnTo>
                  <a:lnTo>
                    <a:pt x="905401" y="903670"/>
                  </a:lnTo>
                  <a:lnTo>
                    <a:pt x="905697" y="903524"/>
                  </a:lnTo>
                  <a:lnTo>
                    <a:pt x="905992" y="903378"/>
                  </a:lnTo>
                  <a:lnTo>
                    <a:pt x="906288" y="903232"/>
                  </a:lnTo>
                  <a:lnTo>
                    <a:pt x="906584" y="903085"/>
                  </a:lnTo>
                  <a:lnTo>
                    <a:pt x="906880" y="902939"/>
                  </a:lnTo>
                  <a:lnTo>
                    <a:pt x="907176" y="902793"/>
                  </a:lnTo>
                  <a:lnTo>
                    <a:pt x="907472" y="902647"/>
                  </a:lnTo>
                  <a:lnTo>
                    <a:pt x="907767" y="902501"/>
                  </a:lnTo>
                  <a:lnTo>
                    <a:pt x="908063" y="902355"/>
                  </a:lnTo>
                  <a:lnTo>
                    <a:pt x="908359" y="902209"/>
                  </a:lnTo>
                  <a:lnTo>
                    <a:pt x="908655" y="902063"/>
                  </a:lnTo>
                  <a:lnTo>
                    <a:pt x="908951" y="901917"/>
                  </a:lnTo>
                  <a:lnTo>
                    <a:pt x="909247" y="901770"/>
                  </a:lnTo>
                  <a:lnTo>
                    <a:pt x="909543" y="901624"/>
                  </a:lnTo>
                  <a:lnTo>
                    <a:pt x="909839" y="901478"/>
                  </a:lnTo>
                  <a:lnTo>
                    <a:pt x="910135" y="901332"/>
                  </a:lnTo>
                  <a:lnTo>
                    <a:pt x="910430" y="901186"/>
                  </a:lnTo>
                  <a:lnTo>
                    <a:pt x="910726" y="901040"/>
                  </a:lnTo>
                  <a:lnTo>
                    <a:pt x="911022" y="900894"/>
                  </a:lnTo>
                  <a:lnTo>
                    <a:pt x="911318" y="900748"/>
                  </a:lnTo>
                  <a:lnTo>
                    <a:pt x="911614" y="900602"/>
                  </a:lnTo>
                  <a:lnTo>
                    <a:pt x="911910" y="900456"/>
                  </a:lnTo>
                  <a:lnTo>
                    <a:pt x="912206" y="900310"/>
                  </a:lnTo>
                  <a:lnTo>
                    <a:pt x="912502" y="900164"/>
                  </a:lnTo>
                  <a:lnTo>
                    <a:pt x="912798" y="900018"/>
                  </a:lnTo>
                  <a:lnTo>
                    <a:pt x="913094" y="899872"/>
                  </a:lnTo>
                  <a:lnTo>
                    <a:pt x="913390" y="899726"/>
                  </a:lnTo>
                  <a:lnTo>
                    <a:pt x="913686" y="899580"/>
                  </a:lnTo>
                  <a:lnTo>
                    <a:pt x="913982" y="899434"/>
                  </a:lnTo>
                  <a:lnTo>
                    <a:pt x="914400" y="89922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3179483" y="13263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67"/>
                  </a:lnTo>
                  <a:lnTo>
                    <a:pt x="905312" y="916381"/>
                  </a:lnTo>
                  <a:lnTo>
                    <a:pt x="905608" y="916235"/>
                  </a:lnTo>
                  <a:lnTo>
                    <a:pt x="905904" y="916089"/>
                  </a:lnTo>
                  <a:lnTo>
                    <a:pt x="906200" y="915943"/>
                  </a:lnTo>
                  <a:lnTo>
                    <a:pt x="906496" y="915797"/>
                  </a:lnTo>
                  <a:lnTo>
                    <a:pt x="906792" y="915651"/>
                  </a:lnTo>
                  <a:lnTo>
                    <a:pt x="907088" y="915505"/>
                  </a:lnTo>
                  <a:lnTo>
                    <a:pt x="907384" y="915359"/>
                  </a:lnTo>
                  <a:lnTo>
                    <a:pt x="909546" y="914400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31794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31887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31980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32072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3216532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32257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32350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32443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32535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32628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32721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32813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32906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32998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33091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33184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33276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33369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33462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335546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33647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33739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33832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339251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34017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34110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34203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34295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343882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34480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34573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34666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347587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34851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34943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35036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35129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352218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35314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35407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35499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355923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35684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35777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35870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35962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36055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36148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36240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36333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36425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36518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36611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36703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36796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36889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36981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37074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37166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37259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3735217" y="13436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009"/>
                  </a:lnTo>
                  <a:lnTo>
                    <a:pt x="922021" y="905654"/>
                  </a:lnTo>
                  <a:lnTo>
                    <a:pt x="916823" y="910235"/>
                  </a:lnTo>
                  <a:lnTo>
                    <a:pt x="915279" y="911418"/>
                  </a:lnTo>
                  <a:lnTo>
                    <a:pt x="914934" y="914400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3744479" y="1326387"/>
              <a:ext cx="920846" cy="921248"/>
            </a:xfrm>
            <a:custGeom>
              <a:avLst/>
              <a:pathLst>
                <a:path w="920846" h="921248">
                  <a:moveTo>
                    <a:pt x="914400" y="914400"/>
                  </a:moveTo>
                  <a:lnTo>
                    <a:pt x="920846" y="914400"/>
                  </a:lnTo>
                  <a:lnTo>
                    <a:pt x="917822" y="917817"/>
                  </a:lnTo>
                  <a:lnTo>
                    <a:pt x="914400" y="92124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2030968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665" y="931638"/>
                  </a:lnTo>
                  <a:lnTo>
                    <a:pt x="908939" y="925978"/>
                  </a:lnTo>
                  <a:lnTo>
                    <a:pt x="906335" y="916293"/>
                  </a:lnTo>
                  <a:lnTo>
                    <a:pt x="905891" y="914400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20309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20402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20494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205875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20680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20772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20865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20958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210506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21143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21235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21328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214211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21513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21606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21699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21791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218842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21976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22069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22162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222547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22347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22439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22532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22625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227178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22810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22903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22995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230883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23180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23273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23366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23458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235514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2364408" y="13091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23736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2392195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550" y="897161"/>
                  </a:lnTo>
                  <a:lnTo>
                    <a:pt x="913197" y="899958"/>
                  </a:lnTo>
                  <a:lnTo>
                    <a:pt x="914399" y="906022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2392195" y="1326387"/>
              <a:ext cx="915928" cy="914400"/>
            </a:xfrm>
            <a:custGeom>
              <a:avLst/>
              <a:pathLst>
                <a:path w="915928" h="914400">
                  <a:moveTo>
                    <a:pt x="914399" y="914400"/>
                  </a:moveTo>
                  <a:lnTo>
                    <a:pt x="914399" y="906022"/>
                  </a:lnTo>
                  <a:lnTo>
                    <a:pt x="915227" y="910195"/>
                  </a:lnTo>
                  <a:lnTo>
                    <a:pt x="915928" y="914400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317948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546" y="914400"/>
                  </a:lnTo>
                  <a:lnTo>
                    <a:pt x="912718" y="912991"/>
                  </a:lnTo>
                  <a:lnTo>
                    <a:pt x="914400" y="912406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318874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406"/>
                  </a:lnTo>
                  <a:lnTo>
                    <a:pt x="908847" y="911115"/>
                  </a:lnTo>
                  <a:lnTo>
                    <a:pt x="914400" y="909717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319800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717"/>
                  </a:lnTo>
                  <a:lnTo>
                    <a:pt x="910482" y="908858"/>
                  </a:lnTo>
                  <a:lnTo>
                    <a:pt x="914400" y="908590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320727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590"/>
                  </a:lnTo>
                  <a:lnTo>
                    <a:pt x="906699" y="908483"/>
                  </a:lnTo>
                  <a:lnTo>
                    <a:pt x="912183" y="908610"/>
                  </a:lnTo>
                  <a:lnTo>
                    <a:pt x="912651" y="908643"/>
                  </a:lnTo>
                  <a:lnTo>
                    <a:pt x="913122" y="908676"/>
                  </a:lnTo>
                  <a:lnTo>
                    <a:pt x="913592" y="908708"/>
                  </a:lnTo>
                  <a:lnTo>
                    <a:pt x="914063" y="908741"/>
                  </a:lnTo>
                  <a:lnTo>
                    <a:pt x="914400" y="908764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3216532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764"/>
                  </a:lnTo>
                  <a:lnTo>
                    <a:pt x="905271" y="908774"/>
                  </a:lnTo>
                  <a:lnTo>
                    <a:pt x="905742" y="908806"/>
                  </a:lnTo>
                  <a:lnTo>
                    <a:pt x="906213" y="908839"/>
                  </a:lnTo>
                  <a:lnTo>
                    <a:pt x="906683" y="908872"/>
                  </a:lnTo>
                  <a:lnTo>
                    <a:pt x="907154" y="908904"/>
                  </a:lnTo>
                  <a:lnTo>
                    <a:pt x="907624" y="908937"/>
                  </a:lnTo>
                  <a:lnTo>
                    <a:pt x="908095" y="908970"/>
                  </a:lnTo>
                  <a:lnTo>
                    <a:pt x="908565" y="909003"/>
                  </a:lnTo>
                  <a:lnTo>
                    <a:pt x="909036" y="909036"/>
                  </a:lnTo>
                  <a:lnTo>
                    <a:pt x="909506" y="909068"/>
                  </a:lnTo>
                  <a:lnTo>
                    <a:pt x="909977" y="909101"/>
                  </a:lnTo>
                  <a:lnTo>
                    <a:pt x="910448" y="909134"/>
                  </a:lnTo>
                  <a:lnTo>
                    <a:pt x="910918" y="909167"/>
                  </a:lnTo>
                  <a:lnTo>
                    <a:pt x="911389" y="909200"/>
                  </a:lnTo>
                  <a:lnTo>
                    <a:pt x="911859" y="909233"/>
                  </a:lnTo>
                  <a:lnTo>
                    <a:pt x="912330" y="909266"/>
                  </a:lnTo>
                  <a:lnTo>
                    <a:pt x="912800" y="909299"/>
                  </a:lnTo>
                  <a:lnTo>
                    <a:pt x="913271" y="909332"/>
                  </a:lnTo>
                  <a:lnTo>
                    <a:pt x="913741" y="909365"/>
                  </a:lnTo>
                  <a:lnTo>
                    <a:pt x="914212" y="909398"/>
                  </a:lnTo>
                  <a:lnTo>
                    <a:pt x="914399" y="909411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322579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11"/>
                  </a:lnTo>
                  <a:lnTo>
                    <a:pt x="905420" y="909431"/>
                  </a:lnTo>
                  <a:lnTo>
                    <a:pt x="905891" y="909464"/>
                  </a:lnTo>
                  <a:lnTo>
                    <a:pt x="906361" y="909497"/>
                  </a:lnTo>
                  <a:lnTo>
                    <a:pt x="906832" y="909530"/>
                  </a:lnTo>
                  <a:lnTo>
                    <a:pt x="907302" y="909563"/>
                  </a:lnTo>
                  <a:lnTo>
                    <a:pt x="907773" y="909596"/>
                  </a:lnTo>
                  <a:lnTo>
                    <a:pt x="908243" y="909629"/>
                  </a:lnTo>
                  <a:lnTo>
                    <a:pt x="908714" y="909662"/>
                  </a:lnTo>
                  <a:lnTo>
                    <a:pt x="909184" y="909695"/>
                  </a:lnTo>
                  <a:lnTo>
                    <a:pt x="909655" y="909729"/>
                  </a:lnTo>
                  <a:lnTo>
                    <a:pt x="910125" y="909762"/>
                  </a:lnTo>
                  <a:lnTo>
                    <a:pt x="910596" y="909795"/>
                  </a:lnTo>
                  <a:lnTo>
                    <a:pt x="911066" y="909828"/>
                  </a:lnTo>
                  <a:lnTo>
                    <a:pt x="911537" y="909861"/>
                  </a:lnTo>
                  <a:lnTo>
                    <a:pt x="912007" y="909895"/>
                  </a:lnTo>
                  <a:lnTo>
                    <a:pt x="912478" y="909928"/>
                  </a:lnTo>
                  <a:lnTo>
                    <a:pt x="912948" y="909961"/>
                  </a:lnTo>
                  <a:lnTo>
                    <a:pt x="913419" y="909995"/>
                  </a:lnTo>
                  <a:lnTo>
                    <a:pt x="913889" y="910028"/>
                  </a:lnTo>
                  <a:lnTo>
                    <a:pt x="914400" y="910064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323505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64"/>
                  </a:lnTo>
                  <a:lnTo>
                    <a:pt x="905568" y="910095"/>
                  </a:lnTo>
                  <a:lnTo>
                    <a:pt x="906038" y="910128"/>
                  </a:lnTo>
                  <a:lnTo>
                    <a:pt x="906509" y="910161"/>
                  </a:lnTo>
                  <a:lnTo>
                    <a:pt x="906979" y="910195"/>
                  </a:lnTo>
                  <a:lnTo>
                    <a:pt x="907450" y="910228"/>
                  </a:lnTo>
                  <a:lnTo>
                    <a:pt x="907920" y="910262"/>
                  </a:lnTo>
                  <a:lnTo>
                    <a:pt x="908391" y="910295"/>
                  </a:lnTo>
                  <a:lnTo>
                    <a:pt x="908861" y="910329"/>
                  </a:lnTo>
                  <a:lnTo>
                    <a:pt x="909332" y="910362"/>
                  </a:lnTo>
                  <a:lnTo>
                    <a:pt x="909802" y="910396"/>
                  </a:lnTo>
                  <a:lnTo>
                    <a:pt x="910273" y="910429"/>
                  </a:lnTo>
                  <a:lnTo>
                    <a:pt x="910743" y="910463"/>
                  </a:lnTo>
                  <a:lnTo>
                    <a:pt x="914400" y="910724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3244319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724"/>
                  </a:lnTo>
                  <a:lnTo>
                    <a:pt x="914400" y="911384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3253581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384"/>
                  </a:lnTo>
                  <a:lnTo>
                    <a:pt x="914400" y="912045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326284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045"/>
                  </a:lnTo>
                  <a:lnTo>
                    <a:pt x="914400" y="912706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327210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706"/>
                  </a:lnTo>
                  <a:lnTo>
                    <a:pt x="914400" y="91251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328136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510"/>
                  </a:lnTo>
                  <a:lnTo>
                    <a:pt x="914400" y="912314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329063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314"/>
                  </a:lnTo>
                  <a:lnTo>
                    <a:pt x="914400" y="91211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3299892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119"/>
                  </a:lnTo>
                  <a:lnTo>
                    <a:pt x="913862" y="911879"/>
                  </a:lnTo>
                  <a:lnTo>
                    <a:pt x="914226" y="911571"/>
                  </a:lnTo>
                  <a:lnTo>
                    <a:pt x="914400" y="911425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330915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425"/>
                  </a:lnTo>
                  <a:lnTo>
                    <a:pt x="905329" y="911263"/>
                  </a:lnTo>
                  <a:lnTo>
                    <a:pt x="905694" y="910955"/>
                  </a:lnTo>
                  <a:lnTo>
                    <a:pt x="906058" y="910647"/>
                  </a:lnTo>
                  <a:lnTo>
                    <a:pt x="911025" y="906724"/>
                  </a:lnTo>
                  <a:lnTo>
                    <a:pt x="914400" y="904411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331841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411"/>
                  </a:lnTo>
                  <a:lnTo>
                    <a:pt x="906825" y="903254"/>
                  </a:lnTo>
                  <a:lnTo>
                    <a:pt x="911973" y="900246"/>
                  </a:lnTo>
                  <a:lnTo>
                    <a:pt x="914400" y="898947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3327679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185"/>
                  </a:lnTo>
                  <a:lnTo>
                    <a:pt x="908474" y="914400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33276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33369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33462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335546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33647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33739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33832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339251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34017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34110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34203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34295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343882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34480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34573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34666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347587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34851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34943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35036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35129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352218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35314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35407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35499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355923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35684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35777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35870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35962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360554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361480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36240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363333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148">
                <a:alpha val="100000"/>
              </a:srgbClr>
            </a:solidFill>
            <a:ln w="5420" cap="flat">
              <a:solidFill>
                <a:srgbClr val="F1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364259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365185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366111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367038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367964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368890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36981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37074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37166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372595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37352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3744479" y="13263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090"/>
                  </a:lnTo>
                  <a:lnTo>
                    <a:pt x="922737" y="912262"/>
                  </a:lnTo>
                  <a:lnTo>
                    <a:pt x="920846" y="914400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3753741" y="1309148"/>
              <a:ext cx="923662" cy="928329"/>
            </a:xfrm>
            <a:custGeom>
              <a:avLst/>
              <a:pathLst>
                <a:path w="923662" h="9283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69"/>
                  </a:lnTo>
                  <a:lnTo>
                    <a:pt x="922810" y="917007"/>
                  </a:lnTo>
                  <a:lnTo>
                    <a:pt x="918229" y="923479"/>
                  </a:lnTo>
                  <a:lnTo>
                    <a:pt x="914400" y="92832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3763003" y="1309148"/>
              <a:ext cx="915208" cy="915669"/>
            </a:xfrm>
            <a:custGeom>
              <a:avLst/>
              <a:pathLst>
                <a:path w="915208" h="915669">
                  <a:moveTo>
                    <a:pt x="914400" y="914400"/>
                  </a:moveTo>
                  <a:lnTo>
                    <a:pt x="915208" y="914400"/>
                  </a:lnTo>
                  <a:lnTo>
                    <a:pt x="914400" y="9156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2021706" y="1291910"/>
              <a:ext cx="914400" cy="928423"/>
            </a:xfrm>
            <a:custGeom>
              <a:avLst/>
              <a:pathLst>
                <a:path w="914400" h="928423">
                  <a:moveTo>
                    <a:pt x="914400" y="914399"/>
                  </a:moveTo>
                  <a:lnTo>
                    <a:pt x="914400" y="928423"/>
                  </a:lnTo>
                  <a:lnTo>
                    <a:pt x="913270" y="923605"/>
                  </a:lnTo>
                  <a:lnTo>
                    <a:pt x="911412" y="91439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202170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154" y="931638"/>
                  </a:lnTo>
                  <a:lnTo>
                    <a:pt x="914400" y="928423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20309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20402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20494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205875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20680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20772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20865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209580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210506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21143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21235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21328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214211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21513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21606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21699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21791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218842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21976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22069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22162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222547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22347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22439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22532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22625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227178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22810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22903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22995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230883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23180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23273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23366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23458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235514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2364408" y="12919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23736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2382932" y="1309148"/>
              <a:ext cx="921812" cy="914400"/>
            </a:xfrm>
            <a:custGeom>
              <a:avLst/>
              <a:pathLst>
                <a:path w="92181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477" y="897161"/>
                  </a:lnTo>
                  <a:lnTo>
                    <a:pt x="917542" y="897392"/>
                  </a:lnTo>
                  <a:lnTo>
                    <a:pt x="920141" y="907174"/>
                  </a:lnTo>
                  <a:lnTo>
                    <a:pt x="921812" y="914400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3327679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74" y="914400"/>
                  </a:lnTo>
                  <a:lnTo>
                    <a:pt x="914400" y="91122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3336941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28"/>
                  </a:lnTo>
                  <a:lnTo>
                    <a:pt x="914400" y="906270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3346203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270"/>
                  </a:lnTo>
                  <a:lnTo>
                    <a:pt x="911518" y="902842"/>
                  </a:lnTo>
                  <a:lnTo>
                    <a:pt x="911838" y="902418"/>
                  </a:lnTo>
                  <a:lnTo>
                    <a:pt x="912158" y="901993"/>
                  </a:lnTo>
                  <a:lnTo>
                    <a:pt x="912478" y="901569"/>
                  </a:lnTo>
                  <a:lnTo>
                    <a:pt x="912798" y="901144"/>
                  </a:lnTo>
                  <a:lnTo>
                    <a:pt x="913118" y="900720"/>
                  </a:lnTo>
                  <a:lnTo>
                    <a:pt x="913438" y="900295"/>
                  </a:lnTo>
                  <a:lnTo>
                    <a:pt x="913758" y="899871"/>
                  </a:lnTo>
                  <a:lnTo>
                    <a:pt x="914078" y="899447"/>
                  </a:lnTo>
                  <a:lnTo>
                    <a:pt x="914400" y="899021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3355465" y="12919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259"/>
                  </a:lnTo>
                  <a:lnTo>
                    <a:pt x="905456" y="915836"/>
                  </a:lnTo>
                  <a:lnTo>
                    <a:pt x="905777" y="915412"/>
                  </a:lnTo>
                  <a:lnTo>
                    <a:pt x="906097" y="914988"/>
                  </a:lnTo>
                  <a:lnTo>
                    <a:pt x="906417" y="914563"/>
                  </a:lnTo>
                  <a:lnTo>
                    <a:pt x="906541" y="91439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335546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33647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33739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33832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339251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34017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34110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34203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34295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343882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34480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34573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34666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347587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34851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34943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35036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35129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352218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35314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35407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35499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355923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35684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35777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35870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35962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360554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361480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36240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363333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364259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365185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366111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367038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367964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368890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36981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37074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37166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372595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37352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37444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37537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3763003" y="13091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843"/>
                  </a:lnTo>
                  <a:lnTo>
                    <a:pt x="922140" y="902787"/>
                  </a:lnTo>
                  <a:lnTo>
                    <a:pt x="917943" y="910104"/>
                  </a:lnTo>
                  <a:lnTo>
                    <a:pt x="915208" y="914400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3772265" y="1291910"/>
              <a:ext cx="915787" cy="917082"/>
            </a:xfrm>
            <a:custGeom>
              <a:avLst/>
              <a:pathLst>
                <a:path w="915787" h="917082">
                  <a:moveTo>
                    <a:pt x="914400" y="914399"/>
                  </a:moveTo>
                  <a:lnTo>
                    <a:pt x="915787" y="914399"/>
                  </a:lnTo>
                  <a:lnTo>
                    <a:pt x="914400" y="917082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2021706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12" y="931638"/>
                  </a:lnTo>
                  <a:lnTo>
                    <a:pt x="911224" y="930705"/>
                  </a:lnTo>
                  <a:lnTo>
                    <a:pt x="909467" y="920381"/>
                  </a:lnTo>
                  <a:lnTo>
                    <a:pt x="908631" y="91439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202170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20309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20402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20494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205875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20680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20772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20865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20958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210506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21143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21235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21328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214211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21513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21606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21699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21791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218842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21976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22069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22162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222547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22347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22439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22532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22625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227178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22810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22903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22995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230883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23180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23273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23366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23458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235514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2364408" y="127467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2382932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513" y="897161"/>
                  </a:lnTo>
                  <a:lnTo>
                    <a:pt x="913695" y="901076"/>
                  </a:lnTo>
                  <a:lnTo>
                    <a:pt x="913814" y="901494"/>
                  </a:lnTo>
                  <a:lnTo>
                    <a:pt x="913934" y="901918"/>
                  </a:lnTo>
                  <a:lnTo>
                    <a:pt x="914054" y="902341"/>
                  </a:lnTo>
                  <a:lnTo>
                    <a:pt x="914175" y="902765"/>
                  </a:lnTo>
                  <a:lnTo>
                    <a:pt x="914295" y="903189"/>
                  </a:lnTo>
                  <a:lnTo>
                    <a:pt x="914400" y="903556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2382932" y="1291910"/>
              <a:ext cx="917477" cy="914399"/>
            </a:xfrm>
            <a:custGeom>
              <a:avLst/>
              <a:pathLst>
                <a:path w="917477" h="914399">
                  <a:moveTo>
                    <a:pt x="914400" y="914399"/>
                  </a:moveTo>
                  <a:lnTo>
                    <a:pt x="914416" y="903613"/>
                  </a:lnTo>
                  <a:lnTo>
                    <a:pt x="914536" y="904036"/>
                  </a:lnTo>
                  <a:lnTo>
                    <a:pt x="914656" y="904460"/>
                  </a:lnTo>
                  <a:lnTo>
                    <a:pt x="914777" y="904884"/>
                  </a:lnTo>
                  <a:lnTo>
                    <a:pt x="914897" y="905308"/>
                  </a:lnTo>
                  <a:lnTo>
                    <a:pt x="915017" y="905731"/>
                  </a:lnTo>
                  <a:lnTo>
                    <a:pt x="915138" y="906155"/>
                  </a:lnTo>
                  <a:lnTo>
                    <a:pt x="915258" y="906579"/>
                  </a:lnTo>
                  <a:lnTo>
                    <a:pt x="915378" y="907003"/>
                  </a:lnTo>
                  <a:lnTo>
                    <a:pt x="915499" y="907426"/>
                  </a:lnTo>
                  <a:lnTo>
                    <a:pt x="915619" y="907850"/>
                  </a:lnTo>
                  <a:lnTo>
                    <a:pt x="915739" y="908274"/>
                  </a:lnTo>
                  <a:lnTo>
                    <a:pt x="915859" y="908698"/>
                  </a:lnTo>
                  <a:lnTo>
                    <a:pt x="915980" y="909122"/>
                  </a:lnTo>
                  <a:lnTo>
                    <a:pt x="916100" y="909545"/>
                  </a:lnTo>
                  <a:lnTo>
                    <a:pt x="916220" y="909969"/>
                  </a:lnTo>
                  <a:lnTo>
                    <a:pt x="916340" y="910393"/>
                  </a:lnTo>
                  <a:lnTo>
                    <a:pt x="916461" y="910817"/>
                  </a:lnTo>
                  <a:lnTo>
                    <a:pt x="916581" y="911240"/>
                  </a:lnTo>
                  <a:lnTo>
                    <a:pt x="916701" y="911664"/>
                  </a:lnTo>
                  <a:lnTo>
                    <a:pt x="916821" y="912088"/>
                  </a:lnTo>
                  <a:lnTo>
                    <a:pt x="916942" y="912512"/>
                  </a:lnTo>
                  <a:lnTo>
                    <a:pt x="917062" y="912936"/>
                  </a:lnTo>
                  <a:lnTo>
                    <a:pt x="917182" y="913359"/>
                  </a:lnTo>
                  <a:lnTo>
                    <a:pt x="917302" y="913783"/>
                  </a:lnTo>
                  <a:lnTo>
                    <a:pt x="917422" y="914207"/>
                  </a:lnTo>
                  <a:lnTo>
                    <a:pt x="917477" y="91439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3355465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6541" y="914399"/>
                  </a:lnTo>
                  <a:lnTo>
                    <a:pt x="906737" y="914139"/>
                  </a:lnTo>
                  <a:lnTo>
                    <a:pt x="911370" y="908321"/>
                  </a:lnTo>
                  <a:lnTo>
                    <a:pt x="914400" y="904916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3364728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155"/>
                  </a:lnTo>
                  <a:lnTo>
                    <a:pt x="906891" y="920183"/>
                  </a:lnTo>
                  <a:lnTo>
                    <a:pt x="911814" y="915260"/>
                  </a:lnTo>
                  <a:lnTo>
                    <a:pt x="912790" y="91439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33647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33739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33832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339251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34017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34110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34203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34295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343882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34480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34573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34666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347587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34851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34943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35036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35129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352218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35314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35407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35499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355923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35684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35777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35870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6">
                <a:alpha val="100000"/>
              </a:srgbClr>
            </a:solidFill>
            <a:ln w="5420" cap="flat">
              <a:solidFill>
                <a:srgbClr val="F070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35962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360554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361480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362407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363333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364259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365185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366111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367038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367964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368890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36981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37074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37166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372595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37352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37444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37537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37630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3772265" y="1291910"/>
              <a:ext cx="923598" cy="914399"/>
            </a:xfrm>
            <a:custGeom>
              <a:avLst/>
              <a:pathLst>
                <a:path w="92359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598" y="897161"/>
                  </a:lnTo>
                  <a:lnTo>
                    <a:pt x="920634" y="904228"/>
                  </a:lnTo>
                  <a:lnTo>
                    <a:pt x="916865" y="912314"/>
                  </a:lnTo>
                  <a:lnTo>
                    <a:pt x="915787" y="91439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2021706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631" y="931638"/>
                  </a:lnTo>
                  <a:lnTo>
                    <a:pt x="908002" y="927138"/>
                  </a:lnTo>
                  <a:lnTo>
                    <a:pt x="906833" y="916529"/>
                  </a:lnTo>
                  <a:lnTo>
                    <a:pt x="906661" y="91439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202170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20309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20402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20494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205875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20680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20772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20865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20958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210506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211432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212359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213285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214211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21513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21606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21699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21791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218842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21976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22069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22162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222547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22347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22439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22532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22625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227178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22810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22903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22995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230883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23180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23273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23366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23458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235514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2364408" y="12574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2373670" y="1274671"/>
              <a:ext cx="921775" cy="914399"/>
            </a:xfrm>
            <a:custGeom>
              <a:avLst/>
              <a:pathLst>
                <a:path w="9217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005" y="897161"/>
                  </a:lnTo>
                  <a:lnTo>
                    <a:pt x="917146" y="900172"/>
                  </a:lnTo>
                  <a:lnTo>
                    <a:pt x="920176" y="909105"/>
                  </a:lnTo>
                  <a:lnTo>
                    <a:pt x="921775" y="91439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3364728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790" y="914399"/>
                  </a:lnTo>
                  <a:lnTo>
                    <a:pt x="914400" y="91297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3373990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2979"/>
                  </a:lnTo>
                  <a:lnTo>
                    <a:pt x="907602" y="910805"/>
                  </a:lnTo>
                  <a:lnTo>
                    <a:pt x="912766" y="906827"/>
                  </a:lnTo>
                  <a:lnTo>
                    <a:pt x="914400" y="905744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3383252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5744"/>
                  </a:lnTo>
                  <a:lnTo>
                    <a:pt x="908768" y="903337"/>
                  </a:lnTo>
                  <a:lnTo>
                    <a:pt x="914120" y="900344"/>
                  </a:lnTo>
                  <a:lnTo>
                    <a:pt x="914400" y="900202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3392514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441"/>
                  </a:lnTo>
                  <a:lnTo>
                    <a:pt x="911118" y="91439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339251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34017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34110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34203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34295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343882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34480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34573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34666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347587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34851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34943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35036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35129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352218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35314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35407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35499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355923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35684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35777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35870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35962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360554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361480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362407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363333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364259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365185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366111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367038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367964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368890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36981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37074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37166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372595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37352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37444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37537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37630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3772265" y="1274671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48"/>
                  </a:lnTo>
                  <a:lnTo>
                    <a:pt x="923598" y="91439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3781528" y="1257433"/>
              <a:ext cx="920598" cy="931486"/>
            </a:xfrm>
            <a:custGeom>
              <a:avLst/>
              <a:pathLst>
                <a:path w="920598" h="931486">
                  <a:moveTo>
                    <a:pt x="914400" y="914399"/>
                  </a:moveTo>
                  <a:lnTo>
                    <a:pt x="920598" y="914399"/>
                  </a:lnTo>
                  <a:lnTo>
                    <a:pt x="918210" y="921502"/>
                  </a:lnTo>
                  <a:lnTo>
                    <a:pt x="914910" y="930268"/>
                  </a:lnTo>
                  <a:lnTo>
                    <a:pt x="914400" y="931486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2021706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6661" y="931638"/>
                  </a:lnTo>
                  <a:lnTo>
                    <a:pt x="905965" y="923058"/>
                  </a:lnTo>
                  <a:lnTo>
                    <a:pt x="905511" y="91439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202170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20309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20402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20494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205875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20680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20772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20865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20958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210506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211432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212359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213285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214211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21513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21606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21699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21791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218842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21976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22069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22162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222547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22347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22439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22532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22625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227178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22810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22903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22995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230883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23180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23273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23366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23458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235514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2373670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825" y="897161"/>
                  </a:lnTo>
                  <a:lnTo>
                    <a:pt x="910371" y="900466"/>
                  </a:lnTo>
                  <a:lnTo>
                    <a:pt x="913875" y="908777"/>
                  </a:lnTo>
                  <a:lnTo>
                    <a:pt x="914400" y="910162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2373670" y="1257433"/>
              <a:ext cx="916005" cy="914399"/>
            </a:xfrm>
            <a:custGeom>
              <a:avLst/>
              <a:pathLst>
                <a:path w="916005" h="914399">
                  <a:moveTo>
                    <a:pt x="914400" y="914399"/>
                  </a:moveTo>
                  <a:lnTo>
                    <a:pt x="914400" y="910162"/>
                  </a:lnTo>
                  <a:lnTo>
                    <a:pt x="916005" y="91439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3392514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1118" y="914399"/>
                  </a:lnTo>
                  <a:lnTo>
                    <a:pt x="914400" y="912731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3401777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969"/>
                  </a:lnTo>
                  <a:lnTo>
                    <a:pt x="909255" y="927820"/>
                  </a:lnTo>
                  <a:lnTo>
                    <a:pt x="910375" y="917026"/>
                  </a:lnTo>
                  <a:lnTo>
                    <a:pt x="910727" y="91439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34017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34110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34203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34295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343882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34480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34573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34666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347587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34851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34943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35036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35129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352218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35314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35407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35499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355923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35684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35777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35870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35962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360554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361480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362407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363333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364259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365185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366111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367038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367964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368890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36981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37074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37166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372595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37352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37444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37537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37630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377226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3781528" y="12574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396"/>
                  </a:lnTo>
                  <a:lnTo>
                    <a:pt x="921261" y="912430"/>
                  </a:lnTo>
                  <a:lnTo>
                    <a:pt x="920598" y="91439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3790790" y="1240194"/>
              <a:ext cx="916352" cy="921634"/>
            </a:xfrm>
            <a:custGeom>
              <a:avLst/>
              <a:pathLst>
                <a:path w="916352" h="921634">
                  <a:moveTo>
                    <a:pt x="914400" y="914399"/>
                  </a:moveTo>
                  <a:lnTo>
                    <a:pt x="916352" y="914399"/>
                  </a:lnTo>
                  <a:lnTo>
                    <a:pt x="914794" y="920314"/>
                  </a:lnTo>
                  <a:lnTo>
                    <a:pt x="914400" y="921634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2021706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11" y="931638"/>
                  </a:lnTo>
                  <a:lnTo>
                    <a:pt x="905399" y="929518"/>
                  </a:lnTo>
                  <a:lnTo>
                    <a:pt x="905137" y="918699"/>
                  </a:lnTo>
                  <a:lnTo>
                    <a:pt x="905154" y="91439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202170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20309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20402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20494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205875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20680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20772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20865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20958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210506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21143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212359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213285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214211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21513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21606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21699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21791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218842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21976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22069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22162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222547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22347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22439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22532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22625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227178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22810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22903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22995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230883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23180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23273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23366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23458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2364408" y="1240194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111" y="897161"/>
                  </a:lnTo>
                  <a:lnTo>
                    <a:pt x="911966" y="902134"/>
                  </a:lnTo>
                  <a:lnTo>
                    <a:pt x="914399" y="90682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2364408" y="1240194"/>
              <a:ext cx="918088" cy="914399"/>
            </a:xfrm>
            <a:custGeom>
              <a:avLst/>
              <a:pathLst>
                <a:path w="918088" h="914399">
                  <a:moveTo>
                    <a:pt x="914399" y="914399"/>
                  </a:moveTo>
                  <a:lnTo>
                    <a:pt x="914399" y="906829"/>
                  </a:lnTo>
                  <a:lnTo>
                    <a:pt x="915907" y="909737"/>
                  </a:lnTo>
                  <a:lnTo>
                    <a:pt x="918088" y="91439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3401777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0727" y="931638"/>
                  </a:lnTo>
                  <a:lnTo>
                    <a:pt x="911802" y="923596"/>
                  </a:lnTo>
                  <a:lnTo>
                    <a:pt x="913315" y="91439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34017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34110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34203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34295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343882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34480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34573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34666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347587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34851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34943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35036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35129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352218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35314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35407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35499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355923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35684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35777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35870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35962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360554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361480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362407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363333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364259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365185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366111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367038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367964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368890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36981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37074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37166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372595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37352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37444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37537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37630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377226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37815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3790790" y="1240194"/>
              <a:ext cx="920318" cy="914399"/>
            </a:xfrm>
            <a:custGeom>
              <a:avLst/>
              <a:pathLst>
                <a:path w="92031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0318" y="897161"/>
                  </a:lnTo>
                  <a:lnTo>
                    <a:pt x="919586" y="900862"/>
                  </a:lnTo>
                  <a:lnTo>
                    <a:pt x="917325" y="910704"/>
                  </a:lnTo>
                  <a:lnTo>
                    <a:pt x="916352" y="91439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2021706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54" y="931638"/>
                  </a:lnTo>
                  <a:lnTo>
                    <a:pt x="905180" y="925108"/>
                  </a:lnTo>
                  <a:lnTo>
                    <a:pt x="905524" y="914400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202170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20309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20402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20494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205875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20680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20772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20865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20958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210506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21143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212359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213285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214211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215137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21606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A">
                <a:alpha val="100000"/>
              </a:srgbClr>
            </a:solidFill>
            <a:ln w="5420" cap="flat">
              <a:solidFill>
                <a:srgbClr val="FFC4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21699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21791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218842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21976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22069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22162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222547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22347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22439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22532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22625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A">
                <a:alpha val="100000"/>
              </a:srgbClr>
            </a:solidFill>
            <a:ln w="5420" cap="flat">
              <a:solidFill>
                <a:srgbClr val="FFC4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227178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22810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22903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22995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230883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23180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23273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23366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2355146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6827" y="897161"/>
                  </a:lnTo>
                  <a:lnTo>
                    <a:pt x="908229" y="898944"/>
                  </a:lnTo>
                  <a:lnTo>
                    <a:pt x="912747" y="905338"/>
                  </a:lnTo>
                  <a:lnTo>
                    <a:pt x="914400" y="907935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2355146" y="1222956"/>
              <a:ext cx="918373" cy="914399"/>
            </a:xfrm>
            <a:custGeom>
              <a:avLst/>
              <a:pathLst>
                <a:path w="918373" h="914399">
                  <a:moveTo>
                    <a:pt x="914400" y="914399"/>
                  </a:moveTo>
                  <a:lnTo>
                    <a:pt x="914400" y="907935"/>
                  </a:lnTo>
                  <a:lnTo>
                    <a:pt x="917084" y="912154"/>
                  </a:lnTo>
                  <a:lnTo>
                    <a:pt x="918373" y="91439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3401777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3315" y="914399"/>
                  </a:lnTo>
                  <a:lnTo>
                    <a:pt x="913532" y="913084"/>
                  </a:lnTo>
                  <a:lnTo>
                    <a:pt x="914400" y="908664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3411039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902"/>
                  </a:lnTo>
                  <a:lnTo>
                    <a:pt x="906297" y="919997"/>
                  </a:lnTo>
                  <a:lnTo>
                    <a:pt x="907580" y="914400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34110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34203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34295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343882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34480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34573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34666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347587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34851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34943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35036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35129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6">
                <a:alpha val="100000"/>
              </a:srgbClr>
            </a:solidFill>
            <a:ln w="5420" cap="flat">
              <a:solidFill>
                <a:srgbClr val="F070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352218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35314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35407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35499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355923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35684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35777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35870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359628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360554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361480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362407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363333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364259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365185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366111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367038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367964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368890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36981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37074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37166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372595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37352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37444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37537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37630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377226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37815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3790790" y="1222956"/>
              <a:ext cx="923375" cy="914399"/>
            </a:xfrm>
            <a:custGeom>
              <a:avLst/>
              <a:pathLst>
                <a:path w="9233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375" y="897161"/>
                  </a:lnTo>
                  <a:lnTo>
                    <a:pt x="923274" y="897832"/>
                  </a:lnTo>
                  <a:lnTo>
                    <a:pt x="921571" y="908055"/>
                  </a:lnTo>
                  <a:lnTo>
                    <a:pt x="920318" y="91439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2021706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27" y="931536"/>
                  </a:lnTo>
                  <a:lnTo>
                    <a:pt x="906177" y="920773"/>
                  </a:lnTo>
                  <a:lnTo>
                    <a:pt x="906746" y="914400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202170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20309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20402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20494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205875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20680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20772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20865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20958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210506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21143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212359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213285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214211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215137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21606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21699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21791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218842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21976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22069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22162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222547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22347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22439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22532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22625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227178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22810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22903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22995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230883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23180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2336621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95" y="897161"/>
                  </a:lnTo>
                  <a:lnTo>
                    <a:pt x="912232" y="899685"/>
                  </a:lnTo>
                  <a:lnTo>
                    <a:pt x="914400" y="901872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2345883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72"/>
                  </a:lnTo>
                  <a:lnTo>
                    <a:pt x="907959" y="904721"/>
                  </a:lnTo>
                  <a:lnTo>
                    <a:pt x="912804" y="910225"/>
                  </a:lnTo>
                  <a:lnTo>
                    <a:pt x="914400" y="912252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2345883" y="1205717"/>
              <a:ext cx="916089" cy="914400"/>
            </a:xfrm>
            <a:custGeom>
              <a:avLst/>
              <a:pathLst>
                <a:path w="916089" h="914400">
                  <a:moveTo>
                    <a:pt x="914400" y="914400"/>
                  </a:moveTo>
                  <a:lnTo>
                    <a:pt x="914400" y="912252"/>
                  </a:lnTo>
                  <a:lnTo>
                    <a:pt x="916089" y="914400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3411039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580" y="931638"/>
                  </a:lnTo>
                  <a:lnTo>
                    <a:pt x="908616" y="927124"/>
                  </a:lnTo>
                  <a:lnTo>
                    <a:pt x="911220" y="917257"/>
                  </a:lnTo>
                  <a:lnTo>
                    <a:pt x="912078" y="91440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34110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34203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34295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343882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34480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34573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34666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347587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34851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34943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35036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35129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352218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35314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35407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35499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355923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35684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357775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358702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359628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360554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361480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362407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363333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364259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365185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366111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367038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367964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368890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36981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37074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37166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372595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37352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37444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37537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37630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377226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37815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3790790" y="12057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507"/>
                  </a:lnTo>
                  <a:lnTo>
                    <a:pt x="923375" y="914400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3800052" y="1188479"/>
              <a:ext cx="916727" cy="929746"/>
            </a:xfrm>
            <a:custGeom>
              <a:avLst/>
              <a:pathLst>
                <a:path w="916727" h="929746">
                  <a:moveTo>
                    <a:pt x="914400" y="914400"/>
                  </a:moveTo>
                  <a:lnTo>
                    <a:pt x="916727" y="914400"/>
                  </a:lnTo>
                  <a:lnTo>
                    <a:pt x="916297" y="917230"/>
                  </a:lnTo>
                  <a:lnTo>
                    <a:pt x="915840" y="920243"/>
                  </a:lnTo>
                  <a:lnTo>
                    <a:pt x="915383" y="923256"/>
                  </a:lnTo>
                  <a:lnTo>
                    <a:pt x="914926" y="926269"/>
                  </a:lnTo>
                  <a:lnTo>
                    <a:pt x="914470" y="929282"/>
                  </a:lnTo>
                  <a:lnTo>
                    <a:pt x="914400" y="929746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2021706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746" y="931638"/>
                  </a:lnTo>
                  <a:lnTo>
                    <a:pt x="907130" y="927328"/>
                  </a:lnTo>
                  <a:lnTo>
                    <a:pt x="908381" y="916751"/>
                  </a:lnTo>
                  <a:lnTo>
                    <a:pt x="908730" y="914400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202170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20309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20402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20494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205875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20680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20772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20865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20958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210506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21143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21235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213285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214211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215137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216063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21699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21791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218842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21976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22069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22162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222547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22347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22439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22532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22625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227178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22810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22903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2308835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795" y="897169"/>
                  </a:lnTo>
                  <a:lnTo>
                    <a:pt x="913369" y="899169"/>
                  </a:lnTo>
                  <a:lnTo>
                    <a:pt x="914400" y="899642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2318097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42"/>
                  </a:lnTo>
                  <a:lnTo>
                    <a:pt x="909618" y="901697"/>
                  </a:lnTo>
                  <a:lnTo>
                    <a:pt x="914400" y="90437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232735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378"/>
                  </a:lnTo>
                  <a:lnTo>
                    <a:pt x="905790" y="904744"/>
                  </a:lnTo>
                  <a:lnTo>
                    <a:pt x="911134" y="908304"/>
                  </a:lnTo>
                  <a:lnTo>
                    <a:pt x="914400" y="910837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2327359" y="1188479"/>
              <a:ext cx="918657" cy="914400"/>
            </a:xfrm>
            <a:custGeom>
              <a:avLst/>
              <a:pathLst>
                <a:path w="918657" h="914400">
                  <a:moveTo>
                    <a:pt x="914400" y="914400"/>
                  </a:moveTo>
                  <a:lnTo>
                    <a:pt x="914400" y="910837"/>
                  </a:lnTo>
                  <a:lnTo>
                    <a:pt x="916373" y="912368"/>
                  </a:lnTo>
                  <a:lnTo>
                    <a:pt x="918657" y="914400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341103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78" y="914400"/>
                  </a:lnTo>
                  <a:lnTo>
                    <a:pt x="914102" y="907661"/>
                  </a:lnTo>
                  <a:lnTo>
                    <a:pt x="914400" y="906784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3420301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022"/>
                  </a:lnTo>
                  <a:lnTo>
                    <a:pt x="907992" y="915602"/>
                  </a:lnTo>
                  <a:lnTo>
                    <a:pt x="908449" y="914400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34203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34295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343882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34480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34573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34666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347587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34851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34943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35036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35129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352218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35314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35407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354997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355923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356849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357775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358702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359628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360554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361480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362407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363333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364259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365185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366111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367038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367964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368890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36981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37074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37166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372595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37352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37444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37537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37630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377226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37815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37907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3800052" y="1188479"/>
              <a:ext cx="919166" cy="914400"/>
            </a:xfrm>
            <a:custGeom>
              <a:avLst/>
              <a:pathLst>
                <a:path w="9191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166" y="897161"/>
                  </a:lnTo>
                  <a:lnTo>
                    <a:pt x="919117" y="897615"/>
                  </a:lnTo>
                  <a:lnTo>
                    <a:pt x="917672" y="908178"/>
                  </a:lnTo>
                  <a:lnTo>
                    <a:pt x="917212" y="911204"/>
                  </a:lnTo>
                  <a:lnTo>
                    <a:pt x="916755" y="914217"/>
                  </a:lnTo>
                  <a:lnTo>
                    <a:pt x="916727" y="914400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2021706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730" y="931638"/>
                  </a:lnTo>
                  <a:lnTo>
                    <a:pt x="909928" y="923550"/>
                  </a:lnTo>
                  <a:lnTo>
                    <a:pt x="911566" y="914400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202170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20309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20402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20494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205875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20680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20772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20865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20958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210506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21143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21235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213285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214211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215137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216063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216990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21791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218842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21976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22069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22162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222547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22347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22439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2262523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07" y="897161"/>
                  </a:lnTo>
                  <a:lnTo>
                    <a:pt x="908625" y="900500"/>
                  </a:lnTo>
                  <a:lnTo>
                    <a:pt x="910569" y="901004"/>
                  </a:lnTo>
                  <a:lnTo>
                    <a:pt x="910907" y="901107"/>
                  </a:lnTo>
                  <a:lnTo>
                    <a:pt x="911248" y="901211"/>
                  </a:lnTo>
                  <a:lnTo>
                    <a:pt x="911588" y="901316"/>
                  </a:lnTo>
                  <a:lnTo>
                    <a:pt x="911929" y="901420"/>
                  </a:lnTo>
                  <a:lnTo>
                    <a:pt x="912269" y="901524"/>
                  </a:lnTo>
                  <a:lnTo>
                    <a:pt x="912610" y="901628"/>
                  </a:lnTo>
                  <a:lnTo>
                    <a:pt x="912950" y="901732"/>
                  </a:lnTo>
                  <a:lnTo>
                    <a:pt x="913291" y="901837"/>
                  </a:lnTo>
                  <a:lnTo>
                    <a:pt x="913631" y="901941"/>
                  </a:lnTo>
                  <a:lnTo>
                    <a:pt x="913972" y="902045"/>
                  </a:lnTo>
                  <a:lnTo>
                    <a:pt x="914400" y="902176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2271786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176"/>
                  </a:lnTo>
                  <a:lnTo>
                    <a:pt x="905391" y="902254"/>
                  </a:lnTo>
                  <a:lnTo>
                    <a:pt x="905731" y="902358"/>
                  </a:lnTo>
                  <a:lnTo>
                    <a:pt x="906071" y="902462"/>
                  </a:lnTo>
                  <a:lnTo>
                    <a:pt x="906412" y="902566"/>
                  </a:lnTo>
                  <a:lnTo>
                    <a:pt x="906752" y="902671"/>
                  </a:lnTo>
                  <a:lnTo>
                    <a:pt x="907093" y="902775"/>
                  </a:lnTo>
                  <a:lnTo>
                    <a:pt x="907433" y="902879"/>
                  </a:lnTo>
                  <a:lnTo>
                    <a:pt x="907774" y="902984"/>
                  </a:lnTo>
                  <a:lnTo>
                    <a:pt x="908114" y="903088"/>
                  </a:lnTo>
                  <a:lnTo>
                    <a:pt x="908454" y="903192"/>
                  </a:lnTo>
                  <a:lnTo>
                    <a:pt x="908795" y="903297"/>
                  </a:lnTo>
                  <a:lnTo>
                    <a:pt x="909135" y="903401"/>
                  </a:lnTo>
                  <a:lnTo>
                    <a:pt x="909476" y="903505"/>
                  </a:lnTo>
                  <a:lnTo>
                    <a:pt x="909816" y="903610"/>
                  </a:lnTo>
                  <a:lnTo>
                    <a:pt x="910156" y="903714"/>
                  </a:lnTo>
                  <a:lnTo>
                    <a:pt x="910497" y="903818"/>
                  </a:lnTo>
                  <a:lnTo>
                    <a:pt x="910837" y="903923"/>
                  </a:lnTo>
                  <a:lnTo>
                    <a:pt x="911178" y="904027"/>
                  </a:lnTo>
                  <a:lnTo>
                    <a:pt x="911518" y="904132"/>
                  </a:lnTo>
                  <a:lnTo>
                    <a:pt x="911858" y="904236"/>
                  </a:lnTo>
                  <a:lnTo>
                    <a:pt x="912199" y="904340"/>
                  </a:lnTo>
                  <a:lnTo>
                    <a:pt x="912539" y="904445"/>
                  </a:lnTo>
                  <a:lnTo>
                    <a:pt x="912879" y="904549"/>
                  </a:lnTo>
                  <a:lnTo>
                    <a:pt x="913220" y="904654"/>
                  </a:lnTo>
                  <a:lnTo>
                    <a:pt x="913560" y="904758"/>
                  </a:lnTo>
                  <a:lnTo>
                    <a:pt x="913900" y="904863"/>
                  </a:lnTo>
                  <a:lnTo>
                    <a:pt x="914241" y="904967"/>
                  </a:lnTo>
                  <a:lnTo>
                    <a:pt x="914400" y="905016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2281048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016"/>
                  </a:lnTo>
                  <a:lnTo>
                    <a:pt x="905319" y="905072"/>
                  </a:lnTo>
                  <a:lnTo>
                    <a:pt x="905659" y="905176"/>
                  </a:lnTo>
                  <a:lnTo>
                    <a:pt x="905999" y="905281"/>
                  </a:lnTo>
                  <a:lnTo>
                    <a:pt x="906340" y="905385"/>
                  </a:lnTo>
                  <a:lnTo>
                    <a:pt x="906680" y="905490"/>
                  </a:lnTo>
                  <a:lnTo>
                    <a:pt x="907020" y="905594"/>
                  </a:lnTo>
                  <a:lnTo>
                    <a:pt x="907360" y="905699"/>
                  </a:lnTo>
                  <a:lnTo>
                    <a:pt x="907701" y="905803"/>
                  </a:lnTo>
                  <a:lnTo>
                    <a:pt x="908041" y="905908"/>
                  </a:lnTo>
                  <a:lnTo>
                    <a:pt x="908381" y="906013"/>
                  </a:lnTo>
                  <a:lnTo>
                    <a:pt x="908721" y="906117"/>
                  </a:lnTo>
                  <a:lnTo>
                    <a:pt x="909062" y="906222"/>
                  </a:lnTo>
                  <a:lnTo>
                    <a:pt x="909402" y="906326"/>
                  </a:lnTo>
                  <a:lnTo>
                    <a:pt x="909742" y="906431"/>
                  </a:lnTo>
                  <a:lnTo>
                    <a:pt x="910082" y="906536"/>
                  </a:lnTo>
                  <a:lnTo>
                    <a:pt x="910423" y="906640"/>
                  </a:lnTo>
                  <a:lnTo>
                    <a:pt x="910763" y="906745"/>
                  </a:lnTo>
                  <a:lnTo>
                    <a:pt x="911103" y="906849"/>
                  </a:lnTo>
                  <a:lnTo>
                    <a:pt x="911443" y="906954"/>
                  </a:lnTo>
                  <a:lnTo>
                    <a:pt x="911783" y="907059"/>
                  </a:lnTo>
                  <a:lnTo>
                    <a:pt x="912124" y="907163"/>
                  </a:lnTo>
                  <a:lnTo>
                    <a:pt x="912464" y="907268"/>
                  </a:lnTo>
                  <a:lnTo>
                    <a:pt x="912804" y="907373"/>
                  </a:lnTo>
                  <a:lnTo>
                    <a:pt x="913144" y="907477"/>
                  </a:lnTo>
                  <a:lnTo>
                    <a:pt x="913484" y="907582"/>
                  </a:lnTo>
                  <a:lnTo>
                    <a:pt x="913824" y="907687"/>
                  </a:lnTo>
                  <a:lnTo>
                    <a:pt x="914165" y="907792"/>
                  </a:lnTo>
                  <a:lnTo>
                    <a:pt x="914400" y="907864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2290310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2" y="907896"/>
                  </a:lnTo>
                  <a:lnTo>
                    <a:pt x="905583" y="908001"/>
                  </a:lnTo>
                  <a:lnTo>
                    <a:pt x="905923" y="908106"/>
                  </a:lnTo>
                  <a:lnTo>
                    <a:pt x="906263" y="908211"/>
                  </a:lnTo>
                  <a:lnTo>
                    <a:pt x="906603" y="908315"/>
                  </a:lnTo>
                  <a:lnTo>
                    <a:pt x="906943" y="908420"/>
                  </a:lnTo>
                  <a:lnTo>
                    <a:pt x="907283" y="908525"/>
                  </a:lnTo>
                  <a:lnTo>
                    <a:pt x="907623" y="908630"/>
                  </a:lnTo>
                  <a:lnTo>
                    <a:pt x="907963" y="908735"/>
                  </a:lnTo>
                  <a:lnTo>
                    <a:pt x="908304" y="908839"/>
                  </a:lnTo>
                  <a:lnTo>
                    <a:pt x="908644" y="908944"/>
                  </a:lnTo>
                  <a:lnTo>
                    <a:pt x="908984" y="909049"/>
                  </a:lnTo>
                  <a:lnTo>
                    <a:pt x="909324" y="909154"/>
                  </a:lnTo>
                  <a:lnTo>
                    <a:pt x="909664" y="909259"/>
                  </a:lnTo>
                  <a:lnTo>
                    <a:pt x="910004" y="909364"/>
                  </a:lnTo>
                  <a:lnTo>
                    <a:pt x="910344" y="909468"/>
                  </a:lnTo>
                  <a:lnTo>
                    <a:pt x="910684" y="909573"/>
                  </a:lnTo>
                  <a:lnTo>
                    <a:pt x="911024" y="909678"/>
                  </a:lnTo>
                  <a:lnTo>
                    <a:pt x="911364" y="909783"/>
                  </a:lnTo>
                  <a:lnTo>
                    <a:pt x="911704" y="909888"/>
                  </a:lnTo>
                  <a:lnTo>
                    <a:pt x="912044" y="909993"/>
                  </a:lnTo>
                  <a:lnTo>
                    <a:pt x="912384" y="910098"/>
                  </a:lnTo>
                  <a:lnTo>
                    <a:pt x="912724" y="910203"/>
                  </a:lnTo>
                  <a:lnTo>
                    <a:pt x="913064" y="910308"/>
                  </a:lnTo>
                  <a:lnTo>
                    <a:pt x="913404" y="910413"/>
                  </a:lnTo>
                  <a:lnTo>
                    <a:pt x="913744" y="910518"/>
                  </a:lnTo>
                  <a:lnTo>
                    <a:pt x="914084" y="910623"/>
                  </a:lnTo>
                  <a:lnTo>
                    <a:pt x="914400" y="910720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2299572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62" y="910728"/>
                  </a:lnTo>
                  <a:lnTo>
                    <a:pt x="905502" y="910833"/>
                  </a:lnTo>
                  <a:lnTo>
                    <a:pt x="905842" y="910938"/>
                  </a:lnTo>
                  <a:lnTo>
                    <a:pt x="906182" y="911043"/>
                  </a:lnTo>
                  <a:lnTo>
                    <a:pt x="906522" y="911148"/>
                  </a:lnTo>
                  <a:lnTo>
                    <a:pt x="906862" y="911253"/>
                  </a:lnTo>
                  <a:lnTo>
                    <a:pt x="907202" y="911358"/>
                  </a:lnTo>
                  <a:lnTo>
                    <a:pt x="907542" y="911463"/>
                  </a:lnTo>
                  <a:lnTo>
                    <a:pt x="907882" y="911568"/>
                  </a:lnTo>
                  <a:lnTo>
                    <a:pt x="908222" y="911673"/>
                  </a:lnTo>
                  <a:lnTo>
                    <a:pt x="908561" y="911778"/>
                  </a:lnTo>
                  <a:lnTo>
                    <a:pt x="908901" y="911883"/>
                  </a:lnTo>
                  <a:lnTo>
                    <a:pt x="909241" y="911988"/>
                  </a:lnTo>
                  <a:lnTo>
                    <a:pt x="909581" y="912093"/>
                  </a:lnTo>
                  <a:lnTo>
                    <a:pt x="909921" y="912198"/>
                  </a:lnTo>
                  <a:lnTo>
                    <a:pt x="910261" y="912303"/>
                  </a:lnTo>
                  <a:lnTo>
                    <a:pt x="910601" y="912408"/>
                  </a:lnTo>
                  <a:lnTo>
                    <a:pt x="910941" y="912513"/>
                  </a:lnTo>
                  <a:lnTo>
                    <a:pt x="911281" y="912619"/>
                  </a:lnTo>
                  <a:lnTo>
                    <a:pt x="911621" y="912724"/>
                  </a:lnTo>
                  <a:lnTo>
                    <a:pt x="911960" y="912829"/>
                  </a:lnTo>
                  <a:lnTo>
                    <a:pt x="912300" y="912934"/>
                  </a:lnTo>
                  <a:lnTo>
                    <a:pt x="912640" y="913039"/>
                  </a:lnTo>
                  <a:lnTo>
                    <a:pt x="912980" y="913144"/>
                  </a:lnTo>
                  <a:lnTo>
                    <a:pt x="913320" y="913250"/>
                  </a:lnTo>
                  <a:lnTo>
                    <a:pt x="913660" y="913355"/>
                  </a:lnTo>
                  <a:lnTo>
                    <a:pt x="913999" y="913460"/>
                  </a:lnTo>
                  <a:lnTo>
                    <a:pt x="914400" y="913584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2299572" y="1171240"/>
              <a:ext cx="917033" cy="914400"/>
            </a:xfrm>
            <a:custGeom>
              <a:avLst/>
              <a:pathLst>
                <a:path w="917033" h="914400">
                  <a:moveTo>
                    <a:pt x="914400" y="914400"/>
                  </a:moveTo>
                  <a:lnTo>
                    <a:pt x="914400" y="913584"/>
                  </a:lnTo>
                  <a:lnTo>
                    <a:pt x="914679" y="913670"/>
                  </a:lnTo>
                  <a:lnTo>
                    <a:pt x="915019" y="913776"/>
                  </a:lnTo>
                  <a:lnTo>
                    <a:pt x="915359" y="913881"/>
                  </a:lnTo>
                  <a:lnTo>
                    <a:pt x="915699" y="913986"/>
                  </a:lnTo>
                  <a:lnTo>
                    <a:pt x="916038" y="914091"/>
                  </a:lnTo>
                  <a:lnTo>
                    <a:pt x="916378" y="914197"/>
                  </a:lnTo>
                  <a:lnTo>
                    <a:pt x="916718" y="914302"/>
                  </a:lnTo>
                  <a:lnTo>
                    <a:pt x="917033" y="914400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3420301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49" y="914400"/>
                  </a:lnTo>
                  <a:lnTo>
                    <a:pt x="911405" y="906630"/>
                  </a:lnTo>
                  <a:lnTo>
                    <a:pt x="914400" y="899583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3429563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822"/>
                  </a:lnTo>
                  <a:lnTo>
                    <a:pt x="905807" y="915246"/>
                  </a:lnTo>
                  <a:lnTo>
                    <a:pt x="906208" y="914400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34295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343882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34480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34573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34666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347587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34851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34943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350366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351292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352218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353144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354071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354997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355923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356849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357775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358702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359628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360554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361480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362407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363333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364259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365185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366111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367038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367964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368890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36981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37074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37166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372595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37352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37444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37537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37630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377226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37815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37907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3800052" y="1171240"/>
              <a:ext cx="920807" cy="914400"/>
            </a:xfrm>
            <a:custGeom>
              <a:avLst/>
              <a:pathLst>
                <a:path w="9208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807" y="897161"/>
                  </a:lnTo>
                  <a:lnTo>
                    <a:pt x="920262" y="904164"/>
                  </a:lnTo>
                  <a:lnTo>
                    <a:pt x="919166" y="914400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2021706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566" y="931638"/>
                  </a:lnTo>
                  <a:lnTo>
                    <a:pt x="911767" y="930513"/>
                  </a:lnTo>
                  <a:lnTo>
                    <a:pt x="911892" y="929917"/>
                  </a:lnTo>
                  <a:lnTo>
                    <a:pt x="911956" y="928325"/>
                  </a:lnTo>
                  <a:lnTo>
                    <a:pt x="912690" y="917595"/>
                  </a:lnTo>
                  <a:lnTo>
                    <a:pt x="913001" y="914400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202170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20309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20402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20494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205875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20680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20772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20865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20958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210506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21143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21235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213285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214211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215137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216063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216990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217916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218842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21976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22069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22162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222547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22347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22439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2253261" y="1154002"/>
              <a:ext cx="917469" cy="914400"/>
            </a:xfrm>
            <a:custGeom>
              <a:avLst/>
              <a:pathLst>
                <a:path w="9174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3" y="897161"/>
                  </a:lnTo>
                  <a:lnTo>
                    <a:pt x="915385" y="900542"/>
                  </a:lnTo>
                  <a:lnTo>
                    <a:pt x="917105" y="911496"/>
                  </a:lnTo>
                  <a:lnTo>
                    <a:pt x="917469" y="914400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3429563" y="11540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6208" y="914400"/>
                  </a:lnTo>
                  <a:lnTo>
                    <a:pt x="909712" y="906998"/>
                  </a:lnTo>
                  <a:lnTo>
                    <a:pt x="913848" y="899147"/>
                  </a:lnTo>
                  <a:lnTo>
                    <a:pt x="914400" y="898206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3438825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444"/>
                  </a:lnTo>
                  <a:lnTo>
                    <a:pt x="905749" y="914400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343882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34480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34573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34666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347587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34851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34943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350366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351292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352218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353144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354071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354997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355923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356849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357775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358702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359628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360554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361480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362407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363333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364259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365185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366111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367038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367964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368890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36981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37074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37166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372595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37352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37444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37537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37630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377226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37815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37907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3800052" y="1154002"/>
              <a:ext cx="921689" cy="914400"/>
            </a:xfrm>
            <a:custGeom>
              <a:avLst/>
              <a:pathLst>
                <a:path w="92168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689" y="897161"/>
                  </a:lnTo>
                  <a:lnTo>
                    <a:pt x="921635" y="899761"/>
                  </a:lnTo>
                  <a:lnTo>
                    <a:pt x="921102" y="910616"/>
                  </a:lnTo>
                  <a:lnTo>
                    <a:pt x="920807" y="914400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2021706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001" y="914400"/>
                  </a:lnTo>
                  <a:lnTo>
                    <a:pt x="913725" y="906951"/>
                  </a:lnTo>
                  <a:lnTo>
                    <a:pt x="914400" y="901622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203096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60"/>
                  </a:lnTo>
                  <a:lnTo>
                    <a:pt x="905702" y="914400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20309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20402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20494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205875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20680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20772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20865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20958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210506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21143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21235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213285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214211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215137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216063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216990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217916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218842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21976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22069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22162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222547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22347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2253261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434" y="897161"/>
                  </a:lnTo>
                  <a:lnTo>
                    <a:pt x="912814" y="902253"/>
                  </a:lnTo>
                  <a:lnTo>
                    <a:pt x="913003" y="905373"/>
                  </a:lnTo>
                  <a:lnTo>
                    <a:pt x="913081" y="905753"/>
                  </a:lnTo>
                  <a:lnTo>
                    <a:pt x="913169" y="906175"/>
                  </a:lnTo>
                  <a:lnTo>
                    <a:pt x="913256" y="906598"/>
                  </a:lnTo>
                  <a:lnTo>
                    <a:pt x="913343" y="907020"/>
                  </a:lnTo>
                  <a:lnTo>
                    <a:pt x="914400" y="912587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2253261" y="1136763"/>
              <a:ext cx="914743" cy="914400"/>
            </a:xfrm>
            <a:custGeom>
              <a:avLst/>
              <a:pathLst>
                <a:path w="914743" h="914400">
                  <a:moveTo>
                    <a:pt x="914400" y="914400"/>
                  </a:moveTo>
                  <a:lnTo>
                    <a:pt x="914400" y="912587"/>
                  </a:lnTo>
                  <a:lnTo>
                    <a:pt x="914743" y="914400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3438825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749" y="914400"/>
                  </a:lnTo>
                  <a:lnTo>
                    <a:pt x="908939" y="908956"/>
                  </a:lnTo>
                  <a:lnTo>
                    <a:pt x="913498" y="901966"/>
                  </a:lnTo>
                  <a:lnTo>
                    <a:pt x="914400" y="90072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344808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967"/>
                  </a:lnTo>
                  <a:lnTo>
                    <a:pt x="907734" y="914400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34480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34573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34666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347587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34851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349439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350366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351292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352218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353144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354071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354997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355923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356849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357775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358702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359628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360554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361480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362407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363333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364259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365185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366111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367038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367964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368890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36981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37074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37166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372595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37352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37444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37537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37630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377226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37815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37907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3800052" y="1136763"/>
              <a:ext cx="921861" cy="914400"/>
            </a:xfrm>
            <a:custGeom>
              <a:avLst/>
              <a:pathLst>
                <a:path w="92186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93" y="897161"/>
                  </a:lnTo>
                  <a:lnTo>
                    <a:pt x="921861" y="906108"/>
                  </a:lnTo>
                  <a:lnTo>
                    <a:pt x="921689" y="914400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2030968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02" y="931638"/>
                  </a:lnTo>
                  <a:lnTo>
                    <a:pt x="905795" y="930900"/>
                  </a:lnTo>
                  <a:lnTo>
                    <a:pt x="907421" y="920515"/>
                  </a:lnTo>
                  <a:lnTo>
                    <a:pt x="908568" y="914400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20309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20402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20494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205875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20680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20772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20865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20958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210506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21143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21235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213285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214211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215137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216063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216990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217916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218842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219768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22069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22162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222547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22347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2243999" y="1119525"/>
              <a:ext cx="921696" cy="914400"/>
            </a:xfrm>
            <a:custGeom>
              <a:avLst/>
              <a:pathLst>
                <a:path w="92169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043" y="897161"/>
                  </a:lnTo>
                  <a:lnTo>
                    <a:pt x="920177" y="898174"/>
                  </a:lnTo>
                  <a:lnTo>
                    <a:pt x="921277" y="908787"/>
                  </a:lnTo>
                  <a:lnTo>
                    <a:pt x="921696" y="914400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3448088" y="11195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734" y="914400"/>
                  </a:lnTo>
                  <a:lnTo>
                    <a:pt x="908989" y="912676"/>
                  </a:lnTo>
                  <a:lnTo>
                    <a:pt x="913921" y="906627"/>
                  </a:lnTo>
                  <a:lnTo>
                    <a:pt x="914400" y="906105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3457350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44"/>
                  </a:lnTo>
                  <a:lnTo>
                    <a:pt x="909756" y="918312"/>
                  </a:lnTo>
                  <a:lnTo>
                    <a:pt x="913830" y="914400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34573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34666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347587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34851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349439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350366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351292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352218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353144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354071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354997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355923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356849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357775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358702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359628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360554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361480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362407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363333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364259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365185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366111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367038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367964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368890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36981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37074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37166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372595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37352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37444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37537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37630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377226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37815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37907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3800052" y="1119525"/>
              <a:ext cx="921793" cy="914400"/>
            </a:xfrm>
            <a:custGeom>
              <a:avLst/>
              <a:pathLst>
                <a:path w="9217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102" y="897161"/>
                  </a:lnTo>
                  <a:lnTo>
                    <a:pt x="921387" y="901573"/>
                  </a:lnTo>
                  <a:lnTo>
                    <a:pt x="921778" y="912448"/>
                  </a:lnTo>
                  <a:lnTo>
                    <a:pt x="921793" y="914400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2030968" y="10850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568" y="931638"/>
                  </a:lnTo>
                  <a:lnTo>
                    <a:pt x="909337" y="927541"/>
                  </a:lnTo>
                  <a:lnTo>
                    <a:pt x="911536" y="917529"/>
                  </a:lnTo>
                  <a:lnTo>
                    <a:pt x="912329" y="914400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20309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20402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20494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205875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20680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20772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20865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20958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210506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21143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21235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213285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214211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215137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216063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216990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217916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218842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219768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220695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22162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222547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22347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2243999" y="1102287"/>
              <a:ext cx="920043" cy="914400"/>
            </a:xfrm>
            <a:custGeom>
              <a:avLst/>
              <a:pathLst>
                <a:path w="92004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15" y="897161"/>
                  </a:lnTo>
                  <a:lnTo>
                    <a:pt x="918782" y="904920"/>
                  </a:lnTo>
                  <a:lnTo>
                    <a:pt x="920043" y="914400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3429563" y="1085048"/>
              <a:ext cx="914400" cy="914645"/>
            </a:xfrm>
            <a:custGeom>
              <a:avLst/>
              <a:pathLst>
                <a:path w="914400" h="914645">
                  <a:moveTo>
                    <a:pt x="914400" y="914400"/>
                  </a:moveTo>
                  <a:lnTo>
                    <a:pt x="914400" y="914645"/>
                  </a:lnTo>
                  <a:lnTo>
                    <a:pt x="913674" y="914400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3429563" y="1085048"/>
              <a:ext cx="923662" cy="917195"/>
            </a:xfrm>
            <a:custGeom>
              <a:avLst/>
              <a:pathLst>
                <a:path w="923662" h="917195">
                  <a:moveTo>
                    <a:pt x="914400" y="914400"/>
                  </a:moveTo>
                  <a:lnTo>
                    <a:pt x="923662" y="914400"/>
                  </a:lnTo>
                  <a:lnTo>
                    <a:pt x="923588" y="917195"/>
                  </a:lnTo>
                  <a:lnTo>
                    <a:pt x="917931" y="915838"/>
                  </a:lnTo>
                  <a:lnTo>
                    <a:pt x="914400" y="914645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3438825" y="1085048"/>
              <a:ext cx="923662" cy="918184"/>
            </a:xfrm>
            <a:custGeom>
              <a:avLst/>
              <a:pathLst>
                <a:path w="923662" h="91818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184"/>
                  </a:lnTo>
                  <a:lnTo>
                    <a:pt x="920013" y="918010"/>
                  </a:lnTo>
                  <a:lnTo>
                    <a:pt x="914400" y="917206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3457350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30" y="914400"/>
                  </a:lnTo>
                  <a:lnTo>
                    <a:pt x="914400" y="913853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3448088" y="1085048"/>
              <a:ext cx="923662" cy="918282"/>
            </a:xfrm>
            <a:custGeom>
              <a:avLst/>
              <a:pathLst>
                <a:path w="923662" h="9182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64"/>
                  </a:lnTo>
                  <a:lnTo>
                    <a:pt x="922156" y="918008"/>
                  </a:lnTo>
                  <a:lnTo>
                    <a:pt x="916454" y="918282"/>
                  </a:lnTo>
                  <a:lnTo>
                    <a:pt x="914400" y="918184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3466612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853"/>
                  </a:lnTo>
                  <a:lnTo>
                    <a:pt x="905743" y="913271"/>
                  </a:lnTo>
                  <a:lnTo>
                    <a:pt x="911129" y="908755"/>
                  </a:lnTo>
                  <a:lnTo>
                    <a:pt x="914400" y="906394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3457350" y="1085048"/>
              <a:ext cx="923662" cy="917864"/>
            </a:xfrm>
            <a:custGeom>
              <a:avLst/>
              <a:pathLst>
                <a:path w="923662" h="91786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980"/>
                  </a:lnTo>
                  <a:lnTo>
                    <a:pt x="922239" y="917116"/>
                  </a:lnTo>
                  <a:lnTo>
                    <a:pt x="920371" y="917294"/>
                  </a:lnTo>
                  <a:lnTo>
                    <a:pt x="918502" y="917472"/>
                  </a:lnTo>
                  <a:lnTo>
                    <a:pt x="916634" y="917650"/>
                  </a:lnTo>
                  <a:lnTo>
                    <a:pt x="914766" y="917829"/>
                  </a:lnTo>
                  <a:lnTo>
                    <a:pt x="914400" y="917864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34666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lnTo>
                    <a:pt x="914400" y="923632"/>
                  </a:lnTo>
                  <a:lnTo>
                    <a:pt x="916636" y="922017"/>
                  </a:lnTo>
                  <a:lnTo>
                    <a:pt x="916924" y="921826"/>
                  </a:lnTo>
                  <a:lnTo>
                    <a:pt x="917214" y="921633"/>
                  </a:lnTo>
                  <a:lnTo>
                    <a:pt x="917504" y="921440"/>
                  </a:lnTo>
                  <a:lnTo>
                    <a:pt x="917794" y="921247"/>
                  </a:lnTo>
                  <a:lnTo>
                    <a:pt x="918084" y="921053"/>
                  </a:lnTo>
                  <a:lnTo>
                    <a:pt x="918374" y="920860"/>
                  </a:lnTo>
                  <a:lnTo>
                    <a:pt x="918664" y="920667"/>
                  </a:lnTo>
                  <a:lnTo>
                    <a:pt x="918954" y="920474"/>
                  </a:lnTo>
                  <a:lnTo>
                    <a:pt x="919244" y="920281"/>
                  </a:lnTo>
                  <a:lnTo>
                    <a:pt x="919534" y="920088"/>
                  </a:lnTo>
                  <a:lnTo>
                    <a:pt x="919825" y="919895"/>
                  </a:lnTo>
                  <a:lnTo>
                    <a:pt x="920115" y="919702"/>
                  </a:lnTo>
                  <a:lnTo>
                    <a:pt x="920405" y="919509"/>
                  </a:lnTo>
                  <a:lnTo>
                    <a:pt x="920695" y="919316"/>
                  </a:lnTo>
                  <a:lnTo>
                    <a:pt x="920985" y="919123"/>
                  </a:lnTo>
                  <a:lnTo>
                    <a:pt x="921275" y="918930"/>
                  </a:lnTo>
                  <a:lnTo>
                    <a:pt x="921566" y="918737"/>
                  </a:lnTo>
                  <a:lnTo>
                    <a:pt x="921856" y="918544"/>
                  </a:lnTo>
                  <a:lnTo>
                    <a:pt x="922073" y="918400"/>
                  </a:lnTo>
                  <a:lnTo>
                    <a:pt x="920926" y="916934"/>
                  </a:lnTo>
                  <a:lnTo>
                    <a:pt x="920444" y="916318"/>
                  </a:lnTo>
                  <a:lnTo>
                    <a:pt x="918586" y="916583"/>
                  </a:lnTo>
                  <a:lnTo>
                    <a:pt x="916714" y="916761"/>
                  </a:lnTo>
                  <a:lnTo>
                    <a:pt x="914845" y="916938"/>
                  </a:lnTo>
                  <a:lnTo>
                    <a:pt x="914400" y="916980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347587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34851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349439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350366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351292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352218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353144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354071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354997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355923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356849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357775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358702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359628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360554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361480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362407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363333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364259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365185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366111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367038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367964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368890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36981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37074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37166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372595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37352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37444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37537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37630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377226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37815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37907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3800052" y="1102287"/>
              <a:ext cx="921102" cy="914400"/>
            </a:xfrm>
            <a:custGeom>
              <a:avLst/>
              <a:pathLst>
                <a:path w="92110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685" y="897252"/>
                  </a:lnTo>
                  <a:lnTo>
                    <a:pt x="920688" y="907990"/>
                  </a:lnTo>
                  <a:lnTo>
                    <a:pt x="921102" y="914400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2030968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329" y="914400"/>
                  </a:lnTo>
                  <a:lnTo>
                    <a:pt x="914014" y="907745"/>
                  </a:lnTo>
                  <a:lnTo>
                    <a:pt x="914400" y="906410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2040230" y="10678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649"/>
                  </a:lnTo>
                  <a:lnTo>
                    <a:pt x="907501" y="915454"/>
                  </a:lnTo>
                  <a:lnTo>
                    <a:pt x="907845" y="914400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20402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20494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205875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20680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20772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20865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20958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210506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21143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21235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213285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214211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215137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216063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21699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21791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218842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21976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22069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22162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222547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2243999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098" y="897161"/>
                  </a:lnTo>
                  <a:lnTo>
                    <a:pt x="914400" y="89848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2243999" y="1085048"/>
              <a:ext cx="917515" cy="914400"/>
            </a:xfrm>
            <a:custGeom>
              <a:avLst/>
              <a:pathLst>
                <a:path w="917515" h="914400">
                  <a:moveTo>
                    <a:pt x="914400" y="914400"/>
                  </a:moveTo>
                  <a:lnTo>
                    <a:pt x="914400" y="898489"/>
                  </a:lnTo>
                  <a:lnTo>
                    <a:pt x="915117" y="901654"/>
                  </a:lnTo>
                  <a:lnTo>
                    <a:pt x="917093" y="911817"/>
                  </a:lnTo>
                  <a:lnTo>
                    <a:pt x="917515" y="914400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3401777" y="1067810"/>
              <a:ext cx="914400" cy="914866"/>
            </a:xfrm>
            <a:custGeom>
              <a:avLst/>
              <a:pathLst>
                <a:path w="914400" h="914866">
                  <a:moveTo>
                    <a:pt x="914400" y="914400"/>
                  </a:moveTo>
                  <a:lnTo>
                    <a:pt x="914400" y="914866"/>
                  </a:lnTo>
                  <a:lnTo>
                    <a:pt x="913862" y="914400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3401777" y="1067810"/>
              <a:ext cx="923662" cy="922302"/>
            </a:xfrm>
            <a:custGeom>
              <a:avLst/>
              <a:pathLst>
                <a:path w="923662" h="92230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302"/>
                  </a:lnTo>
                  <a:lnTo>
                    <a:pt x="918397" y="918334"/>
                  </a:lnTo>
                  <a:lnTo>
                    <a:pt x="914400" y="914866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3411039" y="1067810"/>
              <a:ext cx="923662" cy="927872"/>
            </a:xfrm>
            <a:custGeom>
              <a:avLst/>
              <a:pathLst>
                <a:path w="923662" h="92787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872"/>
                  </a:lnTo>
                  <a:lnTo>
                    <a:pt x="919812" y="925795"/>
                  </a:lnTo>
                  <a:lnTo>
                    <a:pt x="914400" y="922302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34203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936" y="931638"/>
                  </a:lnTo>
                  <a:lnTo>
                    <a:pt x="921581" y="931180"/>
                  </a:lnTo>
                  <a:lnTo>
                    <a:pt x="916028" y="928751"/>
                  </a:lnTo>
                  <a:lnTo>
                    <a:pt x="914400" y="927872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34295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343882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34480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34573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34666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347587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348513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349439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350366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351292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352218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353144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354071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354997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355923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356849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357775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358702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359628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360554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361480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362407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363333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364259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365185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366111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367038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367964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368890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369816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37074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37166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372595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E3D">
                <a:alpha val="100000"/>
              </a:srgbClr>
            </a:solidFill>
            <a:ln w="5420" cap="flat">
              <a:solidFill>
                <a:srgbClr val="E9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37352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37444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37537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37630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377226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37815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37907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3800052" y="1085048"/>
              <a:ext cx="919674" cy="914400"/>
            </a:xfrm>
            <a:custGeom>
              <a:avLst/>
              <a:pathLst>
                <a:path w="91967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352" y="897161"/>
                  </a:lnTo>
                  <a:lnTo>
                    <a:pt x="918378" y="903865"/>
                  </a:lnTo>
                  <a:lnTo>
                    <a:pt x="919674" y="914400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2040230" y="10505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845" y="931638"/>
                  </a:lnTo>
                  <a:lnTo>
                    <a:pt x="910515" y="923443"/>
                  </a:lnTo>
                  <a:lnTo>
                    <a:pt x="913824" y="914400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20402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20494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205875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20680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20772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20865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20958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210506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21143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212359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213285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214211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21513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21606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21699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21791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218842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21976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22069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22162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222547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2234737" y="1067810"/>
              <a:ext cx="923360" cy="914400"/>
            </a:xfrm>
            <a:custGeom>
              <a:avLst/>
              <a:pathLst>
                <a:path w="92336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79" y="897161"/>
                  </a:lnTo>
                  <a:lnTo>
                    <a:pt x="919586" y="899211"/>
                  </a:lnTo>
                  <a:lnTo>
                    <a:pt x="922121" y="908935"/>
                  </a:lnTo>
                  <a:lnTo>
                    <a:pt x="923360" y="914400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3383252" y="1050571"/>
              <a:ext cx="914400" cy="915267"/>
            </a:xfrm>
            <a:custGeom>
              <a:avLst/>
              <a:pathLst>
                <a:path w="914400" h="915267">
                  <a:moveTo>
                    <a:pt x="914400" y="914400"/>
                  </a:moveTo>
                  <a:lnTo>
                    <a:pt x="914400" y="915267"/>
                  </a:lnTo>
                  <a:lnTo>
                    <a:pt x="910477" y="914400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3383252" y="1050571"/>
              <a:ext cx="923662" cy="922720"/>
            </a:xfrm>
            <a:custGeom>
              <a:avLst/>
              <a:pathLst>
                <a:path w="923662" h="9227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20"/>
                  </a:lnTo>
                  <a:lnTo>
                    <a:pt x="921816" y="920667"/>
                  </a:lnTo>
                  <a:lnTo>
                    <a:pt x="917896" y="915780"/>
                  </a:lnTo>
                  <a:lnTo>
                    <a:pt x="915195" y="915443"/>
                  </a:lnTo>
                  <a:lnTo>
                    <a:pt x="914400" y="915267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339251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3124" y="931638"/>
                  </a:lnTo>
                  <a:lnTo>
                    <a:pt x="922489" y="931087"/>
                  </a:lnTo>
                  <a:lnTo>
                    <a:pt x="917449" y="926114"/>
                  </a:lnTo>
                  <a:lnTo>
                    <a:pt x="914400" y="922720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34017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34110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34203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34295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343882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34480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34573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34666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347587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348513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349439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350366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351292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352218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353144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354071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354997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355923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356849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357775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358702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359628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360554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361480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362407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363333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364259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365185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366111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367038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367964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368890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369816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37074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37166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372595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37352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37444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37537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37630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377226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37815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3800052" y="10678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92" y="897161"/>
                  </a:lnTo>
                  <a:lnTo>
                    <a:pt x="914400" y="898120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3800052" y="1067810"/>
              <a:ext cx="917352" cy="914400"/>
            </a:xfrm>
            <a:custGeom>
              <a:avLst/>
              <a:pathLst>
                <a:path w="917352" h="914400">
                  <a:moveTo>
                    <a:pt x="914400" y="914400"/>
                  </a:moveTo>
                  <a:lnTo>
                    <a:pt x="914400" y="898120"/>
                  </a:lnTo>
                  <a:lnTo>
                    <a:pt x="914874" y="900311"/>
                  </a:lnTo>
                  <a:lnTo>
                    <a:pt x="916773" y="910621"/>
                  </a:lnTo>
                  <a:lnTo>
                    <a:pt x="917352" y="914400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2040230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24" y="914400"/>
                  </a:lnTo>
                  <a:lnTo>
                    <a:pt x="914400" y="912990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2049492" y="10333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229"/>
                  </a:lnTo>
                  <a:lnTo>
                    <a:pt x="908037" y="923125"/>
                  </a:lnTo>
                  <a:lnTo>
                    <a:pt x="911789" y="914865"/>
                  </a:lnTo>
                  <a:lnTo>
                    <a:pt x="912013" y="914400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20494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205875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20680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20772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20865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20958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210506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21143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21235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21328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214211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21513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21606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21699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21791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218842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21976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22069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22162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2234737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474" y="897161"/>
                  </a:lnTo>
                  <a:lnTo>
                    <a:pt x="913715" y="897806"/>
                  </a:lnTo>
                  <a:lnTo>
                    <a:pt x="914400" y="899854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2234737" y="1050571"/>
              <a:ext cx="918979" cy="914400"/>
            </a:xfrm>
            <a:custGeom>
              <a:avLst/>
              <a:pathLst>
                <a:path w="918979" h="914400">
                  <a:moveTo>
                    <a:pt x="914400" y="914400"/>
                  </a:moveTo>
                  <a:lnTo>
                    <a:pt x="914400" y="899854"/>
                  </a:lnTo>
                  <a:lnTo>
                    <a:pt x="916782" y="906985"/>
                  </a:lnTo>
                  <a:lnTo>
                    <a:pt x="918979" y="914400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3355465" y="1033333"/>
              <a:ext cx="914400" cy="920479"/>
            </a:xfrm>
            <a:custGeom>
              <a:avLst/>
              <a:pathLst>
                <a:path w="914400" h="920479">
                  <a:moveTo>
                    <a:pt x="914400" y="914400"/>
                  </a:moveTo>
                  <a:lnTo>
                    <a:pt x="914400" y="920479"/>
                  </a:lnTo>
                  <a:lnTo>
                    <a:pt x="909826" y="917122"/>
                  </a:lnTo>
                  <a:lnTo>
                    <a:pt x="906613" y="914400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3355465" y="1033333"/>
              <a:ext cx="923662" cy="926030"/>
            </a:xfrm>
            <a:custGeom>
              <a:avLst/>
              <a:pathLst>
                <a:path w="923662" h="92603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6030"/>
                  </a:lnTo>
                  <a:lnTo>
                    <a:pt x="920571" y="924421"/>
                  </a:lnTo>
                  <a:lnTo>
                    <a:pt x="915148" y="921029"/>
                  </a:lnTo>
                  <a:lnTo>
                    <a:pt x="914400" y="92047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3364728" y="1033333"/>
              <a:ext cx="923662" cy="930029"/>
            </a:xfrm>
            <a:custGeom>
              <a:avLst/>
              <a:pathLst>
                <a:path w="923662" h="9300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029"/>
                  </a:lnTo>
                  <a:lnTo>
                    <a:pt x="922400" y="929626"/>
                  </a:lnTo>
                  <a:lnTo>
                    <a:pt x="916819" y="927289"/>
                  </a:lnTo>
                  <a:lnTo>
                    <a:pt x="914400" y="926030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33739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39" y="931638"/>
                  </a:lnTo>
                  <a:lnTo>
                    <a:pt x="918777" y="931425"/>
                  </a:lnTo>
                  <a:lnTo>
                    <a:pt x="914400" y="93002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33832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339251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34017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34110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34203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34295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343882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34480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34573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34666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347587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348513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349439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350366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351292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352218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353144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354071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354997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355923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356849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357775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358702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359628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360554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361480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362407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363333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364259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365185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366111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367038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367964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368890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369816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370743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37166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372595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37352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37444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37537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37630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377226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37815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3790790" y="1050571"/>
              <a:ext cx="923454" cy="914400"/>
            </a:xfrm>
            <a:custGeom>
              <a:avLst/>
              <a:pathLst>
                <a:path w="92345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92" y="897246"/>
                  </a:lnTo>
                  <a:lnTo>
                    <a:pt x="919476" y="897559"/>
                  </a:lnTo>
                  <a:lnTo>
                    <a:pt x="921947" y="907440"/>
                  </a:lnTo>
                  <a:lnTo>
                    <a:pt x="923454" y="914400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2049492" y="10333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13" y="914400"/>
                  </a:lnTo>
                  <a:lnTo>
                    <a:pt x="912147" y="914119"/>
                  </a:lnTo>
                  <a:lnTo>
                    <a:pt x="912327" y="913743"/>
                  </a:lnTo>
                  <a:lnTo>
                    <a:pt x="912507" y="913367"/>
                  </a:lnTo>
                  <a:lnTo>
                    <a:pt x="912687" y="912991"/>
                  </a:lnTo>
                  <a:lnTo>
                    <a:pt x="912867" y="912615"/>
                  </a:lnTo>
                  <a:lnTo>
                    <a:pt x="913047" y="912240"/>
                  </a:lnTo>
                  <a:lnTo>
                    <a:pt x="913227" y="911864"/>
                  </a:lnTo>
                  <a:lnTo>
                    <a:pt x="913408" y="911488"/>
                  </a:lnTo>
                  <a:lnTo>
                    <a:pt x="913588" y="911112"/>
                  </a:lnTo>
                  <a:lnTo>
                    <a:pt x="913768" y="910736"/>
                  </a:lnTo>
                  <a:lnTo>
                    <a:pt x="913948" y="910360"/>
                  </a:lnTo>
                  <a:lnTo>
                    <a:pt x="914128" y="909985"/>
                  </a:lnTo>
                  <a:lnTo>
                    <a:pt x="914308" y="909609"/>
                  </a:lnTo>
                  <a:lnTo>
                    <a:pt x="914400" y="909419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2058755" y="10160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657"/>
                  </a:lnTo>
                  <a:lnTo>
                    <a:pt x="905226" y="926471"/>
                  </a:lnTo>
                  <a:lnTo>
                    <a:pt x="905407" y="926096"/>
                  </a:lnTo>
                  <a:lnTo>
                    <a:pt x="905587" y="925720"/>
                  </a:lnTo>
                  <a:lnTo>
                    <a:pt x="905767" y="925344"/>
                  </a:lnTo>
                  <a:lnTo>
                    <a:pt x="905947" y="924968"/>
                  </a:lnTo>
                  <a:lnTo>
                    <a:pt x="906127" y="924592"/>
                  </a:lnTo>
                  <a:lnTo>
                    <a:pt x="906308" y="924217"/>
                  </a:lnTo>
                  <a:lnTo>
                    <a:pt x="906488" y="923841"/>
                  </a:lnTo>
                  <a:lnTo>
                    <a:pt x="906668" y="923465"/>
                  </a:lnTo>
                  <a:lnTo>
                    <a:pt x="906849" y="923089"/>
                  </a:lnTo>
                  <a:lnTo>
                    <a:pt x="907029" y="922713"/>
                  </a:lnTo>
                  <a:lnTo>
                    <a:pt x="907209" y="922338"/>
                  </a:lnTo>
                  <a:lnTo>
                    <a:pt x="907390" y="921962"/>
                  </a:lnTo>
                  <a:lnTo>
                    <a:pt x="907570" y="921586"/>
                  </a:lnTo>
                  <a:lnTo>
                    <a:pt x="907750" y="921210"/>
                  </a:lnTo>
                  <a:lnTo>
                    <a:pt x="907931" y="920834"/>
                  </a:lnTo>
                  <a:lnTo>
                    <a:pt x="908111" y="920459"/>
                  </a:lnTo>
                  <a:lnTo>
                    <a:pt x="908291" y="920083"/>
                  </a:lnTo>
                  <a:lnTo>
                    <a:pt x="908472" y="919707"/>
                  </a:lnTo>
                  <a:lnTo>
                    <a:pt x="908652" y="919331"/>
                  </a:lnTo>
                  <a:lnTo>
                    <a:pt x="908833" y="918956"/>
                  </a:lnTo>
                  <a:lnTo>
                    <a:pt x="909013" y="918580"/>
                  </a:lnTo>
                  <a:lnTo>
                    <a:pt x="909194" y="918204"/>
                  </a:lnTo>
                  <a:lnTo>
                    <a:pt x="909374" y="917828"/>
                  </a:lnTo>
                  <a:lnTo>
                    <a:pt x="909554" y="917452"/>
                  </a:lnTo>
                  <a:lnTo>
                    <a:pt x="909735" y="917077"/>
                  </a:lnTo>
                  <a:lnTo>
                    <a:pt x="909915" y="916701"/>
                  </a:lnTo>
                  <a:lnTo>
                    <a:pt x="910096" y="916325"/>
                  </a:lnTo>
                  <a:lnTo>
                    <a:pt x="910276" y="915949"/>
                  </a:lnTo>
                  <a:lnTo>
                    <a:pt x="910457" y="915574"/>
                  </a:lnTo>
                  <a:lnTo>
                    <a:pt x="910638" y="915198"/>
                  </a:lnTo>
                  <a:lnTo>
                    <a:pt x="910818" y="914822"/>
                  </a:lnTo>
                  <a:lnTo>
                    <a:pt x="911021" y="914400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205875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20680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20772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20865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20958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210506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21143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21235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21328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214211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21513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21606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21699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21791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218842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21976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22069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22162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2225475" y="1033333"/>
              <a:ext cx="922736" cy="914400"/>
            </a:xfrm>
            <a:custGeom>
              <a:avLst/>
              <a:pathLst>
                <a:path w="92273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871" y="897161"/>
                  </a:lnTo>
                  <a:lnTo>
                    <a:pt x="916094" y="897642"/>
                  </a:lnTo>
                  <a:lnTo>
                    <a:pt x="919658" y="906176"/>
                  </a:lnTo>
                  <a:lnTo>
                    <a:pt x="922736" y="914400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3336941" y="1016094"/>
              <a:ext cx="914400" cy="921201"/>
            </a:xfrm>
            <a:custGeom>
              <a:avLst/>
              <a:pathLst>
                <a:path w="914400" h="921201">
                  <a:moveTo>
                    <a:pt x="914400" y="914400"/>
                  </a:moveTo>
                  <a:lnTo>
                    <a:pt x="914323" y="921201"/>
                  </a:lnTo>
                  <a:lnTo>
                    <a:pt x="913077" y="919922"/>
                  </a:lnTo>
                  <a:lnTo>
                    <a:pt x="911831" y="918644"/>
                  </a:lnTo>
                  <a:lnTo>
                    <a:pt x="910584" y="917365"/>
                  </a:lnTo>
                  <a:lnTo>
                    <a:pt x="909337" y="916086"/>
                  </a:lnTo>
                  <a:lnTo>
                    <a:pt x="908090" y="914808"/>
                  </a:lnTo>
                  <a:lnTo>
                    <a:pt x="907692" y="914400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3336941" y="1016094"/>
              <a:ext cx="923662" cy="930388"/>
            </a:xfrm>
            <a:custGeom>
              <a:avLst/>
              <a:pathLst>
                <a:path w="923662" h="93038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388"/>
                  </a:lnTo>
                  <a:lnTo>
                    <a:pt x="923144" y="929949"/>
                  </a:lnTo>
                  <a:lnTo>
                    <a:pt x="918066" y="925045"/>
                  </a:lnTo>
                  <a:lnTo>
                    <a:pt x="916814" y="923759"/>
                  </a:lnTo>
                  <a:lnTo>
                    <a:pt x="915569" y="922480"/>
                  </a:lnTo>
                  <a:lnTo>
                    <a:pt x="914400" y="92128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33462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75" y="931638"/>
                  </a:lnTo>
                  <a:lnTo>
                    <a:pt x="914400" y="93038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33554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33647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33739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33832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339251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34017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34110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34203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34295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343882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34480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34573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34666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6">
                <a:alpha val="100000"/>
              </a:srgbClr>
            </a:solidFill>
            <a:ln w="5420" cap="flat">
              <a:solidFill>
                <a:srgbClr val="F070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347587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348513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349439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350366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351292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352218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353144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354071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354997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355923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356849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357775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358702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359628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360554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361480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362407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363333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364259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365185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366111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367038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367964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368890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369816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370743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371669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372595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37352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37444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37537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37630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37722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37815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3790790" y="1033333"/>
              <a:ext cx="919369" cy="914400"/>
            </a:xfrm>
            <a:custGeom>
              <a:avLst/>
              <a:pathLst>
                <a:path w="9193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9" y="897161"/>
                  </a:lnTo>
                  <a:lnTo>
                    <a:pt x="914785" y="897295"/>
                  </a:lnTo>
                  <a:lnTo>
                    <a:pt x="914869" y="897608"/>
                  </a:lnTo>
                  <a:lnTo>
                    <a:pt x="914953" y="897920"/>
                  </a:lnTo>
                  <a:lnTo>
                    <a:pt x="915037" y="898233"/>
                  </a:lnTo>
                  <a:lnTo>
                    <a:pt x="915121" y="898545"/>
                  </a:lnTo>
                  <a:lnTo>
                    <a:pt x="915205" y="898858"/>
                  </a:lnTo>
                  <a:lnTo>
                    <a:pt x="915288" y="899170"/>
                  </a:lnTo>
                  <a:lnTo>
                    <a:pt x="915372" y="899483"/>
                  </a:lnTo>
                  <a:lnTo>
                    <a:pt x="915456" y="899795"/>
                  </a:lnTo>
                  <a:lnTo>
                    <a:pt x="915540" y="900108"/>
                  </a:lnTo>
                  <a:lnTo>
                    <a:pt x="915624" y="900421"/>
                  </a:lnTo>
                  <a:lnTo>
                    <a:pt x="915708" y="900733"/>
                  </a:lnTo>
                  <a:lnTo>
                    <a:pt x="915791" y="901046"/>
                  </a:lnTo>
                  <a:lnTo>
                    <a:pt x="915875" y="901358"/>
                  </a:lnTo>
                  <a:lnTo>
                    <a:pt x="915959" y="901671"/>
                  </a:lnTo>
                  <a:lnTo>
                    <a:pt x="916043" y="901983"/>
                  </a:lnTo>
                  <a:lnTo>
                    <a:pt x="916127" y="902296"/>
                  </a:lnTo>
                  <a:lnTo>
                    <a:pt x="916211" y="902608"/>
                  </a:lnTo>
                  <a:lnTo>
                    <a:pt x="916294" y="902921"/>
                  </a:lnTo>
                  <a:lnTo>
                    <a:pt x="916378" y="903233"/>
                  </a:lnTo>
                  <a:lnTo>
                    <a:pt x="916462" y="903546"/>
                  </a:lnTo>
                  <a:lnTo>
                    <a:pt x="916546" y="903858"/>
                  </a:lnTo>
                  <a:lnTo>
                    <a:pt x="916630" y="904171"/>
                  </a:lnTo>
                  <a:lnTo>
                    <a:pt x="916713" y="904483"/>
                  </a:lnTo>
                  <a:lnTo>
                    <a:pt x="916797" y="904796"/>
                  </a:lnTo>
                  <a:lnTo>
                    <a:pt x="916881" y="905108"/>
                  </a:lnTo>
                  <a:lnTo>
                    <a:pt x="916965" y="905421"/>
                  </a:lnTo>
                  <a:lnTo>
                    <a:pt x="917048" y="905733"/>
                  </a:lnTo>
                  <a:lnTo>
                    <a:pt x="917132" y="906046"/>
                  </a:lnTo>
                  <a:lnTo>
                    <a:pt x="917216" y="906359"/>
                  </a:lnTo>
                  <a:lnTo>
                    <a:pt x="917300" y="906671"/>
                  </a:lnTo>
                  <a:lnTo>
                    <a:pt x="917383" y="906984"/>
                  </a:lnTo>
                  <a:lnTo>
                    <a:pt x="917467" y="907296"/>
                  </a:lnTo>
                  <a:lnTo>
                    <a:pt x="917551" y="907609"/>
                  </a:lnTo>
                  <a:lnTo>
                    <a:pt x="917635" y="907921"/>
                  </a:lnTo>
                  <a:lnTo>
                    <a:pt x="917718" y="908234"/>
                  </a:lnTo>
                  <a:lnTo>
                    <a:pt x="917802" y="908546"/>
                  </a:lnTo>
                  <a:lnTo>
                    <a:pt x="917886" y="908859"/>
                  </a:lnTo>
                  <a:lnTo>
                    <a:pt x="917970" y="909171"/>
                  </a:lnTo>
                  <a:lnTo>
                    <a:pt x="918053" y="909484"/>
                  </a:lnTo>
                  <a:lnTo>
                    <a:pt x="918137" y="909796"/>
                  </a:lnTo>
                  <a:lnTo>
                    <a:pt x="918221" y="910109"/>
                  </a:lnTo>
                  <a:lnTo>
                    <a:pt x="918304" y="910421"/>
                  </a:lnTo>
                  <a:lnTo>
                    <a:pt x="918388" y="910734"/>
                  </a:lnTo>
                  <a:lnTo>
                    <a:pt x="918472" y="911047"/>
                  </a:lnTo>
                  <a:lnTo>
                    <a:pt x="918555" y="911359"/>
                  </a:lnTo>
                  <a:lnTo>
                    <a:pt x="918639" y="911672"/>
                  </a:lnTo>
                  <a:lnTo>
                    <a:pt x="918723" y="911984"/>
                  </a:lnTo>
                  <a:lnTo>
                    <a:pt x="918806" y="912297"/>
                  </a:lnTo>
                  <a:lnTo>
                    <a:pt x="918890" y="912609"/>
                  </a:lnTo>
                  <a:lnTo>
                    <a:pt x="918974" y="912922"/>
                  </a:lnTo>
                  <a:lnTo>
                    <a:pt x="919057" y="913234"/>
                  </a:lnTo>
                  <a:lnTo>
                    <a:pt x="919141" y="913547"/>
                  </a:lnTo>
                  <a:lnTo>
                    <a:pt x="919225" y="913859"/>
                  </a:lnTo>
                  <a:lnTo>
                    <a:pt x="919308" y="914172"/>
                  </a:lnTo>
                  <a:lnTo>
                    <a:pt x="919369" y="914400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205875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021" y="914400"/>
                  </a:lnTo>
                  <a:lnTo>
                    <a:pt x="911179" y="914071"/>
                  </a:lnTo>
                  <a:lnTo>
                    <a:pt x="911360" y="913695"/>
                  </a:lnTo>
                  <a:lnTo>
                    <a:pt x="911540" y="913319"/>
                  </a:lnTo>
                  <a:lnTo>
                    <a:pt x="911721" y="912943"/>
                  </a:lnTo>
                  <a:lnTo>
                    <a:pt x="911902" y="912568"/>
                  </a:lnTo>
                  <a:lnTo>
                    <a:pt x="912082" y="912192"/>
                  </a:lnTo>
                  <a:lnTo>
                    <a:pt x="912263" y="911816"/>
                  </a:lnTo>
                  <a:lnTo>
                    <a:pt x="912444" y="911440"/>
                  </a:lnTo>
                  <a:lnTo>
                    <a:pt x="912624" y="911065"/>
                  </a:lnTo>
                  <a:lnTo>
                    <a:pt x="912805" y="910689"/>
                  </a:lnTo>
                  <a:lnTo>
                    <a:pt x="912986" y="910313"/>
                  </a:lnTo>
                  <a:lnTo>
                    <a:pt x="913166" y="909938"/>
                  </a:lnTo>
                  <a:lnTo>
                    <a:pt x="913347" y="909562"/>
                  </a:lnTo>
                  <a:lnTo>
                    <a:pt x="913528" y="909186"/>
                  </a:lnTo>
                  <a:lnTo>
                    <a:pt x="913709" y="908810"/>
                  </a:lnTo>
                  <a:lnTo>
                    <a:pt x="913889" y="908435"/>
                  </a:lnTo>
                  <a:lnTo>
                    <a:pt x="914070" y="908059"/>
                  </a:lnTo>
                  <a:lnTo>
                    <a:pt x="914400" y="90740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2068017" y="9988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48"/>
                  </a:lnTo>
                  <a:lnTo>
                    <a:pt x="908794" y="917437"/>
                  </a:lnTo>
                  <a:lnTo>
                    <a:pt x="910503" y="91439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20680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20772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20865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20958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210506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21143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21235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21328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214211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21513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21606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21699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21791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218842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21976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22069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222547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271" y="897161"/>
                  </a:lnTo>
                  <a:lnTo>
                    <a:pt x="908273" y="898910"/>
                  </a:lnTo>
                  <a:lnTo>
                    <a:pt x="912295" y="906705"/>
                  </a:lnTo>
                  <a:lnTo>
                    <a:pt x="914400" y="911233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2225475" y="1016094"/>
              <a:ext cx="915871" cy="914400"/>
            </a:xfrm>
            <a:custGeom>
              <a:avLst/>
              <a:pathLst>
                <a:path w="915871" h="914400">
                  <a:moveTo>
                    <a:pt x="914400" y="914400"/>
                  </a:moveTo>
                  <a:lnTo>
                    <a:pt x="914400" y="911233"/>
                  </a:lnTo>
                  <a:lnTo>
                    <a:pt x="915871" y="914400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3318417" y="998856"/>
              <a:ext cx="914400" cy="919406"/>
            </a:xfrm>
            <a:custGeom>
              <a:avLst/>
              <a:pathLst>
                <a:path w="914400" h="919406">
                  <a:moveTo>
                    <a:pt x="914400" y="914399"/>
                  </a:moveTo>
                  <a:lnTo>
                    <a:pt x="914400" y="919406"/>
                  </a:lnTo>
                  <a:lnTo>
                    <a:pt x="911696" y="916472"/>
                  </a:lnTo>
                  <a:lnTo>
                    <a:pt x="909994" y="91439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3318417" y="998856"/>
              <a:ext cx="923662" cy="929021"/>
            </a:xfrm>
            <a:custGeom>
              <a:avLst/>
              <a:pathLst>
                <a:path w="923662" h="92902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021"/>
                  </a:lnTo>
                  <a:lnTo>
                    <a:pt x="922871" y="928212"/>
                  </a:lnTo>
                  <a:lnTo>
                    <a:pt x="921623" y="926934"/>
                  </a:lnTo>
                  <a:lnTo>
                    <a:pt x="920375" y="925656"/>
                  </a:lnTo>
                  <a:lnTo>
                    <a:pt x="919126" y="924379"/>
                  </a:lnTo>
                  <a:lnTo>
                    <a:pt x="917876" y="923101"/>
                  </a:lnTo>
                  <a:lnTo>
                    <a:pt x="916620" y="921817"/>
                  </a:lnTo>
                  <a:lnTo>
                    <a:pt x="914400" y="919406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33276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954" y="931638"/>
                  </a:lnTo>
                  <a:lnTo>
                    <a:pt x="916105" y="930768"/>
                  </a:lnTo>
                  <a:lnTo>
                    <a:pt x="914857" y="929490"/>
                  </a:lnTo>
                  <a:lnTo>
                    <a:pt x="914400" y="929021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33369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33462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33554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33647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33739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33832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339251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34017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34110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34203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34295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343882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34480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34573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346661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347587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348513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349439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350366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351292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352218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353144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354071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354997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355923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356849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357775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358702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359628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360554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361480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362407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363333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364259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365185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366111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367038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367964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368890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369816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370743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371669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372595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37352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37444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37537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37630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37722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3790790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115" y="897161"/>
                  </a:lnTo>
                  <a:lnTo>
                    <a:pt x="910164" y="897345"/>
                  </a:lnTo>
                  <a:lnTo>
                    <a:pt x="910249" y="897658"/>
                  </a:lnTo>
                  <a:lnTo>
                    <a:pt x="910333" y="897970"/>
                  </a:lnTo>
                  <a:lnTo>
                    <a:pt x="910417" y="898283"/>
                  </a:lnTo>
                  <a:lnTo>
                    <a:pt x="910501" y="898595"/>
                  </a:lnTo>
                  <a:lnTo>
                    <a:pt x="910585" y="898908"/>
                  </a:lnTo>
                  <a:lnTo>
                    <a:pt x="910669" y="899220"/>
                  </a:lnTo>
                  <a:lnTo>
                    <a:pt x="910753" y="899533"/>
                  </a:lnTo>
                  <a:lnTo>
                    <a:pt x="910837" y="899845"/>
                  </a:lnTo>
                  <a:lnTo>
                    <a:pt x="910922" y="900158"/>
                  </a:lnTo>
                  <a:lnTo>
                    <a:pt x="911006" y="900470"/>
                  </a:lnTo>
                  <a:lnTo>
                    <a:pt x="911090" y="900783"/>
                  </a:lnTo>
                  <a:lnTo>
                    <a:pt x="911174" y="901095"/>
                  </a:lnTo>
                  <a:lnTo>
                    <a:pt x="911258" y="901408"/>
                  </a:lnTo>
                  <a:lnTo>
                    <a:pt x="911342" y="901721"/>
                  </a:lnTo>
                  <a:lnTo>
                    <a:pt x="911426" y="902033"/>
                  </a:lnTo>
                  <a:lnTo>
                    <a:pt x="911510" y="902346"/>
                  </a:lnTo>
                  <a:lnTo>
                    <a:pt x="911594" y="902658"/>
                  </a:lnTo>
                  <a:lnTo>
                    <a:pt x="911678" y="902971"/>
                  </a:lnTo>
                  <a:lnTo>
                    <a:pt x="911762" y="903283"/>
                  </a:lnTo>
                  <a:lnTo>
                    <a:pt x="911846" y="903596"/>
                  </a:lnTo>
                  <a:lnTo>
                    <a:pt x="911930" y="903908"/>
                  </a:lnTo>
                  <a:lnTo>
                    <a:pt x="912014" y="904221"/>
                  </a:lnTo>
                  <a:lnTo>
                    <a:pt x="912098" y="904533"/>
                  </a:lnTo>
                  <a:lnTo>
                    <a:pt x="912182" y="904846"/>
                  </a:lnTo>
                  <a:lnTo>
                    <a:pt x="912267" y="905158"/>
                  </a:lnTo>
                  <a:lnTo>
                    <a:pt x="912351" y="905471"/>
                  </a:lnTo>
                  <a:lnTo>
                    <a:pt x="912435" y="905783"/>
                  </a:lnTo>
                  <a:lnTo>
                    <a:pt x="912519" y="906096"/>
                  </a:lnTo>
                  <a:lnTo>
                    <a:pt x="912603" y="906408"/>
                  </a:lnTo>
                  <a:lnTo>
                    <a:pt x="912687" y="906721"/>
                  </a:lnTo>
                  <a:lnTo>
                    <a:pt x="912771" y="907033"/>
                  </a:lnTo>
                  <a:lnTo>
                    <a:pt x="912855" y="907346"/>
                  </a:lnTo>
                  <a:lnTo>
                    <a:pt x="912939" y="907658"/>
                  </a:lnTo>
                  <a:lnTo>
                    <a:pt x="913023" y="907971"/>
                  </a:lnTo>
                  <a:lnTo>
                    <a:pt x="913107" y="908283"/>
                  </a:lnTo>
                  <a:lnTo>
                    <a:pt x="913190" y="908596"/>
                  </a:lnTo>
                  <a:lnTo>
                    <a:pt x="913274" y="908908"/>
                  </a:lnTo>
                  <a:lnTo>
                    <a:pt x="913358" y="909221"/>
                  </a:lnTo>
                  <a:lnTo>
                    <a:pt x="913442" y="909533"/>
                  </a:lnTo>
                  <a:lnTo>
                    <a:pt x="913526" y="909846"/>
                  </a:lnTo>
                  <a:lnTo>
                    <a:pt x="913610" y="910158"/>
                  </a:lnTo>
                  <a:lnTo>
                    <a:pt x="913694" y="910471"/>
                  </a:lnTo>
                  <a:lnTo>
                    <a:pt x="913778" y="910783"/>
                  </a:lnTo>
                  <a:lnTo>
                    <a:pt x="913862" y="911096"/>
                  </a:lnTo>
                  <a:lnTo>
                    <a:pt x="913946" y="911409"/>
                  </a:lnTo>
                  <a:lnTo>
                    <a:pt x="914030" y="911721"/>
                  </a:lnTo>
                  <a:lnTo>
                    <a:pt x="914114" y="912034"/>
                  </a:lnTo>
                  <a:lnTo>
                    <a:pt x="914198" y="912346"/>
                  </a:lnTo>
                  <a:lnTo>
                    <a:pt x="914282" y="912659"/>
                  </a:lnTo>
                  <a:lnTo>
                    <a:pt x="914400" y="913097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3790790" y="1016094"/>
              <a:ext cx="914749" cy="914400"/>
            </a:xfrm>
            <a:custGeom>
              <a:avLst/>
              <a:pathLst>
                <a:path w="914749" h="914400">
                  <a:moveTo>
                    <a:pt x="914400" y="914400"/>
                  </a:moveTo>
                  <a:lnTo>
                    <a:pt x="914400" y="913097"/>
                  </a:lnTo>
                  <a:lnTo>
                    <a:pt x="914450" y="913284"/>
                  </a:lnTo>
                  <a:lnTo>
                    <a:pt x="914533" y="913596"/>
                  </a:lnTo>
                  <a:lnTo>
                    <a:pt x="914617" y="913909"/>
                  </a:lnTo>
                  <a:lnTo>
                    <a:pt x="914701" y="914221"/>
                  </a:lnTo>
                  <a:lnTo>
                    <a:pt x="914749" y="914400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2068017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0503" y="914399"/>
                  </a:lnTo>
                  <a:lnTo>
                    <a:pt x="912994" y="909974"/>
                  </a:lnTo>
                  <a:lnTo>
                    <a:pt x="914400" y="907727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2077279" y="98161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965"/>
                  </a:lnTo>
                  <a:lnTo>
                    <a:pt x="908137" y="920168"/>
                  </a:lnTo>
                  <a:lnTo>
                    <a:pt x="912151" y="91439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20772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20865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20958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210506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21143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21235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21328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214211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21513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21606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21699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21791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218842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21976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2216212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5586" y="897161"/>
                  </a:lnTo>
                  <a:lnTo>
                    <a:pt x="908861" y="901783"/>
                  </a:lnTo>
                  <a:lnTo>
                    <a:pt x="913299" y="908755"/>
                  </a:lnTo>
                  <a:lnTo>
                    <a:pt x="914400" y="910676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2216212" y="998856"/>
              <a:ext cx="916533" cy="914399"/>
            </a:xfrm>
            <a:custGeom>
              <a:avLst/>
              <a:pathLst>
                <a:path w="916533" h="914399">
                  <a:moveTo>
                    <a:pt x="914400" y="914399"/>
                  </a:moveTo>
                  <a:lnTo>
                    <a:pt x="914400" y="910676"/>
                  </a:lnTo>
                  <a:lnTo>
                    <a:pt x="916533" y="91439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3309154" y="981617"/>
              <a:ext cx="914400" cy="925473"/>
            </a:xfrm>
            <a:custGeom>
              <a:avLst/>
              <a:pathLst>
                <a:path w="914400" h="925473">
                  <a:moveTo>
                    <a:pt x="914400" y="914399"/>
                  </a:moveTo>
                  <a:lnTo>
                    <a:pt x="914400" y="925473"/>
                  </a:lnTo>
                  <a:lnTo>
                    <a:pt x="911584" y="921647"/>
                  </a:lnTo>
                  <a:lnTo>
                    <a:pt x="907158" y="914961"/>
                  </a:lnTo>
                  <a:lnTo>
                    <a:pt x="906823" y="91439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33091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256" y="931638"/>
                  </a:lnTo>
                  <a:lnTo>
                    <a:pt x="916188" y="927903"/>
                  </a:lnTo>
                  <a:lnTo>
                    <a:pt x="914400" y="925473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33184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33276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33369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33462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33554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33647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33739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33832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339251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34017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34110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34203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34295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343882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34480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345735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346661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347587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6">
                <a:alpha val="100000"/>
              </a:srgbClr>
            </a:solidFill>
            <a:ln w="5420" cap="flat">
              <a:solidFill>
                <a:srgbClr val="F070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348513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349439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350366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351292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352218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353144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354071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354997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355923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356849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357775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358702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359628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360554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361480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362407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363333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364259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365185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366111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367038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367964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368890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369816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370743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371669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37259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37352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37444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37537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37630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37722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3781528" y="998856"/>
              <a:ext cx="919377" cy="914399"/>
            </a:xfrm>
            <a:custGeom>
              <a:avLst/>
              <a:pathLst>
                <a:path w="919377" h="914399">
                  <a:moveTo>
                    <a:pt x="914400" y="914399"/>
                  </a:moveTo>
                  <a:lnTo>
                    <a:pt x="914423" y="897161"/>
                  </a:lnTo>
                  <a:lnTo>
                    <a:pt x="915117" y="899281"/>
                  </a:lnTo>
                  <a:lnTo>
                    <a:pt x="917997" y="909275"/>
                  </a:lnTo>
                  <a:lnTo>
                    <a:pt x="918080" y="909584"/>
                  </a:lnTo>
                  <a:lnTo>
                    <a:pt x="918164" y="909896"/>
                  </a:lnTo>
                  <a:lnTo>
                    <a:pt x="918248" y="910209"/>
                  </a:lnTo>
                  <a:lnTo>
                    <a:pt x="918333" y="910521"/>
                  </a:lnTo>
                  <a:lnTo>
                    <a:pt x="918417" y="910834"/>
                  </a:lnTo>
                  <a:lnTo>
                    <a:pt x="918501" y="911146"/>
                  </a:lnTo>
                  <a:lnTo>
                    <a:pt x="918585" y="911459"/>
                  </a:lnTo>
                  <a:lnTo>
                    <a:pt x="918669" y="911771"/>
                  </a:lnTo>
                  <a:lnTo>
                    <a:pt x="918753" y="912084"/>
                  </a:lnTo>
                  <a:lnTo>
                    <a:pt x="918838" y="912396"/>
                  </a:lnTo>
                  <a:lnTo>
                    <a:pt x="918922" y="912709"/>
                  </a:lnTo>
                  <a:lnTo>
                    <a:pt x="919006" y="913021"/>
                  </a:lnTo>
                  <a:lnTo>
                    <a:pt x="919090" y="913334"/>
                  </a:lnTo>
                  <a:lnTo>
                    <a:pt x="919174" y="913646"/>
                  </a:lnTo>
                  <a:lnTo>
                    <a:pt x="919258" y="913959"/>
                  </a:lnTo>
                  <a:lnTo>
                    <a:pt x="919343" y="914271"/>
                  </a:lnTo>
                  <a:lnTo>
                    <a:pt x="919377" y="91439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2077279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51" y="914399"/>
                  </a:lnTo>
                  <a:lnTo>
                    <a:pt x="912733" y="913562"/>
                  </a:lnTo>
                  <a:lnTo>
                    <a:pt x="914400" y="911416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2086541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1416"/>
                  </a:lnTo>
                  <a:lnTo>
                    <a:pt x="908246" y="907412"/>
                  </a:lnTo>
                  <a:lnTo>
                    <a:pt x="913188" y="901734"/>
                  </a:lnTo>
                  <a:lnTo>
                    <a:pt x="914400" y="90049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2095803" y="964379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738"/>
                  </a:lnTo>
                  <a:lnTo>
                    <a:pt x="908414" y="91439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20958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2105066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21143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21235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21328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214211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21513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21606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21699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21791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219768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314" y="897161"/>
                  </a:lnTo>
                  <a:lnTo>
                    <a:pt x="912985" y="900823"/>
                  </a:lnTo>
                  <a:lnTo>
                    <a:pt x="914400" y="902416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2206950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2416"/>
                  </a:lnTo>
                  <a:lnTo>
                    <a:pt x="908691" y="906419"/>
                  </a:lnTo>
                  <a:lnTo>
                    <a:pt x="913496" y="912491"/>
                  </a:lnTo>
                  <a:lnTo>
                    <a:pt x="914400" y="913767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2206950" y="981617"/>
              <a:ext cx="914848" cy="914399"/>
            </a:xfrm>
            <a:custGeom>
              <a:avLst/>
              <a:pathLst>
                <a:path w="914848" h="914399">
                  <a:moveTo>
                    <a:pt x="914400" y="914399"/>
                  </a:moveTo>
                  <a:lnTo>
                    <a:pt x="914400" y="913767"/>
                  </a:lnTo>
                  <a:lnTo>
                    <a:pt x="914848" y="91439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3299892" y="964379"/>
              <a:ext cx="914400" cy="928813"/>
            </a:xfrm>
            <a:custGeom>
              <a:avLst/>
              <a:pathLst>
                <a:path w="914400" h="928813">
                  <a:moveTo>
                    <a:pt x="914400" y="914399"/>
                  </a:moveTo>
                  <a:lnTo>
                    <a:pt x="914400" y="928813"/>
                  </a:lnTo>
                  <a:lnTo>
                    <a:pt x="912184" y="925100"/>
                  </a:lnTo>
                  <a:lnTo>
                    <a:pt x="908150" y="917605"/>
                  </a:lnTo>
                  <a:lnTo>
                    <a:pt x="906593" y="91439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32998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085" y="931638"/>
                  </a:lnTo>
                  <a:lnTo>
                    <a:pt x="914400" y="928813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33091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33184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33276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33369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33462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335546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33647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33739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33832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339251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34017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34110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34203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34295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343882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344808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345735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346661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347587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348513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349439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350366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351292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352218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353144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354071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354997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355923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356849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357775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358702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359628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360554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361480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362407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363333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364259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365185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366111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367038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367964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368890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369816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370743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37166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37259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37352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37444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37537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37630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378152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361" y="897161"/>
                  </a:lnTo>
                  <a:lnTo>
                    <a:pt x="908496" y="897486"/>
                  </a:lnTo>
                  <a:lnTo>
                    <a:pt x="911946" y="906834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209580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8414" y="914399"/>
                  </a:lnTo>
                  <a:lnTo>
                    <a:pt x="909020" y="913782"/>
                  </a:lnTo>
                  <a:lnTo>
                    <a:pt x="914252" y="909095"/>
                  </a:lnTo>
                  <a:lnTo>
                    <a:pt x="914400" y="908980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210506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980"/>
                  </a:lnTo>
                  <a:lnTo>
                    <a:pt x="910347" y="904923"/>
                  </a:lnTo>
                  <a:lnTo>
                    <a:pt x="914400" y="902220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2114328" y="94714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459"/>
                  </a:lnTo>
                  <a:lnTo>
                    <a:pt x="906552" y="918515"/>
                  </a:lnTo>
                  <a:lnTo>
                    <a:pt x="912114" y="915406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21143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21235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21328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214211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21513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2169901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738" y="897161"/>
                  </a:lnTo>
                  <a:lnTo>
                    <a:pt x="913962" y="897696"/>
                  </a:lnTo>
                  <a:lnTo>
                    <a:pt x="914400" y="897933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217916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933"/>
                  </a:lnTo>
                  <a:lnTo>
                    <a:pt x="910276" y="900714"/>
                  </a:lnTo>
                  <a:lnTo>
                    <a:pt x="914400" y="90338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218842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3388"/>
                  </a:lnTo>
                  <a:lnTo>
                    <a:pt x="906497" y="904270"/>
                  </a:lnTo>
                  <a:lnTo>
                    <a:pt x="911874" y="908354"/>
                  </a:lnTo>
                  <a:lnTo>
                    <a:pt x="914400" y="910565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2188426" y="964379"/>
              <a:ext cx="918577" cy="914399"/>
            </a:xfrm>
            <a:custGeom>
              <a:avLst/>
              <a:pathLst>
                <a:path w="918577" h="914399">
                  <a:moveTo>
                    <a:pt x="914400" y="914399"/>
                  </a:moveTo>
                  <a:lnTo>
                    <a:pt x="914400" y="910565"/>
                  </a:lnTo>
                  <a:lnTo>
                    <a:pt x="917129" y="912955"/>
                  </a:lnTo>
                  <a:lnTo>
                    <a:pt x="918577" y="91439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3290630" y="947140"/>
              <a:ext cx="914400" cy="928642"/>
            </a:xfrm>
            <a:custGeom>
              <a:avLst/>
              <a:pathLst>
                <a:path w="914400" h="928642">
                  <a:moveTo>
                    <a:pt x="914400" y="914399"/>
                  </a:moveTo>
                  <a:lnTo>
                    <a:pt x="914400" y="928642"/>
                  </a:lnTo>
                  <a:lnTo>
                    <a:pt x="913589" y="926973"/>
                  </a:lnTo>
                  <a:lnTo>
                    <a:pt x="909988" y="918749"/>
                  </a:lnTo>
                  <a:lnTo>
                    <a:pt x="908275" y="91439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32906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855" y="931638"/>
                  </a:lnTo>
                  <a:lnTo>
                    <a:pt x="914400" y="928642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32998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33091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33184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33276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33369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334620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335546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33647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33739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33832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339251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34017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341103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342030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342956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343882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344808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345735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346661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347587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348513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349439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350366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351292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352218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353144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354071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354997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355923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356849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357775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358702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359628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360554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361480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362407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363333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364259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365185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366111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367038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367964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368890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369816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37074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37166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37259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37352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37444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37537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3772265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0061" y="897161"/>
                  </a:lnTo>
                  <a:lnTo>
                    <a:pt x="914037" y="905743"/>
                  </a:lnTo>
                  <a:lnTo>
                    <a:pt x="914400" y="906617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3772265" y="964379"/>
              <a:ext cx="917623" cy="914399"/>
            </a:xfrm>
            <a:custGeom>
              <a:avLst/>
              <a:pathLst>
                <a:path w="917623" h="914399">
                  <a:moveTo>
                    <a:pt x="914400" y="914399"/>
                  </a:moveTo>
                  <a:lnTo>
                    <a:pt x="914400" y="906617"/>
                  </a:lnTo>
                  <a:lnTo>
                    <a:pt x="917623" y="91439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2123590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67"/>
                  </a:lnTo>
                  <a:lnTo>
                    <a:pt x="908493" y="912841"/>
                  </a:lnTo>
                  <a:lnTo>
                    <a:pt x="914199" y="910829"/>
                  </a:lnTo>
                  <a:lnTo>
                    <a:pt x="914400" y="91077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2132852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0778"/>
                  </a:lnTo>
                  <a:lnTo>
                    <a:pt x="910691" y="909373"/>
                  </a:lnTo>
                  <a:lnTo>
                    <a:pt x="914400" y="908801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2142115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801"/>
                  </a:lnTo>
                  <a:lnTo>
                    <a:pt x="907216" y="908479"/>
                  </a:lnTo>
                  <a:lnTo>
                    <a:pt x="913021" y="908149"/>
                  </a:lnTo>
                  <a:lnTo>
                    <a:pt x="914400" y="908205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2151377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205"/>
                  </a:lnTo>
                  <a:lnTo>
                    <a:pt x="909565" y="908384"/>
                  </a:lnTo>
                  <a:lnTo>
                    <a:pt x="914400" y="909051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2160639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9051"/>
                  </a:lnTo>
                  <a:lnTo>
                    <a:pt x="906094" y="909183"/>
                  </a:lnTo>
                  <a:lnTo>
                    <a:pt x="911855" y="910544"/>
                  </a:lnTo>
                  <a:lnTo>
                    <a:pt x="914400" y="91139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2160639" y="947140"/>
              <a:ext cx="922001" cy="914399"/>
            </a:xfrm>
            <a:custGeom>
              <a:avLst/>
              <a:pathLst>
                <a:path w="922001" h="914399">
                  <a:moveTo>
                    <a:pt x="914400" y="914399"/>
                  </a:moveTo>
                  <a:lnTo>
                    <a:pt x="914400" y="911398"/>
                  </a:lnTo>
                  <a:lnTo>
                    <a:pt x="917570" y="912462"/>
                  </a:lnTo>
                  <a:lnTo>
                    <a:pt x="922001" y="91439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3281368" y="929902"/>
              <a:ext cx="914400" cy="923234"/>
            </a:xfrm>
            <a:custGeom>
              <a:avLst/>
              <a:pathLst>
                <a:path w="914400" h="923234">
                  <a:moveTo>
                    <a:pt x="914400" y="914400"/>
                  </a:moveTo>
                  <a:lnTo>
                    <a:pt x="914400" y="923234"/>
                  </a:lnTo>
                  <a:lnTo>
                    <a:pt x="912751" y="918563"/>
                  </a:lnTo>
                  <a:lnTo>
                    <a:pt x="911440" y="914400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32813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537" y="931638"/>
                  </a:lnTo>
                  <a:lnTo>
                    <a:pt x="915880" y="927431"/>
                  </a:lnTo>
                  <a:lnTo>
                    <a:pt x="914400" y="923234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32906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32998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33091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33184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33276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333694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334620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335546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336472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337399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338325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339251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340177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341103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342030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342956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343882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344808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345735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346661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347587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348513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349439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350366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351292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352218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353144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354071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354997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355923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356849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357775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358702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359628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360554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361480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362407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363333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364259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365185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366111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367038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367964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368890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36981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37074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37166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37259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37352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37444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3763003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2" y="897161"/>
                  </a:lnTo>
                  <a:lnTo>
                    <a:pt x="910633" y="898497"/>
                  </a:lnTo>
                  <a:lnTo>
                    <a:pt x="914400" y="905021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3763003" y="947140"/>
              <a:ext cx="919323" cy="914399"/>
            </a:xfrm>
            <a:custGeom>
              <a:avLst/>
              <a:pathLst>
                <a:path w="919323" h="914399">
                  <a:moveTo>
                    <a:pt x="914400" y="914399"/>
                  </a:moveTo>
                  <a:lnTo>
                    <a:pt x="914400" y="905021"/>
                  </a:lnTo>
                  <a:lnTo>
                    <a:pt x="915094" y="906223"/>
                  </a:lnTo>
                  <a:lnTo>
                    <a:pt x="919323" y="91439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3281368" y="91266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40" y="931638"/>
                  </a:lnTo>
                  <a:lnTo>
                    <a:pt x="909870" y="926647"/>
                  </a:lnTo>
                  <a:lnTo>
                    <a:pt x="907244" y="917230"/>
                  </a:lnTo>
                  <a:lnTo>
                    <a:pt x="906552" y="91439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32813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32906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32998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33091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33184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332767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333694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334620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335546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336472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337399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338325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339251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340177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341103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342030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342956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343882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344808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345735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346661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347587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348513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349439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350366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351292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352218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353144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354071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354997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355923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356849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357775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358702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359628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360554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361480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362407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363333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364259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365185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366111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367038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367964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368890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36981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37074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37166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37259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37352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3753741" y="9299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789" y="897161"/>
                  </a:lnTo>
                  <a:lnTo>
                    <a:pt x="911067" y="897662"/>
                  </a:lnTo>
                  <a:lnTo>
                    <a:pt x="914400" y="904385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3753741" y="929902"/>
              <a:ext cx="919034" cy="914400"/>
            </a:xfrm>
            <a:custGeom>
              <a:avLst/>
              <a:pathLst>
                <a:path w="919034" h="914400">
                  <a:moveTo>
                    <a:pt x="914400" y="914400"/>
                  </a:moveTo>
                  <a:lnTo>
                    <a:pt x="914400" y="904385"/>
                  </a:lnTo>
                  <a:lnTo>
                    <a:pt x="915299" y="906201"/>
                  </a:lnTo>
                  <a:lnTo>
                    <a:pt x="918697" y="913876"/>
                  </a:lnTo>
                  <a:lnTo>
                    <a:pt x="919034" y="914400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3272105" y="895425"/>
              <a:ext cx="914400" cy="925856"/>
            </a:xfrm>
            <a:custGeom>
              <a:avLst/>
              <a:pathLst>
                <a:path w="914400" h="925856">
                  <a:moveTo>
                    <a:pt x="914400" y="914400"/>
                  </a:moveTo>
                  <a:lnTo>
                    <a:pt x="914400" y="925856"/>
                  </a:lnTo>
                  <a:lnTo>
                    <a:pt x="914144" y="924813"/>
                  </a:lnTo>
                  <a:lnTo>
                    <a:pt x="912051" y="914945"/>
                  </a:lnTo>
                  <a:lnTo>
                    <a:pt x="911952" y="914400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32721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4" y="931638"/>
                  </a:lnTo>
                  <a:lnTo>
                    <a:pt x="914400" y="925856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32813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32906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32998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33091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331841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332767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333694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334620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335546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336472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337399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338325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339251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340177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341103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342030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342956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343882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344808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345735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346661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347587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348513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349439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350366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351292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352218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353144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354071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354997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355923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356849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357775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358702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359628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360554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361480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362407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363333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364259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365185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366111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367038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367964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36889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36981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37074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37166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37259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3744479" y="91266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8" y="897168"/>
                  </a:lnTo>
                  <a:lnTo>
                    <a:pt x="909970" y="897460"/>
                  </a:lnTo>
                  <a:lnTo>
                    <a:pt x="910163" y="897753"/>
                  </a:lnTo>
                  <a:lnTo>
                    <a:pt x="910355" y="898046"/>
                  </a:lnTo>
                  <a:lnTo>
                    <a:pt x="910548" y="898339"/>
                  </a:lnTo>
                  <a:lnTo>
                    <a:pt x="910740" y="898631"/>
                  </a:lnTo>
                  <a:lnTo>
                    <a:pt x="910933" y="898924"/>
                  </a:lnTo>
                  <a:lnTo>
                    <a:pt x="911125" y="899217"/>
                  </a:lnTo>
                  <a:lnTo>
                    <a:pt x="914400" y="904490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3744479" y="912663"/>
              <a:ext cx="920051" cy="914399"/>
            </a:xfrm>
            <a:custGeom>
              <a:avLst/>
              <a:pathLst>
                <a:path w="920051" h="914399">
                  <a:moveTo>
                    <a:pt x="914400" y="914399"/>
                  </a:moveTo>
                  <a:lnTo>
                    <a:pt x="914400" y="904490"/>
                  </a:lnTo>
                  <a:lnTo>
                    <a:pt x="915846" y="906818"/>
                  </a:lnTo>
                  <a:lnTo>
                    <a:pt x="920051" y="91439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3272105" y="8781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52" y="931638"/>
                  </a:lnTo>
                  <a:lnTo>
                    <a:pt x="910232" y="922129"/>
                  </a:lnTo>
                  <a:lnTo>
                    <a:pt x="909068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32721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32813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32906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32998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330915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331841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332767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333694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334620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335546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336472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337399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338325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339251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340177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341103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342030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342956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343882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344808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345735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346661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347587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348513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349439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350366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351292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352218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353144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354071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354997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355923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356849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357775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358702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359628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360554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361480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362407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363333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364259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365185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366111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367038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367964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36889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36981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37074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37166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3735217" y="8954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658" y="897161"/>
                  </a:lnTo>
                  <a:lnTo>
                    <a:pt x="908053" y="897728"/>
                  </a:lnTo>
                  <a:lnTo>
                    <a:pt x="908243" y="898017"/>
                  </a:lnTo>
                  <a:lnTo>
                    <a:pt x="908436" y="898309"/>
                  </a:lnTo>
                  <a:lnTo>
                    <a:pt x="908629" y="898602"/>
                  </a:lnTo>
                  <a:lnTo>
                    <a:pt x="908822" y="898894"/>
                  </a:lnTo>
                  <a:lnTo>
                    <a:pt x="909015" y="899187"/>
                  </a:lnTo>
                  <a:lnTo>
                    <a:pt x="909208" y="899480"/>
                  </a:lnTo>
                  <a:lnTo>
                    <a:pt x="909401" y="899772"/>
                  </a:lnTo>
                  <a:lnTo>
                    <a:pt x="909594" y="900065"/>
                  </a:lnTo>
                  <a:lnTo>
                    <a:pt x="909787" y="900357"/>
                  </a:lnTo>
                  <a:lnTo>
                    <a:pt x="909980" y="900650"/>
                  </a:lnTo>
                  <a:lnTo>
                    <a:pt x="910173" y="900943"/>
                  </a:lnTo>
                  <a:lnTo>
                    <a:pt x="910366" y="901235"/>
                  </a:lnTo>
                  <a:lnTo>
                    <a:pt x="910559" y="901528"/>
                  </a:lnTo>
                  <a:lnTo>
                    <a:pt x="910752" y="901821"/>
                  </a:lnTo>
                  <a:lnTo>
                    <a:pt x="910945" y="902113"/>
                  </a:lnTo>
                  <a:lnTo>
                    <a:pt x="911138" y="902406"/>
                  </a:lnTo>
                  <a:lnTo>
                    <a:pt x="911331" y="902698"/>
                  </a:lnTo>
                  <a:lnTo>
                    <a:pt x="911524" y="902991"/>
                  </a:lnTo>
                  <a:lnTo>
                    <a:pt x="911717" y="903284"/>
                  </a:lnTo>
                  <a:lnTo>
                    <a:pt x="911910" y="903576"/>
                  </a:lnTo>
                  <a:lnTo>
                    <a:pt x="912103" y="903869"/>
                  </a:lnTo>
                  <a:lnTo>
                    <a:pt x="912296" y="904162"/>
                  </a:lnTo>
                  <a:lnTo>
                    <a:pt x="912488" y="904454"/>
                  </a:lnTo>
                  <a:lnTo>
                    <a:pt x="912681" y="904747"/>
                  </a:lnTo>
                  <a:lnTo>
                    <a:pt x="912874" y="905040"/>
                  </a:lnTo>
                  <a:lnTo>
                    <a:pt x="913067" y="905332"/>
                  </a:lnTo>
                  <a:lnTo>
                    <a:pt x="913260" y="905625"/>
                  </a:lnTo>
                  <a:lnTo>
                    <a:pt x="913453" y="905918"/>
                  </a:lnTo>
                  <a:lnTo>
                    <a:pt x="913645" y="906210"/>
                  </a:lnTo>
                  <a:lnTo>
                    <a:pt x="913838" y="906503"/>
                  </a:lnTo>
                  <a:lnTo>
                    <a:pt x="914031" y="906796"/>
                  </a:lnTo>
                  <a:lnTo>
                    <a:pt x="914224" y="907088"/>
                  </a:lnTo>
                  <a:lnTo>
                    <a:pt x="914400" y="907355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3735217" y="895425"/>
              <a:ext cx="919036" cy="914400"/>
            </a:xfrm>
            <a:custGeom>
              <a:avLst/>
              <a:pathLst>
                <a:path w="919036" h="914400">
                  <a:moveTo>
                    <a:pt x="914400" y="914400"/>
                  </a:moveTo>
                  <a:lnTo>
                    <a:pt x="914417" y="907381"/>
                  </a:lnTo>
                  <a:lnTo>
                    <a:pt x="914609" y="907674"/>
                  </a:lnTo>
                  <a:lnTo>
                    <a:pt x="914802" y="907966"/>
                  </a:lnTo>
                  <a:lnTo>
                    <a:pt x="914995" y="908259"/>
                  </a:lnTo>
                  <a:lnTo>
                    <a:pt x="915188" y="908552"/>
                  </a:lnTo>
                  <a:lnTo>
                    <a:pt x="915380" y="908844"/>
                  </a:lnTo>
                  <a:lnTo>
                    <a:pt x="915573" y="909137"/>
                  </a:lnTo>
                  <a:lnTo>
                    <a:pt x="915766" y="909430"/>
                  </a:lnTo>
                  <a:lnTo>
                    <a:pt x="915958" y="909722"/>
                  </a:lnTo>
                  <a:lnTo>
                    <a:pt x="916151" y="910015"/>
                  </a:lnTo>
                  <a:lnTo>
                    <a:pt x="916344" y="910308"/>
                  </a:lnTo>
                  <a:lnTo>
                    <a:pt x="916536" y="910601"/>
                  </a:lnTo>
                  <a:lnTo>
                    <a:pt x="916729" y="910893"/>
                  </a:lnTo>
                  <a:lnTo>
                    <a:pt x="916922" y="911186"/>
                  </a:lnTo>
                  <a:lnTo>
                    <a:pt x="917114" y="911479"/>
                  </a:lnTo>
                  <a:lnTo>
                    <a:pt x="917307" y="911771"/>
                  </a:lnTo>
                  <a:lnTo>
                    <a:pt x="917499" y="912064"/>
                  </a:lnTo>
                  <a:lnTo>
                    <a:pt x="917692" y="912357"/>
                  </a:lnTo>
                  <a:lnTo>
                    <a:pt x="917885" y="912650"/>
                  </a:lnTo>
                  <a:lnTo>
                    <a:pt x="918077" y="912942"/>
                  </a:lnTo>
                  <a:lnTo>
                    <a:pt x="918270" y="913235"/>
                  </a:lnTo>
                  <a:lnTo>
                    <a:pt x="918462" y="913528"/>
                  </a:lnTo>
                  <a:lnTo>
                    <a:pt x="918655" y="913820"/>
                  </a:lnTo>
                  <a:lnTo>
                    <a:pt x="918848" y="914113"/>
                  </a:lnTo>
                  <a:lnTo>
                    <a:pt x="919036" y="914400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3272105" y="8609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68" y="931638"/>
                  </a:lnTo>
                  <a:lnTo>
                    <a:pt x="908693" y="929152"/>
                  </a:lnTo>
                  <a:lnTo>
                    <a:pt x="907437" y="918803"/>
                  </a:lnTo>
                  <a:lnTo>
                    <a:pt x="907029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32721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32813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329063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329989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330915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331841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332767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333694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334620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335546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336472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337399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338325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339251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340177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341103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342030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342956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343882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344808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345735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346661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347587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348513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349439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350366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351292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352218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353144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354071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354997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355923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356849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357775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358702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359628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360554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361480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362407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363333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364259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365185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366111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367038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367964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36889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36981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3716692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00" y="897161"/>
                  </a:lnTo>
                  <a:lnTo>
                    <a:pt x="914400" y="89899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3725954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998"/>
                  </a:lnTo>
                  <a:lnTo>
                    <a:pt x="907956" y="902236"/>
                  </a:lnTo>
                  <a:lnTo>
                    <a:pt x="912725" y="908374"/>
                  </a:lnTo>
                  <a:lnTo>
                    <a:pt x="914400" y="91077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3725954" y="878187"/>
              <a:ext cx="916920" cy="914400"/>
            </a:xfrm>
            <a:custGeom>
              <a:avLst/>
              <a:pathLst>
                <a:path w="916920" h="914400">
                  <a:moveTo>
                    <a:pt x="914400" y="914400"/>
                  </a:moveTo>
                  <a:lnTo>
                    <a:pt x="914400" y="910779"/>
                  </a:lnTo>
                  <a:lnTo>
                    <a:pt x="916920" y="914400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3272105" y="8437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29" y="931638"/>
                  </a:lnTo>
                  <a:lnTo>
                    <a:pt x="906468" y="925587"/>
                  </a:lnTo>
                  <a:lnTo>
                    <a:pt x="905788" y="915053"/>
                  </a:lnTo>
                  <a:lnTo>
                    <a:pt x="905764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32721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328136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329063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329989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330915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331841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332767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333694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334620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335546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336472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337399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338325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339251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340177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341103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342030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342956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343882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344808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345735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346661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347587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348513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349439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350366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351292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352218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353144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354071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354997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355923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356849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357775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358702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359628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360554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361480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362407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363333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364259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365185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366111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367038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367964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36889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3707430" y="8609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145" y="897161"/>
                  </a:lnTo>
                  <a:lnTo>
                    <a:pt x="909600" y="902672"/>
                  </a:lnTo>
                  <a:lnTo>
                    <a:pt x="911237" y="903947"/>
                  </a:lnTo>
                  <a:lnTo>
                    <a:pt x="914400" y="906780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3707430" y="860948"/>
              <a:ext cx="922063" cy="914400"/>
            </a:xfrm>
            <a:custGeom>
              <a:avLst/>
              <a:pathLst>
                <a:path w="922063" h="914400">
                  <a:moveTo>
                    <a:pt x="914400" y="914400"/>
                  </a:moveTo>
                  <a:lnTo>
                    <a:pt x="914400" y="906780"/>
                  </a:lnTo>
                  <a:lnTo>
                    <a:pt x="916461" y="908627"/>
                  </a:lnTo>
                  <a:lnTo>
                    <a:pt x="921547" y="913807"/>
                  </a:lnTo>
                  <a:lnTo>
                    <a:pt x="922063" y="914400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3272105" y="8264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64" y="931638"/>
                  </a:lnTo>
                  <a:lnTo>
                    <a:pt x="905399" y="921707"/>
                  </a:lnTo>
                  <a:lnTo>
                    <a:pt x="905333" y="914400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327210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328136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329063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329989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330915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331841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332767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333694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334620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335546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336472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337399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338325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339251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340177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341103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342030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342956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343882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344808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345735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346661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347587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348513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349439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350366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351292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352218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353144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354071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354997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355923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356849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357775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358702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359628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360554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361480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362407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363333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364259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365185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366111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367038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367964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3698168" y="8437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374" y="897161"/>
                  </a:lnTo>
                  <a:lnTo>
                    <a:pt x="908074" y="898310"/>
                  </a:lnTo>
                  <a:lnTo>
                    <a:pt x="912197" y="905823"/>
                  </a:lnTo>
                  <a:lnTo>
                    <a:pt x="914400" y="910274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3698168" y="843710"/>
              <a:ext cx="916407" cy="914400"/>
            </a:xfrm>
            <a:custGeom>
              <a:avLst/>
              <a:pathLst>
                <a:path w="916407" h="914400">
                  <a:moveTo>
                    <a:pt x="914400" y="914400"/>
                  </a:moveTo>
                  <a:lnTo>
                    <a:pt x="914400" y="910274"/>
                  </a:lnTo>
                  <a:lnTo>
                    <a:pt x="916106" y="913723"/>
                  </a:lnTo>
                  <a:lnTo>
                    <a:pt x="916407" y="914400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3262843" y="809233"/>
              <a:ext cx="914400" cy="923960"/>
            </a:xfrm>
            <a:custGeom>
              <a:avLst/>
              <a:pathLst>
                <a:path w="914400" h="923960">
                  <a:moveTo>
                    <a:pt x="914400" y="914400"/>
                  </a:moveTo>
                  <a:lnTo>
                    <a:pt x="914400" y="923960"/>
                  </a:lnTo>
                  <a:lnTo>
                    <a:pt x="914351" y="923759"/>
                  </a:lnTo>
                  <a:lnTo>
                    <a:pt x="912385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326284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595" y="931638"/>
                  </a:lnTo>
                  <a:lnTo>
                    <a:pt x="914565" y="928338"/>
                  </a:lnTo>
                  <a:lnTo>
                    <a:pt x="914628" y="924904"/>
                  </a:lnTo>
                  <a:lnTo>
                    <a:pt x="914400" y="923960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327210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328136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329063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329989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330915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331841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332767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333694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334620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335546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336472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337399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338325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339251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340177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341103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342030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342956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343882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344808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345735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346661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347587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348513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349439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350366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351292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352218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353144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354071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354997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355923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356849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357775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358702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359628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360554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361480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362407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363333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364259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365185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366111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3679643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276" y="897161"/>
                  </a:lnTo>
                  <a:lnTo>
                    <a:pt x="914400" y="897325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3688905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325"/>
                  </a:lnTo>
                  <a:lnTo>
                    <a:pt x="908489" y="901768"/>
                  </a:lnTo>
                  <a:lnTo>
                    <a:pt x="913008" y="908444"/>
                  </a:lnTo>
                  <a:lnTo>
                    <a:pt x="914400" y="91072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3688905" y="826471"/>
              <a:ext cx="916636" cy="914400"/>
            </a:xfrm>
            <a:custGeom>
              <a:avLst/>
              <a:pathLst>
                <a:path w="916636" h="914400">
                  <a:moveTo>
                    <a:pt x="914400" y="914400"/>
                  </a:moveTo>
                  <a:lnTo>
                    <a:pt x="914400" y="910728"/>
                  </a:lnTo>
                  <a:lnTo>
                    <a:pt x="916636" y="914400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3262843" y="7919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85" y="931638"/>
                  </a:lnTo>
                  <a:lnTo>
                    <a:pt x="912291" y="931188"/>
                  </a:lnTo>
                  <a:lnTo>
                    <a:pt x="910501" y="921195"/>
                  </a:lnTo>
                  <a:lnTo>
                    <a:pt x="909488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326284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327210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328136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329063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329989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330915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331841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332767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333694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334620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335546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336472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337399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338325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339251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340177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341103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342030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342956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343882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344808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345735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346661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347587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348513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349439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350366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351292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352218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353144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354071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354997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355923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356849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357775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358702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359628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360554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361480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362407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363333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364259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365185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3670381" y="8092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828" y="897165"/>
                  </a:lnTo>
                  <a:lnTo>
                    <a:pt x="908288" y="897621"/>
                  </a:lnTo>
                  <a:lnTo>
                    <a:pt x="908748" y="898076"/>
                  </a:lnTo>
                  <a:lnTo>
                    <a:pt x="909208" y="898531"/>
                  </a:lnTo>
                  <a:lnTo>
                    <a:pt x="909667" y="898986"/>
                  </a:lnTo>
                  <a:lnTo>
                    <a:pt x="910127" y="899441"/>
                  </a:lnTo>
                  <a:lnTo>
                    <a:pt x="910587" y="899896"/>
                  </a:lnTo>
                  <a:lnTo>
                    <a:pt x="911046" y="900351"/>
                  </a:lnTo>
                  <a:lnTo>
                    <a:pt x="911506" y="900806"/>
                  </a:lnTo>
                  <a:lnTo>
                    <a:pt x="911965" y="901261"/>
                  </a:lnTo>
                  <a:lnTo>
                    <a:pt x="912425" y="901716"/>
                  </a:lnTo>
                  <a:lnTo>
                    <a:pt x="914400" y="903797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3670381" y="809233"/>
              <a:ext cx="923538" cy="914400"/>
            </a:xfrm>
            <a:custGeom>
              <a:avLst/>
              <a:pathLst>
                <a:path w="923538" h="914400">
                  <a:moveTo>
                    <a:pt x="914400" y="914400"/>
                  </a:moveTo>
                  <a:lnTo>
                    <a:pt x="914400" y="903797"/>
                  </a:lnTo>
                  <a:lnTo>
                    <a:pt x="917446" y="907007"/>
                  </a:lnTo>
                  <a:lnTo>
                    <a:pt x="922313" y="912776"/>
                  </a:lnTo>
                  <a:lnTo>
                    <a:pt x="923538" y="914400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3262843" y="7747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488" y="931638"/>
                  </a:lnTo>
                  <a:lnTo>
                    <a:pt x="908988" y="928284"/>
                  </a:lnTo>
                  <a:lnTo>
                    <a:pt x="907753" y="918005"/>
                  </a:lnTo>
                  <a:lnTo>
                    <a:pt x="907423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326284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327210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328136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329063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329989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330915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331841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332767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333694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334620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335546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336472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337399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338325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339251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340177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341103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342030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342956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343882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344808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345735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346661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347587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348513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349439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350366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351292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352218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353144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354071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354997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355923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356849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357775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358702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359628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360554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361480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362407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363333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3651857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91" y="897161"/>
                  </a:lnTo>
                  <a:lnTo>
                    <a:pt x="909316" y="897579"/>
                  </a:lnTo>
                  <a:lnTo>
                    <a:pt x="909777" y="898034"/>
                  </a:lnTo>
                  <a:lnTo>
                    <a:pt x="910238" y="898488"/>
                  </a:lnTo>
                  <a:lnTo>
                    <a:pt x="910699" y="898943"/>
                  </a:lnTo>
                  <a:lnTo>
                    <a:pt x="911160" y="899397"/>
                  </a:lnTo>
                  <a:lnTo>
                    <a:pt x="911621" y="899852"/>
                  </a:lnTo>
                  <a:lnTo>
                    <a:pt x="912082" y="900306"/>
                  </a:lnTo>
                  <a:lnTo>
                    <a:pt x="912543" y="900761"/>
                  </a:lnTo>
                  <a:lnTo>
                    <a:pt x="913004" y="901215"/>
                  </a:lnTo>
                  <a:lnTo>
                    <a:pt x="913464" y="901670"/>
                  </a:lnTo>
                  <a:lnTo>
                    <a:pt x="913925" y="902124"/>
                  </a:lnTo>
                  <a:lnTo>
                    <a:pt x="914400" y="902592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3661119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592"/>
                  </a:lnTo>
                  <a:lnTo>
                    <a:pt x="905584" y="903034"/>
                  </a:lnTo>
                  <a:lnTo>
                    <a:pt x="906045" y="903488"/>
                  </a:lnTo>
                  <a:lnTo>
                    <a:pt x="906506" y="903943"/>
                  </a:lnTo>
                  <a:lnTo>
                    <a:pt x="906966" y="904397"/>
                  </a:lnTo>
                  <a:lnTo>
                    <a:pt x="907427" y="904852"/>
                  </a:lnTo>
                  <a:lnTo>
                    <a:pt x="907888" y="905307"/>
                  </a:lnTo>
                  <a:lnTo>
                    <a:pt x="908348" y="905762"/>
                  </a:lnTo>
                  <a:lnTo>
                    <a:pt x="908809" y="906216"/>
                  </a:lnTo>
                  <a:lnTo>
                    <a:pt x="909269" y="906671"/>
                  </a:lnTo>
                  <a:lnTo>
                    <a:pt x="909729" y="907126"/>
                  </a:lnTo>
                  <a:lnTo>
                    <a:pt x="910190" y="907581"/>
                  </a:lnTo>
                  <a:lnTo>
                    <a:pt x="910650" y="908035"/>
                  </a:lnTo>
                  <a:lnTo>
                    <a:pt x="911110" y="908490"/>
                  </a:lnTo>
                  <a:lnTo>
                    <a:pt x="911571" y="908945"/>
                  </a:lnTo>
                  <a:lnTo>
                    <a:pt x="912031" y="909400"/>
                  </a:lnTo>
                  <a:lnTo>
                    <a:pt x="912491" y="909855"/>
                  </a:lnTo>
                  <a:lnTo>
                    <a:pt x="912951" y="910309"/>
                  </a:lnTo>
                  <a:lnTo>
                    <a:pt x="913411" y="910764"/>
                  </a:lnTo>
                  <a:lnTo>
                    <a:pt x="913871" y="911219"/>
                  </a:lnTo>
                  <a:lnTo>
                    <a:pt x="914400" y="911742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3661119" y="791994"/>
              <a:ext cx="917086" cy="914400"/>
            </a:xfrm>
            <a:custGeom>
              <a:avLst/>
              <a:pathLst>
                <a:path w="917086" h="914400">
                  <a:moveTo>
                    <a:pt x="914400" y="914400"/>
                  </a:moveTo>
                  <a:lnTo>
                    <a:pt x="914400" y="911742"/>
                  </a:lnTo>
                  <a:lnTo>
                    <a:pt x="914791" y="912129"/>
                  </a:lnTo>
                  <a:lnTo>
                    <a:pt x="915251" y="912584"/>
                  </a:lnTo>
                  <a:lnTo>
                    <a:pt x="915711" y="913039"/>
                  </a:lnTo>
                  <a:lnTo>
                    <a:pt x="916171" y="913494"/>
                  </a:lnTo>
                  <a:lnTo>
                    <a:pt x="916631" y="913949"/>
                  </a:lnTo>
                  <a:lnTo>
                    <a:pt x="917086" y="914400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3262843" y="7575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423" y="931638"/>
                  </a:lnTo>
                  <a:lnTo>
                    <a:pt x="906802" y="924860"/>
                  </a:lnTo>
                  <a:lnTo>
                    <a:pt x="906136" y="914400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326284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327210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328136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329063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329989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330915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331841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332767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333694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334620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335546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336472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337399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338325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339251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340177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341103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342030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342956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343882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344808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345735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346661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347587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348513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349439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350366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351292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352218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353144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354071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354997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355923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356849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357775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358702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359628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360554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361480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3633332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41" y="897161"/>
                  </a:lnTo>
                  <a:lnTo>
                    <a:pt x="909206" y="897822"/>
                  </a:lnTo>
                  <a:lnTo>
                    <a:pt x="914400" y="901976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3642594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976"/>
                  </a:lnTo>
                  <a:lnTo>
                    <a:pt x="905408" y="902192"/>
                  </a:lnTo>
                  <a:lnTo>
                    <a:pt x="910738" y="907100"/>
                  </a:lnTo>
                  <a:lnTo>
                    <a:pt x="911195" y="907549"/>
                  </a:lnTo>
                  <a:lnTo>
                    <a:pt x="911657" y="908003"/>
                  </a:lnTo>
                  <a:lnTo>
                    <a:pt x="912118" y="908458"/>
                  </a:lnTo>
                  <a:lnTo>
                    <a:pt x="912580" y="908912"/>
                  </a:lnTo>
                  <a:lnTo>
                    <a:pt x="913041" y="909366"/>
                  </a:lnTo>
                  <a:lnTo>
                    <a:pt x="913503" y="909820"/>
                  </a:lnTo>
                  <a:lnTo>
                    <a:pt x="913965" y="910274"/>
                  </a:lnTo>
                  <a:lnTo>
                    <a:pt x="914400" y="910703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3642594" y="774756"/>
              <a:ext cx="918153" cy="914400"/>
            </a:xfrm>
            <a:custGeom>
              <a:avLst/>
              <a:pathLst>
                <a:path w="918153" h="914400">
                  <a:moveTo>
                    <a:pt x="914400" y="914400"/>
                  </a:moveTo>
                  <a:lnTo>
                    <a:pt x="914426" y="910729"/>
                  </a:lnTo>
                  <a:lnTo>
                    <a:pt x="914888" y="911183"/>
                  </a:lnTo>
                  <a:lnTo>
                    <a:pt x="915349" y="911637"/>
                  </a:lnTo>
                  <a:lnTo>
                    <a:pt x="915810" y="912092"/>
                  </a:lnTo>
                  <a:lnTo>
                    <a:pt x="916272" y="912546"/>
                  </a:lnTo>
                  <a:lnTo>
                    <a:pt x="916733" y="913000"/>
                  </a:lnTo>
                  <a:lnTo>
                    <a:pt x="917194" y="913455"/>
                  </a:lnTo>
                  <a:lnTo>
                    <a:pt x="917655" y="913909"/>
                  </a:lnTo>
                  <a:lnTo>
                    <a:pt x="918153" y="914400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3262843" y="7402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36" y="931638"/>
                  </a:lnTo>
                  <a:lnTo>
                    <a:pt x="905756" y="921130"/>
                  </a:lnTo>
                  <a:lnTo>
                    <a:pt x="905698" y="914400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326284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327210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328136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329063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329989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330915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331841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332767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333694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334620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335546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336472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337399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338325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339251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340177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341103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342030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342956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343882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344808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345735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346661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347587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348513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349439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350366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351292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352218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353144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354071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354997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355923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356849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357775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3596283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6" y="897161"/>
                  </a:lnTo>
                  <a:lnTo>
                    <a:pt x="914400" y="899935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3605545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935"/>
                  </a:lnTo>
                  <a:lnTo>
                    <a:pt x="905612" y="900544"/>
                  </a:lnTo>
                  <a:lnTo>
                    <a:pt x="914122" y="903183"/>
                  </a:lnTo>
                  <a:lnTo>
                    <a:pt x="914400" y="903283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3614808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283"/>
                  </a:lnTo>
                  <a:lnTo>
                    <a:pt x="910697" y="905293"/>
                  </a:lnTo>
                  <a:lnTo>
                    <a:pt x="914400" y="90701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3624070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018"/>
                  </a:lnTo>
                  <a:lnTo>
                    <a:pt x="907204" y="907982"/>
                  </a:lnTo>
                  <a:lnTo>
                    <a:pt x="912887" y="911240"/>
                  </a:lnTo>
                  <a:lnTo>
                    <a:pt x="914400" y="912276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3624070" y="757517"/>
              <a:ext cx="917503" cy="914400"/>
            </a:xfrm>
            <a:custGeom>
              <a:avLst/>
              <a:pathLst>
                <a:path w="917503" h="914400">
                  <a:moveTo>
                    <a:pt x="914400" y="914400"/>
                  </a:moveTo>
                  <a:lnTo>
                    <a:pt x="914400" y="912276"/>
                  </a:lnTo>
                  <a:lnTo>
                    <a:pt x="917503" y="914400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3262843" y="7230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698" y="931638"/>
                  </a:lnTo>
                  <a:lnTo>
                    <a:pt x="905665" y="927837"/>
                  </a:lnTo>
                  <a:lnTo>
                    <a:pt x="905862" y="917310"/>
                  </a:lnTo>
                  <a:lnTo>
                    <a:pt x="905996" y="914400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326284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327210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328136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329063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329989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330915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331841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332767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333694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334620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335546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336472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337399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338325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339251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340177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341103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342030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342956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343882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344808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345735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346661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347587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348513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349439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350366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351292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352218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353144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354071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354997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355923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356849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3587021" y="7402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66" y="897161"/>
                  </a:lnTo>
                  <a:lnTo>
                    <a:pt x="914400" y="898422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3587021" y="740279"/>
              <a:ext cx="921498" cy="914400"/>
            </a:xfrm>
            <a:custGeom>
              <a:avLst/>
              <a:pathLst>
                <a:path w="921498" h="914400">
                  <a:moveTo>
                    <a:pt x="914400" y="914400"/>
                  </a:moveTo>
                  <a:lnTo>
                    <a:pt x="914400" y="898422"/>
                  </a:lnTo>
                  <a:lnTo>
                    <a:pt x="915302" y="900221"/>
                  </a:lnTo>
                  <a:lnTo>
                    <a:pt x="919114" y="908678"/>
                  </a:lnTo>
                  <a:lnTo>
                    <a:pt x="921347" y="914205"/>
                  </a:lnTo>
                  <a:lnTo>
                    <a:pt x="921498" y="914400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3696990" y="1820892"/>
              <a:ext cx="929722" cy="1221796"/>
            </a:xfrm>
            <a:custGeom>
              <a:avLst/>
              <a:pathLst>
                <a:path w="929722" h="1221796">
                  <a:moveTo>
                    <a:pt x="914400" y="914400"/>
                  </a:moveTo>
                  <a:lnTo>
                    <a:pt x="905391" y="938708"/>
                  </a:lnTo>
                  <a:lnTo>
                    <a:pt x="892981" y="942816"/>
                  </a:lnTo>
                  <a:lnTo>
                    <a:pt x="881077" y="950913"/>
                  </a:lnTo>
                  <a:lnTo>
                    <a:pt x="876826" y="1027830"/>
                  </a:lnTo>
                  <a:lnTo>
                    <a:pt x="898498" y="1057055"/>
                  </a:lnTo>
                  <a:lnTo>
                    <a:pt x="886595" y="1061145"/>
                  </a:lnTo>
                  <a:lnTo>
                    <a:pt x="875704" y="1069899"/>
                  </a:lnTo>
                  <a:lnTo>
                    <a:pt x="867926" y="1082845"/>
                  </a:lnTo>
                  <a:lnTo>
                    <a:pt x="859966" y="1110706"/>
                  </a:lnTo>
                  <a:lnTo>
                    <a:pt x="830063" y="1126497"/>
                  </a:lnTo>
                  <a:lnTo>
                    <a:pt x="818738" y="1138180"/>
                  </a:lnTo>
                  <a:lnTo>
                    <a:pt x="802041" y="1164172"/>
                  </a:lnTo>
                  <a:lnTo>
                    <a:pt x="793339" y="1201898"/>
                  </a:lnTo>
                  <a:lnTo>
                    <a:pt x="776425" y="1217992"/>
                  </a:lnTo>
                  <a:lnTo>
                    <a:pt x="757430" y="1221796"/>
                  </a:lnTo>
                  <a:lnTo>
                    <a:pt x="768574" y="1190888"/>
                  </a:lnTo>
                  <a:lnTo>
                    <a:pt x="783173" y="1165704"/>
                  </a:lnTo>
                  <a:lnTo>
                    <a:pt x="769135" y="1148432"/>
                  </a:lnTo>
                  <a:lnTo>
                    <a:pt x="760686" y="1121396"/>
                  </a:lnTo>
                  <a:lnTo>
                    <a:pt x="749778" y="1100656"/>
                  </a:lnTo>
                  <a:lnTo>
                    <a:pt x="758461" y="1077492"/>
                  </a:lnTo>
                  <a:lnTo>
                    <a:pt x="754192" y="1039530"/>
                  </a:lnTo>
                  <a:lnTo>
                    <a:pt x="755603" y="1002477"/>
                  </a:lnTo>
                  <a:lnTo>
                    <a:pt x="768266" y="983774"/>
                  </a:lnTo>
                  <a:lnTo>
                    <a:pt x="782775" y="968522"/>
                  </a:lnTo>
                  <a:lnTo>
                    <a:pt x="805369" y="933456"/>
                  </a:lnTo>
                  <a:lnTo>
                    <a:pt x="829864" y="908036"/>
                  </a:lnTo>
                  <a:lnTo>
                    <a:pt x="864036" y="896605"/>
                  </a:lnTo>
                  <a:lnTo>
                    <a:pt x="879467" y="907144"/>
                  </a:lnTo>
                  <a:lnTo>
                    <a:pt x="886124" y="884030"/>
                  </a:lnTo>
                  <a:lnTo>
                    <a:pt x="897141" y="878761"/>
                  </a:lnTo>
                  <a:lnTo>
                    <a:pt x="907489" y="884098"/>
                  </a:lnTo>
                  <a:lnTo>
                    <a:pt x="929722" y="906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3230804" y="2362843"/>
              <a:ext cx="1033054" cy="914400"/>
            </a:xfrm>
            <a:custGeom>
              <a:avLst/>
              <a:pathLst>
                <a:path w="1033054" h="914400">
                  <a:moveTo>
                    <a:pt x="914400" y="914400"/>
                  </a:moveTo>
                  <a:lnTo>
                    <a:pt x="905969" y="913171"/>
                  </a:lnTo>
                  <a:lnTo>
                    <a:pt x="900343" y="890023"/>
                  </a:lnTo>
                  <a:lnTo>
                    <a:pt x="899023" y="830463"/>
                  </a:lnTo>
                  <a:lnTo>
                    <a:pt x="902388" y="801036"/>
                  </a:lnTo>
                  <a:lnTo>
                    <a:pt x="942783" y="694895"/>
                  </a:lnTo>
                  <a:lnTo>
                    <a:pt x="960819" y="686226"/>
                  </a:lnTo>
                  <a:lnTo>
                    <a:pt x="986182" y="621177"/>
                  </a:lnTo>
                  <a:lnTo>
                    <a:pt x="993020" y="592239"/>
                  </a:lnTo>
                  <a:lnTo>
                    <a:pt x="1004019" y="566179"/>
                  </a:lnTo>
                  <a:lnTo>
                    <a:pt x="1010513" y="542880"/>
                  </a:lnTo>
                  <a:lnTo>
                    <a:pt x="1015958" y="533470"/>
                  </a:lnTo>
                  <a:lnTo>
                    <a:pt x="1027789" y="537880"/>
                  </a:lnTo>
                  <a:lnTo>
                    <a:pt x="1033054" y="542173"/>
                  </a:lnTo>
                  <a:lnTo>
                    <a:pt x="1020589" y="555742"/>
                  </a:lnTo>
                  <a:lnTo>
                    <a:pt x="1022037" y="573401"/>
                  </a:lnTo>
                  <a:lnTo>
                    <a:pt x="1021168" y="580724"/>
                  </a:lnTo>
                  <a:lnTo>
                    <a:pt x="989709" y="657540"/>
                  </a:lnTo>
                  <a:lnTo>
                    <a:pt x="981297" y="707420"/>
                  </a:lnTo>
                  <a:lnTo>
                    <a:pt x="970136" y="719591"/>
                  </a:lnTo>
                  <a:lnTo>
                    <a:pt x="923915" y="897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2303388" y="1442538"/>
              <a:ext cx="2307387" cy="2142859"/>
            </a:xfrm>
            <a:custGeom>
              <a:avLst/>
              <a:pathLst>
                <a:path w="2307387" h="2142859">
                  <a:moveTo>
                    <a:pt x="914400" y="914400"/>
                  </a:moveTo>
                  <a:lnTo>
                    <a:pt x="927895" y="920090"/>
                  </a:lnTo>
                  <a:lnTo>
                    <a:pt x="946275" y="908693"/>
                  </a:lnTo>
                  <a:lnTo>
                    <a:pt x="959137" y="876775"/>
                  </a:lnTo>
                  <a:lnTo>
                    <a:pt x="966481" y="828881"/>
                  </a:lnTo>
                  <a:lnTo>
                    <a:pt x="975056" y="783259"/>
                  </a:lnTo>
                  <a:lnTo>
                    <a:pt x="964908" y="734456"/>
                  </a:lnTo>
                  <a:lnTo>
                    <a:pt x="954071" y="691596"/>
                  </a:lnTo>
                  <a:lnTo>
                    <a:pt x="953312" y="679004"/>
                  </a:lnTo>
                  <a:lnTo>
                    <a:pt x="981750" y="642843"/>
                  </a:lnTo>
                  <a:lnTo>
                    <a:pt x="990451" y="613433"/>
                  </a:lnTo>
                  <a:lnTo>
                    <a:pt x="999876" y="585438"/>
                  </a:lnTo>
                  <a:lnTo>
                    <a:pt x="1010278" y="575909"/>
                  </a:lnTo>
                  <a:lnTo>
                    <a:pt x="1025763" y="573738"/>
                  </a:lnTo>
                  <a:lnTo>
                    <a:pt x="1043799" y="568469"/>
                  </a:lnTo>
                  <a:lnTo>
                    <a:pt x="1066539" y="549732"/>
                  </a:lnTo>
                  <a:lnTo>
                    <a:pt x="1086926" y="524632"/>
                  </a:lnTo>
                  <a:lnTo>
                    <a:pt x="1102502" y="501619"/>
                  </a:lnTo>
                  <a:lnTo>
                    <a:pt x="1107785" y="456082"/>
                  </a:lnTo>
                  <a:lnTo>
                    <a:pt x="1108002" y="433204"/>
                  </a:lnTo>
                  <a:lnTo>
                    <a:pt x="1114858" y="416218"/>
                  </a:lnTo>
                  <a:lnTo>
                    <a:pt x="1121497" y="383037"/>
                  </a:lnTo>
                  <a:lnTo>
                    <a:pt x="1115039" y="350311"/>
                  </a:lnTo>
                  <a:lnTo>
                    <a:pt x="1094940" y="300666"/>
                  </a:lnTo>
                  <a:lnTo>
                    <a:pt x="1070736" y="230854"/>
                  </a:lnTo>
                  <a:lnTo>
                    <a:pt x="1067029" y="193667"/>
                  </a:lnTo>
                  <a:lnTo>
                    <a:pt x="1977664" y="193667"/>
                  </a:lnTo>
                  <a:lnTo>
                    <a:pt x="1978108" y="198549"/>
                  </a:lnTo>
                  <a:lnTo>
                    <a:pt x="1976262" y="210265"/>
                  </a:lnTo>
                  <a:lnTo>
                    <a:pt x="1990337" y="258429"/>
                  </a:lnTo>
                  <a:lnTo>
                    <a:pt x="1987062" y="275314"/>
                  </a:lnTo>
                  <a:lnTo>
                    <a:pt x="1985163" y="296828"/>
                  </a:lnTo>
                  <a:lnTo>
                    <a:pt x="2005334" y="317501"/>
                  </a:lnTo>
                  <a:lnTo>
                    <a:pt x="2023333" y="317164"/>
                  </a:lnTo>
                  <a:lnTo>
                    <a:pt x="2041568" y="316844"/>
                  </a:lnTo>
                  <a:lnTo>
                    <a:pt x="2048533" y="322029"/>
                  </a:lnTo>
                  <a:lnTo>
                    <a:pt x="2055516" y="336658"/>
                  </a:lnTo>
                  <a:lnTo>
                    <a:pt x="2061142" y="353931"/>
                  </a:lnTo>
                  <a:lnTo>
                    <a:pt x="2076157" y="352500"/>
                  </a:lnTo>
                  <a:lnTo>
                    <a:pt x="2100127" y="338443"/>
                  </a:lnTo>
                  <a:lnTo>
                    <a:pt x="2115720" y="335093"/>
                  </a:lnTo>
                  <a:lnTo>
                    <a:pt x="2126014" y="362112"/>
                  </a:lnTo>
                  <a:lnTo>
                    <a:pt x="2154017" y="397801"/>
                  </a:lnTo>
                  <a:lnTo>
                    <a:pt x="2170317" y="413794"/>
                  </a:lnTo>
                  <a:lnTo>
                    <a:pt x="2198013" y="422211"/>
                  </a:lnTo>
                  <a:lnTo>
                    <a:pt x="2227193" y="451015"/>
                  </a:lnTo>
                  <a:lnTo>
                    <a:pt x="2223104" y="485727"/>
                  </a:lnTo>
                  <a:lnTo>
                    <a:pt x="2235279" y="497326"/>
                  </a:lnTo>
                  <a:lnTo>
                    <a:pt x="2269705" y="511030"/>
                  </a:lnTo>
                  <a:lnTo>
                    <a:pt x="2281880" y="529514"/>
                  </a:lnTo>
                  <a:lnTo>
                    <a:pt x="2287723" y="545271"/>
                  </a:lnTo>
                  <a:lnTo>
                    <a:pt x="2296786" y="558334"/>
                  </a:lnTo>
                  <a:lnTo>
                    <a:pt x="2307387" y="597811"/>
                  </a:lnTo>
                  <a:lnTo>
                    <a:pt x="2303696" y="622137"/>
                  </a:lnTo>
                  <a:lnTo>
                    <a:pt x="2289821" y="630504"/>
                  </a:lnTo>
                  <a:lnTo>
                    <a:pt x="2257060" y="656563"/>
                  </a:lnTo>
                  <a:lnTo>
                    <a:pt x="2242461" y="676024"/>
                  </a:lnTo>
                  <a:lnTo>
                    <a:pt x="2231010" y="688145"/>
                  </a:lnTo>
                  <a:lnTo>
                    <a:pt x="2198465" y="714137"/>
                  </a:lnTo>
                  <a:lnTo>
                    <a:pt x="2186544" y="718800"/>
                  </a:lnTo>
                  <a:lnTo>
                    <a:pt x="2175129" y="732318"/>
                  </a:lnTo>
                  <a:lnTo>
                    <a:pt x="2164094" y="738227"/>
                  </a:lnTo>
                  <a:lnTo>
                    <a:pt x="2154216" y="734827"/>
                  </a:lnTo>
                  <a:lnTo>
                    <a:pt x="2117294" y="759304"/>
                  </a:lnTo>
                  <a:lnTo>
                    <a:pt x="2120171" y="769758"/>
                  </a:lnTo>
                  <a:lnTo>
                    <a:pt x="2148482" y="774185"/>
                  </a:lnTo>
                  <a:lnTo>
                    <a:pt x="2162918" y="768933"/>
                  </a:lnTo>
                  <a:lnTo>
                    <a:pt x="2174025" y="756627"/>
                  </a:lnTo>
                  <a:lnTo>
                    <a:pt x="2186164" y="753799"/>
                  </a:lnTo>
                  <a:lnTo>
                    <a:pt x="2197235" y="756122"/>
                  </a:lnTo>
                  <a:lnTo>
                    <a:pt x="2208976" y="746425"/>
                  </a:lnTo>
                  <a:lnTo>
                    <a:pt x="2218184" y="742554"/>
                  </a:lnTo>
                  <a:lnTo>
                    <a:pt x="2227699" y="747200"/>
                  </a:lnTo>
                  <a:lnTo>
                    <a:pt x="2238318" y="770448"/>
                  </a:lnTo>
                  <a:lnTo>
                    <a:pt x="2216284" y="782552"/>
                  </a:lnTo>
                  <a:lnTo>
                    <a:pt x="2200654" y="783108"/>
                  </a:lnTo>
                  <a:lnTo>
                    <a:pt x="2193020" y="821238"/>
                  </a:lnTo>
                  <a:lnTo>
                    <a:pt x="2183559" y="837618"/>
                  </a:lnTo>
                  <a:lnTo>
                    <a:pt x="2176775" y="845496"/>
                  </a:lnTo>
                  <a:lnTo>
                    <a:pt x="2142096" y="861725"/>
                  </a:lnTo>
                  <a:lnTo>
                    <a:pt x="2119212" y="882296"/>
                  </a:lnTo>
                  <a:lnTo>
                    <a:pt x="2092239" y="898861"/>
                  </a:lnTo>
                  <a:lnTo>
                    <a:pt x="2080462" y="895259"/>
                  </a:lnTo>
                  <a:lnTo>
                    <a:pt x="2062716" y="912093"/>
                  </a:lnTo>
                  <a:lnTo>
                    <a:pt x="2023279" y="932025"/>
                  </a:lnTo>
                  <a:lnTo>
                    <a:pt x="2003072" y="958876"/>
                  </a:lnTo>
                  <a:lnTo>
                    <a:pt x="1957720" y="982899"/>
                  </a:lnTo>
                  <a:lnTo>
                    <a:pt x="1934619" y="1002444"/>
                  </a:lnTo>
                  <a:lnTo>
                    <a:pt x="1871863" y="1003471"/>
                  </a:lnTo>
                  <a:lnTo>
                    <a:pt x="1811930" y="999178"/>
                  </a:lnTo>
                  <a:lnTo>
                    <a:pt x="1793117" y="1008470"/>
                  </a:lnTo>
                  <a:lnTo>
                    <a:pt x="1812346" y="1011349"/>
                  </a:lnTo>
                  <a:lnTo>
                    <a:pt x="1825824" y="1020473"/>
                  </a:lnTo>
                  <a:lnTo>
                    <a:pt x="1841978" y="1016669"/>
                  </a:lnTo>
                  <a:lnTo>
                    <a:pt x="1879950" y="1021231"/>
                  </a:lnTo>
                  <a:lnTo>
                    <a:pt x="1899487" y="1026197"/>
                  </a:lnTo>
                  <a:lnTo>
                    <a:pt x="1924560" y="1058149"/>
                  </a:lnTo>
                  <a:lnTo>
                    <a:pt x="1906126" y="1069512"/>
                  </a:lnTo>
                  <a:lnTo>
                    <a:pt x="1874197" y="1078232"/>
                  </a:lnTo>
                  <a:lnTo>
                    <a:pt x="1886173" y="1123551"/>
                  </a:lnTo>
                  <a:lnTo>
                    <a:pt x="1896050" y="1154105"/>
                  </a:lnTo>
                  <a:lnTo>
                    <a:pt x="1883116" y="1172539"/>
                  </a:lnTo>
                  <a:lnTo>
                    <a:pt x="1882157" y="1256408"/>
                  </a:lnTo>
                  <a:lnTo>
                    <a:pt x="1864012" y="1258007"/>
                  </a:lnTo>
                  <a:lnTo>
                    <a:pt x="1856306" y="1292703"/>
                  </a:lnTo>
                  <a:lnTo>
                    <a:pt x="1862022" y="1310396"/>
                  </a:lnTo>
                  <a:lnTo>
                    <a:pt x="1861570" y="1351489"/>
                  </a:lnTo>
                  <a:lnTo>
                    <a:pt x="1865351" y="1376808"/>
                  </a:lnTo>
                  <a:lnTo>
                    <a:pt x="1874251" y="1400124"/>
                  </a:lnTo>
                  <a:lnTo>
                    <a:pt x="1870290" y="1424432"/>
                  </a:lnTo>
                  <a:lnTo>
                    <a:pt x="1841598" y="1481333"/>
                  </a:lnTo>
                  <a:lnTo>
                    <a:pt x="1842250" y="1508032"/>
                  </a:lnTo>
                  <a:lnTo>
                    <a:pt x="1847405" y="1523890"/>
                  </a:lnTo>
                  <a:lnTo>
                    <a:pt x="1851222" y="1549243"/>
                  </a:lnTo>
                  <a:lnTo>
                    <a:pt x="1838179" y="1597979"/>
                  </a:lnTo>
                  <a:lnTo>
                    <a:pt x="1828971" y="1638701"/>
                  </a:lnTo>
                  <a:lnTo>
                    <a:pt x="1818027" y="1672976"/>
                  </a:lnTo>
                  <a:lnTo>
                    <a:pt x="1793533" y="1714103"/>
                  </a:lnTo>
                  <a:lnTo>
                    <a:pt x="1781340" y="1744842"/>
                  </a:lnTo>
                  <a:lnTo>
                    <a:pt x="1752811" y="1840765"/>
                  </a:lnTo>
                  <a:lnTo>
                    <a:pt x="1738665" y="1859805"/>
                  </a:lnTo>
                  <a:lnTo>
                    <a:pt x="1721316" y="1874434"/>
                  </a:lnTo>
                  <a:lnTo>
                    <a:pt x="1701978" y="1860899"/>
                  </a:lnTo>
                  <a:lnTo>
                    <a:pt x="1684249" y="1853526"/>
                  </a:lnTo>
                  <a:lnTo>
                    <a:pt x="1662595" y="1854418"/>
                  </a:lnTo>
                  <a:lnTo>
                    <a:pt x="1628676" y="1865512"/>
                  </a:lnTo>
                  <a:lnTo>
                    <a:pt x="1577661" y="1858138"/>
                  </a:lnTo>
                  <a:lnTo>
                    <a:pt x="1527805" y="1861690"/>
                  </a:lnTo>
                  <a:lnTo>
                    <a:pt x="1515196" y="1871269"/>
                  </a:lnTo>
                  <a:lnTo>
                    <a:pt x="1522757" y="1906083"/>
                  </a:lnTo>
                  <a:lnTo>
                    <a:pt x="1504378" y="1910645"/>
                  </a:lnTo>
                  <a:lnTo>
                    <a:pt x="1486414" y="1900746"/>
                  </a:lnTo>
                  <a:lnTo>
                    <a:pt x="1470603" y="1912564"/>
                  </a:lnTo>
                  <a:lnTo>
                    <a:pt x="1457397" y="1925526"/>
                  </a:lnTo>
                  <a:lnTo>
                    <a:pt x="1431456" y="1956283"/>
                  </a:lnTo>
                  <a:lnTo>
                    <a:pt x="1422772" y="1975222"/>
                  </a:lnTo>
                  <a:lnTo>
                    <a:pt x="1420529" y="2010894"/>
                  </a:lnTo>
                  <a:lnTo>
                    <a:pt x="1434151" y="2042879"/>
                  </a:lnTo>
                  <a:lnTo>
                    <a:pt x="1446235" y="2080336"/>
                  </a:lnTo>
                  <a:lnTo>
                    <a:pt x="1415120" y="2125536"/>
                  </a:lnTo>
                  <a:lnTo>
                    <a:pt x="1397754" y="2127068"/>
                  </a:lnTo>
                  <a:lnTo>
                    <a:pt x="1347065" y="2114527"/>
                  </a:lnTo>
                  <a:lnTo>
                    <a:pt x="1257228" y="2142859"/>
                  </a:lnTo>
                  <a:lnTo>
                    <a:pt x="1176546" y="2120452"/>
                  </a:lnTo>
                  <a:lnTo>
                    <a:pt x="1186694" y="2096244"/>
                  </a:lnTo>
                  <a:lnTo>
                    <a:pt x="1186351" y="2078450"/>
                  </a:lnTo>
                  <a:lnTo>
                    <a:pt x="1190909" y="2051078"/>
                  </a:lnTo>
                  <a:lnTo>
                    <a:pt x="1193623" y="2023082"/>
                  </a:lnTo>
                  <a:lnTo>
                    <a:pt x="1192863" y="2004345"/>
                  </a:lnTo>
                  <a:lnTo>
                    <a:pt x="1186948" y="1984380"/>
                  </a:lnTo>
                  <a:lnTo>
                    <a:pt x="1167048" y="1958253"/>
                  </a:lnTo>
                  <a:lnTo>
                    <a:pt x="1122221" y="1870074"/>
                  </a:lnTo>
                  <a:lnTo>
                    <a:pt x="1108960" y="1832853"/>
                  </a:lnTo>
                  <a:lnTo>
                    <a:pt x="1099734" y="1817348"/>
                  </a:lnTo>
                  <a:lnTo>
                    <a:pt x="1106373" y="1816507"/>
                  </a:lnTo>
                  <a:lnTo>
                    <a:pt x="1143296" y="1836489"/>
                  </a:lnTo>
                  <a:lnTo>
                    <a:pt x="1151907" y="1834031"/>
                  </a:lnTo>
                  <a:lnTo>
                    <a:pt x="1160952" y="1826523"/>
                  </a:lnTo>
                  <a:lnTo>
                    <a:pt x="1149935" y="1797921"/>
                  </a:lnTo>
                  <a:lnTo>
                    <a:pt x="1140474" y="1784976"/>
                  </a:lnTo>
                  <a:lnTo>
                    <a:pt x="1134052" y="1765616"/>
                  </a:lnTo>
                  <a:lnTo>
                    <a:pt x="1155669" y="1760381"/>
                  </a:lnTo>
                  <a:lnTo>
                    <a:pt x="1171281" y="1761542"/>
                  </a:lnTo>
                  <a:lnTo>
                    <a:pt x="1182787" y="1739758"/>
                  </a:lnTo>
                  <a:lnTo>
                    <a:pt x="1176148" y="1704541"/>
                  </a:lnTo>
                  <a:lnTo>
                    <a:pt x="1159378" y="1693699"/>
                  </a:lnTo>
                  <a:lnTo>
                    <a:pt x="1145376" y="1688986"/>
                  </a:lnTo>
                  <a:lnTo>
                    <a:pt x="1118530" y="1633668"/>
                  </a:lnTo>
                  <a:lnTo>
                    <a:pt x="1090526" y="1605016"/>
                  </a:lnTo>
                  <a:lnTo>
                    <a:pt x="1040579" y="1494497"/>
                  </a:lnTo>
                  <a:lnTo>
                    <a:pt x="1022308" y="1418641"/>
                  </a:lnTo>
                  <a:lnTo>
                    <a:pt x="1005321" y="1425847"/>
                  </a:lnTo>
                  <a:lnTo>
                    <a:pt x="997072" y="1392801"/>
                  </a:lnTo>
                  <a:lnTo>
                    <a:pt x="991157" y="1361505"/>
                  </a:lnTo>
                  <a:lnTo>
                    <a:pt x="989981" y="1338493"/>
                  </a:lnTo>
                  <a:lnTo>
                    <a:pt x="963352" y="1325311"/>
                  </a:lnTo>
                  <a:lnTo>
                    <a:pt x="962266" y="1309184"/>
                  </a:lnTo>
                  <a:lnTo>
                    <a:pt x="957472" y="1237217"/>
                  </a:lnTo>
                  <a:lnTo>
                    <a:pt x="928908" y="1227554"/>
                  </a:lnTo>
                  <a:lnTo>
                    <a:pt x="910438" y="1187168"/>
                  </a:lnTo>
                  <a:lnTo>
                    <a:pt x="907145" y="1110756"/>
                  </a:lnTo>
                  <a:lnTo>
                    <a:pt x="888331" y="1096851"/>
                  </a:lnTo>
                  <a:lnTo>
                    <a:pt x="873190" y="1100706"/>
                  </a:lnTo>
                  <a:lnTo>
                    <a:pt x="873895" y="1081767"/>
                  </a:lnTo>
                  <a:lnTo>
                    <a:pt x="877513" y="1063990"/>
                  </a:lnTo>
                  <a:lnTo>
                    <a:pt x="868667" y="993555"/>
                  </a:lnTo>
                  <a:lnTo>
                    <a:pt x="865719" y="929264"/>
                  </a:lnTo>
                  <a:lnTo>
                    <a:pt x="858537" y="909854"/>
                  </a:lnTo>
                  <a:lnTo>
                    <a:pt x="854466" y="887128"/>
                  </a:lnTo>
                  <a:lnTo>
                    <a:pt x="858121" y="867499"/>
                  </a:lnTo>
                  <a:lnTo>
                    <a:pt x="863475" y="856220"/>
                  </a:lnTo>
                  <a:lnTo>
                    <a:pt x="881909" y="853257"/>
                  </a:lnTo>
                  <a:lnTo>
                    <a:pt x="899131" y="870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3723782" y="1804293"/>
              <a:ext cx="950164" cy="914400"/>
            </a:xfrm>
            <a:custGeom>
              <a:avLst/>
              <a:pathLst>
                <a:path w="950164" h="914400">
                  <a:moveTo>
                    <a:pt x="914400" y="914400"/>
                  </a:moveTo>
                  <a:lnTo>
                    <a:pt x="904794" y="912767"/>
                  </a:lnTo>
                  <a:lnTo>
                    <a:pt x="896038" y="896892"/>
                  </a:lnTo>
                  <a:lnTo>
                    <a:pt x="913748" y="872650"/>
                  </a:lnTo>
                  <a:lnTo>
                    <a:pt x="940847" y="873963"/>
                  </a:lnTo>
                  <a:lnTo>
                    <a:pt x="950164" y="879014"/>
                  </a:lnTo>
                  <a:lnTo>
                    <a:pt x="917728" y="892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3581791" y="1404593"/>
              <a:ext cx="935457" cy="914399"/>
            </a:xfrm>
            <a:custGeom>
              <a:avLst/>
              <a:pathLst>
                <a:path w="935457" h="914399">
                  <a:moveTo>
                    <a:pt x="914400" y="914399"/>
                  </a:moveTo>
                  <a:lnTo>
                    <a:pt x="910329" y="913356"/>
                  </a:lnTo>
                  <a:lnTo>
                    <a:pt x="915394" y="897346"/>
                  </a:lnTo>
                  <a:lnTo>
                    <a:pt x="919157" y="890427"/>
                  </a:lnTo>
                  <a:lnTo>
                    <a:pt x="931640" y="883963"/>
                  </a:lnTo>
                  <a:lnTo>
                    <a:pt x="935457" y="885091"/>
                  </a:lnTo>
                  <a:lnTo>
                    <a:pt x="922612" y="9111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3618551" y="1260591"/>
              <a:ext cx="938134" cy="914400"/>
            </a:xfrm>
            <a:custGeom>
              <a:avLst/>
              <a:pathLst>
                <a:path w="938134" h="914400">
                  <a:moveTo>
                    <a:pt x="914400" y="914400"/>
                  </a:moveTo>
                  <a:lnTo>
                    <a:pt x="909732" y="900410"/>
                  </a:lnTo>
                  <a:lnTo>
                    <a:pt x="911596" y="897666"/>
                  </a:lnTo>
                  <a:lnTo>
                    <a:pt x="914779" y="883862"/>
                  </a:lnTo>
                  <a:lnTo>
                    <a:pt x="923770" y="876286"/>
                  </a:lnTo>
                  <a:lnTo>
                    <a:pt x="938134" y="880832"/>
                  </a:lnTo>
                  <a:lnTo>
                    <a:pt x="938043" y="884283"/>
                  </a:lnTo>
                  <a:lnTo>
                    <a:pt x="924313" y="895461"/>
                  </a:lnTo>
                  <a:lnTo>
                    <a:pt x="919049" y="9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3869372" y="2985566"/>
              <a:ext cx="928419" cy="915616"/>
            </a:xfrm>
            <a:custGeom>
              <a:avLst/>
              <a:pathLst>
                <a:path w="928419" h="915616">
                  <a:moveTo>
                    <a:pt x="914400" y="914400"/>
                  </a:moveTo>
                  <a:lnTo>
                    <a:pt x="862517" y="909888"/>
                  </a:lnTo>
                  <a:lnTo>
                    <a:pt x="855136" y="905713"/>
                  </a:lnTo>
                  <a:lnTo>
                    <a:pt x="883682" y="876185"/>
                  </a:lnTo>
                  <a:lnTo>
                    <a:pt x="902279" y="845496"/>
                  </a:lnTo>
                  <a:lnTo>
                    <a:pt x="918072" y="805447"/>
                  </a:lnTo>
                  <a:lnTo>
                    <a:pt x="919754" y="777704"/>
                  </a:lnTo>
                  <a:lnTo>
                    <a:pt x="923698" y="746425"/>
                  </a:lnTo>
                  <a:lnTo>
                    <a:pt x="928419" y="744095"/>
                  </a:lnTo>
                  <a:lnTo>
                    <a:pt x="928419" y="915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2904509" y="3128877"/>
              <a:ext cx="1893282" cy="920712"/>
            </a:xfrm>
            <a:custGeom>
              <a:avLst/>
              <a:pathLst>
                <a:path w="1893282" h="920712">
                  <a:moveTo>
                    <a:pt x="914400" y="914400"/>
                  </a:moveTo>
                  <a:lnTo>
                    <a:pt x="1020481" y="872482"/>
                  </a:lnTo>
                  <a:lnTo>
                    <a:pt x="1133780" y="833156"/>
                  </a:lnTo>
                  <a:lnTo>
                    <a:pt x="1160228" y="828881"/>
                  </a:lnTo>
                  <a:lnTo>
                    <a:pt x="1186821" y="820598"/>
                  </a:lnTo>
                  <a:lnTo>
                    <a:pt x="1196644" y="805885"/>
                  </a:lnTo>
                  <a:lnTo>
                    <a:pt x="1206449" y="796037"/>
                  </a:lnTo>
                  <a:lnTo>
                    <a:pt x="1221880" y="770095"/>
                  </a:lnTo>
                  <a:lnTo>
                    <a:pt x="1255998" y="729776"/>
                  </a:lnTo>
                  <a:lnTo>
                    <a:pt x="1316329" y="715097"/>
                  </a:lnTo>
                  <a:lnTo>
                    <a:pt x="1338852" y="695973"/>
                  </a:lnTo>
                  <a:lnTo>
                    <a:pt x="1386067" y="669189"/>
                  </a:lnTo>
                  <a:lnTo>
                    <a:pt x="1493704" y="639140"/>
                  </a:lnTo>
                  <a:lnTo>
                    <a:pt x="1538659" y="632540"/>
                  </a:lnTo>
                  <a:lnTo>
                    <a:pt x="1582709" y="631732"/>
                  </a:lnTo>
                  <a:lnTo>
                    <a:pt x="1621928" y="655435"/>
                  </a:lnTo>
                  <a:lnTo>
                    <a:pt x="1663445" y="684694"/>
                  </a:lnTo>
                  <a:lnTo>
                    <a:pt x="1670917" y="702353"/>
                  </a:lnTo>
                  <a:lnTo>
                    <a:pt x="1648449" y="691343"/>
                  </a:lnTo>
                  <a:lnTo>
                    <a:pt x="1615705" y="665065"/>
                  </a:lnTo>
                  <a:lnTo>
                    <a:pt x="1603603" y="663954"/>
                  </a:lnTo>
                  <a:lnTo>
                    <a:pt x="1631552" y="743883"/>
                  </a:lnTo>
                  <a:lnTo>
                    <a:pt x="1646839" y="772148"/>
                  </a:lnTo>
                  <a:lnTo>
                    <a:pt x="1677737" y="793293"/>
                  </a:lnTo>
                  <a:lnTo>
                    <a:pt x="1703642" y="800414"/>
                  </a:lnTo>
                  <a:lnTo>
                    <a:pt x="1783456" y="787603"/>
                  </a:lnTo>
                  <a:lnTo>
                    <a:pt x="1811804" y="770869"/>
                  </a:lnTo>
                  <a:lnTo>
                    <a:pt x="1819999" y="762401"/>
                  </a:lnTo>
                  <a:lnTo>
                    <a:pt x="1827379" y="766576"/>
                  </a:lnTo>
                  <a:lnTo>
                    <a:pt x="1879262" y="771088"/>
                  </a:lnTo>
                  <a:lnTo>
                    <a:pt x="1893282" y="772304"/>
                  </a:lnTo>
                  <a:lnTo>
                    <a:pt x="1893282" y="920712"/>
                  </a:lnTo>
                  <a:lnTo>
                    <a:pt x="902385" y="92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2459724" y="758992"/>
              <a:ext cx="965161" cy="1866109"/>
            </a:xfrm>
            <a:custGeom>
              <a:avLst/>
              <a:pathLst>
                <a:path w="965161" h="1866109">
                  <a:moveTo>
                    <a:pt x="914400" y="914400"/>
                  </a:moveTo>
                  <a:lnTo>
                    <a:pt x="938604" y="984212"/>
                  </a:lnTo>
                  <a:lnTo>
                    <a:pt x="958703" y="1033857"/>
                  </a:lnTo>
                  <a:lnTo>
                    <a:pt x="965161" y="1066583"/>
                  </a:lnTo>
                  <a:lnTo>
                    <a:pt x="958522" y="1099764"/>
                  </a:lnTo>
                  <a:lnTo>
                    <a:pt x="951665" y="1116749"/>
                  </a:lnTo>
                  <a:lnTo>
                    <a:pt x="951448" y="1139627"/>
                  </a:lnTo>
                  <a:lnTo>
                    <a:pt x="946166" y="1185165"/>
                  </a:lnTo>
                  <a:lnTo>
                    <a:pt x="930590" y="1208177"/>
                  </a:lnTo>
                  <a:lnTo>
                    <a:pt x="910203" y="1233277"/>
                  </a:lnTo>
                  <a:lnTo>
                    <a:pt x="887463" y="1252014"/>
                  </a:lnTo>
                  <a:lnTo>
                    <a:pt x="869427" y="1257283"/>
                  </a:lnTo>
                  <a:lnTo>
                    <a:pt x="853942" y="1259455"/>
                  </a:lnTo>
                  <a:lnTo>
                    <a:pt x="843540" y="1268983"/>
                  </a:lnTo>
                  <a:lnTo>
                    <a:pt x="834115" y="1296979"/>
                  </a:lnTo>
                  <a:lnTo>
                    <a:pt x="825413" y="1326389"/>
                  </a:lnTo>
                  <a:lnTo>
                    <a:pt x="796976" y="1362549"/>
                  </a:lnTo>
                  <a:lnTo>
                    <a:pt x="797735" y="1375141"/>
                  </a:lnTo>
                  <a:lnTo>
                    <a:pt x="808571" y="1418002"/>
                  </a:lnTo>
                  <a:lnTo>
                    <a:pt x="818720" y="1466805"/>
                  </a:lnTo>
                  <a:lnTo>
                    <a:pt x="810145" y="1512426"/>
                  </a:lnTo>
                  <a:lnTo>
                    <a:pt x="802801" y="1560320"/>
                  </a:lnTo>
                  <a:lnTo>
                    <a:pt x="789938" y="1592238"/>
                  </a:lnTo>
                  <a:lnTo>
                    <a:pt x="771559" y="1603635"/>
                  </a:lnTo>
                  <a:lnTo>
                    <a:pt x="758063" y="1597945"/>
                  </a:lnTo>
                  <a:lnTo>
                    <a:pt x="742795" y="1554159"/>
                  </a:lnTo>
                  <a:lnTo>
                    <a:pt x="742451" y="1544092"/>
                  </a:lnTo>
                  <a:lnTo>
                    <a:pt x="738652" y="1530708"/>
                  </a:lnTo>
                  <a:lnTo>
                    <a:pt x="695344" y="1517375"/>
                  </a:lnTo>
                  <a:lnTo>
                    <a:pt x="687692" y="1517864"/>
                  </a:lnTo>
                  <a:lnTo>
                    <a:pt x="670669" y="1510052"/>
                  </a:lnTo>
                  <a:lnTo>
                    <a:pt x="660683" y="1507847"/>
                  </a:lnTo>
                  <a:lnTo>
                    <a:pt x="640205" y="1503336"/>
                  </a:lnTo>
                  <a:lnTo>
                    <a:pt x="623182" y="1464700"/>
                  </a:lnTo>
                  <a:lnTo>
                    <a:pt x="605092" y="1432564"/>
                  </a:lnTo>
                  <a:lnTo>
                    <a:pt x="602523" y="1419130"/>
                  </a:lnTo>
                  <a:lnTo>
                    <a:pt x="603138" y="1359031"/>
                  </a:lnTo>
                  <a:lnTo>
                    <a:pt x="597603" y="1332298"/>
                  </a:lnTo>
                  <a:lnTo>
                    <a:pt x="595902" y="1303157"/>
                  </a:lnTo>
                  <a:lnTo>
                    <a:pt x="584523" y="1326860"/>
                  </a:lnTo>
                  <a:lnTo>
                    <a:pt x="591126" y="1364334"/>
                  </a:lnTo>
                  <a:lnTo>
                    <a:pt x="577088" y="1380057"/>
                  </a:lnTo>
                  <a:lnTo>
                    <a:pt x="559378" y="1387700"/>
                  </a:lnTo>
                  <a:lnTo>
                    <a:pt x="561042" y="1409652"/>
                  </a:lnTo>
                  <a:lnTo>
                    <a:pt x="568314" y="1413810"/>
                  </a:lnTo>
                  <a:lnTo>
                    <a:pt x="569834" y="1436604"/>
                  </a:lnTo>
                  <a:lnTo>
                    <a:pt x="565529" y="1470340"/>
                  </a:lnTo>
                  <a:lnTo>
                    <a:pt x="530669" y="1545354"/>
                  </a:lnTo>
                  <a:lnTo>
                    <a:pt x="523631" y="1553418"/>
                  </a:lnTo>
                  <a:lnTo>
                    <a:pt x="518856" y="1563552"/>
                  </a:lnTo>
                  <a:lnTo>
                    <a:pt x="501019" y="1556819"/>
                  </a:lnTo>
                  <a:lnTo>
                    <a:pt x="478134" y="1577710"/>
                  </a:lnTo>
                  <a:lnTo>
                    <a:pt x="456462" y="1581060"/>
                  </a:lnTo>
                  <a:lnTo>
                    <a:pt x="448611" y="1557425"/>
                  </a:lnTo>
                  <a:lnTo>
                    <a:pt x="418039" y="1526146"/>
                  </a:lnTo>
                  <a:lnTo>
                    <a:pt x="403603" y="1527897"/>
                  </a:lnTo>
                  <a:lnTo>
                    <a:pt x="416555" y="1543334"/>
                  </a:lnTo>
                  <a:lnTo>
                    <a:pt x="429327" y="1563401"/>
                  </a:lnTo>
                  <a:lnTo>
                    <a:pt x="422073" y="1576683"/>
                  </a:lnTo>
                  <a:lnTo>
                    <a:pt x="414945" y="1585353"/>
                  </a:lnTo>
                  <a:lnTo>
                    <a:pt x="402463" y="1589848"/>
                  </a:lnTo>
                  <a:lnTo>
                    <a:pt x="357798" y="1616109"/>
                  </a:lnTo>
                  <a:lnTo>
                    <a:pt x="373699" y="1633752"/>
                  </a:lnTo>
                  <a:lnTo>
                    <a:pt x="360204" y="1653785"/>
                  </a:lnTo>
                  <a:lnTo>
                    <a:pt x="344592" y="1656731"/>
                  </a:lnTo>
                  <a:lnTo>
                    <a:pt x="336271" y="1666091"/>
                  </a:lnTo>
                  <a:lnTo>
                    <a:pt x="333376" y="1678801"/>
                  </a:lnTo>
                  <a:lnTo>
                    <a:pt x="287119" y="1715012"/>
                  </a:lnTo>
                  <a:lnTo>
                    <a:pt x="211719" y="1807887"/>
                  </a:lnTo>
                  <a:lnTo>
                    <a:pt x="172970" y="1834132"/>
                  </a:lnTo>
                  <a:lnTo>
                    <a:pt x="145907" y="1861421"/>
                  </a:lnTo>
                  <a:lnTo>
                    <a:pt x="122064" y="1860747"/>
                  </a:lnTo>
                  <a:lnTo>
                    <a:pt x="115135" y="1866109"/>
                  </a:lnTo>
                  <a:lnTo>
                    <a:pt x="115135" y="877212"/>
                  </a:lnTo>
                  <a:lnTo>
                    <a:pt x="910693" y="877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827831" y="3135089"/>
              <a:ext cx="1314683" cy="914501"/>
            </a:xfrm>
            <a:custGeom>
              <a:avLst/>
              <a:pathLst>
                <a:path w="1314683" h="914501">
                  <a:moveTo>
                    <a:pt x="914400" y="914400"/>
                  </a:moveTo>
                  <a:lnTo>
                    <a:pt x="914978" y="824588"/>
                  </a:lnTo>
                  <a:lnTo>
                    <a:pt x="904775" y="811221"/>
                  </a:lnTo>
                  <a:lnTo>
                    <a:pt x="891588" y="806575"/>
                  </a:lnTo>
                  <a:lnTo>
                    <a:pt x="883375" y="812719"/>
                  </a:lnTo>
                  <a:lnTo>
                    <a:pt x="866496" y="812804"/>
                  </a:lnTo>
                  <a:lnTo>
                    <a:pt x="862951" y="792468"/>
                  </a:lnTo>
                  <a:lnTo>
                    <a:pt x="867075" y="777401"/>
                  </a:lnTo>
                  <a:lnTo>
                    <a:pt x="900995" y="767098"/>
                  </a:lnTo>
                  <a:lnTo>
                    <a:pt x="923354" y="753294"/>
                  </a:lnTo>
                  <a:lnTo>
                    <a:pt x="924349" y="728901"/>
                  </a:lnTo>
                  <a:lnTo>
                    <a:pt x="910221" y="709726"/>
                  </a:lnTo>
                  <a:lnTo>
                    <a:pt x="893306" y="674559"/>
                  </a:lnTo>
                  <a:lnTo>
                    <a:pt x="873425" y="641496"/>
                  </a:lnTo>
                  <a:lnTo>
                    <a:pt x="871272" y="603063"/>
                  </a:lnTo>
                  <a:lnTo>
                    <a:pt x="905825" y="603821"/>
                  </a:lnTo>
                  <a:lnTo>
                    <a:pt x="914291" y="605269"/>
                  </a:lnTo>
                  <a:lnTo>
                    <a:pt x="966698" y="623282"/>
                  </a:lnTo>
                  <a:lnTo>
                    <a:pt x="979506" y="635924"/>
                  </a:lnTo>
                  <a:lnTo>
                    <a:pt x="995625" y="636513"/>
                  </a:lnTo>
                  <a:lnTo>
                    <a:pt x="1024660" y="624746"/>
                  </a:lnTo>
                  <a:lnTo>
                    <a:pt x="1046350" y="619578"/>
                  </a:lnTo>
                  <a:lnTo>
                    <a:pt x="1054762" y="626834"/>
                  </a:lnTo>
                  <a:lnTo>
                    <a:pt x="1066575" y="629881"/>
                  </a:lnTo>
                  <a:lnTo>
                    <a:pt x="1069307" y="629881"/>
                  </a:lnTo>
                  <a:lnTo>
                    <a:pt x="1070446" y="636210"/>
                  </a:lnTo>
                  <a:lnTo>
                    <a:pt x="1097564" y="645368"/>
                  </a:lnTo>
                  <a:lnTo>
                    <a:pt x="1108960" y="659964"/>
                  </a:lnTo>
                  <a:lnTo>
                    <a:pt x="1121624" y="682152"/>
                  </a:lnTo>
                  <a:lnTo>
                    <a:pt x="1122854" y="714087"/>
                  </a:lnTo>
                  <a:lnTo>
                    <a:pt x="1106645" y="737066"/>
                  </a:lnTo>
                  <a:lnTo>
                    <a:pt x="1093186" y="751610"/>
                  </a:lnTo>
                  <a:lnTo>
                    <a:pt x="1144092" y="746106"/>
                  </a:lnTo>
                  <a:lnTo>
                    <a:pt x="1149157" y="759287"/>
                  </a:lnTo>
                  <a:lnTo>
                    <a:pt x="1156863" y="773512"/>
                  </a:lnTo>
                  <a:lnTo>
                    <a:pt x="1184288" y="763378"/>
                  </a:lnTo>
                  <a:lnTo>
                    <a:pt x="1253031" y="805464"/>
                  </a:lnTo>
                  <a:lnTo>
                    <a:pt x="1294603" y="784976"/>
                  </a:lnTo>
                  <a:lnTo>
                    <a:pt x="1305240" y="783781"/>
                  </a:lnTo>
                  <a:lnTo>
                    <a:pt x="1314683" y="817787"/>
                  </a:lnTo>
                  <a:lnTo>
                    <a:pt x="1304353" y="852045"/>
                  </a:lnTo>
                  <a:lnTo>
                    <a:pt x="1267703" y="888592"/>
                  </a:lnTo>
                  <a:lnTo>
                    <a:pt x="1275825" y="911117"/>
                  </a:lnTo>
                  <a:lnTo>
                    <a:pt x="1283746" y="914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2235513" y="3132025"/>
              <a:ext cx="922179" cy="917564"/>
            </a:xfrm>
            <a:custGeom>
              <a:avLst/>
              <a:pathLst>
                <a:path w="922179" h="917564">
                  <a:moveTo>
                    <a:pt x="914400" y="914400"/>
                  </a:moveTo>
                  <a:lnTo>
                    <a:pt x="922179" y="917564"/>
                  </a:lnTo>
                  <a:lnTo>
                    <a:pt x="891527" y="91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2345972" y="3096050"/>
              <a:ext cx="1308350" cy="953540"/>
            </a:xfrm>
            <a:custGeom>
              <a:avLst/>
              <a:pathLst>
                <a:path w="1308350" h="953540">
                  <a:moveTo>
                    <a:pt x="914400" y="914400"/>
                  </a:moveTo>
                  <a:lnTo>
                    <a:pt x="932128" y="903390"/>
                  </a:lnTo>
                  <a:lnTo>
                    <a:pt x="990487" y="895511"/>
                  </a:lnTo>
                  <a:lnTo>
                    <a:pt x="1001106" y="875663"/>
                  </a:lnTo>
                  <a:lnTo>
                    <a:pt x="1024750" y="855698"/>
                  </a:lnTo>
                  <a:lnTo>
                    <a:pt x="1039982" y="833897"/>
                  </a:lnTo>
                  <a:lnTo>
                    <a:pt x="1076452" y="792400"/>
                  </a:lnTo>
                  <a:lnTo>
                    <a:pt x="1114188" y="799875"/>
                  </a:lnTo>
                  <a:lnTo>
                    <a:pt x="1136222" y="807821"/>
                  </a:lnTo>
                  <a:lnTo>
                    <a:pt x="1160409" y="811827"/>
                  </a:lnTo>
                  <a:lnTo>
                    <a:pt x="1182425" y="856068"/>
                  </a:lnTo>
                  <a:lnTo>
                    <a:pt x="1238107" y="904972"/>
                  </a:lnTo>
                  <a:lnTo>
                    <a:pt x="1289266" y="900713"/>
                  </a:lnTo>
                  <a:lnTo>
                    <a:pt x="1307429" y="946974"/>
                  </a:lnTo>
                  <a:lnTo>
                    <a:pt x="1308350" y="953540"/>
                  </a:lnTo>
                  <a:lnTo>
                    <a:pt x="880553" y="953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2722684" y="3026440"/>
              <a:ext cx="914400" cy="938389"/>
            </a:xfrm>
            <a:custGeom>
              <a:avLst/>
              <a:pathLst>
                <a:path w="914400" h="938389">
                  <a:moveTo>
                    <a:pt x="914400" y="914400"/>
                  </a:moveTo>
                  <a:lnTo>
                    <a:pt x="909425" y="926217"/>
                  </a:lnTo>
                  <a:lnTo>
                    <a:pt x="888603" y="906555"/>
                  </a:lnTo>
                  <a:lnTo>
                    <a:pt x="867690" y="906824"/>
                  </a:lnTo>
                  <a:lnTo>
                    <a:pt x="855190" y="937109"/>
                  </a:lnTo>
                  <a:lnTo>
                    <a:pt x="845892" y="938389"/>
                  </a:lnTo>
                  <a:lnTo>
                    <a:pt x="813600" y="910881"/>
                  </a:lnTo>
                  <a:lnTo>
                    <a:pt x="808427" y="897464"/>
                  </a:lnTo>
                  <a:lnTo>
                    <a:pt x="807359" y="886303"/>
                  </a:lnTo>
                  <a:lnTo>
                    <a:pt x="811972" y="847668"/>
                  </a:lnTo>
                  <a:lnTo>
                    <a:pt x="811122" y="835513"/>
                  </a:lnTo>
                  <a:lnTo>
                    <a:pt x="821271" y="822231"/>
                  </a:lnTo>
                  <a:lnTo>
                    <a:pt x="822845" y="803040"/>
                  </a:lnTo>
                  <a:lnTo>
                    <a:pt x="840790" y="782805"/>
                  </a:lnTo>
                  <a:lnTo>
                    <a:pt x="856710" y="782047"/>
                  </a:lnTo>
                  <a:lnTo>
                    <a:pt x="861775" y="799185"/>
                  </a:lnTo>
                  <a:lnTo>
                    <a:pt x="869391" y="810986"/>
                  </a:lnTo>
                  <a:lnTo>
                    <a:pt x="896219" y="824217"/>
                  </a:lnTo>
                  <a:lnTo>
                    <a:pt x="900217" y="830227"/>
                  </a:lnTo>
                  <a:lnTo>
                    <a:pt x="902641" y="838544"/>
                  </a:lnTo>
                  <a:lnTo>
                    <a:pt x="890159" y="854839"/>
                  </a:lnTo>
                  <a:lnTo>
                    <a:pt x="885925" y="863189"/>
                  </a:lnTo>
                  <a:lnTo>
                    <a:pt x="889887" y="876573"/>
                  </a:lnTo>
                  <a:lnTo>
                    <a:pt x="909768" y="891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2748300" y="3122682"/>
              <a:ext cx="958345" cy="926907"/>
            </a:xfrm>
            <a:custGeom>
              <a:avLst/>
              <a:pathLst>
                <a:path w="958345" h="926907">
                  <a:moveTo>
                    <a:pt x="914399" y="914400"/>
                  </a:moveTo>
                  <a:lnTo>
                    <a:pt x="906006" y="906369"/>
                  </a:lnTo>
                  <a:lnTo>
                    <a:pt x="904757" y="894905"/>
                  </a:lnTo>
                  <a:lnTo>
                    <a:pt x="906114" y="883037"/>
                  </a:lnTo>
                  <a:lnTo>
                    <a:pt x="945225" y="914989"/>
                  </a:lnTo>
                  <a:lnTo>
                    <a:pt x="958345" y="926907"/>
                  </a:lnTo>
                  <a:lnTo>
                    <a:pt x="922742" y="926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2240144" y="2991761"/>
              <a:ext cx="942837" cy="914400"/>
            </a:xfrm>
            <a:custGeom>
              <a:avLst/>
              <a:pathLst>
                <a:path w="942837" h="914400">
                  <a:moveTo>
                    <a:pt x="914400" y="914400"/>
                  </a:moveTo>
                  <a:lnTo>
                    <a:pt x="903545" y="900612"/>
                  </a:lnTo>
                  <a:lnTo>
                    <a:pt x="892619" y="897111"/>
                  </a:lnTo>
                  <a:lnTo>
                    <a:pt x="898498" y="880108"/>
                  </a:lnTo>
                  <a:lnTo>
                    <a:pt x="906187" y="873930"/>
                  </a:lnTo>
                  <a:lnTo>
                    <a:pt x="933720" y="885007"/>
                  </a:lnTo>
                  <a:lnTo>
                    <a:pt x="942367" y="906689"/>
                  </a:lnTo>
                  <a:lnTo>
                    <a:pt x="942837" y="91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713192" y="2870721"/>
              <a:ext cx="978294" cy="914400"/>
            </a:xfrm>
            <a:custGeom>
              <a:avLst/>
              <a:pathLst>
                <a:path w="978294" h="914400">
                  <a:moveTo>
                    <a:pt x="914400" y="914400"/>
                  </a:moveTo>
                  <a:lnTo>
                    <a:pt x="916444" y="865714"/>
                  </a:lnTo>
                  <a:lnTo>
                    <a:pt x="936723" y="813847"/>
                  </a:lnTo>
                  <a:lnTo>
                    <a:pt x="945298" y="815009"/>
                  </a:lnTo>
                  <a:lnTo>
                    <a:pt x="936524" y="829015"/>
                  </a:lnTo>
                  <a:lnTo>
                    <a:pt x="933991" y="838830"/>
                  </a:lnTo>
                  <a:lnTo>
                    <a:pt x="930427" y="858442"/>
                  </a:lnTo>
                  <a:lnTo>
                    <a:pt x="932038" y="868627"/>
                  </a:lnTo>
                  <a:lnTo>
                    <a:pt x="978294" y="871421"/>
                  </a:lnTo>
                  <a:lnTo>
                    <a:pt x="972922" y="880512"/>
                  </a:lnTo>
                  <a:lnTo>
                    <a:pt x="926013" y="886640"/>
                  </a:lnTo>
                  <a:lnTo>
                    <a:pt x="918669" y="907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762145" y="2897925"/>
              <a:ext cx="921618" cy="914400"/>
            </a:xfrm>
            <a:custGeom>
              <a:avLst/>
              <a:pathLst>
                <a:path w="921618" h="914400">
                  <a:moveTo>
                    <a:pt x="914400" y="914400"/>
                  </a:moveTo>
                  <a:lnTo>
                    <a:pt x="896780" y="913406"/>
                  </a:lnTo>
                  <a:lnTo>
                    <a:pt x="886884" y="905460"/>
                  </a:lnTo>
                  <a:lnTo>
                    <a:pt x="890086" y="896993"/>
                  </a:lnTo>
                  <a:lnTo>
                    <a:pt x="899439" y="890528"/>
                  </a:lnTo>
                  <a:lnTo>
                    <a:pt x="907181" y="889535"/>
                  </a:lnTo>
                  <a:lnTo>
                    <a:pt x="918940" y="893525"/>
                  </a:lnTo>
                  <a:lnTo>
                    <a:pt x="921618" y="905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3883392" y="945535"/>
              <a:ext cx="914400" cy="1007258"/>
            </a:xfrm>
            <a:custGeom>
              <a:avLst/>
              <a:pathLst>
                <a:path w="914400" h="1007258">
                  <a:moveTo>
                    <a:pt x="914400" y="914400"/>
                  </a:moveTo>
                  <a:lnTo>
                    <a:pt x="914400" y="1003775"/>
                  </a:lnTo>
                  <a:lnTo>
                    <a:pt x="877314" y="1007258"/>
                  </a:lnTo>
                  <a:lnTo>
                    <a:pt x="867347" y="1001315"/>
                  </a:lnTo>
                  <a:lnTo>
                    <a:pt x="853689" y="955104"/>
                  </a:lnTo>
                  <a:lnTo>
                    <a:pt x="856402" y="943169"/>
                  </a:lnTo>
                  <a:lnTo>
                    <a:pt x="865592" y="938085"/>
                  </a:lnTo>
                  <a:lnTo>
                    <a:pt x="873461" y="936991"/>
                  </a:lnTo>
                  <a:lnTo>
                    <a:pt x="874619" y="961872"/>
                  </a:lnTo>
                  <a:lnTo>
                    <a:pt x="886179" y="959397"/>
                  </a:lnTo>
                  <a:lnTo>
                    <a:pt x="889797" y="943000"/>
                  </a:lnTo>
                  <a:lnTo>
                    <a:pt x="890611" y="931452"/>
                  </a:lnTo>
                  <a:lnTo>
                    <a:pt x="887481" y="925627"/>
                  </a:lnTo>
                  <a:lnTo>
                    <a:pt x="879630" y="921116"/>
                  </a:lnTo>
                  <a:lnTo>
                    <a:pt x="875089" y="913372"/>
                  </a:lnTo>
                  <a:lnTo>
                    <a:pt x="881620" y="900914"/>
                  </a:lnTo>
                  <a:lnTo>
                    <a:pt x="893704" y="895527"/>
                  </a:lnTo>
                  <a:lnTo>
                    <a:pt x="904124" y="912177"/>
                  </a:lnTo>
                  <a:lnTo>
                    <a:pt x="912464" y="914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3821795" y="1009775"/>
              <a:ext cx="914400" cy="924635"/>
            </a:xfrm>
            <a:custGeom>
              <a:avLst/>
              <a:pathLst>
                <a:path w="914400" h="924635">
                  <a:moveTo>
                    <a:pt x="914400" y="914400"/>
                  </a:moveTo>
                  <a:lnTo>
                    <a:pt x="907308" y="912464"/>
                  </a:lnTo>
                  <a:lnTo>
                    <a:pt x="901863" y="915107"/>
                  </a:lnTo>
                  <a:lnTo>
                    <a:pt x="898173" y="924635"/>
                  </a:lnTo>
                  <a:lnTo>
                    <a:pt x="890140" y="921217"/>
                  </a:lnTo>
                  <a:lnTo>
                    <a:pt x="886902" y="907565"/>
                  </a:lnTo>
                  <a:lnTo>
                    <a:pt x="892890" y="887128"/>
                  </a:lnTo>
                  <a:lnTo>
                    <a:pt x="907236" y="886353"/>
                  </a:lnTo>
                  <a:lnTo>
                    <a:pt x="913441" y="906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2507247" y="2554267"/>
              <a:ext cx="921292" cy="1228951"/>
            </a:xfrm>
            <a:custGeom>
              <a:avLst/>
              <a:pathLst>
                <a:path w="921292" h="1228951">
                  <a:moveTo>
                    <a:pt x="914400" y="914399"/>
                  </a:moveTo>
                  <a:lnTo>
                    <a:pt x="909587" y="924450"/>
                  </a:lnTo>
                  <a:lnTo>
                    <a:pt x="902514" y="931066"/>
                  </a:lnTo>
                  <a:lnTo>
                    <a:pt x="884008" y="938086"/>
                  </a:lnTo>
                  <a:lnTo>
                    <a:pt x="867980" y="947883"/>
                  </a:lnTo>
                  <a:lnTo>
                    <a:pt x="853689" y="965105"/>
                  </a:lnTo>
                  <a:lnTo>
                    <a:pt x="848424" y="989717"/>
                  </a:lnTo>
                  <a:lnTo>
                    <a:pt x="859604" y="1007730"/>
                  </a:lnTo>
                  <a:lnTo>
                    <a:pt x="879938" y="1017595"/>
                  </a:lnTo>
                  <a:lnTo>
                    <a:pt x="885111" y="1051886"/>
                  </a:lnTo>
                  <a:lnTo>
                    <a:pt x="868324" y="1068805"/>
                  </a:lnTo>
                  <a:lnTo>
                    <a:pt x="825251" y="1085690"/>
                  </a:lnTo>
                  <a:lnTo>
                    <a:pt x="820728" y="1126446"/>
                  </a:lnTo>
                  <a:lnTo>
                    <a:pt x="822121" y="1158566"/>
                  </a:lnTo>
                  <a:lnTo>
                    <a:pt x="821343" y="1181916"/>
                  </a:lnTo>
                  <a:lnTo>
                    <a:pt x="817924" y="1214221"/>
                  </a:lnTo>
                  <a:lnTo>
                    <a:pt x="783082" y="1228951"/>
                  </a:lnTo>
                  <a:lnTo>
                    <a:pt x="760596" y="1179744"/>
                  </a:lnTo>
                  <a:lnTo>
                    <a:pt x="760397" y="1160048"/>
                  </a:lnTo>
                  <a:lnTo>
                    <a:pt x="753685" y="1137052"/>
                  </a:lnTo>
                  <a:lnTo>
                    <a:pt x="752419" y="1117457"/>
                  </a:lnTo>
                  <a:lnTo>
                    <a:pt x="744459" y="1086111"/>
                  </a:lnTo>
                  <a:lnTo>
                    <a:pt x="711499" y="1077626"/>
                  </a:lnTo>
                  <a:lnTo>
                    <a:pt x="698709" y="1076515"/>
                  </a:lnTo>
                  <a:lnTo>
                    <a:pt x="680818" y="1082340"/>
                  </a:lnTo>
                  <a:lnTo>
                    <a:pt x="676386" y="1080067"/>
                  </a:lnTo>
                  <a:lnTo>
                    <a:pt x="654967" y="1037257"/>
                  </a:lnTo>
                  <a:lnTo>
                    <a:pt x="658494" y="990020"/>
                  </a:lnTo>
                  <a:lnTo>
                    <a:pt x="647061" y="966182"/>
                  </a:lnTo>
                  <a:lnTo>
                    <a:pt x="645488" y="955391"/>
                  </a:lnTo>
                  <a:lnTo>
                    <a:pt x="645759" y="943439"/>
                  </a:lnTo>
                  <a:lnTo>
                    <a:pt x="636370" y="933591"/>
                  </a:lnTo>
                  <a:lnTo>
                    <a:pt x="624973" y="928372"/>
                  </a:lnTo>
                  <a:lnTo>
                    <a:pt x="619438" y="901791"/>
                  </a:lnTo>
                  <a:lnTo>
                    <a:pt x="632535" y="895343"/>
                  </a:lnTo>
                  <a:lnTo>
                    <a:pt x="664917" y="898457"/>
                  </a:lnTo>
                  <a:lnTo>
                    <a:pt x="674378" y="896639"/>
                  </a:lnTo>
                  <a:lnTo>
                    <a:pt x="683043" y="891101"/>
                  </a:lnTo>
                  <a:lnTo>
                    <a:pt x="709238" y="847398"/>
                  </a:lnTo>
                  <a:lnTo>
                    <a:pt x="708478" y="837769"/>
                  </a:lnTo>
                  <a:lnTo>
                    <a:pt x="711282" y="825278"/>
                  </a:lnTo>
                  <a:lnTo>
                    <a:pt x="739629" y="820649"/>
                  </a:lnTo>
                  <a:lnTo>
                    <a:pt x="752256" y="837533"/>
                  </a:lnTo>
                  <a:lnTo>
                    <a:pt x="749724" y="864570"/>
                  </a:lnTo>
                  <a:lnTo>
                    <a:pt x="751334" y="899215"/>
                  </a:lnTo>
                  <a:lnTo>
                    <a:pt x="768501" y="908642"/>
                  </a:lnTo>
                  <a:lnTo>
                    <a:pt x="775195" y="910023"/>
                  </a:lnTo>
                  <a:lnTo>
                    <a:pt x="782340" y="884434"/>
                  </a:lnTo>
                  <a:lnTo>
                    <a:pt x="787352" y="871994"/>
                  </a:lnTo>
                  <a:lnTo>
                    <a:pt x="794153" y="865058"/>
                  </a:lnTo>
                  <a:lnTo>
                    <a:pt x="796469" y="841675"/>
                  </a:lnTo>
                  <a:lnTo>
                    <a:pt x="792435" y="827399"/>
                  </a:lnTo>
                  <a:lnTo>
                    <a:pt x="783842" y="816760"/>
                  </a:lnTo>
                  <a:lnTo>
                    <a:pt x="815934" y="787805"/>
                  </a:lnTo>
                  <a:lnTo>
                    <a:pt x="849148" y="764876"/>
                  </a:lnTo>
                  <a:lnTo>
                    <a:pt x="868468" y="763681"/>
                  </a:lnTo>
                  <a:lnTo>
                    <a:pt x="887915" y="769287"/>
                  </a:lnTo>
                  <a:lnTo>
                    <a:pt x="905988" y="777030"/>
                  </a:lnTo>
                  <a:lnTo>
                    <a:pt x="915792" y="783697"/>
                  </a:lnTo>
                  <a:lnTo>
                    <a:pt x="921292" y="794404"/>
                  </a:lnTo>
                  <a:lnTo>
                    <a:pt x="909171" y="819925"/>
                  </a:lnTo>
                  <a:lnTo>
                    <a:pt x="905807" y="833897"/>
                  </a:lnTo>
                  <a:lnTo>
                    <a:pt x="913947" y="87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980006" y="2761217"/>
              <a:ext cx="1136910" cy="1010386"/>
            </a:xfrm>
            <a:custGeom>
              <a:avLst/>
              <a:pathLst>
                <a:path w="1136910" h="1010386">
                  <a:moveTo>
                    <a:pt x="914400" y="1003753"/>
                  </a:moveTo>
                  <a:lnTo>
                    <a:pt x="902587" y="1000706"/>
                  </a:lnTo>
                  <a:lnTo>
                    <a:pt x="894175" y="993450"/>
                  </a:lnTo>
                  <a:lnTo>
                    <a:pt x="872484" y="998618"/>
                  </a:lnTo>
                  <a:lnTo>
                    <a:pt x="843449" y="1010386"/>
                  </a:lnTo>
                  <a:lnTo>
                    <a:pt x="827331" y="1009796"/>
                  </a:lnTo>
                  <a:lnTo>
                    <a:pt x="814523" y="997154"/>
                  </a:lnTo>
                  <a:lnTo>
                    <a:pt x="762116" y="979141"/>
                  </a:lnTo>
                  <a:lnTo>
                    <a:pt x="753649" y="977693"/>
                  </a:lnTo>
                  <a:lnTo>
                    <a:pt x="719025" y="976902"/>
                  </a:lnTo>
                  <a:lnTo>
                    <a:pt x="717378" y="948452"/>
                  </a:lnTo>
                  <a:lnTo>
                    <a:pt x="713091" y="927897"/>
                  </a:lnTo>
                  <a:lnTo>
                    <a:pt x="700989" y="897309"/>
                  </a:lnTo>
                  <a:lnTo>
                    <a:pt x="718934" y="889935"/>
                  </a:lnTo>
                  <a:lnTo>
                    <a:pt x="715461" y="830325"/>
                  </a:lnTo>
                  <a:lnTo>
                    <a:pt x="708948" y="799416"/>
                  </a:lnTo>
                  <a:lnTo>
                    <a:pt x="658820" y="767667"/>
                  </a:lnTo>
                  <a:lnTo>
                    <a:pt x="619329" y="736809"/>
                  </a:lnTo>
                  <a:lnTo>
                    <a:pt x="628447" y="632907"/>
                  </a:lnTo>
                  <a:lnTo>
                    <a:pt x="632336" y="604911"/>
                  </a:lnTo>
                  <a:lnTo>
                    <a:pt x="617357" y="550603"/>
                  </a:lnTo>
                  <a:lnTo>
                    <a:pt x="618913" y="488097"/>
                  </a:lnTo>
                  <a:lnTo>
                    <a:pt x="625226" y="389599"/>
                  </a:lnTo>
                  <a:lnTo>
                    <a:pt x="637781" y="385744"/>
                  </a:lnTo>
                  <a:lnTo>
                    <a:pt x="646989" y="386215"/>
                  </a:lnTo>
                  <a:lnTo>
                    <a:pt x="682500" y="403891"/>
                  </a:lnTo>
                  <a:lnTo>
                    <a:pt x="697280" y="405659"/>
                  </a:lnTo>
                  <a:lnTo>
                    <a:pt x="707411" y="421450"/>
                  </a:lnTo>
                  <a:lnTo>
                    <a:pt x="719278" y="427948"/>
                  </a:lnTo>
                  <a:lnTo>
                    <a:pt x="727871" y="411181"/>
                  </a:lnTo>
                  <a:lnTo>
                    <a:pt x="731217" y="382512"/>
                  </a:lnTo>
                  <a:lnTo>
                    <a:pt x="759366" y="345409"/>
                  </a:lnTo>
                  <a:lnTo>
                    <a:pt x="779084" y="331705"/>
                  </a:lnTo>
                  <a:lnTo>
                    <a:pt x="792525" y="325140"/>
                  </a:lnTo>
                  <a:lnTo>
                    <a:pt x="806093" y="340106"/>
                  </a:lnTo>
                  <a:lnTo>
                    <a:pt x="816477" y="356923"/>
                  </a:lnTo>
                  <a:lnTo>
                    <a:pt x="818937" y="320123"/>
                  </a:lnTo>
                  <a:lnTo>
                    <a:pt x="827313" y="250025"/>
                  </a:lnTo>
                  <a:lnTo>
                    <a:pt x="800557" y="239015"/>
                  </a:lnTo>
                  <a:lnTo>
                    <a:pt x="778759" y="248509"/>
                  </a:lnTo>
                  <a:lnTo>
                    <a:pt x="757141" y="292936"/>
                  </a:lnTo>
                  <a:lnTo>
                    <a:pt x="737857" y="348775"/>
                  </a:lnTo>
                  <a:lnTo>
                    <a:pt x="706578" y="353910"/>
                  </a:lnTo>
                  <a:lnTo>
                    <a:pt x="681614" y="369717"/>
                  </a:lnTo>
                  <a:lnTo>
                    <a:pt x="659073" y="353321"/>
                  </a:lnTo>
                  <a:lnTo>
                    <a:pt x="644547" y="338877"/>
                  </a:lnTo>
                  <a:lnTo>
                    <a:pt x="644185" y="317733"/>
                  </a:lnTo>
                  <a:lnTo>
                    <a:pt x="647477" y="304972"/>
                  </a:lnTo>
                  <a:lnTo>
                    <a:pt x="673962" y="259435"/>
                  </a:lnTo>
                  <a:lnTo>
                    <a:pt x="709437" y="215699"/>
                  </a:lnTo>
                  <a:lnTo>
                    <a:pt x="745183" y="216120"/>
                  </a:lnTo>
                  <a:lnTo>
                    <a:pt x="771251" y="202147"/>
                  </a:lnTo>
                  <a:lnTo>
                    <a:pt x="786827" y="200481"/>
                  </a:lnTo>
                  <a:lnTo>
                    <a:pt x="835454" y="203545"/>
                  </a:lnTo>
                  <a:lnTo>
                    <a:pt x="860418" y="193966"/>
                  </a:lnTo>
                  <a:lnTo>
                    <a:pt x="882778" y="173916"/>
                  </a:lnTo>
                  <a:lnTo>
                    <a:pt x="931097" y="89121"/>
                  </a:lnTo>
                  <a:lnTo>
                    <a:pt x="958359" y="53769"/>
                  </a:lnTo>
                  <a:lnTo>
                    <a:pt x="1013335" y="41328"/>
                  </a:lnTo>
                  <a:lnTo>
                    <a:pt x="1064133" y="521"/>
                  </a:lnTo>
                  <a:lnTo>
                    <a:pt x="1078334" y="0"/>
                  </a:lnTo>
                  <a:lnTo>
                    <a:pt x="1054436" y="30419"/>
                  </a:lnTo>
                  <a:lnTo>
                    <a:pt x="1050601" y="42187"/>
                  </a:lnTo>
                  <a:lnTo>
                    <a:pt x="1047707" y="60233"/>
                  </a:lnTo>
                  <a:lnTo>
                    <a:pt x="1064838" y="99424"/>
                  </a:lnTo>
                  <a:lnTo>
                    <a:pt x="1061220" y="123278"/>
                  </a:lnTo>
                  <a:lnTo>
                    <a:pt x="1062432" y="170213"/>
                  </a:lnTo>
                  <a:lnTo>
                    <a:pt x="1046278" y="194673"/>
                  </a:lnTo>
                  <a:lnTo>
                    <a:pt x="1028043" y="246708"/>
                  </a:lnTo>
                  <a:lnTo>
                    <a:pt x="1020191" y="254368"/>
                  </a:lnTo>
                  <a:lnTo>
                    <a:pt x="1018509" y="315107"/>
                  </a:lnTo>
                  <a:lnTo>
                    <a:pt x="1020300" y="329601"/>
                  </a:lnTo>
                  <a:lnTo>
                    <a:pt x="1017713" y="384902"/>
                  </a:lnTo>
                  <a:lnTo>
                    <a:pt x="1036400" y="407544"/>
                  </a:lnTo>
                  <a:lnTo>
                    <a:pt x="1056155" y="419379"/>
                  </a:lnTo>
                  <a:lnTo>
                    <a:pt x="1122040" y="418958"/>
                  </a:lnTo>
                  <a:lnTo>
                    <a:pt x="1128878" y="428907"/>
                  </a:lnTo>
                  <a:lnTo>
                    <a:pt x="1136910" y="446011"/>
                  </a:lnTo>
                  <a:lnTo>
                    <a:pt x="1131031" y="475051"/>
                  </a:lnTo>
                  <a:lnTo>
                    <a:pt x="1123993" y="496952"/>
                  </a:lnTo>
                  <a:lnTo>
                    <a:pt x="1104908" y="515403"/>
                  </a:lnTo>
                  <a:lnTo>
                    <a:pt x="1080414" y="529156"/>
                  </a:lnTo>
                  <a:lnTo>
                    <a:pt x="1065182" y="529762"/>
                  </a:lnTo>
                  <a:lnTo>
                    <a:pt x="1044432" y="503619"/>
                  </a:lnTo>
                  <a:lnTo>
                    <a:pt x="1034573" y="512103"/>
                  </a:lnTo>
                  <a:lnTo>
                    <a:pt x="1024388" y="525436"/>
                  </a:lnTo>
                  <a:lnTo>
                    <a:pt x="1007329" y="596982"/>
                  </a:lnTo>
                  <a:lnTo>
                    <a:pt x="999243" y="645314"/>
                  </a:lnTo>
                  <a:lnTo>
                    <a:pt x="994865" y="649236"/>
                  </a:lnTo>
                  <a:lnTo>
                    <a:pt x="985223" y="642115"/>
                  </a:lnTo>
                  <a:lnTo>
                    <a:pt x="968562" y="641560"/>
                  </a:lnTo>
                  <a:lnTo>
                    <a:pt x="947505" y="653024"/>
                  </a:lnTo>
                  <a:lnTo>
                    <a:pt x="958305" y="663276"/>
                  </a:lnTo>
                  <a:lnTo>
                    <a:pt x="969720" y="681087"/>
                  </a:lnTo>
                  <a:lnTo>
                    <a:pt x="965161" y="690009"/>
                  </a:lnTo>
                  <a:lnTo>
                    <a:pt x="946636" y="699656"/>
                  </a:lnTo>
                  <a:lnTo>
                    <a:pt x="930210" y="719167"/>
                  </a:lnTo>
                  <a:lnTo>
                    <a:pt x="923336" y="733931"/>
                  </a:lnTo>
                  <a:lnTo>
                    <a:pt x="902623" y="751405"/>
                  </a:lnTo>
                  <a:lnTo>
                    <a:pt x="889598" y="773559"/>
                  </a:lnTo>
                  <a:lnTo>
                    <a:pt x="895984" y="801016"/>
                  </a:lnTo>
                  <a:lnTo>
                    <a:pt x="898697" y="825123"/>
                  </a:lnTo>
                  <a:lnTo>
                    <a:pt x="904396" y="851755"/>
                  </a:lnTo>
                  <a:lnTo>
                    <a:pt x="899258" y="873017"/>
                  </a:lnTo>
                  <a:lnTo>
                    <a:pt x="873606" y="903521"/>
                  </a:lnTo>
                  <a:lnTo>
                    <a:pt x="864145" y="929968"/>
                  </a:lnTo>
                  <a:lnTo>
                    <a:pt x="886124" y="929631"/>
                  </a:lnTo>
                  <a:lnTo>
                    <a:pt x="899656" y="935742"/>
                  </a:lnTo>
                  <a:lnTo>
                    <a:pt x="907579" y="943553"/>
                  </a:lnTo>
                  <a:lnTo>
                    <a:pt x="915756" y="954630"/>
                  </a:lnTo>
                  <a:lnTo>
                    <a:pt x="910745" y="968316"/>
                  </a:lnTo>
                  <a:lnTo>
                    <a:pt x="917131" y="10037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2158177" y="2598171"/>
              <a:ext cx="938930" cy="1089831"/>
            </a:xfrm>
            <a:custGeom>
              <a:avLst/>
              <a:pathLst>
                <a:path w="938930" h="1089831">
                  <a:moveTo>
                    <a:pt x="914400" y="914400"/>
                  </a:moveTo>
                  <a:lnTo>
                    <a:pt x="923897" y="952765"/>
                  </a:lnTo>
                  <a:lnTo>
                    <a:pt x="938930" y="995676"/>
                  </a:lnTo>
                  <a:lnTo>
                    <a:pt x="932653" y="1013639"/>
                  </a:lnTo>
                  <a:lnTo>
                    <a:pt x="936922" y="1036651"/>
                  </a:lnTo>
                  <a:lnTo>
                    <a:pt x="932634" y="1060657"/>
                  </a:lnTo>
                  <a:lnTo>
                    <a:pt x="902731" y="1088569"/>
                  </a:lnTo>
                  <a:lnTo>
                    <a:pt x="869192" y="1089831"/>
                  </a:lnTo>
                  <a:lnTo>
                    <a:pt x="834332" y="1076347"/>
                  </a:lnTo>
                  <a:lnTo>
                    <a:pt x="785090" y="1050388"/>
                  </a:lnTo>
                  <a:lnTo>
                    <a:pt x="781128" y="1035809"/>
                  </a:lnTo>
                  <a:lnTo>
                    <a:pt x="774218" y="1027729"/>
                  </a:lnTo>
                  <a:lnTo>
                    <a:pt x="761048" y="983488"/>
                  </a:lnTo>
                  <a:lnTo>
                    <a:pt x="761356" y="928928"/>
                  </a:lnTo>
                  <a:lnTo>
                    <a:pt x="786103" y="922093"/>
                  </a:lnTo>
                  <a:lnTo>
                    <a:pt x="840175" y="896050"/>
                  </a:lnTo>
                  <a:lnTo>
                    <a:pt x="852675" y="900141"/>
                  </a:lnTo>
                  <a:lnTo>
                    <a:pt x="865719" y="913457"/>
                  </a:lnTo>
                  <a:lnTo>
                    <a:pt x="880733" y="914248"/>
                  </a:lnTo>
                  <a:lnTo>
                    <a:pt x="902532" y="895360"/>
                  </a:lnTo>
                  <a:lnTo>
                    <a:pt x="906675" y="896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2315924" y="2849173"/>
              <a:ext cx="956550" cy="983606"/>
            </a:xfrm>
            <a:custGeom>
              <a:avLst/>
              <a:pathLst>
                <a:path w="956550" h="983606">
                  <a:moveTo>
                    <a:pt x="914400" y="914400"/>
                  </a:moveTo>
                  <a:lnTo>
                    <a:pt x="936578" y="913171"/>
                  </a:lnTo>
                  <a:lnTo>
                    <a:pt x="951665" y="922042"/>
                  </a:lnTo>
                  <a:lnTo>
                    <a:pt x="955265" y="935746"/>
                  </a:lnTo>
                  <a:lnTo>
                    <a:pt x="956550" y="966165"/>
                  </a:lnTo>
                  <a:lnTo>
                    <a:pt x="940703" y="975037"/>
                  </a:lnTo>
                  <a:lnTo>
                    <a:pt x="923209" y="972024"/>
                  </a:lnTo>
                  <a:lnTo>
                    <a:pt x="899403" y="983606"/>
                  </a:lnTo>
                  <a:lnTo>
                    <a:pt x="821253" y="933877"/>
                  </a:lnTo>
                  <a:lnTo>
                    <a:pt x="822392" y="892414"/>
                  </a:lnTo>
                  <a:lnTo>
                    <a:pt x="825522" y="876135"/>
                  </a:lnTo>
                  <a:lnTo>
                    <a:pt x="862553" y="872263"/>
                  </a:lnTo>
                  <a:lnTo>
                    <a:pt x="881620" y="893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2158720" y="2878313"/>
              <a:ext cx="962809" cy="914399"/>
            </a:xfrm>
            <a:custGeom>
              <a:avLst/>
              <a:pathLst>
                <a:path w="962809" h="914399">
                  <a:moveTo>
                    <a:pt x="914400" y="914399"/>
                  </a:moveTo>
                  <a:lnTo>
                    <a:pt x="903238" y="886471"/>
                  </a:lnTo>
                  <a:lnTo>
                    <a:pt x="901791" y="877734"/>
                  </a:lnTo>
                  <a:lnTo>
                    <a:pt x="914906" y="859856"/>
                  </a:lnTo>
                  <a:lnTo>
                    <a:pt x="923390" y="839604"/>
                  </a:lnTo>
                  <a:lnTo>
                    <a:pt x="945334" y="808511"/>
                  </a:lnTo>
                  <a:lnTo>
                    <a:pt x="957979" y="772081"/>
                  </a:lnTo>
                  <a:lnTo>
                    <a:pt x="962809" y="772654"/>
                  </a:lnTo>
                  <a:lnTo>
                    <a:pt x="957201" y="805093"/>
                  </a:lnTo>
                  <a:lnTo>
                    <a:pt x="928383" y="895579"/>
                  </a:lnTo>
                  <a:lnTo>
                    <a:pt x="922612" y="912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2496103" y="2807356"/>
              <a:ext cx="921473" cy="934533"/>
            </a:xfrm>
            <a:custGeom>
              <a:avLst/>
              <a:pathLst>
                <a:path w="921473" h="934533">
                  <a:moveTo>
                    <a:pt x="914400" y="914400"/>
                  </a:moveTo>
                  <a:lnTo>
                    <a:pt x="885962" y="910629"/>
                  </a:lnTo>
                  <a:lnTo>
                    <a:pt x="853906" y="934533"/>
                  </a:lnTo>
                  <a:lnTo>
                    <a:pt x="841749" y="926975"/>
                  </a:lnTo>
                  <a:lnTo>
                    <a:pt x="846344" y="911706"/>
                  </a:lnTo>
                  <a:lnTo>
                    <a:pt x="849691" y="906151"/>
                  </a:lnTo>
                  <a:lnTo>
                    <a:pt x="860472" y="899669"/>
                  </a:lnTo>
                  <a:lnTo>
                    <a:pt x="867672" y="890192"/>
                  </a:lnTo>
                  <a:lnTo>
                    <a:pt x="870494" y="875360"/>
                  </a:lnTo>
                  <a:lnTo>
                    <a:pt x="877170" y="883357"/>
                  </a:lnTo>
                  <a:lnTo>
                    <a:pt x="897015" y="886707"/>
                  </a:lnTo>
                  <a:lnTo>
                    <a:pt x="906711" y="891437"/>
                  </a:lnTo>
                  <a:lnTo>
                    <a:pt x="914816" y="898390"/>
                  </a:lnTo>
                  <a:lnTo>
                    <a:pt x="921473" y="9092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2507319" y="2599417"/>
              <a:ext cx="931839" cy="914399"/>
            </a:xfrm>
            <a:custGeom>
              <a:avLst/>
              <a:pathLst>
                <a:path w="931839" h="914399">
                  <a:moveTo>
                    <a:pt x="914400" y="914399"/>
                  </a:moveTo>
                  <a:lnTo>
                    <a:pt x="910564" y="913625"/>
                  </a:lnTo>
                  <a:lnTo>
                    <a:pt x="904902" y="893508"/>
                  </a:lnTo>
                  <a:lnTo>
                    <a:pt x="914092" y="881269"/>
                  </a:lnTo>
                  <a:lnTo>
                    <a:pt x="919519" y="870882"/>
                  </a:lnTo>
                  <a:lnTo>
                    <a:pt x="923372" y="871185"/>
                  </a:lnTo>
                  <a:lnTo>
                    <a:pt x="928637" y="882414"/>
                  </a:lnTo>
                  <a:lnTo>
                    <a:pt x="931839" y="899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2108248" y="2846564"/>
              <a:ext cx="930626" cy="914400"/>
            </a:xfrm>
            <a:custGeom>
              <a:avLst/>
              <a:pathLst>
                <a:path w="930626" h="914400">
                  <a:moveTo>
                    <a:pt x="914400" y="914400"/>
                  </a:moveTo>
                  <a:lnTo>
                    <a:pt x="900181" y="906891"/>
                  </a:lnTo>
                  <a:lnTo>
                    <a:pt x="877043" y="878609"/>
                  </a:lnTo>
                  <a:lnTo>
                    <a:pt x="874131" y="871101"/>
                  </a:lnTo>
                  <a:lnTo>
                    <a:pt x="886287" y="875899"/>
                  </a:lnTo>
                  <a:lnTo>
                    <a:pt x="901375" y="890680"/>
                  </a:lnTo>
                  <a:lnTo>
                    <a:pt x="913730" y="893828"/>
                  </a:lnTo>
                  <a:lnTo>
                    <a:pt x="930626" y="906336"/>
                  </a:lnTo>
                  <a:lnTo>
                    <a:pt x="926828" y="910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2023007" y="2834392"/>
              <a:ext cx="933684" cy="914399"/>
            </a:xfrm>
            <a:custGeom>
              <a:avLst/>
              <a:pathLst>
                <a:path w="933684" h="914399">
                  <a:moveTo>
                    <a:pt x="914400" y="914399"/>
                  </a:moveTo>
                  <a:lnTo>
                    <a:pt x="904540" y="906066"/>
                  </a:lnTo>
                  <a:lnTo>
                    <a:pt x="886450" y="902834"/>
                  </a:lnTo>
                  <a:lnTo>
                    <a:pt x="879956" y="849772"/>
                  </a:lnTo>
                  <a:lnTo>
                    <a:pt x="881819" y="846624"/>
                  </a:lnTo>
                  <a:lnTo>
                    <a:pt x="890918" y="850344"/>
                  </a:lnTo>
                  <a:lnTo>
                    <a:pt x="922124" y="875091"/>
                  </a:lnTo>
                  <a:lnTo>
                    <a:pt x="933032" y="902178"/>
                  </a:lnTo>
                  <a:lnTo>
                    <a:pt x="933684" y="909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2140304" y="2526642"/>
              <a:ext cx="927623" cy="914400"/>
            </a:xfrm>
            <a:custGeom>
              <a:avLst/>
              <a:pathLst>
                <a:path w="927623" h="914400">
                  <a:moveTo>
                    <a:pt x="914400" y="914400"/>
                  </a:moveTo>
                  <a:lnTo>
                    <a:pt x="902659" y="907952"/>
                  </a:lnTo>
                  <a:lnTo>
                    <a:pt x="901429" y="885646"/>
                  </a:lnTo>
                  <a:lnTo>
                    <a:pt x="905879" y="865613"/>
                  </a:lnTo>
                  <a:lnTo>
                    <a:pt x="900651" y="847701"/>
                  </a:lnTo>
                  <a:lnTo>
                    <a:pt x="906404" y="836187"/>
                  </a:lnTo>
                  <a:lnTo>
                    <a:pt x="922920" y="863004"/>
                  </a:lnTo>
                  <a:lnTo>
                    <a:pt x="927623" y="875613"/>
                  </a:lnTo>
                  <a:lnTo>
                    <a:pt x="921256" y="890680"/>
                  </a:lnTo>
                  <a:lnTo>
                    <a:pt x="917547" y="908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2218309" y="2021895"/>
              <a:ext cx="944610" cy="914400"/>
            </a:xfrm>
            <a:custGeom>
              <a:avLst/>
              <a:pathLst>
                <a:path w="944610" h="914400">
                  <a:moveTo>
                    <a:pt x="914400" y="914400"/>
                  </a:moveTo>
                  <a:lnTo>
                    <a:pt x="888910" y="902969"/>
                  </a:lnTo>
                  <a:lnTo>
                    <a:pt x="900162" y="886993"/>
                  </a:lnTo>
                  <a:lnTo>
                    <a:pt x="928166" y="879636"/>
                  </a:lnTo>
                  <a:lnTo>
                    <a:pt x="944610" y="882061"/>
                  </a:lnTo>
                  <a:lnTo>
                    <a:pt x="926520" y="897919"/>
                  </a:lnTo>
                  <a:lnTo>
                    <a:pt x="921943" y="906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2966577" y="2788720"/>
              <a:ext cx="930391" cy="914400"/>
            </a:xfrm>
            <a:custGeom>
              <a:avLst/>
              <a:pathLst>
                <a:path w="930391" h="914400">
                  <a:moveTo>
                    <a:pt x="914400" y="914400"/>
                  </a:moveTo>
                  <a:lnTo>
                    <a:pt x="883791" y="904737"/>
                  </a:lnTo>
                  <a:lnTo>
                    <a:pt x="846489" y="880848"/>
                  </a:lnTo>
                  <a:lnTo>
                    <a:pt x="851952" y="834032"/>
                  </a:lnTo>
                  <a:lnTo>
                    <a:pt x="861522" y="813797"/>
                  </a:lnTo>
                  <a:lnTo>
                    <a:pt x="929559" y="866270"/>
                  </a:lnTo>
                  <a:lnTo>
                    <a:pt x="930391" y="886050"/>
                  </a:lnTo>
                  <a:lnTo>
                    <a:pt x="921238" y="9085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3424205" y="3385721"/>
              <a:ext cx="117405" cy="117405"/>
            </a:xfrm>
            <a:prstGeom prst="ellipse">
              <a:avLst/>
            </a:prstGeom>
            <a:solidFill>
              <a:srgbClr val="FFC87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3359280" y="3233464"/>
              <a:ext cx="117405" cy="117405"/>
            </a:xfrm>
            <a:prstGeom prst="ellipse">
              <a:avLst/>
            </a:prstGeom>
            <a:solidFill>
              <a:srgbClr val="FFB57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3093313" y="2309346"/>
              <a:ext cx="117405" cy="117405"/>
            </a:xfrm>
            <a:prstGeom prst="ellipse">
              <a:avLst/>
            </a:prstGeom>
            <a:solidFill>
              <a:srgbClr val="FFCE7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3177166" y="2593700"/>
              <a:ext cx="117405" cy="117405"/>
            </a:xfrm>
            <a:prstGeom prst="ellipse">
              <a:avLst/>
            </a:prstGeom>
            <a:solidFill>
              <a:srgbClr val="FD996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4063301" y="3075721"/>
              <a:ext cx="117405" cy="117405"/>
            </a:xfrm>
            <a:prstGeom prst="ellipse">
              <a:avLst/>
            </a:prstGeom>
            <a:solidFill>
              <a:srgbClr val="FFF3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4568420" y="1979213"/>
              <a:ext cx="117405" cy="117405"/>
            </a:xfrm>
            <a:prstGeom prst="ellipse">
              <a:avLst/>
            </a:prstGeom>
            <a:solidFill>
              <a:srgbClr val="E85E3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3439204" y="3509599"/>
              <a:ext cx="117405" cy="117405"/>
            </a:xfrm>
            <a:prstGeom prst="ellipse">
              <a:avLst/>
            </a:prstGeom>
            <a:solidFill>
              <a:srgbClr val="FFD38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4133456" y="2716913"/>
              <a:ext cx="117405" cy="117405"/>
            </a:xfrm>
            <a:prstGeom prst="ellipse">
              <a:avLst/>
            </a:prstGeom>
            <a:solidFill>
              <a:srgbClr val="FFD88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g9120"/>
            <p:cNvSpPr/>
            <p:nvPr/>
          </p:nvSpPr>
          <p:spPr>
            <a:xfrm>
              <a:off x="2921062" y="2712102"/>
              <a:ext cx="343082" cy="191749"/>
            </a:xfrm>
            <a:custGeom>
              <a:avLst/>
              <a:pathLst>
                <a:path w="343082" h="191749">
                  <a:moveTo>
                    <a:pt x="27431" y="191749"/>
                  </a:moveTo>
                  <a:lnTo>
                    <a:pt x="315650" y="191749"/>
                  </a:lnTo>
                  <a:lnTo>
                    <a:pt x="314546" y="191727"/>
                  </a:lnTo>
                  <a:lnTo>
                    <a:pt x="318957" y="191549"/>
                  </a:lnTo>
                  <a:lnTo>
                    <a:pt x="323282" y="190666"/>
                  </a:lnTo>
                  <a:lnTo>
                    <a:pt x="327410" y="189101"/>
                  </a:lnTo>
                  <a:lnTo>
                    <a:pt x="331234" y="186893"/>
                  </a:lnTo>
                  <a:lnTo>
                    <a:pt x="334653" y="184101"/>
                  </a:lnTo>
                  <a:lnTo>
                    <a:pt x="337581" y="180797"/>
                  </a:lnTo>
                  <a:lnTo>
                    <a:pt x="339940" y="177065"/>
                  </a:lnTo>
                  <a:lnTo>
                    <a:pt x="341671" y="173004"/>
                  </a:lnTo>
                  <a:lnTo>
                    <a:pt x="342727" y="168718"/>
                  </a:lnTo>
                  <a:lnTo>
                    <a:pt x="343082" y="164317"/>
                  </a:lnTo>
                  <a:lnTo>
                    <a:pt x="343082" y="27431"/>
                  </a:lnTo>
                  <a:lnTo>
                    <a:pt x="342727" y="23031"/>
                  </a:lnTo>
                  <a:lnTo>
                    <a:pt x="341671" y="18745"/>
                  </a:lnTo>
                  <a:lnTo>
                    <a:pt x="339940" y="14683"/>
                  </a:lnTo>
                  <a:lnTo>
                    <a:pt x="337581" y="10952"/>
                  </a:lnTo>
                  <a:lnTo>
                    <a:pt x="334653" y="7647"/>
                  </a:lnTo>
                  <a:lnTo>
                    <a:pt x="331234" y="4855"/>
                  </a:lnTo>
                  <a:lnTo>
                    <a:pt x="327410" y="2648"/>
                  </a:lnTo>
                  <a:lnTo>
                    <a:pt x="323282" y="1083"/>
                  </a:lnTo>
                  <a:lnTo>
                    <a:pt x="318957" y="200"/>
                  </a:lnTo>
                  <a:lnTo>
                    <a:pt x="31565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tx9121"/>
            <p:cNvSpPr/>
            <p:nvPr/>
          </p:nvSpPr>
          <p:spPr>
            <a:xfrm>
              <a:off x="2966782" y="2757822"/>
              <a:ext cx="251642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9122" name="pg9122"/>
            <p:cNvSpPr/>
            <p:nvPr/>
          </p:nvSpPr>
          <p:spPr>
            <a:xfrm>
              <a:off x="3136500" y="2116653"/>
              <a:ext cx="317296" cy="191749"/>
            </a:xfrm>
            <a:custGeom>
              <a:avLst/>
              <a:pathLst>
                <a:path w="317296" h="191749">
                  <a:moveTo>
                    <a:pt x="27431" y="191749"/>
                  </a:moveTo>
                  <a:lnTo>
                    <a:pt x="289864" y="191749"/>
                  </a:lnTo>
                  <a:lnTo>
                    <a:pt x="288760" y="191727"/>
                  </a:lnTo>
                  <a:lnTo>
                    <a:pt x="293171" y="191549"/>
                  </a:lnTo>
                  <a:lnTo>
                    <a:pt x="297496" y="190666"/>
                  </a:lnTo>
                  <a:lnTo>
                    <a:pt x="301624" y="189101"/>
                  </a:lnTo>
                  <a:lnTo>
                    <a:pt x="305447" y="186893"/>
                  </a:lnTo>
                  <a:lnTo>
                    <a:pt x="308867" y="184101"/>
                  </a:lnTo>
                  <a:lnTo>
                    <a:pt x="311795" y="180797"/>
                  </a:lnTo>
                  <a:lnTo>
                    <a:pt x="314154" y="177065"/>
                  </a:lnTo>
                  <a:lnTo>
                    <a:pt x="315885" y="173004"/>
                  </a:lnTo>
                  <a:lnTo>
                    <a:pt x="316941" y="168718"/>
                  </a:lnTo>
                  <a:lnTo>
                    <a:pt x="317296" y="164317"/>
                  </a:lnTo>
                  <a:lnTo>
                    <a:pt x="317296" y="27432"/>
                  </a:lnTo>
                  <a:lnTo>
                    <a:pt x="316941" y="23031"/>
                  </a:lnTo>
                  <a:lnTo>
                    <a:pt x="315885" y="18745"/>
                  </a:lnTo>
                  <a:lnTo>
                    <a:pt x="314154" y="14683"/>
                  </a:lnTo>
                  <a:lnTo>
                    <a:pt x="311795" y="10952"/>
                  </a:lnTo>
                  <a:lnTo>
                    <a:pt x="308867" y="7647"/>
                  </a:lnTo>
                  <a:lnTo>
                    <a:pt x="305447" y="4855"/>
                  </a:lnTo>
                  <a:lnTo>
                    <a:pt x="301624" y="2648"/>
                  </a:lnTo>
                  <a:lnTo>
                    <a:pt x="297496" y="1083"/>
                  </a:lnTo>
                  <a:lnTo>
                    <a:pt x="293171" y="200"/>
                  </a:lnTo>
                  <a:lnTo>
                    <a:pt x="28986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tx9123"/>
            <p:cNvSpPr/>
            <p:nvPr/>
          </p:nvSpPr>
          <p:spPr>
            <a:xfrm>
              <a:off x="3182220" y="2162373"/>
              <a:ext cx="22585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9124" name="pg9124"/>
            <p:cNvSpPr/>
            <p:nvPr/>
          </p:nvSpPr>
          <p:spPr>
            <a:xfrm>
              <a:off x="3069292" y="3040508"/>
              <a:ext cx="410565" cy="191749"/>
            </a:xfrm>
            <a:custGeom>
              <a:avLst/>
              <a:pathLst>
                <a:path w="410565" h="191749">
                  <a:moveTo>
                    <a:pt x="27431" y="191749"/>
                  </a:moveTo>
                  <a:lnTo>
                    <a:pt x="383133" y="191749"/>
                  </a:lnTo>
                  <a:lnTo>
                    <a:pt x="382029" y="191727"/>
                  </a:lnTo>
                  <a:lnTo>
                    <a:pt x="386440" y="191549"/>
                  </a:lnTo>
                  <a:lnTo>
                    <a:pt x="390765" y="190666"/>
                  </a:lnTo>
                  <a:lnTo>
                    <a:pt x="394893" y="189101"/>
                  </a:lnTo>
                  <a:lnTo>
                    <a:pt x="398716" y="186893"/>
                  </a:lnTo>
                  <a:lnTo>
                    <a:pt x="402136" y="184101"/>
                  </a:lnTo>
                  <a:lnTo>
                    <a:pt x="405063" y="180797"/>
                  </a:lnTo>
                  <a:lnTo>
                    <a:pt x="407423" y="177065"/>
                  </a:lnTo>
                  <a:lnTo>
                    <a:pt x="409153" y="173004"/>
                  </a:lnTo>
                  <a:lnTo>
                    <a:pt x="410210" y="168718"/>
                  </a:lnTo>
                  <a:lnTo>
                    <a:pt x="410565" y="164317"/>
                  </a:lnTo>
                  <a:lnTo>
                    <a:pt x="410565" y="27432"/>
                  </a:lnTo>
                  <a:lnTo>
                    <a:pt x="410210" y="23031"/>
                  </a:lnTo>
                  <a:lnTo>
                    <a:pt x="409153" y="18745"/>
                  </a:lnTo>
                  <a:lnTo>
                    <a:pt x="407423" y="14683"/>
                  </a:lnTo>
                  <a:lnTo>
                    <a:pt x="405063" y="10952"/>
                  </a:lnTo>
                  <a:lnTo>
                    <a:pt x="402136" y="7647"/>
                  </a:lnTo>
                  <a:lnTo>
                    <a:pt x="398716" y="4855"/>
                  </a:lnTo>
                  <a:lnTo>
                    <a:pt x="394893" y="2648"/>
                  </a:lnTo>
                  <a:lnTo>
                    <a:pt x="390765" y="1083"/>
                  </a:lnTo>
                  <a:lnTo>
                    <a:pt x="386440" y="200"/>
                  </a:lnTo>
                  <a:lnTo>
                    <a:pt x="38313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tx9125"/>
            <p:cNvSpPr/>
            <p:nvPr/>
          </p:nvSpPr>
          <p:spPr>
            <a:xfrm>
              <a:off x="3115012" y="3086228"/>
              <a:ext cx="319125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9126" name="pg9126"/>
            <p:cNvSpPr/>
            <p:nvPr/>
          </p:nvSpPr>
          <p:spPr>
            <a:xfrm>
              <a:off x="3554483" y="3323636"/>
              <a:ext cx="379475" cy="191749"/>
            </a:xfrm>
            <a:custGeom>
              <a:avLst/>
              <a:pathLst>
                <a:path w="379475" h="191749">
                  <a:moveTo>
                    <a:pt x="27431" y="191749"/>
                  </a:moveTo>
                  <a:lnTo>
                    <a:pt x="352043" y="191749"/>
                  </a:lnTo>
                  <a:lnTo>
                    <a:pt x="350939" y="191727"/>
                  </a:lnTo>
                  <a:lnTo>
                    <a:pt x="355350" y="191549"/>
                  </a:lnTo>
                  <a:lnTo>
                    <a:pt x="359676" y="190666"/>
                  </a:lnTo>
                  <a:lnTo>
                    <a:pt x="363803" y="189101"/>
                  </a:lnTo>
                  <a:lnTo>
                    <a:pt x="367627" y="186893"/>
                  </a:lnTo>
                  <a:lnTo>
                    <a:pt x="371046" y="184101"/>
                  </a:lnTo>
                  <a:lnTo>
                    <a:pt x="373974" y="180797"/>
                  </a:lnTo>
                  <a:lnTo>
                    <a:pt x="376333" y="177065"/>
                  </a:lnTo>
                  <a:lnTo>
                    <a:pt x="378064" y="173004"/>
                  </a:lnTo>
                  <a:lnTo>
                    <a:pt x="379120" y="168718"/>
                  </a:lnTo>
                  <a:lnTo>
                    <a:pt x="379475" y="164317"/>
                  </a:lnTo>
                  <a:lnTo>
                    <a:pt x="379475" y="27431"/>
                  </a:lnTo>
                  <a:lnTo>
                    <a:pt x="379120" y="23031"/>
                  </a:lnTo>
                  <a:lnTo>
                    <a:pt x="378064" y="18745"/>
                  </a:lnTo>
                  <a:lnTo>
                    <a:pt x="376333" y="14683"/>
                  </a:lnTo>
                  <a:lnTo>
                    <a:pt x="373974" y="10952"/>
                  </a:lnTo>
                  <a:lnTo>
                    <a:pt x="371046" y="7647"/>
                  </a:lnTo>
                  <a:lnTo>
                    <a:pt x="367627" y="4855"/>
                  </a:lnTo>
                  <a:lnTo>
                    <a:pt x="363803" y="2648"/>
                  </a:lnTo>
                  <a:lnTo>
                    <a:pt x="359676" y="1083"/>
                  </a:lnTo>
                  <a:lnTo>
                    <a:pt x="355350" y="200"/>
                  </a:lnTo>
                  <a:lnTo>
                    <a:pt x="35204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tx9127"/>
            <p:cNvSpPr/>
            <p:nvPr/>
          </p:nvSpPr>
          <p:spPr>
            <a:xfrm>
              <a:off x="3600203" y="3369356"/>
              <a:ext cx="28803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9128" name="pg9128"/>
            <p:cNvSpPr/>
            <p:nvPr/>
          </p:nvSpPr>
          <p:spPr>
            <a:xfrm>
              <a:off x="4302002" y="2097450"/>
              <a:ext cx="363931" cy="191749"/>
            </a:xfrm>
            <a:custGeom>
              <a:avLst/>
              <a:pathLst>
                <a:path w="363931" h="191749">
                  <a:moveTo>
                    <a:pt x="27431" y="191749"/>
                  </a:moveTo>
                  <a:lnTo>
                    <a:pt x="336499" y="191749"/>
                  </a:lnTo>
                  <a:lnTo>
                    <a:pt x="335394" y="191727"/>
                  </a:lnTo>
                  <a:lnTo>
                    <a:pt x="339805" y="191549"/>
                  </a:lnTo>
                  <a:lnTo>
                    <a:pt x="344131" y="190666"/>
                  </a:lnTo>
                  <a:lnTo>
                    <a:pt x="348259" y="189101"/>
                  </a:lnTo>
                  <a:lnTo>
                    <a:pt x="352082" y="186893"/>
                  </a:lnTo>
                  <a:lnTo>
                    <a:pt x="355502" y="184101"/>
                  </a:lnTo>
                  <a:lnTo>
                    <a:pt x="358429" y="180797"/>
                  </a:lnTo>
                  <a:lnTo>
                    <a:pt x="360789" y="177065"/>
                  </a:lnTo>
                  <a:lnTo>
                    <a:pt x="362519" y="173004"/>
                  </a:lnTo>
                  <a:lnTo>
                    <a:pt x="363575" y="168718"/>
                  </a:lnTo>
                  <a:lnTo>
                    <a:pt x="363931" y="164317"/>
                  </a:lnTo>
                  <a:lnTo>
                    <a:pt x="363931" y="27432"/>
                  </a:lnTo>
                  <a:lnTo>
                    <a:pt x="363575" y="23031"/>
                  </a:lnTo>
                  <a:lnTo>
                    <a:pt x="362519" y="18745"/>
                  </a:lnTo>
                  <a:lnTo>
                    <a:pt x="360789" y="14683"/>
                  </a:lnTo>
                  <a:lnTo>
                    <a:pt x="358429" y="10952"/>
                  </a:lnTo>
                  <a:lnTo>
                    <a:pt x="355502" y="7647"/>
                  </a:lnTo>
                  <a:lnTo>
                    <a:pt x="352082" y="4855"/>
                  </a:lnTo>
                  <a:lnTo>
                    <a:pt x="348259" y="2648"/>
                  </a:lnTo>
                  <a:lnTo>
                    <a:pt x="344131" y="1083"/>
                  </a:lnTo>
                  <a:lnTo>
                    <a:pt x="339805" y="200"/>
                  </a:lnTo>
                  <a:lnTo>
                    <a:pt x="33649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tx9129"/>
            <p:cNvSpPr/>
            <p:nvPr/>
          </p:nvSpPr>
          <p:spPr>
            <a:xfrm>
              <a:off x="4347722" y="2143170"/>
              <a:ext cx="27249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9130" name="pg9130"/>
            <p:cNvSpPr/>
            <p:nvPr/>
          </p:nvSpPr>
          <p:spPr>
            <a:xfrm>
              <a:off x="3447105" y="3627578"/>
              <a:ext cx="387156" cy="191749"/>
            </a:xfrm>
            <a:custGeom>
              <a:avLst/>
              <a:pathLst>
                <a:path w="387156" h="191749">
                  <a:moveTo>
                    <a:pt x="27431" y="191749"/>
                  </a:moveTo>
                  <a:lnTo>
                    <a:pt x="359724" y="191749"/>
                  </a:lnTo>
                  <a:lnTo>
                    <a:pt x="358620" y="191727"/>
                  </a:lnTo>
                  <a:lnTo>
                    <a:pt x="363031" y="191549"/>
                  </a:lnTo>
                  <a:lnTo>
                    <a:pt x="367357" y="190666"/>
                  </a:lnTo>
                  <a:lnTo>
                    <a:pt x="371484" y="189101"/>
                  </a:lnTo>
                  <a:lnTo>
                    <a:pt x="375308" y="186893"/>
                  </a:lnTo>
                  <a:lnTo>
                    <a:pt x="378727" y="184101"/>
                  </a:lnTo>
                  <a:lnTo>
                    <a:pt x="381655" y="180797"/>
                  </a:lnTo>
                  <a:lnTo>
                    <a:pt x="384014" y="177065"/>
                  </a:lnTo>
                  <a:lnTo>
                    <a:pt x="385745" y="173004"/>
                  </a:lnTo>
                  <a:lnTo>
                    <a:pt x="386801" y="168718"/>
                  </a:lnTo>
                  <a:lnTo>
                    <a:pt x="387156" y="164317"/>
                  </a:lnTo>
                  <a:lnTo>
                    <a:pt x="387156" y="27432"/>
                  </a:lnTo>
                  <a:lnTo>
                    <a:pt x="386801" y="23031"/>
                  </a:lnTo>
                  <a:lnTo>
                    <a:pt x="385745" y="18745"/>
                  </a:lnTo>
                  <a:lnTo>
                    <a:pt x="384014" y="14683"/>
                  </a:lnTo>
                  <a:lnTo>
                    <a:pt x="381655" y="10952"/>
                  </a:lnTo>
                  <a:lnTo>
                    <a:pt x="378727" y="7647"/>
                  </a:lnTo>
                  <a:lnTo>
                    <a:pt x="375308" y="4855"/>
                  </a:lnTo>
                  <a:lnTo>
                    <a:pt x="371484" y="2648"/>
                  </a:lnTo>
                  <a:lnTo>
                    <a:pt x="367357" y="1083"/>
                  </a:lnTo>
                  <a:lnTo>
                    <a:pt x="363031" y="200"/>
                  </a:lnTo>
                  <a:lnTo>
                    <a:pt x="35972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tx9131"/>
            <p:cNvSpPr/>
            <p:nvPr/>
          </p:nvSpPr>
          <p:spPr>
            <a:xfrm>
              <a:off x="3492825" y="3673298"/>
              <a:ext cx="29571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9132" name="pg9132"/>
            <p:cNvSpPr/>
            <p:nvPr/>
          </p:nvSpPr>
          <p:spPr>
            <a:xfrm>
              <a:off x="4133870" y="2524431"/>
              <a:ext cx="402701" cy="191749"/>
            </a:xfrm>
            <a:custGeom>
              <a:avLst/>
              <a:pathLst>
                <a:path w="402701" h="191749">
                  <a:moveTo>
                    <a:pt x="27431" y="191749"/>
                  </a:moveTo>
                  <a:lnTo>
                    <a:pt x="375269" y="191749"/>
                  </a:lnTo>
                  <a:lnTo>
                    <a:pt x="374165" y="191727"/>
                  </a:lnTo>
                  <a:lnTo>
                    <a:pt x="378576" y="191549"/>
                  </a:lnTo>
                  <a:lnTo>
                    <a:pt x="382901" y="190666"/>
                  </a:lnTo>
                  <a:lnTo>
                    <a:pt x="387029" y="189101"/>
                  </a:lnTo>
                  <a:lnTo>
                    <a:pt x="390852" y="186893"/>
                  </a:lnTo>
                  <a:lnTo>
                    <a:pt x="394272" y="184101"/>
                  </a:lnTo>
                  <a:lnTo>
                    <a:pt x="397200" y="180797"/>
                  </a:lnTo>
                  <a:lnTo>
                    <a:pt x="399559" y="177065"/>
                  </a:lnTo>
                  <a:lnTo>
                    <a:pt x="401290" y="173004"/>
                  </a:lnTo>
                  <a:lnTo>
                    <a:pt x="402346" y="168718"/>
                  </a:lnTo>
                  <a:lnTo>
                    <a:pt x="402701" y="164317"/>
                  </a:lnTo>
                  <a:lnTo>
                    <a:pt x="402701" y="27431"/>
                  </a:lnTo>
                  <a:lnTo>
                    <a:pt x="402346" y="23031"/>
                  </a:lnTo>
                  <a:lnTo>
                    <a:pt x="401290" y="18745"/>
                  </a:lnTo>
                  <a:lnTo>
                    <a:pt x="399559" y="14683"/>
                  </a:lnTo>
                  <a:lnTo>
                    <a:pt x="397200" y="10952"/>
                  </a:lnTo>
                  <a:lnTo>
                    <a:pt x="394272" y="7647"/>
                  </a:lnTo>
                  <a:lnTo>
                    <a:pt x="390852" y="4855"/>
                  </a:lnTo>
                  <a:lnTo>
                    <a:pt x="387029" y="2648"/>
                  </a:lnTo>
                  <a:lnTo>
                    <a:pt x="382901" y="1083"/>
                  </a:lnTo>
                  <a:lnTo>
                    <a:pt x="378576" y="200"/>
                  </a:lnTo>
                  <a:lnTo>
                    <a:pt x="37526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tx9133"/>
            <p:cNvSpPr/>
            <p:nvPr/>
          </p:nvSpPr>
          <p:spPr>
            <a:xfrm>
              <a:off x="4179590" y="2570151"/>
              <a:ext cx="31126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9134" name="pg9134"/>
            <p:cNvSpPr/>
            <p:nvPr/>
          </p:nvSpPr>
          <p:spPr>
            <a:xfrm>
              <a:off x="4087099" y="3194043"/>
              <a:ext cx="356250" cy="191749"/>
            </a:xfrm>
            <a:custGeom>
              <a:avLst/>
              <a:pathLst>
                <a:path w="356250" h="191749">
                  <a:moveTo>
                    <a:pt x="27431" y="191749"/>
                  </a:moveTo>
                  <a:lnTo>
                    <a:pt x="328818" y="191749"/>
                  </a:lnTo>
                  <a:lnTo>
                    <a:pt x="327713" y="191727"/>
                  </a:lnTo>
                  <a:lnTo>
                    <a:pt x="332124" y="191549"/>
                  </a:lnTo>
                  <a:lnTo>
                    <a:pt x="336450" y="190666"/>
                  </a:lnTo>
                  <a:lnTo>
                    <a:pt x="340578" y="189101"/>
                  </a:lnTo>
                  <a:lnTo>
                    <a:pt x="344401" y="186893"/>
                  </a:lnTo>
                  <a:lnTo>
                    <a:pt x="347821" y="184101"/>
                  </a:lnTo>
                  <a:lnTo>
                    <a:pt x="350748" y="180797"/>
                  </a:lnTo>
                  <a:lnTo>
                    <a:pt x="353108" y="177065"/>
                  </a:lnTo>
                  <a:lnTo>
                    <a:pt x="354838" y="173004"/>
                  </a:lnTo>
                  <a:lnTo>
                    <a:pt x="355895" y="168718"/>
                  </a:lnTo>
                  <a:lnTo>
                    <a:pt x="356250" y="164317"/>
                  </a:lnTo>
                  <a:lnTo>
                    <a:pt x="356250" y="27431"/>
                  </a:lnTo>
                  <a:lnTo>
                    <a:pt x="355895" y="23031"/>
                  </a:lnTo>
                  <a:lnTo>
                    <a:pt x="354838" y="18745"/>
                  </a:lnTo>
                  <a:lnTo>
                    <a:pt x="353108" y="14683"/>
                  </a:lnTo>
                  <a:lnTo>
                    <a:pt x="350748" y="10952"/>
                  </a:lnTo>
                  <a:lnTo>
                    <a:pt x="347821" y="7647"/>
                  </a:lnTo>
                  <a:lnTo>
                    <a:pt x="344401" y="4855"/>
                  </a:lnTo>
                  <a:lnTo>
                    <a:pt x="340578" y="2648"/>
                  </a:lnTo>
                  <a:lnTo>
                    <a:pt x="336450" y="1083"/>
                  </a:lnTo>
                  <a:lnTo>
                    <a:pt x="332124" y="200"/>
                  </a:lnTo>
                  <a:lnTo>
                    <a:pt x="32881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tx9135"/>
            <p:cNvSpPr/>
            <p:nvPr/>
          </p:nvSpPr>
          <p:spPr>
            <a:xfrm>
              <a:off x="4132819" y="3239763"/>
              <a:ext cx="264810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9136" name="tx91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7" name="tx91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38" name="tx91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9" name="tx91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0" name="tx91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1" name="tx91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2" name="tx91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3" name="tx91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4" name="tx91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5" name="tx91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6" name="tx91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7" name="tx91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8" name="tx91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9" name="tx91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0" name="tx91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1" name="tx91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2" name="tx91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3" name="tx91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4" name="tx91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5" name="tx91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6" name="tx91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7" name="tx91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8" name="tx91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9" name="tx91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0" name="tx91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1" name="tx91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2" name="tx91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3" name="tx91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4" name="tx91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5" name="tx91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6" name="tx91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7" name="tx91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8" name="tx91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9" name="tx91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0" name="tx91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1" name="tx91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2" name="tx91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3" name="tx91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4" name="tx91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5" name="tx91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6" name="tx91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7" name="tx91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8" name="tx91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9" name="tx91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0" name="tx91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1" name="tx91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2" name="tx91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3" name="tx91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4" name="tx91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5" name="tx91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6" name="tx91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7" name="tx91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8" name="tx91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9" name="tx91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0" name="tx91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1" name="tx91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2" name="tx91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3" name="tx91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4" name="tx91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5" name="tx91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6" name="tx91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7" name="tx91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8" name="tx91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9" name="tx91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0" name="tx92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1" name="tx92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2" name="tx92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3" name="tx92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4" name="tx92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5" name="tx92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6" name="tx92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7" name="tx92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8" name="tx92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9" name="tx92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0" name="tx92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1" name="tx92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2" name="tx92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3" name="tx92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4" name="tx92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5" name="tx92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6" name="tx92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7" name="tx92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8" name="tx92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9" name="tx92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0" name="tx92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1" name="tx92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2" name="tx92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3" name="tx92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4" name="tx92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5" name="tx92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6" name="tx92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7" name="tx92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8" name="tx92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9" name="tx92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0" name="tx92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1" name="tx92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2" name="tx92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3" name="tx92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4" name="tx92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5" name="tx92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6" name="tx92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7" name="tx92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8" name="tx92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9" name="tx92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0" name="tx92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1" name="tx92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2" name="tx92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3" name="tx92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4" name="tx92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5" name="tx92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6" name="tx92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7" name="tx92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8" name="tx92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9" name="tx92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0" name="tx92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1" name="tx92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2" name="tx92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3" name="tx92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4" name="tx92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5" name="tx92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6" name="tx92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7" name="tx92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8" name="tx92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9" name="tx92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0" name="tx92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1" name="tx92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2" name="tx92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3" name="tx92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4" name="tx92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5" name="tx92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6" name="tx92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7" name="tx92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8" name="tx92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9" name="tx92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0" name="tx92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1" name="tx92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2" name="tx92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3" name="tx92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4" name="tx92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5" name="tx92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6" name="tx92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7" name="tx92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8" name="tx92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9" name="tx92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0" name="tx92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1" name="tx92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2" name="tx92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3" name="tx92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4" name="tx92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5" name="tx92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6" name="tx92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7" name="tx92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8" name="tx92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9" name="tx92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0" name="tx92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1" name="tx92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2" name="tx92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3" name="tx92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4" name="tx92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5" name="tx92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6" name="tx92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7" name="tx92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8" name="tx92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9" name="tx92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0" name="tx93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1" name="tx93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2" name="tx93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3" name="tx93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4" name="tx93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5" name="tx93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6" name="tx93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7" name="tx93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8" name="tx93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9" name="tx93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0" name="tx93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1" name="tx93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2" name="tx93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3" name="tx93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4" name="tx93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5" name="tx93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6" name="tx93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7" name="tx93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8" name="tx93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9" name="tx93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0" name="tx93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1" name="tx93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2" name="tx93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3" name="tx93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4" name="tx93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5" name="tx93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6" name="tx93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7" name="tx93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8" name="tx93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9" name="tx93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0" name="tx93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1" name="tx93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2" name="tx93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3" name="tx93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4" name="tx93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5" name="tx93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6" name="tx93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7" name="tx93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8" name="tx93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9" name="tx93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0" name="tx93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1" name="tx93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2" name="tx93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3" name="tx93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4" name="tx93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5" name="tx93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6" name="tx93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7" name="tx93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8" name="tx93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9" name="tx93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0" name="tx93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1" name="tx93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2" name="tx93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3" name="tx93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4" name="tx93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5" name="tx93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6" name="tx93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7" name="tx93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8" name="tx93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9" name="tx93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0" name="tx93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1" name="tx93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2" name="tx93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3" name="tx93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4" name="tx93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5" name="tx93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6" name="tx93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7" name="tx93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8" name="tx93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9" name="tx93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0" name="tx93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1" name="tx93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2" name="tx93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3" name="tx93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4" name="tx93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5" name="tx93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6" name="tx93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7" name="tx93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8" name="tx93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9" name="tx93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0" name="tx93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1" name="tx93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2" name="tx93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3" name="tx93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4" name="tx93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5" name="tx93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6" name="tx93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7" name="tx93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8" name="tx93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9" name="tx93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0" name="tx93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1" name="tx93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2" name="tx93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3" name="tx93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4" name="tx93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5" name="tx93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6" name="tx93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7" name="tx93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8" name="tx93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9" name="tx93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0" name="tx94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1" name="tx94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2" name="tx94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3" name="tx94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4" name="tx94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5" name="tx94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6" name="tx94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7" name="tx94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8" name="tx94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9" name="tx94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0" name="tx94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1" name="tx94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2" name="tx94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3" name="tx94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4" name="tx94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5" name="tx94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6" name="tx94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7" name="tx94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8" name="tx94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9" name="tx94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0" name="tx94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1" name="tx94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2" name="tx94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3" name="tx94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4" name="tx94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5" name="tx94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6" name="tx94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7" name="tx94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8" name="tx94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9" name="tx94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0" name="tx94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1" name="tx94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2" name="tx94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3" name="tx94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4" name="tx94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5" name="tx94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6" name="tx94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7" name="tx94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8" name="tx94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9" name="tx94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0" name="tx94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1" name="tx94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2" name="tx94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3" name="tx94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4" name="tx94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5" name="tx94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6" name="tx94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7" name="tx94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8" name="tx94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9" name="tx94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0" name="tx94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1" name="tx94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2" name="tx94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3" name="tx94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4" name="tx94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5" name="tx94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6" name="tx94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7" name="tx94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8" name="tx94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9" name="tx94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0" name="tx94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1" name="tx94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2" name="tx94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3" name="tx94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4" name="tx94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5" name="tx94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6" name="tx94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7" name="tx94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8" name="tx94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9" name="tx94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0" name="tx94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1" name="tx94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2" name="tx94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3" name="tx94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4" name="tx94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5" name="tx94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6" name="tx94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7" name="tx94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8" name="tx94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9" name="tx94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0" name="tx94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1" name="tx94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2" name="tx94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3" name="tx94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4" name="tx94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5" name="tx94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6" name="tx94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7" name="tx94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8" name="tx94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9" name="tx94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0" name="tx94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1" name="tx94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2" name="tx94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3" name="tx94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4" name="tx94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5" name="tx94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6" name="tx94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7" name="tx94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8" name="tx94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9" name="tx94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0" name="tx95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1" name="tx95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2" name="tx95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3" name="tx95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4" name="tx95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5" name="tx95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6" name="tx95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7" name="tx95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8" name="tx95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9" name="tx95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0" name="tx95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1" name="tx95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2" name="tx95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3" name="tx95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4" name="tx95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5" name="tx95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6" name="tx95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7" name="tx95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8" name="tx95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9" name="tx95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0" name="tx95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1" name="tx95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2" name="tx95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3" name="tx95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4" name="tx95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5" name="tx95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6" name="tx95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7" name="tx95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8" name="tx95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9" name="tx95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0" name="tx95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1" name="tx95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2" name="tx95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3" name="tx95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4" name="tx95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5" name="tx95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6" name="tx95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7" name="tx95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8" name="tx95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9" name="tx95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0" name="tx95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1" name="tx95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2" name="tx95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3" name="tx95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4" name="tx95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5" name="tx95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6" name="tx95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7" name="tx95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8" name="tx95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9" name="tx95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0" name="tx95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1" name="tx95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2" name="tx95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3" name="tx95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4" name="tx95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5" name="tx95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6" name="tx95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7" name="tx95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8" name="tx95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9" name="tx95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0" name="tx95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1" name="tx95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2" name="tx95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3" name="tx95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4" name="tx95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5" name="tx95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6" name="tx95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7" name="tx95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8" name="tx95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9" name="tx95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0" name="tx95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1" name="tx95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2" name="tx95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3" name="tx95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4" name="tx95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5" name="tx95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6" name="tx95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7" name="tx95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8" name="tx95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9" name="tx95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0" name="tx95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1" name="tx95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2" name="tx95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3" name="tx95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4" name="tx95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5" name="tx95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6" name="tx95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7" name="tx95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8" name="tx95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9" name="tx95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0" name="tx95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1" name="tx95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2" name="tx95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3" name="tx95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4" name="tx95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5" name="tx95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6" name="tx95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7" name="tx95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8" name="tx95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9" name="tx95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0" name="tx96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1" name="tx96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2" name="tx96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3" name="tx96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4" name="tx96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5" name="tx96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6" name="tx96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7" name="tx96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8" name="tx96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9" name="tx96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0" name="tx96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1" name="tx96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2" name="tx96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3" name="tx96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4" name="tx96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5" name="tx96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6" name="tx96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7" name="tx96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8" name="tx96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9" name="tx96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0" name="tx96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1" name="tx96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2" name="tx96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3" name="tx96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4" name="tx96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5" name="tx96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6" name="tx96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7" name="tx96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8" name="tx96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9" name="tx96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0" name="tx96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1" name="tx96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2" name="tx96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3" name="tx96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4" name="tx96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5" name="tx96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6" name="tx96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7" name="tx96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8" name="tx96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9" name="tx96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0" name="tx96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1" name="tx96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2" name="tx96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3" name="tx96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4" name="tx96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5" name="tx96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6" name="tx96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7" name="tx96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8" name="tx96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9" name="tx96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0" name="tx96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1" name="tx96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2" name="tx96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3" name="tx96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4" name="tx96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5" name="tx96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6" name="tx96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7" name="tx96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8" name="tx96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9" name="tx96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0" name="tx96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1" name="tx96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2" name="tx96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3" name="tx96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4" name="tx96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5" name="tx96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6" name="tx96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7" name="tx96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8" name="tx96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9" name="tx96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0" name="tx96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1" name="tx96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3" name="tx96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4" name="tx96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5" name="tx96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6" name="tx96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7" name="tx96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8" name="tx96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9" name="tx96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0" name="tx96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1" name="tx96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2" name="tx96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3" name="tx96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4" name="tx96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5" name="tx96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6" name="tx96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7" name="tx96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8" name="tx96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9" name="tx96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0" name="tx96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1" name="tx96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2" name="tx96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3" name="tx96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4" name="tx96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5" name="tx96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6" name="tx96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7" name="tx96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8" name="tx96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9" name="tx96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0" name="tx97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1" name="tx97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2" name="tx97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3" name="tx97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4" name="tx97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5" name="tx97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6" name="tx97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7" name="tx97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8" name="tx97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9" name="tx97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0" name="tx97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1" name="tx97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2" name="tx97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3" name="tx97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4" name="tx97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5" name="tx97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6" name="tx97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7" name="tx97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8" name="tx97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9" name="tx97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0" name="tx97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1" name="tx97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2" name="tx97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3" name="tx97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4" name="tx97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5" name="tx97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6" name="tx97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7" name="tx97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8" name="tx97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9" name="tx97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0" name="tx97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1" name="tx97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2" name="tx97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3" name="tx97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4" name="tx97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5" name="tx97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6" name="tx97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7" name="tx97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8" name="tx97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9" name="tx97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0" name="tx97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1" name="tx97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2" name="tx97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3" name="tx97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4" name="tx97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5" name="tx97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6" name="tx97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7" name="tx97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8" name="tx97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9" name="tx97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0" name="tx97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1" name="tx97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2" name="tx97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3" name="tx97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4" name="tx97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5" name="tx97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6" name="tx97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7" name="tx97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8" name="tx97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9" name="tx97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0" name="tx97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1" name="tx97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2" name="tx97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3" name="tx97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4" name="tx97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5" name="tx97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6" name="tx97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7" name="tx97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8" name="tx97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9" name="tx97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0" name="tx97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1" name="tx97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2" name="tx97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3" name="tx97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4" name="tx97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5" name="tx97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6" name="tx97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7" name="tx97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8" name="tx97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9" name="tx97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0" name="tx97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1" name="tx97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2" name="tx97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3" name="tx97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4" name="tx97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5" name="tx97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6" name="tx97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7" name="tx97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8" name="tx97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9" name="tx97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0" name="tx97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1" name="tx97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2" name="tx97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3" name="tx97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4" name="tx97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5" name="tx97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6" name="tx97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7" name="tx97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8" name="tx97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9" name="tx97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0" name="tx98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1" name="tx98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2" name="tx98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3" name="tx98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4" name="tx98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5" name="tx98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6" name="tx98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7" name="tx98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8" name="tx98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9" name="tx98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0" name="tx98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1" name="tx98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2" name="tx98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3" name="tx98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4" name="tx98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5" name="tx98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6" name="tx98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7" name="tx98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8" name="tx98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9" name="tx98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0" name="tx98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1" name="tx98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2" name="tx98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3" name="tx98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4" name="tx98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5" name="tx98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6" name="tx98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7" name="tx98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8" name="tx98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9" name="tx98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0" name="tx98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1" name="tx98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2" name="tx98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3" name="tx98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4" name="tx98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5" name="tx98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6" name="tx98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7" name="tx98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8" name="tx98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9" name="tx98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0" name="tx98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1" name="tx98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2" name="tx98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3" name="tx98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4" name="tx98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5" name="tx98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6" name="tx98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7" name="tx98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8" name="tx98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9" name="tx98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0" name="tx98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1" name="tx98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2" name="tx98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3" name="tx98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4" name="tx98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5" name="tx98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6" name="tx98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7" name="tx98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8" name="tx98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9" name="tx98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0" name="tx98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1" name="tx98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2" name="tx98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3" name="tx98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4" name="tx98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5" name="tx98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6" name="tx98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7" name="tx98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8" name="tx98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9" name="tx98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0" name="tx98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1" name="tx98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2" name="tx98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3" name="tx98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4" name="tx98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5" name="tx98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6" name="tx98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7" name="tx98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8" name="tx98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9" name="tx98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0" name="tx98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1" name="tx98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2" name="tx98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3" name="tx98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4" name="tx98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5" name="tx98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6" name="tx98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7" name="tx98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8" name="tx98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9" name="tx98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0" name="tx98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1" name="tx98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2" name="tx98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3" name="tx98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4" name="tx98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5" name="tx98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6" name="tx98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7" name="tx98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8" name="tx98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9" name="tx98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0" name="tx99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1" name="tx99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2" name="tx99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3" name="tx99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4" name="tx99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5" name="tx99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6" name="tx99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7" name="tx99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8" name="tx99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9" name="tx99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0" name="tx99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1" name="tx99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2" name="tx99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3" name="tx99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4" name="tx99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5" name="tx99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6" name="tx99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7" name="tx99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8" name="tx99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9" name="tx99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0" name="tx99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1" name="tx99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2" name="tx99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3" name="tx99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4" name="tx99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5" name="tx99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6" name="tx99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7" name="tx99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8" name="tx99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9" name="tx99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0" name="tx99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1" name="tx99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2" name="tx99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3" name="tx99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4" name="tx99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5" name="tx99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6" name="tx99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7" name="tx99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8" name="tx99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9" name="tx99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0" name="tx99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1" name="tx99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2" name="tx99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3" name="tx99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4" name="tx99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5" name="tx99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6" name="tx99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7" name="tx99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8" name="tx99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9" name="tx99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0" name="tx99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1" name="tx99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2" name="tx99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3" name="tx99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4" name="tx99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5" name="tx99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6" name="tx99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7" name="tx99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8" name="tx99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9" name="tx99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0" name="tx99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1" name="tx99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2" name="tx99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3" name="tx99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4" name="tx99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5" name="tx99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6" name="tx99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7" name="tx99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8" name="tx99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9" name="tx99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0" name="tx99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1" name="tx99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2" name="tx99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3" name="tx99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4" name="tx99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5" name="tx99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6" name="tx99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7" name="tx99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8" name="tx99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9" name="tx99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0" name="tx99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1" name="tx99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2" name="tx99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3" name="tx99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4" name="tx99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5" name="tx99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6" name="tx99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7" name="tx99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8" name="tx99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9" name="tx99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0" name="tx99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1" name="tx99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2" name="tx99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3" name="tx99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4" name="tx99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5" name="tx99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6" name="tx99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7" name="tx99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8" name="tx99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9" name="tx99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0" name="tx100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1" name="tx100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2" name="tx100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3" name="tx100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4" name="tx100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5" name="tx100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6" name="tx100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7" name="tx100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8" name="tx100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9" name="tx100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0" name="tx100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1" name="tx100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2" name="tx100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3" name="tx100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4" name="tx100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5" name="tx100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6" name="tx100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7" name="tx100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8" name="tx100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9" name="tx100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0" name="tx100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1" name="tx100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2" name="tx100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3" name="tx100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4" name="tx100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5" name="tx100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6" name="tx100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7" name="tx100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8" name="tx100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9" name="tx100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0" name="tx100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1" name="tx100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2" name="tx100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3" name="tx100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4" name="tx100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5" name="tx100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6" name="tx100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7" name="tx100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8" name="tx100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9" name="tx100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0" name="tx100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1" name="tx100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2" name="tx100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3" name="tx100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4" name="tx100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5" name="tx100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6" name="tx100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7" name="tx100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8" name="tx100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9" name="tx100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0" name="tx100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1" name="tx100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2" name="tx100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3" name="tx100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4" name="tx100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5" name="tx100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6" name="tx100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7" name="tx100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8" name="tx100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9" name="tx100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0" name="tx100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1" name="tx100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2" name="tx100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3" name="tx100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4" name="tx100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5" name="tx100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6" name="tx100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7" name="tx100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8" name="tx100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9" name="tx100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0" name="tx100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1" name="tx100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2" name="tx100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3" name="tx100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4" name="tx100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5" name="tx100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6" name="tx100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7" name="tx100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8" name="tx100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9" name="tx100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0" name="tx100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1" name="tx100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2" name="tx100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3" name="tx100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4" name="tx100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5" name="tx100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6" name="tx100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7" name="tx100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8" name="tx100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9" name="tx100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0" name="tx100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1" name="tx100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2" name="tx100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3" name="tx100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4" name="tx100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5" name="tx100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6" name="tx100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7" name="tx100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8" name="tx100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9" name="tx100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0" name="tx101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1" name="tx101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2" name="tx101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3" name="tx101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4" name="rc10104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5" name="tx10105"/>
            <p:cNvSpPr/>
            <p:nvPr/>
          </p:nvSpPr>
          <p:spPr>
            <a:xfrm>
              <a:off x="2151360" y="400889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10106" name="tx10106"/>
            <p:cNvSpPr/>
            <p:nvPr/>
          </p:nvSpPr>
          <p:spPr>
            <a:xfrm>
              <a:off x="2275718" y="399042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07" name="tx10107"/>
            <p:cNvSpPr/>
            <p:nvPr/>
          </p:nvSpPr>
          <p:spPr>
            <a:xfrm>
              <a:off x="2320432" y="4008899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08" name="tx10108"/>
            <p:cNvSpPr/>
            <p:nvPr/>
          </p:nvSpPr>
          <p:spPr>
            <a:xfrm>
              <a:off x="2151360" y="366413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10109" name="tx10109"/>
            <p:cNvSpPr/>
            <p:nvPr/>
          </p:nvSpPr>
          <p:spPr>
            <a:xfrm>
              <a:off x="2275718" y="364565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0" name="tx10110"/>
            <p:cNvSpPr/>
            <p:nvPr/>
          </p:nvSpPr>
          <p:spPr>
            <a:xfrm>
              <a:off x="2320432" y="3664130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1" name="tx10111"/>
            <p:cNvSpPr/>
            <p:nvPr/>
          </p:nvSpPr>
          <p:spPr>
            <a:xfrm>
              <a:off x="2151360" y="331954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56</a:t>
              </a:r>
            </a:p>
          </p:txBody>
        </p:sp>
        <p:sp>
          <p:nvSpPr>
            <p:cNvPr id="10112" name="tx10112"/>
            <p:cNvSpPr/>
            <p:nvPr/>
          </p:nvSpPr>
          <p:spPr>
            <a:xfrm>
              <a:off x="2275718" y="3301073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3" name="tx10113"/>
            <p:cNvSpPr/>
            <p:nvPr/>
          </p:nvSpPr>
          <p:spPr>
            <a:xfrm>
              <a:off x="2320432" y="3319544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4" name="tx10114"/>
            <p:cNvSpPr/>
            <p:nvPr/>
          </p:nvSpPr>
          <p:spPr>
            <a:xfrm>
              <a:off x="2151360" y="297459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57</a:t>
              </a:r>
            </a:p>
          </p:txBody>
        </p:sp>
        <p:sp>
          <p:nvSpPr>
            <p:cNvPr id="10115" name="tx10115"/>
            <p:cNvSpPr/>
            <p:nvPr/>
          </p:nvSpPr>
          <p:spPr>
            <a:xfrm>
              <a:off x="2275718" y="295612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6" name="tx10116"/>
            <p:cNvSpPr/>
            <p:nvPr/>
          </p:nvSpPr>
          <p:spPr>
            <a:xfrm>
              <a:off x="2320432" y="297459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7" name="tx10117"/>
            <p:cNvSpPr/>
            <p:nvPr/>
          </p:nvSpPr>
          <p:spPr>
            <a:xfrm>
              <a:off x="2151360" y="263000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58</a:t>
              </a:r>
            </a:p>
          </p:txBody>
        </p:sp>
        <p:sp>
          <p:nvSpPr>
            <p:cNvPr id="10118" name="tx10118"/>
            <p:cNvSpPr/>
            <p:nvPr/>
          </p:nvSpPr>
          <p:spPr>
            <a:xfrm>
              <a:off x="2275718" y="261153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9" name="tx10119"/>
            <p:cNvSpPr/>
            <p:nvPr/>
          </p:nvSpPr>
          <p:spPr>
            <a:xfrm>
              <a:off x="2320432" y="263000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0" name="tx10120"/>
            <p:cNvSpPr/>
            <p:nvPr/>
          </p:nvSpPr>
          <p:spPr>
            <a:xfrm>
              <a:off x="2151360" y="228523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59</a:t>
              </a:r>
            </a:p>
          </p:txBody>
        </p:sp>
        <p:sp>
          <p:nvSpPr>
            <p:cNvPr id="10121" name="tx10121"/>
            <p:cNvSpPr/>
            <p:nvPr/>
          </p:nvSpPr>
          <p:spPr>
            <a:xfrm>
              <a:off x="2275718" y="226676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2" name="tx10122"/>
            <p:cNvSpPr/>
            <p:nvPr/>
          </p:nvSpPr>
          <p:spPr>
            <a:xfrm>
              <a:off x="2320432" y="228523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3" name="tx10123"/>
            <p:cNvSpPr/>
            <p:nvPr/>
          </p:nvSpPr>
          <p:spPr>
            <a:xfrm>
              <a:off x="2151360" y="194046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0124" name="tx10124"/>
            <p:cNvSpPr/>
            <p:nvPr/>
          </p:nvSpPr>
          <p:spPr>
            <a:xfrm>
              <a:off x="2275718" y="192199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5" name="tx10125"/>
            <p:cNvSpPr/>
            <p:nvPr/>
          </p:nvSpPr>
          <p:spPr>
            <a:xfrm>
              <a:off x="2320432" y="194046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6" name="tx10126"/>
            <p:cNvSpPr/>
            <p:nvPr/>
          </p:nvSpPr>
          <p:spPr>
            <a:xfrm>
              <a:off x="2151360" y="1595697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61</a:t>
              </a:r>
            </a:p>
          </p:txBody>
        </p:sp>
        <p:sp>
          <p:nvSpPr>
            <p:cNvPr id="10127" name="tx10127"/>
            <p:cNvSpPr/>
            <p:nvPr/>
          </p:nvSpPr>
          <p:spPr>
            <a:xfrm>
              <a:off x="2275718" y="157722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8" name="tx10128"/>
            <p:cNvSpPr/>
            <p:nvPr/>
          </p:nvSpPr>
          <p:spPr>
            <a:xfrm>
              <a:off x="2320432" y="1595697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9" name="pl10129"/>
            <p:cNvSpPr/>
            <p:nvPr/>
          </p:nvSpPr>
          <p:spPr>
            <a:xfrm>
              <a:off x="2428918" y="40495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0" name="pl10130"/>
            <p:cNvSpPr/>
            <p:nvPr/>
          </p:nvSpPr>
          <p:spPr>
            <a:xfrm>
              <a:off x="2428918" y="37048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1" name="pl10131"/>
            <p:cNvSpPr/>
            <p:nvPr/>
          </p:nvSpPr>
          <p:spPr>
            <a:xfrm>
              <a:off x="2428918" y="33600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2" name="pl10132"/>
            <p:cNvSpPr/>
            <p:nvPr/>
          </p:nvSpPr>
          <p:spPr>
            <a:xfrm>
              <a:off x="2428918" y="30152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3" name="pl10133"/>
            <p:cNvSpPr/>
            <p:nvPr/>
          </p:nvSpPr>
          <p:spPr>
            <a:xfrm>
              <a:off x="2428918" y="26705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4" name="pl10134"/>
            <p:cNvSpPr/>
            <p:nvPr/>
          </p:nvSpPr>
          <p:spPr>
            <a:xfrm>
              <a:off x="2428918" y="23257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5" name="pl10135"/>
            <p:cNvSpPr/>
            <p:nvPr/>
          </p:nvSpPr>
          <p:spPr>
            <a:xfrm>
              <a:off x="2428918" y="19809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6" name="pl10136"/>
            <p:cNvSpPr/>
            <p:nvPr/>
          </p:nvSpPr>
          <p:spPr>
            <a:xfrm>
              <a:off x="2428918" y="163620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7" name="pl10137"/>
            <p:cNvSpPr/>
            <p:nvPr/>
          </p:nvSpPr>
          <p:spPr>
            <a:xfrm>
              <a:off x="2574859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8" name="pl10138"/>
            <p:cNvSpPr/>
            <p:nvPr/>
          </p:nvSpPr>
          <p:spPr>
            <a:xfrm>
              <a:off x="2945348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9" name="pl10139"/>
            <p:cNvSpPr/>
            <p:nvPr/>
          </p:nvSpPr>
          <p:spPr>
            <a:xfrm>
              <a:off x="3315837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0" name="pl10140"/>
            <p:cNvSpPr/>
            <p:nvPr/>
          </p:nvSpPr>
          <p:spPr>
            <a:xfrm>
              <a:off x="3686326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1" name="pl10141"/>
            <p:cNvSpPr/>
            <p:nvPr/>
          </p:nvSpPr>
          <p:spPr>
            <a:xfrm>
              <a:off x="405681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2" name="pl10142"/>
            <p:cNvSpPr/>
            <p:nvPr/>
          </p:nvSpPr>
          <p:spPr>
            <a:xfrm>
              <a:off x="4427303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3" name="pl10143"/>
            <p:cNvSpPr/>
            <p:nvPr/>
          </p:nvSpPr>
          <p:spPr>
            <a:xfrm>
              <a:off x="4797792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4" name="tx10144"/>
            <p:cNvSpPr/>
            <p:nvPr/>
          </p:nvSpPr>
          <p:spPr>
            <a:xfrm>
              <a:off x="2468606" y="4233255"/>
              <a:ext cx="9326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</a:t>
              </a:r>
            </a:p>
          </p:txBody>
        </p:sp>
        <p:sp>
          <p:nvSpPr>
            <p:cNvPr id="10145" name="tx10145"/>
            <p:cNvSpPr/>
            <p:nvPr/>
          </p:nvSpPr>
          <p:spPr>
            <a:xfrm>
              <a:off x="25618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6" name="tx10146"/>
            <p:cNvSpPr/>
            <p:nvPr/>
          </p:nvSpPr>
          <p:spPr>
            <a:xfrm>
              <a:off x="26065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47" name="tx10147"/>
            <p:cNvSpPr/>
            <p:nvPr/>
          </p:nvSpPr>
          <p:spPr>
            <a:xfrm>
              <a:off x="2823550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148" name="tx10148"/>
            <p:cNvSpPr/>
            <p:nvPr/>
          </p:nvSpPr>
          <p:spPr>
            <a:xfrm>
              <a:off x="2947908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9" name="tx10149"/>
            <p:cNvSpPr/>
            <p:nvPr/>
          </p:nvSpPr>
          <p:spPr>
            <a:xfrm>
              <a:off x="2992623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0" name="tx10150"/>
            <p:cNvSpPr/>
            <p:nvPr/>
          </p:nvSpPr>
          <p:spPr>
            <a:xfrm>
              <a:off x="3194039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10151" name="tx10151"/>
            <p:cNvSpPr/>
            <p:nvPr/>
          </p:nvSpPr>
          <p:spPr>
            <a:xfrm>
              <a:off x="3318397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2" name="tx10152"/>
            <p:cNvSpPr/>
            <p:nvPr/>
          </p:nvSpPr>
          <p:spPr>
            <a:xfrm>
              <a:off x="3363111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3" name="tx10153"/>
            <p:cNvSpPr/>
            <p:nvPr/>
          </p:nvSpPr>
          <p:spPr>
            <a:xfrm>
              <a:off x="3564528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0154" name="tx10154"/>
            <p:cNvSpPr/>
            <p:nvPr/>
          </p:nvSpPr>
          <p:spPr>
            <a:xfrm>
              <a:off x="3688886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5" name="tx10155"/>
            <p:cNvSpPr/>
            <p:nvPr/>
          </p:nvSpPr>
          <p:spPr>
            <a:xfrm>
              <a:off x="3733600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6" name="tx10156"/>
            <p:cNvSpPr/>
            <p:nvPr/>
          </p:nvSpPr>
          <p:spPr>
            <a:xfrm>
              <a:off x="3935017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0157" name="tx10157"/>
            <p:cNvSpPr/>
            <p:nvPr/>
          </p:nvSpPr>
          <p:spPr>
            <a:xfrm>
              <a:off x="40593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8" name="tx10158"/>
            <p:cNvSpPr/>
            <p:nvPr/>
          </p:nvSpPr>
          <p:spPr>
            <a:xfrm>
              <a:off x="41040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9" name="tx10159"/>
            <p:cNvSpPr/>
            <p:nvPr/>
          </p:nvSpPr>
          <p:spPr>
            <a:xfrm>
              <a:off x="4305505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10160" name="tx10160"/>
            <p:cNvSpPr/>
            <p:nvPr/>
          </p:nvSpPr>
          <p:spPr>
            <a:xfrm>
              <a:off x="4429864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1" name="tx10161"/>
            <p:cNvSpPr/>
            <p:nvPr/>
          </p:nvSpPr>
          <p:spPr>
            <a:xfrm>
              <a:off x="4474578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2" name="tx10162"/>
            <p:cNvSpPr/>
            <p:nvPr/>
          </p:nvSpPr>
          <p:spPr>
            <a:xfrm>
              <a:off x="4675994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163" name="tx10163"/>
            <p:cNvSpPr/>
            <p:nvPr/>
          </p:nvSpPr>
          <p:spPr>
            <a:xfrm>
              <a:off x="4800353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4" name="tx10164"/>
            <p:cNvSpPr/>
            <p:nvPr/>
          </p:nvSpPr>
          <p:spPr>
            <a:xfrm>
              <a:off x="4845067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5" name="tx10165"/>
            <p:cNvSpPr/>
            <p:nvPr/>
          </p:nvSpPr>
          <p:spPr>
            <a:xfrm>
              <a:off x="3379362" y="4372931"/>
              <a:ext cx="61392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10166" name="tx10166"/>
            <p:cNvSpPr/>
            <p:nvPr/>
          </p:nvSpPr>
          <p:spPr>
            <a:xfrm rot="-5400000">
              <a:off x="1788433" y="2792880"/>
              <a:ext cx="49734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10167" name="rc10167"/>
            <p:cNvSpPr/>
            <p:nvPr/>
          </p:nvSpPr>
          <p:spPr>
            <a:xfrm>
              <a:off x="5048117" y="2049696"/>
              <a:ext cx="737195" cy="15864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68" name="tx10168"/>
            <p:cNvSpPr/>
            <p:nvPr/>
          </p:nvSpPr>
          <p:spPr>
            <a:xfrm>
              <a:off x="5117706" y="2134007"/>
              <a:ext cx="5980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</a:t>
              </a:r>
            </a:p>
          </p:txBody>
        </p:sp>
        <p:sp>
          <p:nvSpPr>
            <p:cNvPr id="10169" name="tx10169"/>
            <p:cNvSpPr/>
            <p:nvPr/>
          </p:nvSpPr>
          <p:spPr>
            <a:xfrm>
              <a:off x="5117706" y="2284883"/>
              <a:ext cx="3703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Offset</a:t>
              </a:r>
            </a:p>
          </p:txBody>
        </p:sp>
        <p:pic>
          <p:nvPicPr>
            <p:cNvPr id="10170" name="pic101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17706" y="2469230"/>
              <a:ext cx="219455" cy="1097280"/>
            </a:xfrm>
            <a:prstGeom prst="rect">
              <a:avLst/>
            </a:prstGeom>
          </p:spPr>
        </p:pic>
        <p:sp>
          <p:nvSpPr>
            <p:cNvPr id="10171" name="pl10171"/>
            <p:cNvSpPr/>
            <p:nvPr/>
          </p:nvSpPr>
          <p:spPr>
            <a:xfrm>
              <a:off x="5293271" y="356468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2" name="pl10172"/>
            <p:cNvSpPr/>
            <p:nvPr/>
          </p:nvSpPr>
          <p:spPr>
            <a:xfrm>
              <a:off x="5293271" y="338241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3" name="pl10173"/>
            <p:cNvSpPr/>
            <p:nvPr/>
          </p:nvSpPr>
          <p:spPr>
            <a:xfrm>
              <a:off x="5293271" y="320014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4" name="pl10174"/>
            <p:cNvSpPr/>
            <p:nvPr/>
          </p:nvSpPr>
          <p:spPr>
            <a:xfrm>
              <a:off x="5293271" y="301787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5" name="pl10175"/>
            <p:cNvSpPr/>
            <p:nvPr/>
          </p:nvSpPr>
          <p:spPr>
            <a:xfrm>
              <a:off x="5293271" y="283559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6" name="pl10176"/>
            <p:cNvSpPr/>
            <p:nvPr/>
          </p:nvSpPr>
          <p:spPr>
            <a:xfrm>
              <a:off x="5293271" y="265332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7" name="pl10177"/>
            <p:cNvSpPr/>
            <p:nvPr/>
          </p:nvSpPr>
          <p:spPr>
            <a:xfrm>
              <a:off x="5293271" y="2471058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8" name="pl10178"/>
            <p:cNvSpPr/>
            <p:nvPr/>
          </p:nvSpPr>
          <p:spPr>
            <a:xfrm>
              <a:off x="5117706" y="356468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9" name="pl10179"/>
            <p:cNvSpPr/>
            <p:nvPr/>
          </p:nvSpPr>
          <p:spPr>
            <a:xfrm>
              <a:off x="5117706" y="338241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0" name="pl10180"/>
            <p:cNvSpPr/>
            <p:nvPr/>
          </p:nvSpPr>
          <p:spPr>
            <a:xfrm>
              <a:off x="5117706" y="320014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1" name="pl10181"/>
            <p:cNvSpPr/>
            <p:nvPr/>
          </p:nvSpPr>
          <p:spPr>
            <a:xfrm>
              <a:off x="5117706" y="301787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2" name="pl10182"/>
            <p:cNvSpPr/>
            <p:nvPr/>
          </p:nvSpPr>
          <p:spPr>
            <a:xfrm>
              <a:off x="5117706" y="283559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3" name="pl10183"/>
            <p:cNvSpPr/>
            <p:nvPr/>
          </p:nvSpPr>
          <p:spPr>
            <a:xfrm>
              <a:off x="5117706" y="265332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4" name="pl10184"/>
            <p:cNvSpPr/>
            <p:nvPr/>
          </p:nvSpPr>
          <p:spPr>
            <a:xfrm>
              <a:off x="5117706" y="2471058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5" name="tx10185"/>
            <p:cNvSpPr/>
            <p:nvPr/>
          </p:nvSpPr>
          <p:spPr>
            <a:xfrm>
              <a:off x="5406751" y="3524676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0186" name="tx10186"/>
            <p:cNvSpPr/>
            <p:nvPr/>
          </p:nvSpPr>
          <p:spPr>
            <a:xfrm>
              <a:off x="5406751" y="3342405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0.01</a:t>
              </a:r>
            </a:p>
          </p:txBody>
        </p:sp>
        <p:sp>
          <p:nvSpPr>
            <p:cNvPr id="10187" name="tx10187"/>
            <p:cNvSpPr/>
            <p:nvPr/>
          </p:nvSpPr>
          <p:spPr>
            <a:xfrm>
              <a:off x="5406751" y="3160135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0.02</a:t>
              </a:r>
            </a:p>
          </p:txBody>
        </p:sp>
        <p:sp>
          <p:nvSpPr>
            <p:cNvPr id="10188" name="tx10188"/>
            <p:cNvSpPr/>
            <p:nvPr/>
          </p:nvSpPr>
          <p:spPr>
            <a:xfrm>
              <a:off x="5406751" y="2977865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0.03</a:t>
              </a:r>
            </a:p>
          </p:txBody>
        </p:sp>
        <p:sp>
          <p:nvSpPr>
            <p:cNvPr id="10189" name="tx10189"/>
            <p:cNvSpPr/>
            <p:nvPr/>
          </p:nvSpPr>
          <p:spPr>
            <a:xfrm>
              <a:off x="5406751" y="2795594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0.04</a:t>
              </a:r>
            </a:p>
          </p:txBody>
        </p:sp>
        <p:sp>
          <p:nvSpPr>
            <p:cNvPr id="10190" name="tx10190"/>
            <p:cNvSpPr/>
            <p:nvPr/>
          </p:nvSpPr>
          <p:spPr>
            <a:xfrm>
              <a:off x="5406751" y="2613324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0.05</a:t>
              </a:r>
            </a:p>
          </p:txBody>
        </p:sp>
        <p:sp>
          <p:nvSpPr>
            <p:cNvPr id="10191" name="tx10191"/>
            <p:cNvSpPr/>
            <p:nvPr/>
          </p:nvSpPr>
          <p:spPr>
            <a:xfrm>
              <a:off x="5406751" y="2431053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0.06</a:t>
              </a:r>
            </a:p>
          </p:txBody>
        </p:sp>
        <p:sp>
          <p:nvSpPr>
            <p:cNvPr id="10192" name="tx10192"/>
            <p:cNvSpPr/>
            <p:nvPr/>
          </p:nvSpPr>
          <p:spPr>
            <a:xfrm>
              <a:off x="2463713" y="1316468"/>
              <a:ext cx="107185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Future Treatment</a:t>
              </a:r>
            </a:p>
          </p:txBody>
        </p:sp>
        <p:sp>
          <p:nvSpPr>
            <p:cNvPr id="10193" name="tx10193"/>
            <p:cNvSpPr/>
            <p:nvPr/>
          </p:nvSpPr>
          <p:spPr>
            <a:xfrm>
              <a:off x="2463713" y="986823"/>
              <a:ext cx="1397477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(B) Predicted </a:t>
              </a:r>
            </a:p>
          </p:txBody>
        </p:sp>
        <p:sp>
          <p:nvSpPr>
            <p:cNvPr id="10194" name="tx10194"/>
            <p:cNvSpPr/>
            <p:nvPr/>
          </p:nvSpPr>
          <p:spPr>
            <a:xfrm>
              <a:off x="3861190" y="986823"/>
              <a:ext cx="127101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</a:t>
              </a:r>
            </a:p>
          </p:txBody>
        </p:sp>
        <p:sp>
          <p:nvSpPr>
            <p:cNvPr id="10195" name="tx10195"/>
            <p:cNvSpPr/>
            <p:nvPr/>
          </p:nvSpPr>
          <p:spPr>
            <a:xfrm>
              <a:off x="3988292" y="986823"/>
              <a:ext cx="152430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96" name="tx10196"/>
            <p:cNvSpPr/>
            <p:nvPr/>
          </p:nvSpPr>
          <p:spPr>
            <a:xfrm>
              <a:off x="4140722" y="986823"/>
              <a:ext cx="152430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197" name="tx10197"/>
            <p:cNvSpPr/>
            <p:nvPr/>
          </p:nvSpPr>
          <p:spPr>
            <a:xfrm>
              <a:off x="4293153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10198" name="tx10198"/>
            <p:cNvSpPr/>
            <p:nvPr/>
          </p:nvSpPr>
          <p:spPr>
            <a:xfrm>
              <a:off x="4382124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9" name="tx10199"/>
            <p:cNvSpPr/>
            <p:nvPr/>
          </p:nvSpPr>
          <p:spPr>
            <a:xfrm>
              <a:off x="4426564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200" name="tx10200"/>
            <p:cNvSpPr/>
            <p:nvPr/>
          </p:nvSpPr>
          <p:spPr>
            <a:xfrm>
              <a:off x="4471004" y="1077527"/>
              <a:ext cx="80010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</a:t>
              </a:r>
            </a:p>
          </p:txBody>
        </p:sp>
        <p:sp>
          <p:nvSpPr>
            <p:cNvPr id="10201" name="tx10201"/>
            <p:cNvSpPr/>
            <p:nvPr/>
          </p:nvSpPr>
          <p:spPr>
            <a:xfrm>
              <a:off x="4551014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202" name="tx10202"/>
            <p:cNvSpPr/>
            <p:nvPr/>
          </p:nvSpPr>
          <p:spPr>
            <a:xfrm>
              <a:off x="4639985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914400" y="914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917497" y="914400"/>
              <a:ext cx="3937404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574859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45348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15837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6326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6815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427303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97792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463713" y="4049590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63713" y="370482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3713" y="336005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63713" y="3015282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63713" y="2670513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3713" y="232574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63713" y="198097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63713" y="1636205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2577439" y="2860610"/>
              <a:ext cx="914400" cy="914769"/>
            </a:xfrm>
            <a:custGeom>
              <a:avLst/>
              <a:pathLst>
                <a:path w="914400" h="914769">
                  <a:moveTo>
                    <a:pt x="914400" y="914400"/>
                  </a:moveTo>
                  <a:lnTo>
                    <a:pt x="914400" y="914769"/>
                  </a:lnTo>
                  <a:lnTo>
                    <a:pt x="913610" y="914551"/>
                  </a:lnTo>
                  <a:lnTo>
                    <a:pt x="913063" y="914400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2577439" y="2860610"/>
              <a:ext cx="923662" cy="917330"/>
            </a:xfrm>
            <a:custGeom>
              <a:avLst/>
              <a:pathLst>
                <a:path w="923662" h="917330">
                  <a:moveTo>
                    <a:pt x="914400" y="914400"/>
                  </a:moveTo>
                  <a:lnTo>
                    <a:pt x="923662" y="914400"/>
                  </a:lnTo>
                  <a:lnTo>
                    <a:pt x="923644" y="917330"/>
                  </a:lnTo>
                  <a:lnTo>
                    <a:pt x="922390" y="916982"/>
                  </a:lnTo>
                  <a:lnTo>
                    <a:pt x="921136" y="916634"/>
                  </a:lnTo>
                  <a:lnTo>
                    <a:pt x="919882" y="916287"/>
                  </a:lnTo>
                  <a:lnTo>
                    <a:pt x="918628" y="915939"/>
                  </a:lnTo>
                  <a:lnTo>
                    <a:pt x="917373" y="915592"/>
                  </a:lnTo>
                  <a:lnTo>
                    <a:pt x="916119" y="915245"/>
                  </a:lnTo>
                  <a:lnTo>
                    <a:pt x="914865" y="914898"/>
                  </a:lnTo>
                  <a:lnTo>
                    <a:pt x="914400" y="914769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2586701" y="2860610"/>
              <a:ext cx="923662" cy="919909"/>
            </a:xfrm>
            <a:custGeom>
              <a:avLst/>
              <a:pathLst>
                <a:path w="923662" h="919909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19909"/>
                  </a:lnTo>
                  <a:lnTo>
                    <a:pt x="923159" y="919769"/>
                  </a:lnTo>
                  <a:lnTo>
                    <a:pt x="921905" y="919420"/>
                  </a:lnTo>
                  <a:lnTo>
                    <a:pt x="920651" y="919071"/>
                  </a:lnTo>
                  <a:lnTo>
                    <a:pt x="919398" y="918723"/>
                  </a:lnTo>
                  <a:lnTo>
                    <a:pt x="918144" y="918374"/>
                  </a:lnTo>
                  <a:lnTo>
                    <a:pt x="916890" y="918026"/>
                  </a:lnTo>
                  <a:lnTo>
                    <a:pt x="915636" y="917678"/>
                  </a:lnTo>
                  <a:lnTo>
                    <a:pt x="914399" y="917335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2595963" y="2860610"/>
              <a:ext cx="923662" cy="922491"/>
            </a:xfrm>
            <a:custGeom>
              <a:avLst/>
              <a:pathLst>
                <a:path w="923662" h="92249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491"/>
                  </a:lnTo>
                  <a:lnTo>
                    <a:pt x="922670" y="922214"/>
                  </a:lnTo>
                  <a:lnTo>
                    <a:pt x="921417" y="921864"/>
                  </a:lnTo>
                  <a:lnTo>
                    <a:pt x="920163" y="921514"/>
                  </a:lnTo>
                  <a:lnTo>
                    <a:pt x="918910" y="921165"/>
                  </a:lnTo>
                  <a:lnTo>
                    <a:pt x="917657" y="920816"/>
                  </a:lnTo>
                  <a:lnTo>
                    <a:pt x="916403" y="920467"/>
                  </a:lnTo>
                  <a:lnTo>
                    <a:pt x="915150" y="920118"/>
                  </a:lnTo>
                  <a:lnTo>
                    <a:pt x="914400" y="919909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2605226" y="2860610"/>
              <a:ext cx="923662" cy="925080"/>
            </a:xfrm>
            <a:custGeom>
              <a:avLst/>
              <a:pathLst>
                <a:path w="923662" h="92508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5080"/>
                  </a:lnTo>
                  <a:lnTo>
                    <a:pt x="923430" y="925016"/>
                  </a:lnTo>
                  <a:lnTo>
                    <a:pt x="922178" y="924665"/>
                  </a:lnTo>
                  <a:lnTo>
                    <a:pt x="920925" y="924314"/>
                  </a:lnTo>
                  <a:lnTo>
                    <a:pt x="919672" y="923964"/>
                  </a:lnTo>
                  <a:lnTo>
                    <a:pt x="918419" y="923614"/>
                  </a:lnTo>
                  <a:lnTo>
                    <a:pt x="917167" y="923263"/>
                  </a:lnTo>
                  <a:lnTo>
                    <a:pt x="915914" y="922913"/>
                  </a:lnTo>
                  <a:lnTo>
                    <a:pt x="914661" y="922563"/>
                  </a:lnTo>
                  <a:lnTo>
                    <a:pt x="914400" y="922491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2614488" y="2860610"/>
              <a:ext cx="923662" cy="927678"/>
            </a:xfrm>
            <a:custGeom>
              <a:avLst/>
              <a:pathLst>
                <a:path w="923662" h="92767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678"/>
                  </a:lnTo>
                  <a:lnTo>
                    <a:pt x="922935" y="927474"/>
                  </a:lnTo>
                  <a:lnTo>
                    <a:pt x="921682" y="927123"/>
                  </a:lnTo>
                  <a:lnTo>
                    <a:pt x="920430" y="926771"/>
                  </a:lnTo>
                  <a:lnTo>
                    <a:pt x="919178" y="926420"/>
                  </a:lnTo>
                  <a:lnTo>
                    <a:pt x="917926" y="926069"/>
                  </a:lnTo>
                  <a:lnTo>
                    <a:pt x="916673" y="925717"/>
                  </a:lnTo>
                  <a:lnTo>
                    <a:pt x="915421" y="925366"/>
                  </a:lnTo>
                  <a:lnTo>
                    <a:pt x="914400" y="925080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2623750" y="2860610"/>
              <a:ext cx="923662" cy="930111"/>
            </a:xfrm>
            <a:custGeom>
              <a:avLst/>
              <a:pathLst>
                <a:path w="923662" h="93011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111"/>
                  </a:lnTo>
                  <a:lnTo>
                    <a:pt x="920246" y="929323"/>
                  </a:lnTo>
                  <a:lnTo>
                    <a:pt x="919933" y="929235"/>
                  </a:lnTo>
                  <a:lnTo>
                    <a:pt x="918680" y="928882"/>
                  </a:lnTo>
                  <a:lnTo>
                    <a:pt x="917428" y="928530"/>
                  </a:lnTo>
                  <a:lnTo>
                    <a:pt x="916176" y="928178"/>
                  </a:lnTo>
                  <a:lnTo>
                    <a:pt x="914924" y="927826"/>
                  </a:lnTo>
                  <a:lnTo>
                    <a:pt x="914400" y="92767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2633012" y="2860610"/>
              <a:ext cx="923662" cy="931481"/>
            </a:xfrm>
            <a:custGeom>
              <a:avLst/>
              <a:pathLst>
                <a:path w="923662" h="93148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481"/>
                  </a:lnTo>
                  <a:lnTo>
                    <a:pt x="922785" y="931454"/>
                  </a:lnTo>
                  <a:lnTo>
                    <a:pt x="916869" y="930681"/>
                  </a:lnTo>
                  <a:lnTo>
                    <a:pt x="914400" y="930111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2642274" y="28606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50"/>
                  </a:lnTo>
                  <a:lnTo>
                    <a:pt x="919453" y="931638"/>
                  </a:lnTo>
                  <a:lnTo>
                    <a:pt x="914400" y="931481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2651537" y="2860610"/>
              <a:ext cx="923662" cy="931350"/>
            </a:xfrm>
            <a:custGeom>
              <a:avLst/>
              <a:pathLst>
                <a:path w="923662" h="93135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00"/>
                  </a:lnTo>
                  <a:lnTo>
                    <a:pt x="922024" y="930241"/>
                  </a:lnTo>
                  <a:lnTo>
                    <a:pt x="916117" y="931233"/>
                  </a:lnTo>
                  <a:lnTo>
                    <a:pt x="914400" y="93135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2660799" y="2860610"/>
              <a:ext cx="923662" cy="929800"/>
            </a:xfrm>
            <a:custGeom>
              <a:avLst/>
              <a:pathLst>
                <a:path w="923662" h="92980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056"/>
                  </a:lnTo>
                  <a:lnTo>
                    <a:pt x="922814" y="927327"/>
                  </a:lnTo>
                  <a:lnTo>
                    <a:pt x="921421" y="927772"/>
                  </a:lnTo>
                  <a:lnTo>
                    <a:pt x="920028" y="928217"/>
                  </a:lnTo>
                  <a:lnTo>
                    <a:pt x="918631" y="928663"/>
                  </a:lnTo>
                  <a:lnTo>
                    <a:pt x="914400" y="9298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2670061" y="2860610"/>
              <a:ext cx="923662" cy="927056"/>
            </a:xfrm>
            <a:custGeom>
              <a:avLst/>
              <a:pathLst>
                <a:path w="923662" h="92705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03"/>
                  </a:lnTo>
                  <a:lnTo>
                    <a:pt x="923307" y="924216"/>
                  </a:lnTo>
                  <a:lnTo>
                    <a:pt x="921913" y="924660"/>
                  </a:lnTo>
                  <a:lnTo>
                    <a:pt x="920520" y="925104"/>
                  </a:lnTo>
                  <a:lnTo>
                    <a:pt x="919126" y="925548"/>
                  </a:lnTo>
                  <a:lnTo>
                    <a:pt x="917732" y="925993"/>
                  </a:lnTo>
                  <a:lnTo>
                    <a:pt x="916339" y="926437"/>
                  </a:lnTo>
                  <a:lnTo>
                    <a:pt x="914945" y="926882"/>
                  </a:lnTo>
                  <a:lnTo>
                    <a:pt x="914400" y="927056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2679323" y="2860610"/>
              <a:ext cx="923662" cy="924103"/>
            </a:xfrm>
            <a:custGeom>
              <a:avLst/>
              <a:pathLst>
                <a:path w="923662" h="92410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159"/>
                  </a:lnTo>
                  <a:lnTo>
                    <a:pt x="922410" y="921556"/>
                  </a:lnTo>
                  <a:lnTo>
                    <a:pt x="921016" y="921999"/>
                  </a:lnTo>
                  <a:lnTo>
                    <a:pt x="919621" y="922442"/>
                  </a:lnTo>
                  <a:lnTo>
                    <a:pt x="918227" y="922886"/>
                  </a:lnTo>
                  <a:lnTo>
                    <a:pt x="916833" y="923329"/>
                  </a:lnTo>
                  <a:lnTo>
                    <a:pt x="915439" y="923773"/>
                  </a:lnTo>
                  <a:lnTo>
                    <a:pt x="914400" y="924103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2688586" y="2860610"/>
              <a:ext cx="923662" cy="921159"/>
            </a:xfrm>
            <a:custGeom>
              <a:avLst/>
              <a:pathLst>
                <a:path w="923662" h="92115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223"/>
                  </a:lnTo>
                  <a:lnTo>
                    <a:pt x="922912" y="918461"/>
                  </a:lnTo>
                  <a:lnTo>
                    <a:pt x="921516" y="918902"/>
                  </a:lnTo>
                  <a:lnTo>
                    <a:pt x="920122" y="919344"/>
                  </a:lnTo>
                  <a:lnTo>
                    <a:pt x="918727" y="919786"/>
                  </a:lnTo>
                  <a:lnTo>
                    <a:pt x="917332" y="920229"/>
                  </a:lnTo>
                  <a:lnTo>
                    <a:pt x="915937" y="920671"/>
                  </a:lnTo>
                  <a:lnTo>
                    <a:pt x="914543" y="921114"/>
                  </a:lnTo>
                  <a:lnTo>
                    <a:pt x="914400" y="921159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2697848" y="2860610"/>
              <a:ext cx="923662" cy="918223"/>
            </a:xfrm>
            <a:custGeom>
              <a:avLst/>
              <a:pathLst>
                <a:path w="923662" h="9182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296"/>
                  </a:lnTo>
                  <a:lnTo>
                    <a:pt x="923417" y="915373"/>
                  </a:lnTo>
                  <a:lnTo>
                    <a:pt x="922022" y="915813"/>
                  </a:lnTo>
                  <a:lnTo>
                    <a:pt x="920626" y="916254"/>
                  </a:lnTo>
                  <a:lnTo>
                    <a:pt x="919231" y="916695"/>
                  </a:lnTo>
                  <a:lnTo>
                    <a:pt x="917835" y="917136"/>
                  </a:lnTo>
                  <a:lnTo>
                    <a:pt x="916440" y="917578"/>
                  </a:lnTo>
                  <a:lnTo>
                    <a:pt x="915044" y="918019"/>
                  </a:lnTo>
                  <a:lnTo>
                    <a:pt x="914400" y="918223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2707110" y="2860610"/>
              <a:ext cx="917240" cy="915296"/>
            </a:xfrm>
            <a:custGeom>
              <a:avLst/>
              <a:pathLst>
                <a:path w="917240" h="915296">
                  <a:moveTo>
                    <a:pt x="914400" y="914400"/>
                  </a:moveTo>
                  <a:lnTo>
                    <a:pt x="917240" y="914400"/>
                  </a:lnTo>
                  <a:lnTo>
                    <a:pt x="916947" y="914492"/>
                  </a:lnTo>
                  <a:lnTo>
                    <a:pt x="915551" y="914932"/>
                  </a:lnTo>
                  <a:lnTo>
                    <a:pt x="914400" y="915296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2781208" y="2860610"/>
              <a:ext cx="914400" cy="915512"/>
            </a:xfrm>
            <a:custGeom>
              <a:avLst/>
              <a:pathLst>
                <a:path w="914400" h="915512">
                  <a:moveTo>
                    <a:pt x="914400" y="914400"/>
                  </a:moveTo>
                  <a:lnTo>
                    <a:pt x="914400" y="915512"/>
                  </a:lnTo>
                  <a:lnTo>
                    <a:pt x="911827" y="915307"/>
                  </a:lnTo>
                  <a:lnTo>
                    <a:pt x="907119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2781208" y="2860610"/>
              <a:ext cx="923662" cy="915841"/>
            </a:xfrm>
            <a:custGeom>
              <a:avLst/>
              <a:pathLst>
                <a:path w="923662" h="91584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74"/>
                  </a:lnTo>
                  <a:lnTo>
                    <a:pt x="918528" y="915841"/>
                  </a:lnTo>
                  <a:lnTo>
                    <a:pt x="914400" y="915512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2790470" y="2860610"/>
              <a:ext cx="923662" cy="915674"/>
            </a:xfrm>
            <a:custGeom>
              <a:avLst/>
              <a:pathLst>
                <a:path w="923662" h="91567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41"/>
                  </a:lnTo>
                  <a:lnTo>
                    <a:pt x="922456" y="915047"/>
                  </a:lnTo>
                  <a:lnTo>
                    <a:pt x="920296" y="915238"/>
                  </a:lnTo>
                  <a:lnTo>
                    <a:pt x="918136" y="915430"/>
                  </a:lnTo>
                  <a:lnTo>
                    <a:pt x="915971" y="915622"/>
                  </a:lnTo>
                  <a:lnTo>
                    <a:pt x="914400" y="915674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2799732" y="2860610"/>
              <a:ext cx="920549" cy="914941"/>
            </a:xfrm>
            <a:custGeom>
              <a:avLst/>
              <a:pathLst>
                <a:path w="920549" h="914941">
                  <a:moveTo>
                    <a:pt x="914400" y="914400"/>
                  </a:moveTo>
                  <a:lnTo>
                    <a:pt x="920549" y="914400"/>
                  </a:lnTo>
                  <a:lnTo>
                    <a:pt x="919674" y="914476"/>
                  </a:lnTo>
                  <a:lnTo>
                    <a:pt x="917514" y="914666"/>
                  </a:lnTo>
                  <a:lnTo>
                    <a:pt x="915354" y="914857"/>
                  </a:lnTo>
                  <a:lnTo>
                    <a:pt x="914400" y="914941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2531128" y="2843372"/>
              <a:ext cx="914400" cy="916267"/>
            </a:xfrm>
            <a:custGeom>
              <a:avLst/>
              <a:pathLst>
                <a:path w="914400" h="916267">
                  <a:moveTo>
                    <a:pt x="914400" y="914399"/>
                  </a:moveTo>
                  <a:lnTo>
                    <a:pt x="914400" y="916267"/>
                  </a:lnTo>
                  <a:lnTo>
                    <a:pt x="911459" y="914399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2531128" y="2843372"/>
              <a:ext cx="923662" cy="921047"/>
            </a:xfrm>
            <a:custGeom>
              <a:avLst/>
              <a:pathLst>
                <a:path w="923662" h="92104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1047"/>
                  </a:lnTo>
                  <a:lnTo>
                    <a:pt x="921255" y="920024"/>
                  </a:lnTo>
                  <a:lnTo>
                    <a:pt x="915678" y="917078"/>
                  </a:lnTo>
                  <a:lnTo>
                    <a:pt x="914400" y="916267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2540390" y="2843372"/>
              <a:ext cx="923662" cy="924358"/>
            </a:xfrm>
            <a:custGeom>
              <a:avLst/>
              <a:pathLst>
                <a:path w="923662" h="92435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8"/>
                  </a:lnTo>
                  <a:lnTo>
                    <a:pt x="923354" y="924274"/>
                  </a:lnTo>
                  <a:lnTo>
                    <a:pt x="917643" y="922425"/>
                  </a:lnTo>
                  <a:lnTo>
                    <a:pt x="914400" y="921047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2549652" y="2843372"/>
              <a:ext cx="923662" cy="926900"/>
            </a:xfrm>
            <a:custGeom>
              <a:avLst/>
              <a:pathLst>
                <a:path w="923662" h="92690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900"/>
                  </a:lnTo>
                  <a:lnTo>
                    <a:pt x="922885" y="926687"/>
                  </a:lnTo>
                  <a:lnTo>
                    <a:pt x="921630" y="926342"/>
                  </a:lnTo>
                  <a:lnTo>
                    <a:pt x="920374" y="925997"/>
                  </a:lnTo>
                  <a:lnTo>
                    <a:pt x="919118" y="925652"/>
                  </a:lnTo>
                  <a:lnTo>
                    <a:pt x="917863" y="925308"/>
                  </a:lnTo>
                  <a:lnTo>
                    <a:pt x="916607" y="924963"/>
                  </a:lnTo>
                  <a:lnTo>
                    <a:pt x="915351" y="924619"/>
                  </a:lnTo>
                  <a:lnTo>
                    <a:pt x="914400" y="92435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2558914" y="2843372"/>
              <a:ext cx="923662" cy="929450"/>
            </a:xfrm>
            <a:custGeom>
              <a:avLst/>
              <a:pathLst>
                <a:path w="923662" h="92945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450"/>
                  </a:lnTo>
                  <a:lnTo>
                    <a:pt x="923350" y="929364"/>
                  </a:lnTo>
                  <a:lnTo>
                    <a:pt x="923037" y="929277"/>
                  </a:lnTo>
                  <a:lnTo>
                    <a:pt x="922881" y="929227"/>
                  </a:lnTo>
                  <a:lnTo>
                    <a:pt x="922724" y="929191"/>
                  </a:lnTo>
                  <a:lnTo>
                    <a:pt x="922411" y="929105"/>
                  </a:lnTo>
                  <a:lnTo>
                    <a:pt x="921155" y="928759"/>
                  </a:lnTo>
                  <a:lnTo>
                    <a:pt x="919900" y="928413"/>
                  </a:lnTo>
                  <a:lnTo>
                    <a:pt x="918644" y="928068"/>
                  </a:lnTo>
                  <a:lnTo>
                    <a:pt x="917389" y="927722"/>
                  </a:lnTo>
                  <a:lnTo>
                    <a:pt x="916134" y="927377"/>
                  </a:lnTo>
                  <a:lnTo>
                    <a:pt x="914878" y="927032"/>
                  </a:lnTo>
                  <a:lnTo>
                    <a:pt x="914400" y="92690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256817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2325" y="931638"/>
                  </a:lnTo>
                  <a:lnTo>
                    <a:pt x="921618" y="931442"/>
                  </a:lnTo>
                  <a:lnTo>
                    <a:pt x="920363" y="931096"/>
                  </a:lnTo>
                  <a:lnTo>
                    <a:pt x="919108" y="930749"/>
                  </a:lnTo>
                  <a:lnTo>
                    <a:pt x="917854" y="930403"/>
                  </a:lnTo>
                  <a:lnTo>
                    <a:pt x="916599" y="930056"/>
                  </a:lnTo>
                  <a:lnTo>
                    <a:pt x="915344" y="929710"/>
                  </a:lnTo>
                  <a:lnTo>
                    <a:pt x="914400" y="929450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257743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2586701" y="284337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259596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260522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261448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262375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2633012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2642274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265153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266079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2670061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267932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268858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269784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2707110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376"/>
                  </a:lnTo>
                  <a:lnTo>
                    <a:pt x="922531" y="912732"/>
                  </a:lnTo>
                  <a:lnTo>
                    <a:pt x="921135" y="913172"/>
                  </a:lnTo>
                  <a:lnTo>
                    <a:pt x="919739" y="913612"/>
                  </a:lnTo>
                  <a:lnTo>
                    <a:pt x="918343" y="914052"/>
                  </a:lnTo>
                  <a:lnTo>
                    <a:pt x="917240" y="914400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2716372" y="2843372"/>
              <a:ext cx="923662" cy="929615"/>
            </a:xfrm>
            <a:custGeom>
              <a:avLst/>
              <a:pathLst>
                <a:path w="923662" h="9296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704"/>
                  </a:lnTo>
                  <a:lnTo>
                    <a:pt x="923045" y="926897"/>
                  </a:lnTo>
                  <a:lnTo>
                    <a:pt x="921649" y="927336"/>
                  </a:lnTo>
                  <a:lnTo>
                    <a:pt x="920252" y="927775"/>
                  </a:lnTo>
                  <a:lnTo>
                    <a:pt x="918855" y="928214"/>
                  </a:lnTo>
                  <a:lnTo>
                    <a:pt x="917458" y="928653"/>
                  </a:lnTo>
                  <a:lnTo>
                    <a:pt x="916062" y="929092"/>
                  </a:lnTo>
                  <a:lnTo>
                    <a:pt x="914665" y="929531"/>
                  </a:lnTo>
                  <a:lnTo>
                    <a:pt x="914400" y="929615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2725634" y="2843372"/>
              <a:ext cx="923662" cy="926704"/>
            </a:xfrm>
            <a:custGeom>
              <a:avLst/>
              <a:pathLst>
                <a:path w="923662" h="926704">
                  <a:moveTo>
                    <a:pt x="914400" y="914399"/>
                  </a:moveTo>
                  <a:lnTo>
                    <a:pt x="923662" y="914399"/>
                  </a:lnTo>
                  <a:lnTo>
                    <a:pt x="923564" y="923832"/>
                  </a:lnTo>
                  <a:lnTo>
                    <a:pt x="922167" y="924269"/>
                  </a:lnTo>
                  <a:lnTo>
                    <a:pt x="920769" y="924707"/>
                  </a:lnTo>
                  <a:lnTo>
                    <a:pt x="919372" y="925145"/>
                  </a:lnTo>
                  <a:lnTo>
                    <a:pt x="917974" y="925583"/>
                  </a:lnTo>
                  <a:lnTo>
                    <a:pt x="916577" y="926021"/>
                  </a:lnTo>
                  <a:lnTo>
                    <a:pt x="915180" y="926459"/>
                  </a:lnTo>
                  <a:lnTo>
                    <a:pt x="914400" y="926704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2734897" y="2843372"/>
              <a:ext cx="923662" cy="924351"/>
            </a:xfrm>
            <a:custGeom>
              <a:avLst/>
              <a:pathLst>
                <a:path w="923662" h="92435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1"/>
                  </a:lnTo>
                  <a:lnTo>
                    <a:pt x="923113" y="924216"/>
                  </a:lnTo>
                  <a:lnTo>
                    <a:pt x="921537" y="923826"/>
                  </a:lnTo>
                  <a:lnTo>
                    <a:pt x="919961" y="923437"/>
                  </a:lnTo>
                  <a:lnTo>
                    <a:pt x="918385" y="923048"/>
                  </a:lnTo>
                  <a:lnTo>
                    <a:pt x="917503" y="922831"/>
                  </a:lnTo>
                  <a:lnTo>
                    <a:pt x="917097" y="922958"/>
                  </a:lnTo>
                  <a:lnTo>
                    <a:pt x="915699" y="923395"/>
                  </a:lnTo>
                  <a:lnTo>
                    <a:pt x="914400" y="923801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2744159" y="2843372"/>
              <a:ext cx="923662" cy="926645"/>
            </a:xfrm>
            <a:custGeom>
              <a:avLst/>
              <a:pathLst>
                <a:path w="923662" h="92664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645"/>
                  </a:lnTo>
                  <a:lnTo>
                    <a:pt x="923304" y="926556"/>
                  </a:lnTo>
                  <a:lnTo>
                    <a:pt x="921729" y="926165"/>
                  </a:lnTo>
                  <a:lnTo>
                    <a:pt x="920154" y="925775"/>
                  </a:lnTo>
                  <a:lnTo>
                    <a:pt x="918578" y="925385"/>
                  </a:lnTo>
                  <a:lnTo>
                    <a:pt x="917002" y="924995"/>
                  </a:lnTo>
                  <a:lnTo>
                    <a:pt x="915427" y="924605"/>
                  </a:lnTo>
                  <a:lnTo>
                    <a:pt x="914400" y="924351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2753421" y="2843372"/>
              <a:ext cx="923662" cy="928946"/>
            </a:xfrm>
            <a:custGeom>
              <a:avLst/>
              <a:pathLst>
                <a:path w="923662" h="928946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8946"/>
                  </a:lnTo>
                  <a:lnTo>
                    <a:pt x="923492" y="928904"/>
                  </a:lnTo>
                  <a:lnTo>
                    <a:pt x="921917" y="928512"/>
                  </a:lnTo>
                  <a:lnTo>
                    <a:pt x="920342" y="928120"/>
                  </a:lnTo>
                  <a:lnTo>
                    <a:pt x="918768" y="927729"/>
                  </a:lnTo>
                  <a:lnTo>
                    <a:pt x="917192" y="927338"/>
                  </a:lnTo>
                  <a:lnTo>
                    <a:pt x="915617" y="926947"/>
                  </a:lnTo>
                  <a:lnTo>
                    <a:pt x="914400" y="926645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2762683" y="2843372"/>
              <a:ext cx="923662" cy="931255"/>
            </a:xfrm>
            <a:custGeom>
              <a:avLst/>
              <a:pathLst>
                <a:path w="923662" h="93125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255"/>
                  </a:lnTo>
                  <a:lnTo>
                    <a:pt x="922102" y="930866"/>
                  </a:lnTo>
                  <a:lnTo>
                    <a:pt x="920528" y="930473"/>
                  </a:lnTo>
                  <a:lnTo>
                    <a:pt x="918954" y="930080"/>
                  </a:lnTo>
                  <a:lnTo>
                    <a:pt x="917379" y="929688"/>
                  </a:lnTo>
                  <a:lnTo>
                    <a:pt x="915805" y="929296"/>
                  </a:lnTo>
                  <a:lnTo>
                    <a:pt x="914400" y="928946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277194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382" y="931638"/>
                  </a:lnTo>
                  <a:lnTo>
                    <a:pt x="914400" y="931255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278120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279047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2799732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127"/>
                  </a:lnTo>
                  <a:lnTo>
                    <a:pt x="921834" y="914287"/>
                  </a:lnTo>
                  <a:lnTo>
                    <a:pt x="920549" y="914400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2808994" y="2843372"/>
              <a:ext cx="923662" cy="931365"/>
            </a:xfrm>
            <a:custGeom>
              <a:avLst/>
              <a:pathLst>
                <a:path w="923662" h="9313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813"/>
                  </a:lnTo>
                  <a:lnTo>
                    <a:pt x="920443" y="930561"/>
                  </a:lnTo>
                  <a:lnTo>
                    <a:pt x="914738" y="931335"/>
                  </a:lnTo>
                  <a:lnTo>
                    <a:pt x="914400" y="931365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2818257" y="2843372"/>
              <a:ext cx="923662" cy="929813"/>
            </a:xfrm>
            <a:custGeom>
              <a:avLst/>
              <a:pathLst>
                <a:path w="923662" h="929813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877"/>
                  </a:lnTo>
                  <a:lnTo>
                    <a:pt x="922490" y="927381"/>
                  </a:lnTo>
                  <a:lnTo>
                    <a:pt x="916858" y="929242"/>
                  </a:lnTo>
                  <a:lnTo>
                    <a:pt x="914400" y="929813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2827519" y="2843372"/>
              <a:ext cx="923662" cy="926877"/>
            </a:xfrm>
            <a:custGeom>
              <a:avLst/>
              <a:pathLst>
                <a:path w="923662" h="9268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2395"/>
                  </a:lnTo>
                  <a:lnTo>
                    <a:pt x="918802" y="924983"/>
                  </a:lnTo>
                  <a:lnTo>
                    <a:pt x="914400" y="926877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2836781" y="2843372"/>
              <a:ext cx="923662" cy="922395"/>
            </a:xfrm>
            <a:custGeom>
              <a:avLst/>
              <a:pathLst>
                <a:path w="923662" h="92239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6205"/>
                  </a:lnTo>
                  <a:lnTo>
                    <a:pt x="920451" y="918603"/>
                  </a:lnTo>
                  <a:lnTo>
                    <a:pt x="915040" y="922054"/>
                  </a:lnTo>
                  <a:lnTo>
                    <a:pt x="914400" y="922395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2846043" y="2843372"/>
              <a:ext cx="916775" cy="916205"/>
            </a:xfrm>
            <a:custGeom>
              <a:avLst/>
              <a:pathLst>
                <a:path w="916775" h="916205">
                  <a:moveTo>
                    <a:pt x="914400" y="914399"/>
                  </a:moveTo>
                  <a:lnTo>
                    <a:pt x="916775" y="914399"/>
                  </a:lnTo>
                  <a:lnTo>
                    <a:pt x="916498" y="914638"/>
                  </a:lnTo>
                  <a:lnTo>
                    <a:pt x="914400" y="916205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2512603" y="2826133"/>
              <a:ext cx="914400" cy="918691"/>
            </a:xfrm>
            <a:custGeom>
              <a:avLst/>
              <a:pathLst>
                <a:path w="914400" h="918691">
                  <a:moveTo>
                    <a:pt x="914400" y="914399"/>
                  </a:moveTo>
                  <a:lnTo>
                    <a:pt x="914400" y="918691"/>
                  </a:lnTo>
                  <a:lnTo>
                    <a:pt x="912947" y="917266"/>
                  </a:lnTo>
                  <a:lnTo>
                    <a:pt x="910363" y="914399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2512603" y="2826133"/>
              <a:ext cx="923662" cy="927067"/>
            </a:xfrm>
            <a:custGeom>
              <a:avLst/>
              <a:pathLst>
                <a:path w="923662" h="92706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7067"/>
                  </a:lnTo>
                  <a:lnTo>
                    <a:pt x="923336" y="926824"/>
                  </a:lnTo>
                  <a:lnTo>
                    <a:pt x="918075" y="922297"/>
                  </a:lnTo>
                  <a:lnTo>
                    <a:pt x="914400" y="918691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252186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0721" y="931638"/>
                  </a:lnTo>
                  <a:lnTo>
                    <a:pt x="919455" y="930834"/>
                  </a:lnTo>
                  <a:lnTo>
                    <a:pt x="914400" y="927067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253112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254039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254965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255891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256817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257743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2586701" y="28261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259596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260522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261448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262375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263301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264227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265153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266079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267006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267932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268858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269784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270711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271637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272563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273489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274415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275342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276268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277194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278120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279047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279973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280899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281825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282751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283678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2846043" y="284337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38"/>
                  </a:lnTo>
                  <a:lnTo>
                    <a:pt x="921691" y="910169"/>
                  </a:lnTo>
                  <a:lnTo>
                    <a:pt x="916775" y="914399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2855306" y="2826133"/>
              <a:ext cx="923662" cy="925477"/>
            </a:xfrm>
            <a:custGeom>
              <a:avLst/>
              <a:pathLst>
                <a:path w="923662" h="9254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457"/>
                  </a:lnTo>
                  <a:lnTo>
                    <a:pt x="922409" y="917010"/>
                  </a:lnTo>
                  <a:lnTo>
                    <a:pt x="917491" y="922448"/>
                  </a:lnTo>
                  <a:lnTo>
                    <a:pt x="914400" y="925477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2864568" y="2826133"/>
              <a:ext cx="915253" cy="915457"/>
            </a:xfrm>
            <a:custGeom>
              <a:avLst/>
              <a:pathLst>
                <a:path w="915253" h="915457">
                  <a:moveTo>
                    <a:pt x="914400" y="914399"/>
                  </a:moveTo>
                  <a:lnTo>
                    <a:pt x="915253" y="914399"/>
                  </a:lnTo>
                  <a:lnTo>
                    <a:pt x="914400" y="915457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2503341" y="2808895"/>
              <a:ext cx="914400" cy="925459"/>
            </a:xfrm>
            <a:custGeom>
              <a:avLst/>
              <a:pathLst>
                <a:path w="914400" h="925459">
                  <a:moveTo>
                    <a:pt x="914400" y="914400"/>
                  </a:moveTo>
                  <a:lnTo>
                    <a:pt x="914400" y="925459"/>
                  </a:lnTo>
                  <a:lnTo>
                    <a:pt x="912412" y="922984"/>
                  </a:lnTo>
                  <a:lnTo>
                    <a:pt x="907768" y="916527"/>
                  </a:lnTo>
                  <a:lnTo>
                    <a:pt x="906394" y="91440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250334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25" y="931638"/>
                  </a:lnTo>
                  <a:lnTo>
                    <a:pt x="917230" y="928982"/>
                  </a:lnTo>
                  <a:lnTo>
                    <a:pt x="914400" y="925459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251260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252186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253112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254039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254965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255891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256817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257743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2586701" y="28088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259596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260522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261448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262375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263301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264227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265153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266079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267006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267932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268858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269784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270711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271637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272563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273489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274415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275342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276268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277194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278120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279047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279973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280899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281825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282751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283678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284604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285530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2864568" y="28261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065"/>
                  </a:lnTo>
                  <a:lnTo>
                    <a:pt x="923464" y="903353"/>
                  </a:lnTo>
                  <a:lnTo>
                    <a:pt x="922500" y="904759"/>
                  </a:lnTo>
                  <a:lnTo>
                    <a:pt x="917908" y="911109"/>
                  </a:lnTo>
                  <a:lnTo>
                    <a:pt x="915253" y="914399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2873830" y="2808895"/>
              <a:ext cx="918450" cy="920303"/>
            </a:xfrm>
            <a:custGeom>
              <a:avLst/>
              <a:pathLst>
                <a:path w="918450" h="920303">
                  <a:moveTo>
                    <a:pt x="914400" y="914400"/>
                  </a:moveTo>
                  <a:lnTo>
                    <a:pt x="918450" y="914400"/>
                  </a:lnTo>
                  <a:lnTo>
                    <a:pt x="918036" y="915003"/>
                  </a:lnTo>
                  <a:lnTo>
                    <a:pt x="917077" y="916400"/>
                  </a:lnTo>
                  <a:lnTo>
                    <a:pt x="916118" y="917797"/>
                  </a:lnTo>
                  <a:lnTo>
                    <a:pt x="915160" y="919194"/>
                  </a:lnTo>
                  <a:lnTo>
                    <a:pt x="914400" y="920303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2494079" y="2791656"/>
              <a:ext cx="914400" cy="929693"/>
            </a:xfrm>
            <a:custGeom>
              <a:avLst/>
              <a:pathLst>
                <a:path w="914400" h="929693">
                  <a:moveTo>
                    <a:pt x="914400" y="914400"/>
                  </a:moveTo>
                  <a:lnTo>
                    <a:pt x="914400" y="929693"/>
                  </a:lnTo>
                  <a:lnTo>
                    <a:pt x="912574" y="926867"/>
                  </a:lnTo>
                  <a:lnTo>
                    <a:pt x="908317" y="919545"/>
                  </a:lnTo>
                  <a:lnTo>
                    <a:pt x="905622" y="91440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249407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56" y="931638"/>
                  </a:lnTo>
                  <a:lnTo>
                    <a:pt x="914400" y="929693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250334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251260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252186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253112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254039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254965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255891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256817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257743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586701" y="27916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59596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60522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61448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62375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63301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64227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65153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66079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67006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67932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68858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69784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70711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71637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72563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73489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74415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75342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76268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77194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78120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79047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79973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80899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81825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82751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83678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84604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85530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286456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873830" y="28088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13"/>
                  </a:lnTo>
                  <a:lnTo>
                    <a:pt x="922833" y="908018"/>
                  </a:lnTo>
                  <a:lnTo>
                    <a:pt x="921874" y="909415"/>
                  </a:lnTo>
                  <a:lnTo>
                    <a:pt x="920914" y="910811"/>
                  </a:lnTo>
                  <a:lnTo>
                    <a:pt x="919954" y="912208"/>
                  </a:lnTo>
                  <a:lnTo>
                    <a:pt x="918995" y="913605"/>
                  </a:lnTo>
                  <a:lnTo>
                    <a:pt x="918450" y="914400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883092" y="2791656"/>
              <a:ext cx="921041" cy="924051"/>
            </a:xfrm>
            <a:custGeom>
              <a:avLst/>
              <a:pathLst>
                <a:path w="921041" h="924051">
                  <a:moveTo>
                    <a:pt x="914400" y="914400"/>
                  </a:moveTo>
                  <a:lnTo>
                    <a:pt x="921041" y="914400"/>
                  </a:lnTo>
                  <a:lnTo>
                    <a:pt x="920296" y="915481"/>
                  </a:lnTo>
                  <a:lnTo>
                    <a:pt x="919335" y="916877"/>
                  </a:lnTo>
                  <a:lnTo>
                    <a:pt x="918374" y="918273"/>
                  </a:lnTo>
                  <a:lnTo>
                    <a:pt x="917413" y="919670"/>
                  </a:lnTo>
                  <a:lnTo>
                    <a:pt x="916452" y="921066"/>
                  </a:lnTo>
                  <a:lnTo>
                    <a:pt x="915492" y="922463"/>
                  </a:lnTo>
                  <a:lnTo>
                    <a:pt x="914531" y="923860"/>
                  </a:lnTo>
                  <a:lnTo>
                    <a:pt x="914400" y="924051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484817" y="2774418"/>
              <a:ext cx="914400" cy="930713"/>
            </a:xfrm>
            <a:custGeom>
              <a:avLst/>
              <a:pathLst>
                <a:path w="914400" h="930713">
                  <a:moveTo>
                    <a:pt x="914400" y="914399"/>
                  </a:moveTo>
                  <a:lnTo>
                    <a:pt x="914400" y="930713"/>
                  </a:lnTo>
                  <a:lnTo>
                    <a:pt x="913533" y="929059"/>
                  </a:lnTo>
                  <a:lnTo>
                    <a:pt x="909709" y="920952"/>
                  </a:lnTo>
                  <a:lnTo>
                    <a:pt x="906929" y="914399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48481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884" y="931638"/>
                  </a:lnTo>
                  <a:lnTo>
                    <a:pt x="914400" y="930713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49407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50334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51260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52186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253112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254039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254965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255891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256817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257743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2586701" y="277441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259596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260522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261448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262375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263301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264227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265153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266079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267006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267932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268858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269784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270711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271637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272563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273489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274415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275342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276268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277194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278120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279047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279973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280899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281825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282751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283678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284604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285530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286456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287383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2883092" y="27916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595"/>
                  </a:lnTo>
                  <a:lnTo>
                    <a:pt x="923181" y="911292"/>
                  </a:lnTo>
                  <a:lnTo>
                    <a:pt x="922219" y="912688"/>
                  </a:lnTo>
                  <a:lnTo>
                    <a:pt x="921258" y="914085"/>
                  </a:lnTo>
                  <a:lnTo>
                    <a:pt x="921041" y="914400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2892354" y="2774418"/>
              <a:ext cx="923662" cy="927834"/>
            </a:xfrm>
            <a:custGeom>
              <a:avLst/>
              <a:pathLst>
                <a:path w="923662" h="927834">
                  <a:moveTo>
                    <a:pt x="914400" y="914399"/>
                  </a:moveTo>
                  <a:lnTo>
                    <a:pt x="923662" y="914411"/>
                  </a:lnTo>
                  <a:lnTo>
                    <a:pt x="923549" y="914575"/>
                  </a:lnTo>
                  <a:lnTo>
                    <a:pt x="922585" y="915970"/>
                  </a:lnTo>
                  <a:lnTo>
                    <a:pt x="921621" y="917365"/>
                  </a:lnTo>
                  <a:lnTo>
                    <a:pt x="920658" y="918761"/>
                  </a:lnTo>
                  <a:lnTo>
                    <a:pt x="919694" y="920156"/>
                  </a:lnTo>
                  <a:lnTo>
                    <a:pt x="918731" y="921552"/>
                  </a:lnTo>
                  <a:lnTo>
                    <a:pt x="917769" y="922948"/>
                  </a:lnTo>
                  <a:lnTo>
                    <a:pt x="916806" y="924343"/>
                  </a:lnTo>
                  <a:lnTo>
                    <a:pt x="915843" y="925739"/>
                  </a:lnTo>
                  <a:lnTo>
                    <a:pt x="914881" y="927135"/>
                  </a:lnTo>
                  <a:lnTo>
                    <a:pt x="914400" y="927834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2475555" y="2757179"/>
              <a:ext cx="914399" cy="927148"/>
            </a:xfrm>
            <a:custGeom>
              <a:avLst/>
              <a:pathLst>
                <a:path w="914399" h="927148">
                  <a:moveTo>
                    <a:pt x="914399" y="914400"/>
                  </a:moveTo>
                  <a:lnTo>
                    <a:pt x="914399" y="927148"/>
                  </a:lnTo>
                  <a:lnTo>
                    <a:pt x="912029" y="920920"/>
                  </a:lnTo>
                  <a:lnTo>
                    <a:pt x="909813" y="91440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2475555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191" y="931638"/>
                  </a:lnTo>
                  <a:lnTo>
                    <a:pt x="915379" y="929724"/>
                  </a:lnTo>
                  <a:lnTo>
                    <a:pt x="914399" y="92714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248481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249407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250334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251260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252186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253112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254039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254965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255891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256817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257743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2586701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259596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260522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261448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262375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263301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264227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265153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266079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267006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267932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268858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269784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270711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271637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272563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273489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274415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275342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276268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277194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278120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279047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279973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280899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281825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282751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283678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284604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285530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286456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287383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288309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289235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2901617" y="277441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920"/>
                  </a:lnTo>
                  <a:lnTo>
                    <a:pt x="920670" y="904988"/>
                  </a:lnTo>
                  <a:lnTo>
                    <a:pt x="916221" y="911776"/>
                  </a:lnTo>
                  <a:lnTo>
                    <a:pt x="915251" y="913180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2910879" y="2757179"/>
              <a:ext cx="915992" cy="917158"/>
            </a:xfrm>
            <a:custGeom>
              <a:avLst/>
              <a:pathLst>
                <a:path w="915992" h="917158">
                  <a:moveTo>
                    <a:pt x="914400" y="914400"/>
                  </a:moveTo>
                  <a:lnTo>
                    <a:pt x="915992" y="914400"/>
                  </a:lnTo>
                  <a:lnTo>
                    <a:pt x="915662" y="915019"/>
                  </a:lnTo>
                  <a:lnTo>
                    <a:pt x="914400" y="91715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2466292" y="2739941"/>
              <a:ext cx="914400" cy="916049"/>
            </a:xfrm>
            <a:custGeom>
              <a:avLst/>
              <a:pathLst>
                <a:path w="914400" h="916049">
                  <a:moveTo>
                    <a:pt x="914400" y="914399"/>
                  </a:moveTo>
                  <a:lnTo>
                    <a:pt x="914400" y="916049"/>
                  </a:lnTo>
                  <a:lnTo>
                    <a:pt x="913961" y="914399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24662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076" y="931638"/>
                  </a:lnTo>
                  <a:lnTo>
                    <a:pt x="918193" y="929041"/>
                  </a:lnTo>
                  <a:lnTo>
                    <a:pt x="915354" y="919636"/>
                  </a:lnTo>
                  <a:lnTo>
                    <a:pt x="914400" y="916049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2475555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24848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249407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250334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251260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252186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253112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254039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254965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255891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256817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257743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2586701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259596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260522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261448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262375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263301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264227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265153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266079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267006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267932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268858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269784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270711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271637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272563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273489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274415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275342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276268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277194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278120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279047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279973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280899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281825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282751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283678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284604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285530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286456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287383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28830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289235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29016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2910879" y="27571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148"/>
                  </a:lnTo>
                  <a:lnTo>
                    <a:pt x="923542" y="899424"/>
                  </a:lnTo>
                  <a:lnTo>
                    <a:pt x="919711" y="907411"/>
                  </a:lnTo>
                  <a:lnTo>
                    <a:pt x="915992" y="914400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2920141" y="2739941"/>
              <a:ext cx="915258" cy="916386"/>
            </a:xfrm>
            <a:custGeom>
              <a:avLst/>
              <a:pathLst>
                <a:path w="915258" h="916386">
                  <a:moveTo>
                    <a:pt x="914400" y="914399"/>
                  </a:moveTo>
                  <a:lnTo>
                    <a:pt x="915258" y="914399"/>
                  </a:lnTo>
                  <a:lnTo>
                    <a:pt x="914400" y="916386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2466292" y="27227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961" y="931638"/>
                  </a:lnTo>
                  <a:lnTo>
                    <a:pt x="912782" y="927207"/>
                  </a:lnTo>
                  <a:lnTo>
                    <a:pt x="910484" y="917302"/>
                  </a:lnTo>
                  <a:lnTo>
                    <a:pt x="909906" y="914400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24662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2475555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24848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24940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250334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251260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252186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253112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254039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254965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255891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256817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257743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2586701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259596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260522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261448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262375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263301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264227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265153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266079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267006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267932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268858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269784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270711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271637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272563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273489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274415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275342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276268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277194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278120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279047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279973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280899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281825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282751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283678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284604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285530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286456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287383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28830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289235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29016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29108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2920141" y="2739941"/>
              <a:ext cx="922111" cy="914399"/>
            </a:xfrm>
            <a:custGeom>
              <a:avLst/>
              <a:pathLst>
                <a:path w="922111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2111" y="897161"/>
                  </a:lnTo>
                  <a:lnTo>
                    <a:pt x="921252" y="899635"/>
                  </a:lnTo>
                  <a:lnTo>
                    <a:pt x="917885" y="908317"/>
                  </a:lnTo>
                  <a:lnTo>
                    <a:pt x="915258" y="914399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2466292" y="27054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6" y="931638"/>
                  </a:lnTo>
                  <a:lnTo>
                    <a:pt x="908467" y="924427"/>
                  </a:lnTo>
                  <a:lnTo>
                    <a:pt x="906782" y="914400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24662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2475555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24848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24940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250334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251260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252186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253112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254039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254965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255891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256817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257743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2586701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259596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60522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61448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62375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63301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64227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65153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66079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67006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67932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68858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69784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70711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71637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72563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73489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74415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75342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276268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277194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278120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279047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79973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280899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281825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282751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283678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284604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285530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86456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87383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28830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289235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29016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29108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2920141" y="272270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931"/>
                  </a:lnTo>
                  <a:lnTo>
                    <a:pt x="922111" y="914400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2929403" y="2705464"/>
              <a:ext cx="918371" cy="927170"/>
            </a:xfrm>
            <a:custGeom>
              <a:avLst/>
              <a:pathLst>
                <a:path w="918371" h="927170">
                  <a:moveTo>
                    <a:pt x="914400" y="914400"/>
                  </a:moveTo>
                  <a:lnTo>
                    <a:pt x="918371" y="914400"/>
                  </a:lnTo>
                  <a:lnTo>
                    <a:pt x="917979" y="915835"/>
                  </a:lnTo>
                  <a:lnTo>
                    <a:pt x="915112" y="925118"/>
                  </a:lnTo>
                  <a:lnTo>
                    <a:pt x="914400" y="927170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2457030" y="2688225"/>
              <a:ext cx="914400" cy="919452"/>
            </a:xfrm>
            <a:custGeom>
              <a:avLst/>
              <a:pathLst>
                <a:path w="914400" h="919452">
                  <a:moveTo>
                    <a:pt x="914400" y="914400"/>
                  </a:moveTo>
                  <a:lnTo>
                    <a:pt x="914400" y="919452"/>
                  </a:lnTo>
                  <a:lnTo>
                    <a:pt x="913852" y="914400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24570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044" y="931638"/>
                  </a:lnTo>
                  <a:lnTo>
                    <a:pt x="915999" y="931370"/>
                  </a:lnTo>
                  <a:lnTo>
                    <a:pt x="914559" y="920920"/>
                  </a:lnTo>
                  <a:lnTo>
                    <a:pt x="914400" y="919452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24662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2475555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24848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24940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25033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251260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252186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253112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254039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254965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255891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256817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257743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2586701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259596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260522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261448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62375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63301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64227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65153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66079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67006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67932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68858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69784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70711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71637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72563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73489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74415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75342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76268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77194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78120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79047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79973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80899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81825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82751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83678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84604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85530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86456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8738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8830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89235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9016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9108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9201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929403" y="2705464"/>
              <a:ext cx="922764" cy="914400"/>
            </a:xfrm>
            <a:custGeom>
              <a:avLst/>
              <a:pathLst>
                <a:path w="9227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64" y="897161"/>
                  </a:lnTo>
                  <a:lnTo>
                    <a:pt x="920585" y="906289"/>
                  </a:lnTo>
                  <a:lnTo>
                    <a:pt x="918371" y="91440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457030" y="26709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52" y="931638"/>
                  </a:lnTo>
                  <a:lnTo>
                    <a:pt x="913413" y="927583"/>
                  </a:lnTo>
                  <a:lnTo>
                    <a:pt x="912565" y="916911"/>
                  </a:lnTo>
                  <a:lnTo>
                    <a:pt x="912437" y="914400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4570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4662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475555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848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4940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5033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51260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52186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53112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54039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54965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5891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56817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7743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586701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59596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60522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61448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62375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63301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64227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65153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66079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67006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67932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68858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69784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70711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71637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72563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73489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74415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75342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76268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77194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78120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79047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79973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80899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81825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82751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83678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84604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85530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86456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8738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8830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89235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9016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9108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9201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929403" y="26882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151"/>
                  </a:lnTo>
                  <a:lnTo>
                    <a:pt x="922921" y="913742"/>
                  </a:lnTo>
                  <a:lnTo>
                    <a:pt x="922764" y="91440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938666" y="2670987"/>
              <a:ext cx="916872" cy="927390"/>
            </a:xfrm>
            <a:custGeom>
              <a:avLst/>
              <a:pathLst>
                <a:path w="916872" h="927390">
                  <a:moveTo>
                    <a:pt x="914400" y="914400"/>
                  </a:moveTo>
                  <a:lnTo>
                    <a:pt x="916872" y="914400"/>
                  </a:lnTo>
                  <a:lnTo>
                    <a:pt x="915720" y="920984"/>
                  </a:lnTo>
                  <a:lnTo>
                    <a:pt x="914400" y="927390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457030" y="26537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437" y="931638"/>
                  </a:lnTo>
                  <a:lnTo>
                    <a:pt x="912018" y="923410"/>
                  </a:lnTo>
                  <a:lnTo>
                    <a:pt x="911812" y="914400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4570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4662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475555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4848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4940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5033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126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2186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3112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54039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54965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55891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6817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57743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586701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9596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60522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61448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62375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63301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64227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65153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66079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67006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67932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68858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69784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70711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71637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72563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73489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74415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75342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76268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77194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78120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79047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79973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80899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81825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82751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83678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84604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85530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86456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8738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8830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89235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9016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9108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9201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9294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938666" y="2670987"/>
              <a:ext cx="919377" cy="914400"/>
            </a:xfrm>
            <a:custGeom>
              <a:avLst/>
              <a:pathLst>
                <a:path w="91937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77" y="897161"/>
                  </a:lnTo>
                  <a:lnTo>
                    <a:pt x="918996" y="900463"/>
                  </a:lnTo>
                  <a:lnTo>
                    <a:pt x="917501" y="910802"/>
                  </a:lnTo>
                  <a:lnTo>
                    <a:pt x="916872" y="914400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457030" y="26365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812" y="931638"/>
                  </a:lnTo>
                  <a:lnTo>
                    <a:pt x="911772" y="929870"/>
                  </a:lnTo>
                  <a:lnTo>
                    <a:pt x="911828" y="919083"/>
                  </a:lnTo>
                  <a:lnTo>
                    <a:pt x="911984" y="914400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570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4662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475555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4848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4940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5033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126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2186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3112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4039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4965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5891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6817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7743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86701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59596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60522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61448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62375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63301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64227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65153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66079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67006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67932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68858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69784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70711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71637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72563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73489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74415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75342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76268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77194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78120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79047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79973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80899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81825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82751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83678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84604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85530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86456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8738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8830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89235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9016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9108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9201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9294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938666" y="2653748"/>
              <a:ext cx="921072" cy="914400"/>
            </a:xfrm>
            <a:custGeom>
              <a:avLst/>
              <a:pathLst>
                <a:path w="9210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072" y="897161"/>
                  </a:lnTo>
                  <a:lnTo>
                    <a:pt x="920202" y="907232"/>
                  </a:lnTo>
                  <a:lnTo>
                    <a:pt x="919377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457030" y="261927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84" y="931638"/>
                  </a:lnTo>
                  <a:lnTo>
                    <a:pt x="912186" y="925554"/>
                  </a:lnTo>
                  <a:lnTo>
                    <a:pt x="912845" y="914836"/>
                  </a:lnTo>
                  <a:lnTo>
                    <a:pt x="912885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570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4662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475555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4848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4940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5033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126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2186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53112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4039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4965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55891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6817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7743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6701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59596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60522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61448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62375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63301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64227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265153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266079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67006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67932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268858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69784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70711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71637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272563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273489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74415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75342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276268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77194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278120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79047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279973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280899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281825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282751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283678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284604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285530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286456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28738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28830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289235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29016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29108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29201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29294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2938666" y="26365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649"/>
                  </a:lnTo>
                  <a:lnTo>
                    <a:pt x="921398" y="909034"/>
                  </a:lnTo>
                  <a:lnTo>
                    <a:pt x="921115" y="913898"/>
                  </a:lnTo>
                  <a:lnTo>
                    <a:pt x="921072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2947928" y="2619272"/>
              <a:ext cx="923662" cy="924887"/>
            </a:xfrm>
            <a:custGeom>
              <a:avLst/>
              <a:pathLst>
                <a:path w="923662" h="92488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050"/>
                  </a:lnTo>
                  <a:lnTo>
                    <a:pt x="921206" y="920111"/>
                  </a:lnTo>
                  <a:lnTo>
                    <a:pt x="915717" y="924081"/>
                  </a:lnTo>
                  <a:lnTo>
                    <a:pt x="914400" y="924887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2957190" y="2619272"/>
              <a:ext cx="918568" cy="918050"/>
            </a:xfrm>
            <a:custGeom>
              <a:avLst/>
              <a:pathLst>
                <a:path w="918568" h="918050">
                  <a:moveTo>
                    <a:pt x="914400" y="914400"/>
                  </a:moveTo>
                  <a:lnTo>
                    <a:pt x="918568" y="914400"/>
                  </a:lnTo>
                  <a:lnTo>
                    <a:pt x="917312" y="915606"/>
                  </a:lnTo>
                  <a:lnTo>
                    <a:pt x="914400" y="918050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2457030" y="261927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5" y="914400"/>
                  </a:lnTo>
                  <a:lnTo>
                    <a:pt x="913804" y="904196"/>
                  </a:lnTo>
                  <a:lnTo>
                    <a:pt x="914400" y="899201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2466292" y="26020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40"/>
                  </a:lnTo>
                  <a:lnTo>
                    <a:pt x="905380" y="914400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24662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2475555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24848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24940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25033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25126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5218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25311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54039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54965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255891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256817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257743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586701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59596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60522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61448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62375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63301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64227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265153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266079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67006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67932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68858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69784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270711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271637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272563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273489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74415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75342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276268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277194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78120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279047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79973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80899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81825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82751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283678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84604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285530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86456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87383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8830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289235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9016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9108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29201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29294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29386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9479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2957190" y="261927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361"/>
                  </a:lnTo>
                  <a:lnTo>
                    <a:pt x="922545" y="910577"/>
                  </a:lnTo>
                  <a:lnTo>
                    <a:pt x="918568" y="914400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2966452" y="2602033"/>
              <a:ext cx="923662" cy="926599"/>
            </a:xfrm>
            <a:custGeom>
              <a:avLst/>
              <a:pathLst>
                <a:path w="923662" h="9265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728"/>
                  </a:lnTo>
                  <a:lnTo>
                    <a:pt x="923283" y="916248"/>
                  </a:lnTo>
                  <a:lnTo>
                    <a:pt x="918365" y="922278"/>
                  </a:lnTo>
                  <a:lnTo>
                    <a:pt x="914400" y="926599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2975714" y="2602033"/>
              <a:ext cx="915367" cy="915728"/>
            </a:xfrm>
            <a:custGeom>
              <a:avLst/>
              <a:pathLst>
                <a:path w="915367" h="915728">
                  <a:moveTo>
                    <a:pt x="914400" y="914400"/>
                  </a:moveTo>
                  <a:lnTo>
                    <a:pt x="915367" y="914400"/>
                  </a:lnTo>
                  <a:lnTo>
                    <a:pt x="914400" y="91572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3086861" y="2602033"/>
              <a:ext cx="914400" cy="917103"/>
            </a:xfrm>
            <a:custGeom>
              <a:avLst/>
              <a:pathLst>
                <a:path w="914400" h="917103">
                  <a:moveTo>
                    <a:pt x="914400" y="914400"/>
                  </a:moveTo>
                  <a:lnTo>
                    <a:pt x="914400" y="917103"/>
                  </a:lnTo>
                  <a:lnTo>
                    <a:pt x="909753" y="915085"/>
                  </a:lnTo>
                  <a:lnTo>
                    <a:pt x="908481" y="9144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3086861" y="2602033"/>
              <a:ext cx="923662" cy="920039"/>
            </a:xfrm>
            <a:custGeom>
              <a:avLst/>
              <a:pathLst>
                <a:path w="923662" h="92003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039"/>
                  </a:lnTo>
                  <a:lnTo>
                    <a:pt x="921163" y="919458"/>
                  </a:lnTo>
                  <a:lnTo>
                    <a:pt x="915428" y="917550"/>
                  </a:lnTo>
                  <a:lnTo>
                    <a:pt x="914400" y="917103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3096123" y="2602033"/>
              <a:ext cx="923662" cy="921590"/>
            </a:xfrm>
            <a:custGeom>
              <a:avLst/>
              <a:pathLst>
                <a:path w="923662" h="9215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90"/>
                  </a:lnTo>
                  <a:lnTo>
                    <a:pt x="923495" y="921583"/>
                  </a:lnTo>
                  <a:lnTo>
                    <a:pt x="917683" y="920803"/>
                  </a:lnTo>
                  <a:lnTo>
                    <a:pt x="914400" y="920039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3105386" y="2602033"/>
              <a:ext cx="923662" cy="921796"/>
            </a:xfrm>
            <a:custGeom>
              <a:avLst/>
              <a:pathLst>
                <a:path w="923662" h="921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75"/>
                  </a:lnTo>
                  <a:lnTo>
                    <a:pt x="920058" y="921796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3114648" y="2602033"/>
              <a:ext cx="923662" cy="921575"/>
            </a:xfrm>
            <a:custGeom>
              <a:avLst/>
              <a:pathLst>
                <a:path w="923662" h="92157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96"/>
                  </a:lnTo>
                  <a:lnTo>
                    <a:pt x="922425" y="920515"/>
                  </a:lnTo>
                  <a:lnTo>
                    <a:pt x="916619" y="921439"/>
                  </a:lnTo>
                  <a:lnTo>
                    <a:pt x="914400" y="921575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3123910" y="2602033"/>
              <a:ext cx="923662" cy="920196"/>
            </a:xfrm>
            <a:custGeom>
              <a:avLst/>
              <a:pathLst>
                <a:path w="923662" h="9201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33"/>
                  </a:lnTo>
                  <a:lnTo>
                    <a:pt x="918934" y="919026"/>
                  </a:lnTo>
                  <a:lnTo>
                    <a:pt x="914400" y="920196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3133172" y="2602033"/>
              <a:ext cx="920989" cy="917333"/>
            </a:xfrm>
            <a:custGeom>
              <a:avLst/>
              <a:pathLst>
                <a:path w="920989" h="917333">
                  <a:moveTo>
                    <a:pt x="914400" y="914400"/>
                  </a:moveTo>
                  <a:lnTo>
                    <a:pt x="920989" y="914400"/>
                  </a:lnTo>
                  <a:lnTo>
                    <a:pt x="915394" y="916977"/>
                  </a:lnTo>
                  <a:lnTo>
                    <a:pt x="914400" y="917333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457030" y="2584795"/>
              <a:ext cx="914400" cy="922068"/>
            </a:xfrm>
            <a:custGeom>
              <a:avLst/>
              <a:pathLst>
                <a:path w="914400" h="922068">
                  <a:moveTo>
                    <a:pt x="914400" y="914400"/>
                  </a:moveTo>
                  <a:lnTo>
                    <a:pt x="914400" y="922068"/>
                  </a:lnTo>
                  <a:lnTo>
                    <a:pt x="913095" y="919498"/>
                  </a:lnTo>
                  <a:lnTo>
                    <a:pt x="911713" y="916778"/>
                  </a:lnTo>
                  <a:lnTo>
                    <a:pt x="910504" y="914400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24570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43" y="931638"/>
                  </a:lnTo>
                  <a:lnTo>
                    <a:pt x="915059" y="928141"/>
                  </a:lnTo>
                  <a:lnTo>
                    <a:pt x="915609" y="924452"/>
                  </a:lnTo>
                  <a:lnTo>
                    <a:pt x="914476" y="922219"/>
                  </a:lnTo>
                  <a:lnTo>
                    <a:pt x="914400" y="92206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24662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2475555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4848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24940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5033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5126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25218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25311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5403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6">
                <a:alpha val="100000"/>
              </a:srgbClr>
            </a:solidFill>
            <a:ln w="5420" cap="flat">
              <a:solidFill>
                <a:srgbClr val="FFF9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25496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55891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56817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257743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586701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59596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6">
                <a:alpha val="100000"/>
              </a:srgbClr>
            </a:solidFill>
            <a:ln w="5420" cap="flat">
              <a:solidFill>
                <a:srgbClr val="FFF9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260522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6">
                <a:alpha val="100000"/>
              </a:srgbClr>
            </a:solidFill>
            <a:ln w="5420" cap="flat">
              <a:solidFill>
                <a:srgbClr val="FFF9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61448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262375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63301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264227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65153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26607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6700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6793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6885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6978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7071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271637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72563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273489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274415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275342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276268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77194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278120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79047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279973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80899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281825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82751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283678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284604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85530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286456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8738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28830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289235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29016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9108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9201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9294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9386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9479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9571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9664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975714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49"/>
                  </a:lnTo>
                  <a:lnTo>
                    <a:pt x="922640" y="908601"/>
                  </a:lnTo>
                  <a:lnTo>
                    <a:pt x="921054" y="908372"/>
                  </a:lnTo>
                  <a:lnTo>
                    <a:pt x="919774" y="908187"/>
                  </a:lnTo>
                  <a:lnTo>
                    <a:pt x="918760" y="909741"/>
                  </a:lnTo>
                  <a:lnTo>
                    <a:pt x="915367" y="914400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984977" y="2584795"/>
              <a:ext cx="923662" cy="927331"/>
            </a:xfrm>
            <a:custGeom>
              <a:avLst/>
              <a:pathLst>
                <a:path w="923662" h="92733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331"/>
                  </a:lnTo>
                  <a:lnTo>
                    <a:pt x="922894" y="927219"/>
                  </a:lnTo>
                  <a:lnTo>
                    <a:pt x="921308" y="926989"/>
                  </a:lnTo>
                  <a:lnTo>
                    <a:pt x="919722" y="926759"/>
                  </a:lnTo>
                  <a:lnTo>
                    <a:pt x="918136" y="926528"/>
                  </a:lnTo>
                  <a:lnTo>
                    <a:pt x="916550" y="926299"/>
                  </a:lnTo>
                  <a:lnTo>
                    <a:pt x="914964" y="926069"/>
                  </a:lnTo>
                  <a:lnTo>
                    <a:pt x="914400" y="925987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994239" y="2584795"/>
              <a:ext cx="923662" cy="928682"/>
            </a:xfrm>
            <a:custGeom>
              <a:avLst/>
              <a:pathLst>
                <a:path w="923662" h="9286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682"/>
                  </a:lnTo>
                  <a:lnTo>
                    <a:pt x="923146" y="928606"/>
                  </a:lnTo>
                  <a:lnTo>
                    <a:pt x="921561" y="928375"/>
                  </a:lnTo>
                  <a:lnTo>
                    <a:pt x="919975" y="928143"/>
                  </a:lnTo>
                  <a:lnTo>
                    <a:pt x="918389" y="927912"/>
                  </a:lnTo>
                  <a:lnTo>
                    <a:pt x="916804" y="927681"/>
                  </a:lnTo>
                  <a:lnTo>
                    <a:pt x="915218" y="927450"/>
                  </a:lnTo>
                  <a:lnTo>
                    <a:pt x="914400" y="927331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3003501" y="2584795"/>
              <a:ext cx="923662" cy="929857"/>
            </a:xfrm>
            <a:custGeom>
              <a:avLst/>
              <a:pathLst>
                <a:path w="923662" h="92985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57"/>
                  </a:lnTo>
                  <a:lnTo>
                    <a:pt x="919833" y="929477"/>
                  </a:lnTo>
                  <a:lnTo>
                    <a:pt x="918641" y="929303"/>
                  </a:lnTo>
                  <a:lnTo>
                    <a:pt x="917055" y="929070"/>
                  </a:lnTo>
                  <a:lnTo>
                    <a:pt x="915470" y="928838"/>
                  </a:lnTo>
                  <a:lnTo>
                    <a:pt x="914400" y="928682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3012763" y="2584795"/>
              <a:ext cx="923662" cy="930063"/>
            </a:xfrm>
            <a:custGeom>
              <a:avLst/>
              <a:pathLst>
                <a:path w="923662" h="93006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99"/>
                  </a:lnTo>
                  <a:lnTo>
                    <a:pt x="921826" y="930063"/>
                  </a:lnTo>
                  <a:lnTo>
                    <a:pt x="916194" y="930036"/>
                  </a:lnTo>
                  <a:lnTo>
                    <a:pt x="914400" y="929857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3022026" y="2584795"/>
              <a:ext cx="923662" cy="929899"/>
            </a:xfrm>
            <a:custGeom>
              <a:avLst/>
              <a:pathLst>
                <a:path w="923662" h="9298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550"/>
                  </a:lnTo>
                  <a:lnTo>
                    <a:pt x="918190" y="929559"/>
                  </a:lnTo>
                  <a:lnTo>
                    <a:pt x="914400" y="929899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3031288" y="2584795"/>
              <a:ext cx="923662" cy="928550"/>
            </a:xfrm>
            <a:custGeom>
              <a:avLst/>
              <a:pathLst>
                <a:path w="923662" h="928550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25796"/>
                  </a:lnTo>
                  <a:lnTo>
                    <a:pt x="922214" y="926271"/>
                  </a:lnTo>
                  <a:lnTo>
                    <a:pt x="920101" y="926965"/>
                  </a:lnTo>
                  <a:lnTo>
                    <a:pt x="914532" y="928526"/>
                  </a:lnTo>
                  <a:lnTo>
                    <a:pt x="914399" y="928550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3040550" y="2584795"/>
              <a:ext cx="923662" cy="925796"/>
            </a:xfrm>
            <a:custGeom>
              <a:avLst/>
              <a:pathLst>
                <a:path w="923662" h="925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58"/>
                  </a:lnTo>
                  <a:lnTo>
                    <a:pt x="923488" y="922815"/>
                  </a:lnTo>
                  <a:lnTo>
                    <a:pt x="921380" y="923506"/>
                  </a:lnTo>
                  <a:lnTo>
                    <a:pt x="919273" y="924197"/>
                  </a:lnTo>
                  <a:lnTo>
                    <a:pt x="917165" y="924888"/>
                  </a:lnTo>
                  <a:lnTo>
                    <a:pt x="915058" y="925579"/>
                  </a:lnTo>
                  <a:lnTo>
                    <a:pt x="914400" y="925796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3049812" y="2584795"/>
              <a:ext cx="923662" cy="922758"/>
            </a:xfrm>
            <a:custGeom>
              <a:avLst/>
              <a:pathLst>
                <a:path w="923662" h="92275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730"/>
                  </a:lnTo>
                  <a:lnTo>
                    <a:pt x="922658" y="920057"/>
                  </a:lnTo>
                  <a:lnTo>
                    <a:pt x="920550" y="920746"/>
                  </a:lnTo>
                  <a:lnTo>
                    <a:pt x="918441" y="921436"/>
                  </a:lnTo>
                  <a:lnTo>
                    <a:pt x="916333" y="922125"/>
                  </a:lnTo>
                  <a:lnTo>
                    <a:pt x="914400" y="92275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3059074" y="2584795"/>
              <a:ext cx="923662" cy="923805"/>
            </a:xfrm>
            <a:custGeom>
              <a:avLst/>
              <a:pathLst>
                <a:path w="923662" h="9238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805"/>
                  </a:lnTo>
                  <a:lnTo>
                    <a:pt x="922838" y="923228"/>
                  </a:lnTo>
                  <a:lnTo>
                    <a:pt x="921640" y="922388"/>
                  </a:lnTo>
                  <a:lnTo>
                    <a:pt x="920441" y="921548"/>
                  </a:lnTo>
                  <a:lnTo>
                    <a:pt x="919242" y="920709"/>
                  </a:lnTo>
                  <a:lnTo>
                    <a:pt x="918042" y="919869"/>
                  </a:lnTo>
                  <a:lnTo>
                    <a:pt x="916748" y="918963"/>
                  </a:lnTo>
                  <a:lnTo>
                    <a:pt x="915505" y="919369"/>
                  </a:lnTo>
                  <a:lnTo>
                    <a:pt x="914400" y="91973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3068337" y="2584795"/>
              <a:ext cx="923662" cy="929837"/>
            </a:xfrm>
            <a:custGeom>
              <a:avLst/>
              <a:pathLst>
                <a:path w="923662" h="9298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37"/>
                  </a:lnTo>
                  <a:lnTo>
                    <a:pt x="922681" y="929309"/>
                  </a:lnTo>
                  <a:lnTo>
                    <a:pt x="917176" y="925752"/>
                  </a:lnTo>
                  <a:lnTo>
                    <a:pt x="915973" y="924909"/>
                  </a:lnTo>
                  <a:lnTo>
                    <a:pt x="914775" y="924068"/>
                  </a:lnTo>
                  <a:lnTo>
                    <a:pt x="914400" y="923805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30775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43" y="931638"/>
                  </a:lnTo>
                  <a:lnTo>
                    <a:pt x="914400" y="929837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30868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30961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31053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31146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31239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3133172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94"/>
                  </a:lnTo>
                  <a:lnTo>
                    <a:pt x="920989" y="914400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3142434" y="2584795"/>
              <a:ext cx="923662" cy="930133"/>
            </a:xfrm>
            <a:custGeom>
              <a:avLst/>
              <a:pathLst>
                <a:path w="923662" h="93013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19"/>
                  </a:lnTo>
                  <a:lnTo>
                    <a:pt x="922841" y="924764"/>
                  </a:lnTo>
                  <a:lnTo>
                    <a:pt x="917363" y="928457"/>
                  </a:lnTo>
                  <a:lnTo>
                    <a:pt x="914400" y="930133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3151697" y="2584795"/>
              <a:ext cx="923662" cy="924119"/>
            </a:xfrm>
            <a:custGeom>
              <a:avLst/>
              <a:pathLst>
                <a:path w="923662" h="92411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561"/>
                  </a:lnTo>
                  <a:lnTo>
                    <a:pt x="923247" y="916910"/>
                  </a:lnTo>
                  <a:lnTo>
                    <a:pt x="922173" y="917817"/>
                  </a:lnTo>
                  <a:lnTo>
                    <a:pt x="921099" y="918724"/>
                  </a:lnTo>
                  <a:lnTo>
                    <a:pt x="920024" y="919632"/>
                  </a:lnTo>
                  <a:lnTo>
                    <a:pt x="918946" y="920543"/>
                  </a:lnTo>
                  <a:lnTo>
                    <a:pt x="914400" y="924119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3160959" y="2584795"/>
              <a:ext cx="916961" cy="916561"/>
            </a:xfrm>
            <a:custGeom>
              <a:avLst/>
              <a:pathLst>
                <a:path w="916961" h="916561">
                  <a:moveTo>
                    <a:pt x="914400" y="914400"/>
                  </a:moveTo>
                  <a:lnTo>
                    <a:pt x="916961" y="914400"/>
                  </a:lnTo>
                  <a:lnTo>
                    <a:pt x="916134" y="915097"/>
                  </a:lnTo>
                  <a:lnTo>
                    <a:pt x="915060" y="916003"/>
                  </a:lnTo>
                  <a:lnTo>
                    <a:pt x="914400" y="916561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7768" y="2567556"/>
              <a:ext cx="914399" cy="921091"/>
            </a:xfrm>
            <a:custGeom>
              <a:avLst/>
              <a:pathLst>
                <a:path w="914399" h="921091">
                  <a:moveTo>
                    <a:pt x="914399" y="914400"/>
                  </a:moveTo>
                  <a:lnTo>
                    <a:pt x="914399" y="921091"/>
                  </a:lnTo>
                  <a:lnTo>
                    <a:pt x="914056" y="920416"/>
                  </a:lnTo>
                  <a:lnTo>
                    <a:pt x="912671" y="917697"/>
                  </a:lnTo>
                  <a:lnTo>
                    <a:pt x="911285" y="914977"/>
                  </a:lnTo>
                  <a:lnTo>
                    <a:pt x="910990" y="914400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4776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66" y="931638"/>
                  </a:lnTo>
                  <a:lnTo>
                    <a:pt x="919592" y="931296"/>
                  </a:lnTo>
                  <a:lnTo>
                    <a:pt x="918209" y="928576"/>
                  </a:lnTo>
                  <a:lnTo>
                    <a:pt x="916825" y="925856"/>
                  </a:lnTo>
                  <a:lnTo>
                    <a:pt x="915441" y="923136"/>
                  </a:lnTo>
                  <a:lnTo>
                    <a:pt x="914399" y="921091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570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4662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75555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848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940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5033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126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5218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5311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5403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5496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5589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5681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774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586701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959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6052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61448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6237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6330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6422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6515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6607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6700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6793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6885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6978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7071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7163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7256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7348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74415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75342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76268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77194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78120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79047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79973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80899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81825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82751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83678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84604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85530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86456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8738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8830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89235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9016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9108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9201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9294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9386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9479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9571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9664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9757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9849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9942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300350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30127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30220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303128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30405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30498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30590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30683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30775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30868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30961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31053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31146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31239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31331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31424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31516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3160959" y="25847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1" y="908752"/>
                  </a:lnTo>
                  <a:lnTo>
                    <a:pt x="922585" y="909658"/>
                  </a:lnTo>
                  <a:lnTo>
                    <a:pt x="921510" y="910564"/>
                  </a:lnTo>
                  <a:lnTo>
                    <a:pt x="920434" y="911471"/>
                  </a:lnTo>
                  <a:lnTo>
                    <a:pt x="919359" y="912377"/>
                  </a:lnTo>
                  <a:lnTo>
                    <a:pt x="918284" y="913283"/>
                  </a:lnTo>
                  <a:lnTo>
                    <a:pt x="917209" y="914190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3170221" y="2567556"/>
              <a:ext cx="923662" cy="925990"/>
            </a:xfrm>
            <a:custGeom>
              <a:avLst/>
              <a:pathLst>
                <a:path w="923662" h="9259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732"/>
                  </a:lnTo>
                  <a:lnTo>
                    <a:pt x="922689" y="918722"/>
                  </a:lnTo>
                  <a:lnTo>
                    <a:pt x="917632" y="923269"/>
                  </a:lnTo>
                  <a:lnTo>
                    <a:pt x="916551" y="924178"/>
                  </a:lnTo>
                  <a:lnTo>
                    <a:pt x="915475" y="925084"/>
                  </a:lnTo>
                  <a:lnTo>
                    <a:pt x="914400" y="925990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3179483" y="2567556"/>
              <a:ext cx="917673" cy="917732"/>
            </a:xfrm>
            <a:custGeom>
              <a:avLst/>
              <a:pathLst>
                <a:path w="917673" h="917732">
                  <a:moveTo>
                    <a:pt x="914400" y="914400"/>
                  </a:moveTo>
                  <a:lnTo>
                    <a:pt x="917673" y="914400"/>
                  </a:lnTo>
                  <a:lnTo>
                    <a:pt x="914400" y="917732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438506" y="2550318"/>
              <a:ext cx="914400" cy="920170"/>
            </a:xfrm>
            <a:custGeom>
              <a:avLst/>
              <a:pathLst>
                <a:path w="914400" h="920170">
                  <a:moveTo>
                    <a:pt x="914400" y="914400"/>
                  </a:moveTo>
                  <a:lnTo>
                    <a:pt x="914400" y="920170"/>
                  </a:lnTo>
                  <a:lnTo>
                    <a:pt x="913608" y="918622"/>
                  </a:lnTo>
                  <a:lnTo>
                    <a:pt x="912219" y="915904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4385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252" y="931638"/>
                  </a:lnTo>
                  <a:lnTo>
                    <a:pt x="919160" y="929497"/>
                  </a:lnTo>
                  <a:lnTo>
                    <a:pt x="917773" y="926778"/>
                  </a:lnTo>
                  <a:lnTo>
                    <a:pt x="916386" y="924059"/>
                  </a:lnTo>
                  <a:lnTo>
                    <a:pt x="914997" y="921340"/>
                  </a:lnTo>
                  <a:lnTo>
                    <a:pt x="914400" y="920170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4776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570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62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75555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848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4940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5033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5126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218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5311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5403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496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5589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681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5774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586701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959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6052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61448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6237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6330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6422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6515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6607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6700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6793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6885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6978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7071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7163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7256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7348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27441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7534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76268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77194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78120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79047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79973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80899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81825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82751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83678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84604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8553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86456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8738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8830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89235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9016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9108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9201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9294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9386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9479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9571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9664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9757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9849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9942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300350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30127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30220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303128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30405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30498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30590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30683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30775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30868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30961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31053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31146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31239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31331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31424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31516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31609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31702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3179483" y="25675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65"/>
                  </a:lnTo>
                  <a:lnTo>
                    <a:pt x="923139" y="908233"/>
                  </a:lnTo>
                  <a:lnTo>
                    <a:pt x="918354" y="913706"/>
                  </a:lnTo>
                  <a:lnTo>
                    <a:pt x="917673" y="914400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3188745" y="2550318"/>
              <a:ext cx="922333" cy="924803"/>
            </a:xfrm>
            <a:custGeom>
              <a:avLst/>
              <a:pathLst>
                <a:path w="922333" h="924803">
                  <a:moveTo>
                    <a:pt x="914400" y="914400"/>
                  </a:moveTo>
                  <a:lnTo>
                    <a:pt x="922333" y="914400"/>
                  </a:lnTo>
                  <a:lnTo>
                    <a:pt x="922010" y="914835"/>
                  </a:lnTo>
                  <a:lnTo>
                    <a:pt x="920263" y="917188"/>
                  </a:lnTo>
                  <a:lnTo>
                    <a:pt x="918507" y="919556"/>
                  </a:lnTo>
                  <a:lnTo>
                    <a:pt x="914400" y="924803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429243" y="2533079"/>
              <a:ext cx="914400" cy="919126"/>
            </a:xfrm>
            <a:custGeom>
              <a:avLst/>
              <a:pathLst>
                <a:path w="914400" h="919126">
                  <a:moveTo>
                    <a:pt x="914400" y="914400"/>
                  </a:moveTo>
                  <a:lnTo>
                    <a:pt x="914400" y="919126"/>
                  </a:lnTo>
                  <a:lnTo>
                    <a:pt x="912118" y="914400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24292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712" y="931638"/>
                  </a:lnTo>
                  <a:lnTo>
                    <a:pt x="920091" y="930424"/>
                  </a:lnTo>
                  <a:lnTo>
                    <a:pt x="918701" y="927706"/>
                  </a:lnTo>
                  <a:lnTo>
                    <a:pt x="917309" y="924988"/>
                  </a:lnTo>
                  <a:lnTo>
                    <a:pt x="915909" y="922253"/>
                  </a:lnTo>
                  <a:lnTo>
                    <a:pt x="914400" y="919126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4385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44776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4570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4662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475555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4848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4940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5033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5126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5218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5311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5403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5496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5589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5681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5774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586701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5959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6052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61448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6237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6330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6422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6515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6607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6700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6793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6885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6978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7071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7163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7256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7348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7441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7534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7626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77194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78120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79047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79973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80899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81825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82751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83678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8460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8553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86456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8738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8830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89235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9016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9108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9201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9294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9386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9479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9571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9664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9757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9849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9942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300350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30127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30220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303128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30405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30498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30590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30683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30775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30868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30961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31053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31146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31239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31331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31424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31516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31609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31702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31794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3188745" y="25503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609"/>
                  </a:lnTo>
                  <a:lnTo>
                    <a:pt x="922333" y="914400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3198008" y="2533079"/>
              <a:ext cx="923662" cy="929848"/>
            </a:xfrm>
            <a:custGeom>
              <a:avLst/>
              <a:pathLst>
                <a:path w="923662" h="92984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58"/>
                  </a:lnTo>
                  <a:lnTo>
                    <a:pt x="923251" y="917942"/>
                  </a:lnTo>
                  <a:lnTo>
                    <a:pt x="921491" y="920308"/>
                  </a:lnTo>
                  <a:lnTo>
                    <a:pt x="919741" y="922660"/>
                  </a:lnTo>
                  <a:lnTo>
                    <a:pt x="917992" y="925013"/>
                  </a:lnTo>
                  <a:lnTo>
                    <a:pt x="916243" y="927366"/>
                  </a:lnTo>
                  <a:lnTo>
                    <a:pt x="914495" y="929719"/>
                  </a:lnTo>
                  <a:lnTo>
                    <a:pt x="914400" y="92984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3207270" y="2533079"/>
              <a:ext cx="916478" cy="917358"/>
            </a:xfrm>
            <a:custGeom>
              <a:avLst/>
              <a:pathLst>
                <a:path w="916478" h="917358">
                  <a:moveTo>
                    <a:pt x="914400" y="914400"/>
                  </a:moveTo>
                  <a:lnTo>
                    <a:pt x="916478" y="914400"/>
                  </a:lnTo>
                  <a:lnTo>
                    <a:pt x="914400" y="91735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419981" y="2515841"/>
              <a:ext cx="914400" cy="914787"/>
            </a:xfrm>
            <a:custGeom>
              <a:avLst/>
              <a:pathLst>
                <a:path w="914400" h="914787">
                  <a:moveTo>
                    <a:pt x="914400" y="914400"/>
                  </a:moveTo>
                  <a:lnTo>
                    <a:pt x="914400" y="914787"/>
                  </a:lnTo>
                  <a:lnTo>
                    <a:pt x="914253" y="91440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199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381" y="931638"/>
                  </a:lnTo>
                  <a:lnTo>
                    <a:pt x="920784" y="930403"/>
                  </a:lnTo>
                  <a:lnTo>
                    <a:pt x="916694" y="920848"/>
                  </a:lnTo>
                  <a:lnTo>
                    <a:pt x="914400" y="914787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292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4385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4776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4570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4662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2475555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24848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24940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25033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25126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25218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25311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25403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25496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25589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25681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25774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2586701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25959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26052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261448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26237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26330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26422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26515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26607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26700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26793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26885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26978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27071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7163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7256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7348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7441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7534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7626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77194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7812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79047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79973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80899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81825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82751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8367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8460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8553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86456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8738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8830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89235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9016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9108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9201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9294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9386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9479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9571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9664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9757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9849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9942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300350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30127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30220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303128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30405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30498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30590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30683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30775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30868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30961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31053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31146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31239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31331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31424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31516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31609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31702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31794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3188745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31980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3207270" y="25330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334"/>
                  </a:lnTo>
                  <a:lnTo>
                    <a:pt x="923552" y="903530"/>
                  </a:lnTo>
                  <a:lnTo>
                    <a:pt x="918878" y="910982"/>
                  </a:lnTo>
                  <a:lnTo>
                    <a:pt x="916478" y="914400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3216532" y="2515841"/>
              <a:ext cx="917863" cy="920572"/>
            </a:xfrm>
            <a:custGeom>
              <a:avLst/>
              <a:pathLst>
                <a:path w="917863" h="920572">
                  <a:moveTo>
                    <a:pt x="914399" y="914400"/>
                  </a:moveTo>
                  <a:lnTo>
                    <a:pt x="917863" y="914400"/>
                  </a:lnTo>
                  <a:lnTo>
                    <a:pt x="914399" y="920572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419981" y="24986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253" y="931638"/>
                  </a:lnTo>
                  <a:lnTo>
                    <a:pt x="912913" y="928100"/>
                  </a:lnTo>
                  <a:lnTo>
                    <a:pt x="912092" y="925788"/>
                  </a:lnTo>
                  <a:lnTo>
                    <a:pt x="911276" y="923491"/>
                  </a:lnTo>
                  <a:lnTo>
                    <a:pt x="910459" y="921194"/>
                  </a:lnTo>
                  <a:lnTo>
                    <a:pt x="909642" y="918897"/>
                  </a:lnTo>
                  <a:lnTo>
                    <a:pt x="908825" y="916600"/>
                  </a:lnTo>
                  <a:lnTo>
                    <a:pt x="908042" y="914400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4199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4292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4385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44776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4570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4662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475555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4848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4940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5033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5126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5218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5311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5403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5496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5589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5681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5774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586701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5959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052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61448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6237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6330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6422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6515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6607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6700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793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6885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6978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071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163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256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7348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441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534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7626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77194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7812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7904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79973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0899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81825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82751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8367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8460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8553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86456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8738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8830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89235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9016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9108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9201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9294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9386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9479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9571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9664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9757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9849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9942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300350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30127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220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303128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30405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498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30590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30683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30775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30868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30961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31053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31146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31239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31331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31424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31516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31609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31702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31794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3188745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31980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32072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3216532" y="2515841"/>
              <a:ext cx="923662" cy="914400"/>
            </a:xfrm>
            <a:custGeom>
              <a:avLst/>
              <a:pathLst>
                <a:path w="92366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3662" y="897161"/>
                  </a:lnTo>
                  <a:lnTo>
                    <a:pt x="923662" y="902864"/>
                  </a:lnTo>
                  <a:lnTo>
                    <a:pt x="922937" y="904476"/>
                  </a:lnTo>
                  <a:lnTo>
                    <a:pt x="918735" y="912845"/>
                  </a:lnTo>
                  <a:lnTo>
                    <a:pt x="917863" y="914400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3225794" y="2498602"/>
              <a:ext cx="916961" cy="920102"/>
            </a:xfrm>
            <a:custGeom>
              <a:avLst/>
              <a:pathLst>
                <a:path w="916961" h="920102">
                  <a:moveTo>
                    <a:pt x="914400" y="914400"/>
                  </a:moveTo>
                  <a:lnTo>
                    <a:pt x="916961" y="914400"/>
                  </a:lnTo>
                  <a:lnTo>
                    <a:pt x="914400" y="920102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410719" y="2481364"/>
              <a:ext cx="914400" cy="925834"/>
            </a:xfrm>
            <a:custGeom>
              <a:avLst/>
              <a:pathLst>
                <a:path w="914400" h="925834">
                  <a:moveTo>
                    <a:pt x="914400" y="914400"/>
                  </a:moveTo>
                  <a:lnTo>
                    <a:pt x="914400" y="925834"/>
                  </a:lnTo>
                  <a:lnTo>
                    <a:pt x="913777" y="924734"/>
                  </a:lnTo>
                  <a:lnTo>
                    <a:pt x="909801" y="916931"/>
                  </a:lnTo>
                  <a:lnTo>
                    <a:pt x="908639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4107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270" y="931542"/>
                  </a:lnTo>
                  <a:lnTo>
                    <a:pt x="916662" y="929835"/>
                  </a:lnTo>
                  <a:lnTo>
                    <a:pt x="914400" y="925834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4199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4292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4385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44776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4570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4662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475555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4848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4940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5033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5126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5218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5311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5403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5496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5589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5681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5774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586701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5959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6052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61448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6237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330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6422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515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607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6700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6793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6885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6978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7071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63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256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7348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27441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7534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626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277194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7812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7904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79973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80899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81825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8275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367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8460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8553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86456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8738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8830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89235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9016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9108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9201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9294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9386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9479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9571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9664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757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9849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9942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300350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30127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30220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303128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30405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30498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30590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30683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30775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30868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30961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31053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31146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31239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31331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31424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31516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31609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31702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31794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3188745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31980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32072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3216532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225794" y="2498602"/>
              <a:ext cx="923648" cy="914400"/>
            </a:xfrm>
            <a:custGeom>
              <a:avLst/>
              <a:pathLst>
                <a:path w="923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48" y="897161"/>
                  </a:lnTo>
                  <a:lnTo>
                    <a:pt x="921303" y="903744"/>
                  </a:lnTo>
                  <a:lnTo>
                    <a:pt x="917623" y="912926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401457" y="2464125"/>
              <a:ext cx="914400" cy="923787"/>
            </a:xfrm>
            <a:custGeom>
              <a:avLst/>
              <a:pathLst>
                <a:path w="914400" h="923787">
                  <a:moveTo>
                    <a:pt x="914400" y="914400"/>
                  </a:moveTo>
                  <a:lnTo>
                    <a:pt x="914400" y="923787"/>
                  </a:lnTo>
                  <a:lnTo>
                    <a:pt x="911790" y="917465"/>
                  </a:lnTo>
                  <a:lnTo>
                    <a:pt x="910656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4014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901" y="931638"/>
                  </a:lnTo>
                  <a:lnTo>
                    <a:pt x="915310" y="925993"/>
                  </a:lnTo>
                  <a:lnTo>
                    <a:pt x="914400" y="923787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4107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4199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4292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4385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44776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4570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4662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475555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4848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4940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5033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5126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5218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5311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5403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5496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5589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5681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5774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586701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5959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6052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61448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6237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6330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422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6515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607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6700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6793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6885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6978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071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7163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7256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7348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441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534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7626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7194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812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904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79973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80899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8182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8275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8367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8460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8553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86456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738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830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89235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9016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9108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9201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9294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9386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9479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9571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9664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9757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9849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9942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300350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30127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30220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303128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30405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30498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30590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30683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30775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30868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30961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31053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31146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31239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31331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31424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31516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31609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31702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31794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3188745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31980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32072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3216532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3225794" y="24813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48" y="914400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3235057" y="2464125"/>
              <a:ext cx="919850" cy="931599"/>
            </a:xfrm>
            <a:custGeom>
              <a:avLst/>
              <a:pathLst>
                <a:path w="919850" h="931599">
                  <a:moveTo>
                    <a:pt x="914400" y="914400"/>
                  </a:moveTo>
                  <a:lnTo>
                    <a:pt x="919850" y="914400"/>
                  </a:lnTo>
                  <a:lnTo>
                    <a:pt x="919434" y="915811"/>
                  </a:lnTo>
                  <a:lnTo>
                    <a:pt x="918554" y="918791"/>
                  </a:lnTo>
                  <a:lnTo>
                    <a:pt x="915442" y="928674"/>
                  </a:lnTo>
                  <a:lnTo>
                    <a:pt x="914400" y="931599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392195" y="2446887"/>
              <a:ext cx="914399" cy="915485"/>
            </a:xfrm>
            <a:custGeom>
              <a:avLst/>
              <a:pathLst>
                <a:path w="914399" h="915485">
                  <a:moveTo>
                    <a:pt x="914399" y="914400"/>
                  </a:moveTo>
                  <a:lnTo>
                    <a:pt x="914399" y="915485"/>
                  </a:lnTo>
                  <a:lnTo>
                    <a:pt x="914082" y="914400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39219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18" y="931638"/>
                  </a:lnTo>
                  <a:lnTo>
                    <a:pt x="917776" y="925846"/>
                  </a:lnTo>
                  <a:lnTo>
                    <a:pt x="914751" y="916684"/>
                  </a:lnTo>
                  <a:lnTo>
                    <a:pt x="914399" y="915485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4014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24107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4199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4292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4385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44776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4570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4662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47555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4848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4940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25033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5126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25218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5311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5403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5496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5589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5681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5774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586701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5959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6052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61448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6237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6330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422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6515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607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6700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688586" y="24641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07" y="897161"/>
                  </a:lnTo>
                  <a:lnTo>
                    <a:pt x="909394" y="899586"/>
                  </a:lnTo>
                  <a:lnTo>
                    <a:pt x="909626" y="899513"/>
                  </a:lnTo>
                  <a:lnTo>
                    <a:pt x="909979" y="899402"/>
                  </a:lnTo>
                  <a:lnTo>
                    <a:pt x="910332" y="899291"/>
                  </a:lnTo>
                  <a:lnTo>
                    <a:pt x="910685" y="899180"/>
                  </a:lnTo>
                  <a:lnTo>
                    <a:pt x="911038" y="899069"/>
                  </a:lnTo>
                  <a:lnTo>
                    <a:pt x="911391" y="898958"/>
                  </a:lnTo>
                  <a:lnTo>
                    <a:pt x="911744" y="898847"/>
                  </a:lnTo>
                  <a:lnTo>
                    <a:pt x="912097" y="898736"/>
                  </a:lnTo>
                  <a:lnTo>
                    <a:pt x="912451" y="898625"/>
                  </a:lnTo>
                  <a:lnTo>
                    <a:pt x="912804" y="898515"/>
                  </a:lnTo>
                  <a:lnTo>
                    <a:pt x="913157" y="898404"/>
                  </a:lnTo>
                  <a:lnTo>
                    <a:pt x="913510" y="898293"/>
                  </a:lnTo>
                  <a:lnTo>
                    <a:pt x="913863" y="898182"/>
                  </a:lnTo>
                  <a:lnTo>
                    <a:pt x="914216" y="898071"/>
                  </a:lnTo>
                  <a:lnTo>
                    <a:pt x="914400" y="898014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697848" y="24468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252"/>
                  </a:lnTo>
                  <a:lnTo>
                    <a:pt x="905307" y="915199"/>
                  </a:lnTo>
                  <a:lnTo>
                    <a:pt x="905660" y="915088"/>
                  </a:lnTo>
                  <a:lnTo>
                    <a:pt x="906013" y="914977"/>
                  </a:lnTo>
                  <a:lnTo>
                    <a:pt x="906366" y="914866"/>
                  </a:lnTo>
                  <a:lnTo>
                    <a:pt x="906720" y="914756"/>
                  </a:lnTo>
                  <a:lnTo>
                    <a:pt x="907073" y="914645"/>
                  </a:lnTo>
                  <a:lnTo>
                    <a:pt x="907426" y="914534"/>
                  </a:lnTo>
                  <a:lnTo>
                    <a:pt x="907855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6978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7071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7163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256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7348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7441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534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7626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77194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7812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7904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79973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8089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8182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275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8367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8460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8553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6456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8738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8830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9235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9016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9108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9201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9294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9386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9479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9571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9664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9757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9849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9942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300350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30127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30220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303128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30405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30498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30590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30683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30775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30868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309612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310538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31146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31239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31331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31424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31516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31609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31702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31794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3188745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31980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32072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3216532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32257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235057" y="24641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08"/>
                  </a:lnTo>
                  <a:lnTo>
                    <a:pt x="922935" y="903962"/>
                  </a:lnTo>
                  <a:lnTo>
                    <a:pt x="922059" y="906924"/>
                  </a:lnTo>
                  <a:lnTo>
                    <a:pt x="921184" y="909886"/>
                  </a:lnTo>
                  <a:lnTo>
                    <a:pt x="920308" y="912848"/>
                  </a:lnTo>
                  <a:lnTo>
                    <a:pt x="919850" y="914400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3244319" y="2446887"/>
              <a:ext cx="915687" cy="918747"/>
            </a:xfrm>
            <a:custGeom>
              <a:avLst/>
              <a:pathLst>
                <a:path w="915687" h="918747">
                  <a:moveTo>
                    <a:pt x="914400" y="914400"/>
                  </a:moveTo>
                  <a:lnTo>
                    <a:pt x="915687" y="914400"/>
                  </a:lnTo>
                  <a:lnTo>
                    <a:pt x="915427" y="915277"/>
                  </a:lnTo>
                  <a:lnTo>
                    <a:pt x="914550" y="918239"/>
                  </a:lnTo>
                  <a:lnTo>
                    <a:pt x="914400" y="918747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392195" y="2429648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14082" y="931638"/>
                  </a:lnTo>
                  <a:lnTo>
                    <a:pt x="911986" y="924480"/>
                  </a:lnTo>
                  <a:lnTo>
                    <a:pt x="909488" y="914783"/>
                  </a:lnTo>
                  <a:lnTo>
                    <a:pt x="909402" y="914400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39219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4014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4107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4199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4292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4385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44776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4570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4662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47555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4848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4940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5033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5126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5218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5311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5403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5496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5589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5681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5774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586701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5959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6052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61448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37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6330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6422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6515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6607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679323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85" y="897161"/>
                  </a:lnTo>
                  <a:lnTo>
                    <a:pt x="913451" y="897382"/>
                  </a:lnTo>
                  <a:lnTo>
                    <a:pt x="913544" y="897698"/>
                  </a:lnTo>
                  <a:lnTo>
                    <a:pt x="913638" y="898014"/>
                  </a:lnTo>
                  <a:lnTo>
                    <a:pt x="913731" y="898330"/>
                  </a:lnTo>
                  <a:lnTo>
                    <a:pt x="913825" y="898645"/>
                  </a:lnTo>
                  <a:lnTo>
                    <a:pt x="913918" y="898961"/>
                  </a:lnTo>
                  <a:lnTo>
                    <a:pt x="914011" y="899277"/>
                  </a:lnTo>
                  <a:lnTo>
                    <a:pt x="914105" y="899592"/>
                  </a:lnTo>
                  <a:lnTo>
                    <a:pt x="914198" y="899908"/>
                  </a:lnTo>
                  <a:lnTo>
                    <a:pt x="914292" y="900224"/>
                  </a:lnTo>
                  <a:lnTo>
                    <a:pt x="914400" y="900613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679323" y="2446887"/>
              <a:ext cx="918070" cy="914400"/>
            </a:xfrm>
            <a:custGeom>
              <a:avLst/>
              <a:pathLst>
                <a:path w="918070" h="914400">
                  <a:moveTo>
                    <a:pt x="914400" y="914400"/>
                  </a:moveTo>
                  <a:lnTo>
                    <a:pt x="914400" y="900613"/>
                  </a:lnTo>
                  <a:lnTo>
                    <a:pt x="917018" y="910053"/>
                  </a:lnTo>
                  <a:lnTo>
                    <a:pt x="918070" y="914400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697848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855" y="914400"/>
                  </a:lnTo>
                  <a:lnTo>
                    <a:pt x="908132" y="914313"/>
                  </a:lnTo>
                  <a:lnTo>
                    <a:pt x="908485" y="914202"/>
                  </a:lnTo>
                  <a:lnTo>
                    <a:pt x="908839" y="914091"/>
                  </a:lnTo>
                  <a:lnTo>
                    <a:pt x="909192" y="913980"/>
                  </a:lnTo>
                  <a:lnTo>
                    <a:pt x="909545" y="913870"/>
                  </a:lnTo>
                  <a:lnTo>
                    <a:pt x="909898" y="913759"/>
                  </a:lnTo>
                  <a:lnTo>
                    <a:pt x="910251" y="913648"/>
                  </a:lnTo>
                  <a:lnTo>
                    <a:pt x="910604" y="913538"/>
                  </a:lnTo>
                  <a:lnTo>
                    <a:pt x="910958" y="913427"/>
                  </a:lnTo>
                  <a:lnTo>
                    <a:pt x="911311" y="913316"/>
                  </a:lnTo>
                  <a:lnTo>
                    <a:pt x="911664" y="913206"/>
                  </a:lnTo>
                  <a:lnTo>
                    <a:pt x="912017" y="913095"/>
                  </a:lnTo>
                  <a:lnTo>
                    <a:pt x="912371" y="912985"/>
                  </a:lnTo>
                  <a:lnTo>
                    <a:pt x="912724" y="912874"/>
                  </a:lnTo>
                  <a:lnTo>
                    <a:pt x="913077" y="912763"/>
                  </a:lnTo>
                  <a:lnTo>
                    <a:pt x="913430" y="912653"/>
                  </a:lnTo>
                  <a:lnTo>
                    <a:pt x="913784" y="912542"/>
                  </a:lnTo>
                  <a:lnTo>
                    <a:pt x="914137" y="912432"/>
                  </a:lnTo>
                  <a:lnTo>
                    <a:pt x="914400" y="912349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707110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8" y="912321"/>
                  </a:lnTo>
                  <a:lnTo>
                    <a:pt x="905581" y="912210"/>
                  </a:lnTo>
                  <a:lnTo>
                    <a:pt x="905934" y="912100"/>
                  </a:lnTo>
                  <a:lnTo>
                    <a:pt x="906288" y="911989"/>
                  </a:lnTo>
                  <a:lnTo>
                    <a:pt x="906641" y="911879"/>
                  </a:lnTo>
                  <a:lnTo>
                    <a:pt x="906994" y="911768"/>
                  </a:lnTo>
                  <a:lnTo>
                    <a:pt x="907348" y="911658"/>
                  </a:lnTo>
                  <a:lnTo>
                    <a:pt x="907701" y="911547"/>
                  </a:lnTo>
                  <a:lnTo>
                    <a:pt x="908054" y="911437"/>
                  </a:lnTo>
                  <a:lnTo>
                    <a:pt x="908408" y="911326"/>
                  </a:lnTo>
                  <a:lnTo>
                    <a:pt x="908761" y="911216"/>
                  </a:lnTo>
                  <a:lnTo>
                    <a:pt x="909114" y="911106"/>
                  </a:lnTo>
                  <a:lnTo>
                    <a:pt x="909468" y="910995"/>
                  </a:lnTo>
                  <a:lnTo>
                    <a:pt x="909821" y="910885"/>
                  </a:lnTo>
                  <a:lnTo>
                    <a:pt x="910174" y="910774"/>
                  </a:lnTo>
                  <a:lnTo>
                    <a:pt x="910528" y="910664"/>
                  </a:lnTo>
                  <a:lnTo>
                    <a:pt x="910881" y="910553"/>
                  </a:lnTo>
                  <a:lnTo>
                    <a:pt x="911234" y="910443"/>
                  </a:lnTo>
                  <a:lnTo>
                    <a:pt x="911588" y="910333"/>
                  </a:lnTo>
                  <a:lnTo>
                    <a:pt x="911941" y="910222"/>
                  </a:lnTo>
                  <a:lnTo>
                    <a:pt x="912294" y="910112"/>
                  </a:lnTo>
                  <a:lnTo>
                    <a:pt x="912648" y="910002"/>
                  </a:lnTo>
                  <a:lnTo>
                    <a:pt x="912876" y="909930"/>
                  </a:lnTo>
                  <a:lnTo>
                    <a:pt x="913934" y="903657"/>
                  </a:lnTo>
                  <a:lnTo>
                    <a:pt x="914400" y="901341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16372" y="24296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580"/>
                  </a:lnTo>
                  <a:lnTo>
                    <a:pt x="905977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7163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7256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7348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441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534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7626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77194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7812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7904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79973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089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8182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8275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8367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8460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8553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86456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738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8830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89235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9016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9108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9201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9294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9386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9479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9571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9664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9757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9849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9942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300350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30127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30220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303128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30405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30498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30590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30683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30775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308686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309612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310538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311464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312391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31331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31424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31516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31609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31702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31794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3188745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31980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32072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3216532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32257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32350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3244319" y="2446887"/>
              <a:ext cx="920799" cy="914400"/>
            </a:xfrm>
            <a:custGeom>
              <a:avLst/>
              <a:pathLst>
                <a:path w="92079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99" y="897161"/>
                  </a:lnTo>
                  <a:lnTo>
                    <a:pt x="920696" y="897509"/>
                  </a:lnTo>
                  <a:lnTo>
                    <a:pt x="919817" y="900470"/>
                  </a:lnTo>
                  <a:lnTo>
                    <a:pt x="918938" y="903431"/>
                  </a:lnTo>
                  <a:lnTo>
                    <a:pt x="918059" y="906393"/>
                  </a:lnTo>
                  <a:lnTo>
                    <a:pt x="917181" y="909354"/>
                  </a:lnTo>
                  <a:lnTo>
                    <a:pt x="916304" y="912316"/>
                  </a:lnTo>
                  <a:lnTo>
                    <a:pt x="915687" y="914400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392195" y="2412410"/>
              <a:ext cx="914399" cy="931638"/>
            </a:xfrm>
            <a:custGeom>
              <a:avLst/>
              <a:pathLst>
                <a:path w="914399" h="931638">
                  <a:moveTo>
                    <a:pt x="914399" y="914399"/>
                  </a:moveTo>
                  <a:lnTo>
                    <a:pt x="914399" y="931638"/>
                  </a:lnTo>
                  <a:lnTo>
                    <a:pt x="909402" y="931638"/>
                  </a:lnTo>
                  <a:lnTo>
                    <a:pt x="907264" y="922096"/>
                  </a:lnTo>
                  <a:lnTo>
                    <a:pt x="905787" y="91439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39219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4014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4107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4199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4292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4385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44776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4570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4662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47555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4848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4940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5033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5126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5218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5311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5403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5496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5589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5681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5774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586701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5959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052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61448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6237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330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422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6515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6607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670061" y="2429648"/>
              <a:ext cx="922648" cy="914400"/>
            </a:xfrm>
            <a:custGeom>
              <a:avLst/>
              <a:pathLst>
                <a:path w="922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69" y="897262"/>
                  </a:lnTo>
                  <a:lnTo>
                    <a:pt x="917661" y="897574"/>
                  </a:lnTo>
                  <a:lnTo>
                    <a:pt x="917755" y="897889"/>
                  </a:lnTo>
                  <a:lnTo>
                    <a:pt x="917849" y="898205"/>
                  </a:lnTo>
                  <a:lnTo>
                    <a:pt x="917942" y="898521"/>
                  </a:lnTo>
                  <a:lnTo>
                    <a:pt x="918036" y="898836"/>
                  </a:lnTo>
                  <a:lnTo>
                    <a:pt x="918130" y="899152"/>
                  </a:lnTo>
                  <a:lnTo>
                    <a:pt x="918223" y="899468"/>
                  </a:lnTo>
                  <a:lnTo>
                    <a:pt x="918317" y="899783"/>
                  </a:lnTo>
                  <a:lnTo>
                    <a:pt x="918411" y="900099"/>
                  </a:lnTo>
                  <a:lnTo>
                    <a:pt x="918504" y="900415"/>
                  </a:lnTo>
                  <a:lnTo>
                    <a:pt x="918598" y="900730"/>
                  </a:lnTo>
                  <a:lnTo>
                    <a:pt x="918691" y="901046"/>
                  </a:lnTo>
                  <a:lnTo>
                    <a:pt x="918785" y="901362"/>
                  </a:lnTo>
                  <a:lnTo>
                    <a:pt x="918879" y="901677"/>
                  </a:lnTo>
                  <a:lnTo>
                    <a:pt x="918972" y="901993"/>
                  </a:lnTo>
                  <a:lnTo>
                    <a:pt x="919066" y="902309"/>
                  </a:lnTo>
                  <a:lnTo>
                    <a:pt x="919160" y="902625"/>
                  </a:lnTo>
                  <a:lnTo>
                    <a:pt x="919253" y="902940"/>
                  </a:lnTo>
                  <a:lnTo>
                    <a:pt x="919347" y="903256"/>
                  </a:lnTo>
                  <a:lnTo>
                    <a:pt x="919440" y="903572"/>
                  </a:lnTo>
                  <a:lnTo>
                    <a:pt x="919534" y="903887"/>
                  </a:lnTo>
                  <a:lnTo>
                    <a:pt x="919627" y="904203"/>
                  </a:lnTo>
                  <a:lnTo>
                    <a:pt x="919721" y="904519"/>
                  </a:lnTo>
                  <a:lnTo>
                    <a:pt x="919815" y="904834"/>
                  </a:lnTo>
                  <a:lnTo>
                    <a:pt x="919908" y="905150"/>
                  </a:lnTo>
                  <a:lnTo>
                    <a:pt x="920002" y="905466"/>
                  </a:lnTo>
                  <a:lnTo>
                    <a:pt x="920095" y="905781"/>
                  </a:lnTo>
                  <a:lnTo>
                    <a:pt x="920189" y="906097"/>
                  </a:lnTo>
                  <a:lnTo>
                    <a:pt x="920282" y="906413"/>
                  </a:lnTo>
                  <a:lnTo>
                    <a:pt x="920376" y="906728"/>
                  </a:lnTo>
                  <a:lnTo>
                    <a:pt x="920469" y="907044"/>
                  </a:lnTo>
                  <a:lnTo>
                    <a:pt x="920563" y="907360"/>
                  </a:lnTo>
                  <a:lnTo>
                    <a:pt x="920657" y="907676"/>
                  </a:lnTo>
                  <a:lnTo>
                    <a:pt x="920750" y="907991"/>
                  </a:lnTo>
                  <a:lnTo>
                    <a:pt x="920844" y="908307"/>
                  </a:lnTo>
                  <a:lnTo>
                    <a:pt x="920937" y="908623"/>
                  </a:lnTo>
                  <a:lnTo>
                    <a:pt x="921031" y="908938"/>
                  </a:lnTo>
                  <a:lnTo>
                    <a:pt x="921124" y="909254"/>
                  </a:lnTo>
                  <a:lnTo>
                    <a:pt x="921218" y="909570"/>
                  </a:lnTo>
                  <a:lnTo>
                    <a:pt x="921311" y="909885"/>
                  </a:lnTo>
                  <a:lnTo>
                    <a:pt x="921405" y="910201"/>
                  </a:lnTo>
                  <a:lnTo>
                    <a:pt x="921498" y="910517"/>
                  </a:lnTo>
                  <a:lnTo>
                    <a:pt x="921592" y="910832"/>
                  </a:lnTo>
                  <a:lnTo>
                    <a:pt x="921685" y="911148"/>
                  </a:lnTo>
                  <a:lnTo>
                    <a:pt x="921779" y="911464"/>
                  </a:lnTo>
                  <a:lnTo>
                    <a:pt x="921872" y="911780"/>
                  </a:lnTo>
                  <a:lnTo>
                    <a:pt x="921966" y="912095"/>
                  </a:lnTo>
                  <a:lnTo>
                    <a:pt x="922059" y="912411"/>
                  </a:lnTo>
                  <a:lnTo>
                    <a:pt x="922152" y="912727"/>
                  </a:lnTo>
                  <a:lnTo>
                    <a:pt x="922246" y="913042"/>
                  </a:lnTo>
                  <a:lnTo>
                    <a:pt x="922339" y="913358"/>
                  </a:lnTo>
                  <a:lnTo>
                    <a:pt x="922433" y="913674"/>
                  </a:lnTo>
                  <a:lnTo>
                    <a:pt x="922526" y="913989"/>
                  </a:lnTo>
                  <a:lnTo>
                    <a:pt x="922648" y="914400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16372" y="24124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977" y="931638"/>
                  </a:lnTo>
                  <a:lnTo>
                    <a:pt x="906755" y="927763"/>
                  </a:lnTo>
                  <a:lnTo>
                    <a:pt x="909133" y="917613"/>
                  </a:lnTo>
                  <a:lnTo>
                    <a:pt x="909999" y="914399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7163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7256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348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441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7534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7626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77194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7812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7904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79973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8089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8182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275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67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8460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8553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86456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8738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8830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89235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9016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9108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9201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9294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9386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9479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9571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9664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757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9849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9942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300350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30127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30220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303128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30405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30498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30590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30683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30775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308686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309612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310538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311464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312391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31331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31424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31516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31609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31702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31794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3188745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31980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32072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3216532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32257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32350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3244319" y="24296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769"/>
                  </a:lnTo>
                  <a:lnTo>
                    <a:pt x="923336" y="905864"/>
                  </a:lnTo>
                  <a:lnTo>
                    <a:pt x="922456" y="908825"/>
                  </a:lnTo>
                  <a:lnTo>
                    <a:pt x="921576" y="911786"/>
                  </a:lnTo>
                  <a:lnTo>
                    <a:pt x="920799" y="914400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3253581" y="2412410"/>
              <a:ext cx="916664" cy="922007"/>
            </a:xfrm>
            <a:custGeom>
              <a:avLst/>
              <a:pathLst>
                <a:path w="916664" h="922007">
                  <a:moveTo>
                    <a:pt x="914400" y="914399"/>
                  </a:moveTo>
                  <a:lnTo>
                    <a:pt x="916664" y="914399"/>
                  </a:lnTo>
                  <a:lnTo>
                    <a:pt x="915836" y="917181"/>
                  </a:lnTo>
                  <a:lnTo>
                    <a:pt x="914955" y="920141"/>
                  </a:lnTo>
                  <a:lnTo>
                    <a:pt x="914400" y="922007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382932" y="2395171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925" y="918906"/>
                  </a:lnTo>
                  <a:lnTo>
                    <a:pt x="912335" y="914400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3829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49" y="931638"/>
                  </a:lnTo>
                  <a:lnTo>
                    <a:pt x="914583" y="929207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39219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4014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4107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4199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4292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4385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44776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4570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4662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47555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4848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4940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5033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5126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5218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5311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5403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5496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5589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5681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25774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586701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5959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052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1448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6237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330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6422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515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70061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1802" y="897161"/>
                  </a:lnTo>
                  <a:lnTo>
                    <a:pt x="914400" y="904545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670061" y="2412410"/>
              <a:ext cx="917537" cy="914399"/>
            </a:xfrm>
            <a:custGeom>
              <a:avLst/>
              <a:pathLst>
                <a:path w="917537" h="914399">
                  <a:moveTo>
                    <a:pt x="914400" y="914399"/>
                  </a:moveTo>
                  <a:lnTo>
                    <a:pt x="914400" y="904545"/>
                  </a:lnTo>
                  <a:lnTo>
                    <a:pt x="914757" y="905562"/>
                  </a:lnTo>
                  <a:lnTo>
                    <a:pt x="917537" y="91439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16372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9999" y="914399"/>
                  </a:lnTo>
                  <a:lnTo>
                    <a:pt x="911800" y="907715"/>
                  </a:lnTo>
                  <a:lnTo>
                    <a:pt x="914400" y="899231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25634" y="23951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70"/>
                  </a:lnTo>
                  <a:lnTo>
                    <a:pt x="905485" y="915336"/>
                  </a:lnTo>
                  <a:lnTo>
                    <a:pt x="905809" y="914400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7256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348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27441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7534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7626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7194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7812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7904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7997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8089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8182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8275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8367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8460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8553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86456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8738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8830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89235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9016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9108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9201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9294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9386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9479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9571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9664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9757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9849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9942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300350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30127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30220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303128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30405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30498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30590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30683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307759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308686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309612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310538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311464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312391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313317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31424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31516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31609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31702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31794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3188745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31980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32072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3216532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32257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32350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32443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3253581" y="2412410"/>
              <a:ext cx="921805" cy="914399"/>
            </a:xfrm>
            <a:custGeom>
              <a:avLst/>
              <a:pathLst>
                <a:path w="92180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1805" y="897161"/>
                  </a:lnTo>
                  <a:lnTo>
                    <a:pt x="921131" y="899417"/>
                  </a:lnTo>
                  <a:lnTo>
                    <a:pt x="920248" y="902378"/>
                  </a:lnTo>
                  <a:lnTo>
                    <a:pt x="919365" y="905338"/>
                  </a:lnTo>
                  <a:lnTo>
                    <a:pt x="918482" y="908299"/>
                  </a:lnTo>
                  <a:lnTo>
                    <a:pt x="917599" y="911259"/>
                  </a:lnTo>
                  <a:lnTo>
                    <a:pt x="916717" y="914220"/>
                  </a:lnTo>
                  <a:lnTo>
                    <a:pt x="916664" y="914399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382932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5" y="931638"/>
                  </a:lnTo>
                  <a:lnTo>
                    <a:pt x="911557" y="925697"/>
                  </a:lnTo>
                  <a:lnTo>
                    <a:pt x="910482" y="915130"/>
                  </a:lnTo>
                  <a:lnTo>
                    <a:pt x="910429" y="91439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3829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39219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4014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4107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4199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4292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4385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44776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4570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4662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47555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4848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4940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5033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126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5218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5311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403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496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589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5681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5774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586701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5959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052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1448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6237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6330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422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515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60799" y="2395171"/>
              <a:ext cx="921064" cy="914400"/>
            </a:xfrm>
            <a:custGeom>
              <a:avLst/>
              <a:pathLst>
                <a:path w="9210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79" y="897161"/>
                  </a:lnTo>
                  <a:lnTo>
                    <a:pt x="919224" y="897955"/>
                  </a:lnTo>
                  <a:lnTo>
                    <a:pt x="916989" y="904142"/>
                  </a:lnTo>
                  <a:lnTo>
                    <a:pt x="917694" y="905766"/>
                  </a:lnTo>
                  <a:lnTo>
                    <a:pt x="920972" y="914136"/>
                  </a:lnTo>
                  <a:lnTo>
                    <a:pt x="921064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725634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809" y="931638"/>
                  </a:lnTo>
                  <a:lnTo>
                    <a:pt x="908704" y="923263"/>
                  </a:lnTo>
                  <a:lnTo>
                    <a:pt x="912143" y="914399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7256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7348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7441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7534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7626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77194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7812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7904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7997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8089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8182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8275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8367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8460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8553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86456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8738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8830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89235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9016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9108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9201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9294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9386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9479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9571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9664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9757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9849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9942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300350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30127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30220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303128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30405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30498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30590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30683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307759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308686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309612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310538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311464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312391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313317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31424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31516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31609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31702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31794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3188745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31980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32072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3216532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32257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32350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32443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3253581" y="23951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86"/>
                  </a:lnTo>
                  <a:lnTo>
                    <a:pt x="922900" y="910735"/>
                  </a:lnTo>
                  <a:lnTo>
                    <a:pt x="922015" y="913695"/>
                  </a:lnTo>
                  <a:lnTo>
                    <a:pt x="921805" y="914400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3262843" y="2377933"/>
              <a:ext cx="919168" cy="925424"/>
            </a:xfrm>
            <a:custGeom>
              <a:avLst/>
              <a:pathLst>
                <a:path w="919168" h="925424">
                  <a:moveTo>
                    <a:pt x="914400" y="914399"/>
                  </a:moveTo>
                  <a:lnTo>
                    <a:pt x="919168" y="914399"/>
                  </a:lnTo>
                  <a:lnTo>
                    <a:pt x="917734" y="916810"/>
                  </a:lnTo>
                  <a:lnTo>
                    <a:pt x="916862" y="918274"/>
                  </a:lnTo>
                  <a:lnTo>
                    <a:pt x="916642" y="918831"/>
                  </a:lnTo>
                  <a:lnTo>
                    <a:pt x="915890" y="920727"/>
                  </a:lnTo>
                  <a:lnTo>
                    <a:pt x="915541" y="921608"/>
                  </a:lnTo>
                  <a:lnTo>
                    <a:pt x="915407" y="922054"/>
                  </a:lnTo>
                  <a:lnTo>
                    <a:pt x="914522" y="925014"/>
                  </a:lnTo>
                  <a:lnTo>
                    <a:pt x="914400" y="925424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382932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29" y="931638"/>
                  </a:lnTo>
                  <a:lnTo>
                    <a:pt x="909704" y="921713"/>
                  </a:lnTo>
                  <a:lnTo>
                    <a:pt x="909377" y="914400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3829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39219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4014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4107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4199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4292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4385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44776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4570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4662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47555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4848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4940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5033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5126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5218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5311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5403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496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5589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5681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774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86701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5959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052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61448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237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6330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422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515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660799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98"/>
                  </a:lnTo>
                  <a:lnTo>
                    <a:pt x="922250" y="905774"/>
                  </a:lnTo>
                  <a:lnTo>
                    <a:pt x="919479" y="91439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670061" y="2360695"/>
              <a:ext cx="915431" cy="918036"/>
            </a:xfrm>
            <a:custGeom>
              <a:avLst/>
              <a:pathLst>
                <a:path w="915431" h="918036">
                  <a:moveTo>
                    <a:pt x="914400" y="914400"/>
                  </a:moveTo>
                  <a:lnTo>
                    <a:pt x="915431" y="914400"/>
                  </a:lnTo>
                  <a:lnTo>
                    <a:pt x="914400" y="918036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725634" y="23779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87" y="914286"/>
                  </a:lnTo>
                  <a:lnTo>
                    <a:pt x="914400" y="909183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734897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421"/>
                  </a:lnTo>
                  <a:lnTo>
                    <a:pt x="906660" y="922908"/>
                  </a:lnTo>
                  <a:lnTo>
                    <a:pt x="906796" y="922612"/>
                  </a:lnTo>
                  <a:lnTo>
                    <a:pt x="906933" y="922312"/>
                  </a:lnTo>
                  <a:lnTo>
                    <a:pt x="907070" y="922012"/>
                  </a:lnTo>
                  <a:lnTo>
                    <a:pt x="907208" y="921712"/>
                  </a:lnTo>
                  <a:lnTo>
                    <a:pt x="907345" y="921412"/>
                  </a:lnTo>
                  <a:lnTo>
                    <a:pt x="907482" y="921113"/>
                  </a:lnTo>
                  <a:lnTo>
                    <a:pt x="907619" y="920813"/>
                  </a:lnTo>
                  <a:lnTo>
                    <a:pt x="907757" y="920513"/>
                  </a:lnTo>
                  <a:lnTo>
                    <a:pt x="907894" y="920213"/>
                  </a:lnTo>
                  <a:lnTo>
                    <a:pt x="908031" y="919914"/>
                  </a:lnTo>
                  <a:lnTo>
                    <a:pt x="908169" y="919614"/>
                  </a:lnTo>
                  <a:lnTo>
                    <a:pt x="908306" y="919314"/>
                  </a:lnTo>
                  <a:lnTo>
                    <a:pt x="908443" y="919014"/>
                  </a:lnTo>
                  <a:lnTo>
                    <a:pt x="908581" y="918714"/>
                  </a:lnTo>
                  <a:lnTo>
                    <a:pt x="908718" y="918415"/>
                  </a:lnTo>
                  <a:lnTo>
                    <a:pt x="908855" y="918115"/>
                  </a:lnTo>
                  <a:lnTo>
                    <a:pt x="908993" y="917815"/>
                  </a:lnTo>
                  <a:lnTo>
                    <a:pt x="909130" y="917515"/>
                  </a:lnTo>
                  <a:lnTo>
                    <a:pt x="909267" y="917216"/>
                  </a:lnTo>
                  <a:lnTo>
                    <a:pt x="909405" y="916916"/>
                  </a:lnTo>
                  <a:lnTo>
                    <a:pt x="909542" y="916616"/>
                  </a:lnTo>
                  <a:lnTo>
                    <a:pt x="909679" y="916316"/>
                  </a:lnTo>
                  <a:lnTo>
                    <a:pt x="909817" y="916017"/>
                  </a:lnTo>
                  <a:lnTo>
                    <a:pt x="909954" y="915717"/>
                  </a:lnTo>
                  <a:lnTo>
                    <a:pt x="910091" y="915417"/>
                  </a:lnTo>
                  <a:lnTo>
                    <a:pt x="910229" y="915117"/>
                  </a:lnTo>
                  <a:lnTo>
                    <a:pt x="910366" y="914818"/>
                  </a:lnTo>
                  <a:lnTo>
                    <a:pt x="910558" y="914400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7348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441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7534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7626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77194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812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7904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7997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8089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8182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8275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8367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8460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8553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86456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8738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8830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89235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9016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9108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9201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9294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9386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9479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9571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9664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9757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9849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9942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300350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30127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30220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303128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30405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30498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30590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30683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307759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308686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309612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310538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311464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312391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313317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314243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31516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31609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31702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31794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3188745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31980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32072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3216532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32257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32350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32443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32535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3262843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56"/>
                  </a:lnTo>
                  <a:lnTo>
                    <a:pt x="922268" y="909195"/>
                  </a:lnTo>
                  <a:lnTo>
                    <a:pt x="920756" y="911733"/>
                  </a:lnTo>
                  <a:lnTo>
                    <a:pt x="919244" y="914271"/>
                  </a:lnTo>
                  <a:lnTo>
                    <a:pt x="919168" y="914399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3272105" y="2360695"/>
              <a:ext cx="920184" cy="924095"/>
            </a:xfrm>
            <a:custGeom>
              <a:avLst/>
              <a:pathLst>
                <a:path w="920184" h="924095">
                  <a:moveTo>
                    <a:pt x="914400" y="914400"/>
                  </a:moveTo>
                  <a:lnTo>
                    <a:pt x="920184" y="914400"/>
                  </a:lnTo>
                  <a:lnTo>
                    <a:pt x="919059" y="916284"/>
                  </a:lnTo>
                  <a:lnTo>
                    <a:pt x="917545" y="918821"/>
                  </a:lnTo>
                  <a:lnTo>
                    <a:pt x="916031" y="921358"/>
                  </a:lnTo>
                  <a:lnTo>
                    <a:pt x="914518" y="923896"/>
                  </a:lnTo>
                  <a:lnTo>
                    <a:pt x="914400" y="924095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82932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377" y="931638"/>
                  </a:lnTo>
                  <a:lnTo>
                    <a:pt x="909224" y="928235"/>
                  </a:lnTo>
                  <a:lnTo>
                    <a:pt x="909045" y="917486"/>
                  </a:lnTo>
                  <a:lnTo>
                    <a:pt x="909079" y="914400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829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39219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4014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4107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199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24292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24385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244776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24570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24662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247555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24848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24940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25033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25126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25218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25311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25403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25496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25589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25681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25774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2586701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25959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26052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261448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26237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26330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26422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26515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26607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2670061" y="2360695"/>
              <a:ext cx="919540" cy="914400"/>
            </a:xfrm>
            <a:custGeom>
              <a:avLst/>
              <a:pathLst>
                <a:path w="91954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540" y="897161"/>
                  </a:lnTo>
                  <a:lnTo>
                    <a:pt x="918214" y="903345"/>
                  </a:lnTo>
                  <a:lnTo>
                    <a:pt x="915741" y="913308"/>
                  </a:lnTo>
                  <a:lnTo>
                    <a:pt x="915431" y="914400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2734897" y="236069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558" y="914400"/>
                  </a:lnTo>
                  <a:lnTo>
                    <a:pt x="910641" y="914218"/>
                  </a:lnTo>
                  <a:lnTo>
                    <a:pt x="910778" y="913918"/>
                  </a:lnTo>
                  <a:lnTo>
                    <a:pt x="910916" y="913619"/>
                  </a:lnTo>
                  <a:lnTo>
                    <a:pt x="911053" y="913319"/>
                  </a:lnTo>
                  <a:lnTo>
                    <a:pt x="911191" y="913019"/>
                  </a:lnTo>
                  <a:lnTo>
                    <a:pt x="911328" y="912719"/>
                  </a:lnTo>
                  <a:lnTo>
                    <a:pt x="911466" y="912420"/>
                  </a:lnTo>
                  <a:lnTo>
                    <a:pt x="911603" y="912120"/>
                  </a:lnTo>
                  <a:lnTo>
                    <a:pt x="911741" y="911820"/>
                  </a:lnTo>
                  <a:lnTo>
                    <a:pt x="911878" y="911520"/>
                  </a:lnTo>
                  <a:lnTo>
                    <a:pt x="912015" y="911221"/>
                  </a:lnTo>
                  <a:lnTo>
                    <a:pt x="912153" y="910921"/>
                  </a:lnTo>
                  <a:lnTo>
                    <a:pt x="912290" y="910621"/>
                  </a:lnTo>
                  <a:lnTo>
                    <a:pt x="912428" y="910321"/>
                  </a:lnTo>
                  <a:lnTo>
                    <a:pt x="912565" y="910022"/>
                  </a:lnTo>
                  <a:lnTo>
                    <a:pt x="912703" y="909722"/>
                  </a:lnTo>
                  <a:lnTo>
                    <a:pt x="912840" y="909422"/>
                  </a:lnTo>
                  <a:lnTo>
                    <a:pt x="912978" y="909123"/>
                  </a:lnTo>
                  <a:lnTo>
                    <a:pt x="913115" y="908823"/>
                  </a:lnTo>
                  <a:lnTo>
                    <a:pt x="913253" y="908523"/>
                  </a:lnTo>
                  <a:lnTo>
                    <a:pt x="913391" y="908223"/>
                  </a:lnTo>
                  <a:lnTo>
                    <a:pt x="913528" y="907924"/>
                  </a:lnTo>
                  <a:lnTo>
                    <a:pt x="913666" y="907624"/>
                  </a:lnTo>
                  <a:lnTo>
                    <a:pt x="913803" y="907324"/>
                  </a:lnTo>
                  <a:lnTo>
                    <a:pt x="913941" y="907025"/>
                  </a:lnTo>
                  <a:lnTo>
                    <a:pt x="914078" y="906725"/>
                  </a:lnTo>
                  <a:lnTo>
                    <a:pt x="914216" y="906425"/>
                  </a:lnTo>
                  <a:lnTo>
                    <a:pt x="914400" y="906025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2744159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264"/>
                  </a:lnTo>
                  <a:lnTo>
                    <a:pt x="905229" y="923064"/>
                  </a:lnTo>
                  <a:lnTo>
                    <a:pt x="905366" y="922764"/>
                  </a:lnTo>
                  <a:lnTo>
                    <a:pt x="905504" y="922465"/>
                  </a:lnTo>
                  <a:lnTo>
                    <a:pt x="905642" y="922165"/>
                  </a:lnTo>
                  <a:lnTo>
                    <a:pt x="905779" y="921865"/>
                  </a:lnTo>
                  <a:lnTo>
                    <a:pt x="905917" y="921566"/>
                  </a:lnTo>
                  <a:lnTo>
                    <a:pt x="906054" y="921266"/>
                  </a:lnTo>
                  <a:lnTo>
                    <a:pt x="906192" y="920966"/>
                  </a:lnTo>
                  <a:lnTo>
                    <a:pt x="909361" y="91440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27441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27534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27626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277194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27812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27904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27997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28089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28182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28275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28367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28460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28553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286456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28738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28830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289235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29016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29108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29201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29294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29386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29479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29571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29664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29757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29849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29942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00350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0127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0220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03128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0405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0498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0590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0683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0775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08686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09612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10538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11464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12391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13317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14243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15169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1609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1702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1794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188745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1980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2072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216532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2257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2350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2443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2535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2628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272105" y="23606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8657"/>
                  </a:lnTo>
                  <a:lnTo>
                    <a:pt x="922090" y="911210"/>
                  </a:lnTo>
                  <a:lnTo>
                    <a:pt x="920574" y="913747"/>
                  </a:lnTo>
                  <a:lnTo>
                    <a:pt x="920184" y="914400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281368" y="2343456"/>
              <a:ext cx="920648" cy="925814"/>
            </a:xfrm>
            <a:custGeom>
              <a:avLst/>
              <a:pathLst>
                <a:path w="920648" h="925814">
                  <a:moveTo>
                    <a:pt x="914400" y="914400"/>
                  </a:moveTo>
                  <a:lnTo>
                    <a:pt x="920648" y="914400"/>
                  </a:lnTo>
                  <a:lnTo>
                    <a:pt x="918437" y="918707"/>
                  </a:lnTo>
                  <a:lnTo>
                    <a:pt x="914400" y="925814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2382932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79" y="931638"/>
                  </a:lnTo>
                  <a:lnTo>
                    <a:pt x="909165" y="923973"/>
                  </a:lnTo>
                  <a:lnTo>
                    <a:pt x="909541" y="914400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23829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239219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24014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4107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4199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4292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4385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44776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4570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4662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7555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4848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4940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5033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126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5218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5311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5403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5496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5589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681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774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86701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959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6052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61448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6237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6330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6422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6515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6607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670061" y="2343456"/>
              <a:ext cx="922719" cy="914400"/>
            </a:xfrm>
            <a:custGeom>
              <a:avLst/>
              <a:pathLst>
                <a:path w="92271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19" y="897161"/>
                  </a:lnTo>
                  <a:lnTo>
                    <a:pt x="922292" y="899996"/>
                  </a:lnTo>
                  <a:lnTo>
                    <a:pt x="920400" y="910390"/>
                  </a:lnTo>
                  <a:lnTo>
                    <a:pt x="919540" y="914400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744159" y="23434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61" y="914400"/>
                  </a:lnTo>
                  <a:lnTo>
                    <a:pt x="909843" y="913401"/>
                  </a:lnTo>
                  <a:lnTo>
                    <a:pt x="913689" y="906179"/>
                  </a:lnTo>
                  <a:lnTo>
                    <a:pt x="914400" y="904969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753421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208"/>
                  </a:lnTo>
                  <a:lnTo>
                    <a:pt x="908459" y="916555"/>
                  </a:lnTo>
                  <a:lnTo>
                    <a:pt x="909858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7534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7626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77194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7812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7904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7997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8089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8182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8275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8367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8460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8553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86456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8738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8830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89235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9016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9108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9201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9294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9386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9479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9571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9664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9757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9849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9942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300350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30127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30220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303128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30405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30498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30590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30683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30775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308686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309612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310538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311464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312391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313317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314243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315169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316095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31702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31794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318874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31980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32072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3216532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32257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32350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32443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32535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32628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327210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3281368" y="23434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51"/>
                  </a:lnTo>
                  <a:lnTo>
                    <a:pt x="922320" y="911143"/>
                  </a:lnTo>
                  <a:lnTo>
                    <a:pt x="920648" y="914400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3290630" y="2326218"/>
              <a:ext cx="919267" cy="925489"/>
            </a:xfrm>
            <a:custGeom>
              <a:avLst/>
              <a:pathLst>
                <a:path w="919267" h="925489">
                  <a:moveTo>
                    <a:pt x="914400" y="914400"/>
                  </a:moveTo>
                  <a:lnTo>
                    <a:pt x="919267" y="914400"/>
                  </a:lnTo>
                  <a:lnTo>
                    <a:pt x="916731" y="920462"/>
                  </a:lnTo>
                  <a:lnTo>
                    <a:pt x="914400" y="925489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2382932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41" y="931638"/>
                  </a:lnTo>
                  <a:lnTo>
                    <a:pt x="909586" y="930486"/>
                  </a:lnTo>
                  <a:lnTo>
                    <a:pt x="910306" y="919816"/>
                  </a:lnTo>
                  <a:lnTo>
                    <a:pt x="910826" y="914400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23829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239219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24014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24107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24199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24292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24385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244776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24570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24662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247555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24848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24940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25033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25126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25218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25311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25403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25496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25589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25681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25774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2586701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25959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26052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261448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26237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26330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26422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26515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26607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2670061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49"/>
                  </a:lnTo>
                  <a:lnTo>
                    <a:pt x="922719" y="914400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2679323" y="2308979"/>
              <a:ext cx="915768" cy="925387"/>
            </a:xfrm>
            <a:custGeom>
              <a:avLst/>
              <a:pathLst>
                <a:path w="915768" h="925387">
                  <a:moveTo>
                    <a:pt x="914400" y="914400"/>
                  </a:moveTo>
                  <a:lnTo>
                    <a:pt x="915768" y="914400"/>
                  </a:lnTo>
                  <a:lnTo>
                    <a:pt x="914623" y="923906"/>
                  </a:lnTo>
                  <a:lnTo>
                    <a:pt x="914400" y="925387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2753421" y="23262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858" y="914400"/>
                  </a:lnTo>
                  <a:lnTo>
                    <a:pt x="912667" y="910071"/>
                  </a:lnTo>
                  <a:lnTo>
                    <a:pt x="914400" y="90765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2762683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896"/>
                  </a:lnTo>
                  <a:lnTo>
                    <a:pt x="907779" y="921217"/>
                  </a:lnTo>
                  <a:lnTo>
                    <a:pt x="912309" y="915533"/>
                  </a:lnTo>
                  <a:lnTo>
                    <a:pt x="912511" y="915292"/>
                  </a:lnTo>
                  <a:lnTo>
                    <a:pt x="912716" y="915049"/>
                  </a:lnTo>
                  <a:lnTo>
                    <a:pt x="912920" y="914806"/>
                  </a:lnTo>
                  <a:lnTo>
                    <a:pt x="913124" y="914563"/>
                  </a:lnTo>
                  <a:lnTo>
                    <a:pt x="913262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27626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277194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27812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27904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27997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28089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28182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28275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28367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28460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28553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28645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28738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28830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289235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29016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29108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29201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29294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29386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29479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29571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29664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29757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29849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29942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300350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30127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30220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303128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30405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30498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30590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659">
                <a:alpha val="100000"/>
              </a:srgbClr>
            </a:solidFill>
            <a:ln w="5420" cap="flat">
              <a:solidFill>
                <a:srgbClr val="63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30683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30775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308686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309612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310538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311464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312391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313317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314243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315169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316095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317022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31794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318874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31980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32072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3216532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32257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32350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2443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2535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628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7210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2813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290630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87"/>
                  </a:lnTo>
                  <a:lnTo>
                    <a:pt x="923409" y="903638"/>
                  </a:lnTo>
                  <a:lnTo>
                    <a:pt x="920184" y="912207"/>
                  </a:lnTo>
                  <a:lnTo>
                    <a:pt x="919267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299892" y="2308979"/>
              <a:ext cx="916330" cy="920126"/>
            </a:xfrm>
            <a:custGeom>
              <a:avLst/>
              <a:pathLst>
                <a:path w="916330" h="920126">
                  <a:moveTo>
                    <a:pt x="914400" y="914400"/>
                  </a:moveTo>
                  <a:lnTo>
                    <a:pt x="916330" y="914400"/>
                  </a:lnTo>
                  <a:lnTo>
                    <a:pt x="914400" y="920126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2382932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26" y="931638"/>
                  </a:lnTo>
                  <a:lnTo>
                    <a:pt x="911322" y="926469"/>
                  </a:lnTo>
                  <a:lnTo>
                    <a:pt x="912633" y="915995"/>
                  </a:lnTo>
                  <a:lnTo>
                    <a:pt x="912880" y="914400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23829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239219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24014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24107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24199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24292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24385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244776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24570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4662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7555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4848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940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5033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5126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5218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311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5403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5496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5589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81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774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586701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959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6052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61448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6237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6330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6422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515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6607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6700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679323" y="2308979"/>
              <a:ext cx="917218" cy="914400"/>
            </a:xfrm>
            <a:custGeom>
              <a:avLst/>
              <a:pathLst>
                <a:path w="9172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18" y="897161"/>
                  </a:lnTo>
                  <a:lnTo>
                    <a:pt x="916896" y="902376"/>
                  </a:lnTo>
                  <a:lnTo>
                    <a:pt x="915913" y="913197"/>
                  </a:lnTo>
                  <a:lnTo>
                    <a:pt x="915768" y="914400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762683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329" y="914320"/>
                  </a:lnTo>
                  <a:lnTo>
                    <a:pt x="913533" y="914077"/>
                  </a:lnTo>
                  <a:lnTo>
                    <a:pt x="913737" y="913834"/>
                  </a:lnTo>
                  <a:lnTo>
                    <a:pt x="913942" y="913591"/>
                  </a:lnTo>
                  <a:lnTo>
                    <a:pt x="914146" y="913348"/>
                  </a:lnTo>
                  <a:lnTo>
                    <a:pt x="914400" y="913047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771946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047"/>
                  </a:lnTo>
                  <a:lnTo>
                    <a:pt x="905293" y="912862"/>
                  </a:lnTo>
                  <a:lnTo>
                    <a:pt x="905497" y="912619"/>
                  </a:lnTo>
                  <a:lnTo>
                    <a:pt x="905702" y="912376"/>
                  </a:lnTo>
                  <a:lnTo>
                    <a:pt x="905906" y="912133"/>
                  </a:lnTo>
                  <a:lnTo>
                    <a:pt x="906110" y="911890"/>
                  </a:lnTo>
                  <a:lnTo>
                    <a:pt x="906315" y="911647"/>
                  </a:lnTo>
                  <a:lnTo>
                    <a:pt x="906519" y="911404"/>
                  </a:lnTo>
                  <a:lnTo>
                    <a:pt x="906724" y="911162"/>
                  </a:lnTo>
                  <a:lnTo>
                    <a:pt x="906928" y="910919"/>
                  </a:lnTo>
                  <a:lnTo>
                    <a:pt x="907133" y="910676"/>
                  </a:lnTo>
                  <a:lnTo>
                    <a:pt x="907337" y="910433"/>
                  </a:lnTo>
                  <a:lnTo>
                    <a:pt x="907542" y="910190"/>
                  </a:lnTo>
                  <a:lnTo>
                    <a:pt x="907746" y="909947"/>
                  </a:lnTo>
                  <a:lnTo>
                    <a:pt x="907951" y="909704"/>
                  </a:lnTo>
                  <a:lnTo>
                    <a:pt x="908155" y="909461"/>
                  </a:lnTo>
                  <a:lnTo>
                    <a:pt x="908360" y="909218"/>
                  </a:lnTo>
                  <a:lnTo>
                    <a:pt x="908564" y="908975"/>
                  </a:lnTo>
                  <a:lnTo>
                    <a:pt x="908769" y="908732"/>
                  </a:lnTo>
                  <a:lnTo>
                    <a:pt x="908973" y="908489"/>
                  </a:lnTo>
                  <a:lnTo>
                    <a:pt x="909178" y="908246"/>
                  </a:lnTo>
                  <a:lnTo>
                    <a:pt x="909382" y="908003"/>
                  </a:lnTo>
                  <a:lnTo>
                    <a:pt x="909587" y="907761"/>
                  </a:lnTo>
                  <a:lnTo>
                    <a:pt x="909791" y="907518"/>
                  </a:lnTo>
                  <a:lnTo>
                    <a:pt x="909996" y="907275"/>
                  </a:lnTo>
                  <a:lnTo>
                    <a:pt x="910200" y="907032"/>
                  </a:lnTo>
                  <a:lnTo>
                    <a:pt x="910405" y="906789"/>
                  </a:lnTo>
                  <a:lnTo>
                    <a:pt x="910610" y="906546"/>
                  </a:lnTo>
                  <a:lnTo>
                    <a:pt x="910814" y="906303"/>
                  </a:lnTo>
                  <a:lnTo>
                    <a:pt x="911019" y="906060"/>
                  </a:lnTo>
                  <a:lnTo>
                    <a:pt x="911223" y="905817"/>
                  </a:lnTo>
                  <a:lnTo>
                    <a:pt x="911428" y="905574"/>
                  </a:lnTo>
                  <a:lnTo>
                    <a:pt x="911633" y="905332"/>
                  </a:lnTo>
                  <a:lnTo>
                    <a:pt x="911837" y="905089"/>
                  </a:lnTo>
                  <a:lnTo>
                    <a:pt x="912042" y="904846"/>
                  </a:lnTo>
                  <a:lnTo>
                    <a:pt x="912247" y="904603"/>
                  </a:lnTo>
                  <a:lnTo>
                    <a:pt x="912451" y="904360"/>
                  </a:lnTo>
                  <a:lnTo>
                    <a:pt x="912656" y="904117"/>
                  </a:lnTo>
                  <a:lnTo>
                    <a:pt x="912861" y="903874"/>
                  </a:lnTo>
                  <a:lnTo>
                    <a:pt x="913065" y="903632"/>
                  </a:lnTo>
                  <a:lnTo>
                    <a:pt x="913270" y="903389"/>
                  </a:lnTo>
                  <a:lnTo>
                    <a:pt x="913475" y="903146"/>
                  </a:lnTo>
                  <a:lnTo>
                    <a:pt x="913679" y="902903"/>
                  </a:lnTo>
                  <a:lnTo>
                    <a:pt x="913884" y="902660"/>
                  </a:lnTo>
                  <a:lnTo>
                    <a:pt x="914089" y="902417"/>
                  </a:lnTo>
                  <a:lnTo>
                    <a:pt x="914400" y="902049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781208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36" y="919170"/>
                  </a:lnTo>
                  <a:lnTo>
                    <a:pt x="905441" y="918927"/>
                  </a:lnTo>
                  <a:lnTo>
                    <a:pt x="905645" y="918685"/>
                  </a:lnTo>
                  <a:lnTo>
                    <a:pt x="905850" y="918442"/>
                  </a:lnTo>
                  <a:lnTo>
                    <a:pt x="906055" y="918199"/>
                  </a:lnTo>
                  <a:lnTo>
                    <a:pt x="906260" y="917956"/>
                  </a:lnTo>
                  <a:lnTo>
                    <a:pt x="906464" y="917713"/>
                  </a:lnTo>
                  <a:lnTo>
                    <a:pt x="906669" y="917471"/>
                  </a:lnTo>
                  <a:lnTo>
                    <a:pt x="906874" y="917228"/>
                  </a:lnTo>
                  <a:lnTo>
                    <a:pt x="907079" y="916985"/>
                  </a:lnTo>
                  <a:lnTo>
                    <a:pt x="907284" y="916742"/>
                  </a:lnTo>
                  <a:lnTo>
                    <a:pt x="907488" y="916499"/>
                  </a:lnTo>
                  <a:lnTo>
                    <a:pt x="907693" y="916257"/>
                  </a:lnTo>
                  <a:lnTo>
                    <a:pt x="907898" y="916014"/>
                  </a:lnTo>
                  <a:lnTo>
                    <a:pt x="908103" y="915771"/>
                  </a:lnTo>
                  <a:lnTo>
                    <a:pt x="908308" y="915528"/>
                  </a:lnTo>
                  <a:lnTo>
                    <a:pt x="908512" y="915285"/>
                  </a:lnTo>
                  <a:lnTo>
                    <a:pt x="908717" y="915043"/>
                  </a:lnTo>
                  <a:lnTo>
                    <a:pt x="908922" y="914800"/>
                  </a:lnTo>
                  <a:lnTo>
                    <a:pt x="909127" y="914557"/>
                  </a:lnTo>
                  <a:lnTo>
                    <a:pt x="909260" y="914400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7812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7904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7997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8089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8182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8275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8367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8460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8553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8645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8738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8830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89235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9016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9108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9201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9294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9386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9479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9571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9664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9757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9849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9942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300350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30127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30220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303128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30405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30498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30590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30683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30775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30868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309612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310538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311464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312391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313317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314243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315169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316095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317022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317948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318874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31980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32072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3216532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32257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32350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32443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32535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32628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327210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32813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32906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3299892" y="2308979"/>
              <a:ext cx="921859" cy="914400"/>
            </a:xfrm>
            <a:custGeom>
              <a:avLst/>
              <a:pathLst>
                <a:path w="9218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59" y="897194"/>
                  </a:lnTo>
                  <a:lnTo>
                    <a:pt x="921184" y="899309"/>
                  </a:lnTo>
                  <a:lnTo>
                    <a:pt x="920509" y="901425"/>
                  </a:lnTo>
                  <a:lnTo>
                    <a:pt x="919835" y="903540"/>
                  </a:lnTo>
                  <a:lnTo>
                    <a:pt x="919160" y="905655"/>
                  </a:lnTo>
                  <a:lnTo>
                    <a:pt x="918486" y="907770"/>
                  </a:lnTo>
                  <a:lnTo>
                    <a:pt x="917812" y="909885"/>
                  </a:lnTo>
                  <a:lnTo>
                    <a:pt x="917134" y="912014"/>
                  </a:lnTo>
                  <a:lnTo>
                    <a:pt x="916330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382932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0" y="914400"/>
                  </a:lnTo>
                  <a:lnTo>
                    <a:pt x="914235" y="905663"/>
                  </a:lnTo>
                  <a:lnTo>
                    <a:pt x="914400" y="904775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392195" y="2274502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5137" y="931638"/>
                  </a:lnTo>
                  <a:lnTo>
                    <a:pt x="905137" y="922013"/>
                  </a:lnTo>
                  <a:lnTo>
                    <a:pt x="906551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39219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4014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4107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4199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4292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4385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44776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4570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4662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47555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4848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4940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5033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5126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218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5311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5403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5496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5589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5681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5774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586701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5959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6052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1448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6237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330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6422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6515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6607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6700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679323" y="2291741"/>
              <a:ext cx="917933" cy="914400"/>
            </a:xfrm>
            <a:custGeom>
              <a:avLst/>
              <a:pathLst>
                <a:path w="91793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933" y="897161"/>
                  </a:lnTo>
                  <a:lnTo>
                    <a:pt x="917930" y="897757"/>
                  </a:lnTo>
                  <a:lnTo>
                    <a:pt x="917569" y="908712"/>
                  </a:lnTo>
                  <a:lnTo>
                    <a:pt x="917218" y="914400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81208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32" y="914314"/>
                  </a:lnTo>
                  <a:lnTo>
                    <a:pt x="909537" y="914072"/>
                  </a:lnTo>
                  <a:lnTo>
                    <a:pt x="909742" y="913829"/>
                  </a:lnTo>
                  <a:lnTo>
                    <a:pt x="909947" y="913586"/>
                  </a:lnTo>
                  <a:lnTo>
                    <a:pt x="910151" y="913343"/>
                  </a:lnTo>
                  <a:lnTo>
                    <a:pt x="910356" y="913101"/>
                  </a:lnTo>
                  <a:lnTo>
                    <a:pt x="910561" y="912858"/>
                  </a:lnTo>
                  <a:lnTo>
                    <a:pt x="910766" y="912615"/>
                  </a:lnTo>
                  <a:lnTo>
                    <a:pt x="910971" y="912372"/>
                  </a:lnTo>
                  <a:lnTo>
                    <a:pt x="911176" y="912130"/>
                  </a:lnTo>
                  <a:lnTo>
                    <a:pt x="911381" y="911887"/>
                  </a:lnTo>
                  <a:lnTo>
                    <a:pt x="911586" y="911644"/>
                  </a:lnTo>
                  <a:lnTo>
                    <a:pt x="911791" y="911402"/>
                  </a:lnTo>
                  <a:lnTo>
                    <a:pt x="911996" y="911159"/>
                  </a:lnTo>
                  <a:lnTo>
                    <a:pt x="912201" y="910916"/>
                  </a:lnTo>
                  <a:lnTo>
                    <a:pt x="912406" y="910673"/>
                  </a:lnTo>
                  <a:lnTo>
                    <a:pt x="912611" y="910431"/>
                  </a:lnTo>
                  <a:lnTo>
                    <a:pt x="912816" y="910188"/>
                  </a:lnTo>
                  <a:lnTo>
                    <a:pt x="913021" y="909945"/>
                  </a:lnTo>
                  <a:lnTo>
                    <a:pt x="913226" y="909703"/>
                  </a:lnTo>
                  <a:lnTo>
                    <a:pt x="913431" y="909460"/>
                  </a:lnTo>
                  <a:lnTo>
                    <a:pt x="913636" y="909217"/>
                  </a:lnTo>
                  <a:lnTo>
                    <a:pt x="913841" y="908975"/>
                  </a:lnTo>
                  <a:lnTo>
                    <a:pt x="914046" y="908732"/>
                  </a:lnTo>
                  <a:lnTo>
                    <a:pt x="914251" y="908489"/>
                  </a:lnTo>
                  <a:lnTo>
                    <a:pt x="914400" y="908313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2790470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94" y="908247"/>
                  </a:lnTo>
                  <a:lnTo>
                    <a:pt x="905399" y="908004"/>
                  </a:lnTo>
                  <a:lnTo>
                    <a:pt x="905604" y="907761"/>
                  </a:lnTo>
                  <a:lnTo>
                    <a:pt x="905809" y="907519"/>
                  </a:lnTo>
                  <a:lnTo>
                    <a:pt x="906014" y="907276"/>
                  </a:lnTo>
                  <a:lnTo>
                    <a:pt x="906219" y="907033"/>
                  </a:lnTo>
                  <a:lnTo>
                    <a:pt x="906424" y="906791"/>
                  </a:lnTo>
                  <a:lnTo>
                    <a:pt x="906629" y="906548"/>
                  </a:lnTo>
                  <a:lnTo>
                    <a:pt x="906835" y="906305"/>
                  </a:lnTo>
                  <a:lnTo>
                    <a:pt x="907040" y="906063"/>
                  </a:lnTo>
                  <a:lnTo>
                    <a:pt x="907245" y="905820"/>
                  </a:lnTo>
                  <a:lnTo>
                    <a:pt x="907450" y="905577"/>
                  </a:lnTo>
                  <a:lnTo>
                    <a:pt x="907655" y="905335"/>
                  </a:lnTo>
                  <a:lnTo>
                    <a:pt x="907860" y="905092"/>
                  </a:lnTo>
                  <a:lnTo>
                    <a:pt x="908065" y="904849"/>
                  </a:lnTo>
                  <a:lnTo>
                    <a:pt x="908271" y="904607"/>
                  </a:lnTo>
                  <a:lnTo>
                    <a:pt x="908476" y="904364"/>
                  </a:lnTo>
                  <a:lnTo>
                    <a:pt x="908681" y="904122"/>
                  </a:lnTo>
                  <a:lnTo>
                    <a:pt x="908886" y="903879"/>
                  </a:lnTo>
                  <a:lnTo>
                    <a:pt x="909091" y="903636"/>
                  </a:lnTo>
                  <a:lnTo>
                    <a:pt x="909296" y="903394"/>
                  </a:lnTo>
                  <a:lnTo>
                    <a:pt x="909502" y="903151"/>
                  </a:lnTo>
                  <a:lnTo>
                    <a:pt x="909707" y="902909"/>
                  </a:lnTo>
                  <a:lnTo>
                    <a:pt x="909912" y="902666"/>
                  </a:lnTo>
                  <a:lnTo>
                    <a:pt x="910117" y="902423"/>
                  </a:lnTo>
                  <a:lnTo>
                    <a:pt x="910323" y="902181"/>
                  </a:lnTo>
                  <a:lnTo>
                    <a:pt x="910528" y="901938"/>
                  </a:lnTo>
                  <a:lnTo>
                    <a:pt x="910733" y="901696"/>
                  </a:lnTo>
                  <a:lnTo>
                    <a:pt x="914400" y="897551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2799732" y="22745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90"/>
                  </a:lnTo>
                  <a:lnTo>
                    <a:pt x="905263" y="914648"/>
                  </a:lnTo>
                  <a:lnTo>
                    <a:pt x="905504" y="91440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279973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8089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182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8275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8367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8460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8553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8645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8738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8830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89235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9016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9108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9201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9294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9386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9479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9571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9664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757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9849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942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300350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30127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30220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303128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30405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30498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30590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30683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775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30868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309612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310538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311464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312391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313317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314243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315169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316095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17022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317948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318874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319800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320727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3216532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32257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32350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32443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32535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32628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327210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32813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32906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3299892" y="22917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88"/>
                  </a:lnTo>
                  <a:lnTo>
                    <a:pt x="923210" y="910203"/>
                  </a:lnTo>
                  <a:lnTo>
                    <a:pt x="922534" y="912318"/>
                  </a:lnTo>
                  <a:lnTo>
                    <a:pt x="921870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3309154" y="2274502"/>
              <a:ext cx="918118" cy="926027"/>
            </a:xfrm>
            <a:custGeom>
              <a:avLst/>
              <a:pathLst>
                <a:path w="918118" h="926027">
                  <a:moveTo>
                    <a:pt x="914400" y="914400"/>
                  </a:moveTo>
                  <a:lnTo>
                    <a:pt x="918118" y="914400"/>
                  </a:lnTo>
                  <a:lnTo>
                    <a:pt x="918005" y="914753"/>
                  </a:lnTo>
                  <a:lnTo>
                    <a:pt x="917328" y="916867"/>
                  </a:lnTo>
                  <a:lnTo>
                    <a:pt x="916652" y="918982"/>
                  </a:lnTo>
                  <a:lnTo>
                    <a:pt x="915975" y="921097"/>
                  </a:lnTo>
                  <a:lnTo>
                    <a:pt x="915299" y="923212"/>
                  </a:lnTo>
                  <a:lnTo>
                    <a:pt x="914623" y="925327"/>
                  </a:lnTo>
                  <a:lnTo>
                    <a:pt x="914400" y="926027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392195" y="2257264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6551" y="931638"/>
                  </a:lnTo>
                  <a:lnTo>
                    <a:pt x="906860" y="929976"/>
                  </a:lnTo>
                  <a:lnTo>
                    <a:pt x="909029" y="920009"/>
                  </a:lnTo>
                  <a:lnTo>
                    <a:pt x="910436" y="9144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39219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4014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4107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4199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4292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4385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44776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4570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4662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47555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4848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4940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5033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5126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5218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5311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5403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25496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5589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5681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5774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586701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5959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6052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61448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6237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6330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26422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6515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26607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26700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679323" y="2274502"/>
              <a:ext cx="917979" cy="914400"/>
            </a:xfrm>
            <a:custGeom>
              <a:avLst/>
              <a:pathLst>
                <a:path w="9179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814" y="897161"/>
                  </a:lnTo>
                  <a:lnTo>
                    <a:pt x="917979" y="904022"/>
                  </a:lnTo>
                  <a:lnTo>
                    <a:pt x="917933" y="914400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799732" y="22745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504" y="914400"/>
                  </a:lnTo>
                  <a:lnTo>
                    <a:pt x="909144" y="910647"/>
                  </a:lnTo>
                  <a:lnTo>
                    <a:pt x="909556" y="910241"/>
                  </a:lnTo>
                  <a:lnTo>
                    <a:pt x="909972" y="909832"/>
                  </a:lnTo>
                  <a:lnTo>
                    <a:pt x="910388" y="909423"/>
                  </a:lnTo>
                  <a:lnTo>
                    <a:pt x="910804" y="909014"/>
                  </a:lnTo>
                  <a:lnTo>
                    <a:pt x="911221" y="908605"/>
                  </a:lnTo>
                  <a:lnTo>
                    <a:pt x="911637" y="908196"/>
                  </a:lnTo>
                  <a:lnTo>
                    <a:pt x="912053" y="907787"/>
                  </a:lnTo>
                  <a:lnTo>
                    <a:pt x="912470" y="907378"/>
                  </a:lnTo>
                  <a:lnTo>
                    <a:pt x="912886" y="906969"/>
                  </a:lnTo>
                  <a:lnTo>
                    <a:pt x="913302" y="906560"/>
                  </a:lnTo>
                  <a:lnTo>
                    <a:pt x="913719" y="906151"/>
                  </a:lnTo>
                  <a:lnTo>
                    <a:pt x="914135" y="905742"/>
                  </a:lnTo>
                  <a:lnTo>
                    <a:pt x="914400" y="905483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808994" y="22572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721"/>
                  </a:lnTo>
                  <a:lnTo>
                    <a:pt x="905289" y="922572"/>
                  </a:lnTo>
                  <a:lnTo>
                    <a:pt x="905706" y="922163"/>
                  </a:lnTo>
                  <a:lnTo>
                    <a:pt x="906122" y="921754"/>
                  </a:lnTo>
                  <a:lnTo>
                    <a:pt x="906539" y="921345"/>
                  </a:lnTo>
                  <a:lnTo>
                    <a:pt x="906955" y="920936"/>
                  </a:lnTo>
                  <a:lnTo>
                    <a:pt x="907372" y="920528"/>
                  </a:lnTo>
                  <a:lnTo>
                    <a:pt x="907789" y="920119"/>
                  </a:lnTo>
                  <a:lnTo>
                    <a:pt x="908205" y="919710"/>
                  </a:lnTo>
                  <a:lnTo>
                    <a:pt x="908622" y="919301"/>
                  </a:lnTo>
                  <a:lnTo>
                    <a:pt x="909038" y="918892"/>
                  </a:lnTo>
                  <a:lnTo>
                    <a:pt x="909455" y="918484"/>
                  </a:lnTo>
                  <a:lnTo>
                    <a:pt x="909872" y="918075"/>
                  </a:lnTo>
                  <a:lnTo>
                    <a:pt x="910289" y="917666"/>
                  </a:lnTo>
                  <a:lnTo>
                    <a:pt x="910705" y="917257"/>
                  </a:lnTo>
                  <a:lnTo>
                    <a:pt x="911122" y="916849"/>
                  </a:lnTo>
                  <a:lnTo>
                    <a:pt x="911539" y="916440"/>
                  </a:lnTo>
                  <a:lnTo>
                    <a:pt x="911956" y="916031"/>
                  </a:lnTo>
                  <a:lnTo>
                    <a:pt x="912373" y="915623"/>
                  </a:lnTo>
                  <a:lnTo>
                    <a:pt x="912790" y="915214"/>
                  </a:lnTo>
                  <a:lnTo>
                    <a:pt x="913207" y="914805"/>
                  </a:lnTo>
                  <a:lnTo>
                    <a:pt x="913648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8089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28182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275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367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8460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553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8645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8738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8830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89235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9016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9108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9201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9294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9386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9479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9571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9664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9757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9849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9942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300350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30127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30220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303128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30405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659">
                <a:alpha val="100000"/>
              </a:srgbClr>
            </a:solidFill>
            <a:ln w="5420" cap="flat">
              <a:solidFill>
                <a:srgbClr val="63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30498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30590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30683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30775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30868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309612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310538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11464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312391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313317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314243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315169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316095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317022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317948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318874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319800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320727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216532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32257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32350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32443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32535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32628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27210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32813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32906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32998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3309154" y="2274502"/>
              <a:ext cx="923150" cy="914400"/>
            </a:xfrm>
            <a:custGeom>
              <a:avLst/>
              <a:pathLst>
                <a:path w="92315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150" y="897161"/>
                  </a:lnTo>
                  <a:lnTo>
                    <a:pt x="921238" y="904212"/>
                  </a:lnTo>
                  <a:lnTo>
                    <a:pt x="918686" y="912624"/>
                  </a:lnTo>
                  <a:lnTo>
                    <a:pt x="918118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382932" y="2240025"/>
              <a:ext cx="914400" cy="914999"/>
            </a:xfrm>
            <a:custGeom>
              <a:avLst/>
              <a:pathLst>
                <a:path w="914400" h="914999">
                  <a:moveTo>
                    <a:pt x="914400" y="914400"/>
                  </a:moveTo>
                  <a:lnTo>
                    <a:pt x="914400" y="914999"/>
                  </a:lnTo>
                  <a:lnTo>
                    <a:pt x="914130" y="914400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38293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20477" y="928533"/>
                  </a:lnTo>
                  <a:lnTo>
                    <a:pt x="920240" y="928005"/>
                  </a:lnTo>
                  <a:lnTo>
                    <a:pt x="919475" y="926300"/>
                  </a:lnTo>
                  <a:lnTo>
                    <a:pt x="918710" y="924595"/>
                  </a:lnTo>
                  <a:lnTo>
                    <a:pt x="917945" y="922890"/>
                  </a:lnTo>
                  <a:lnTo>
                    <a:pt x="917180" y="921186"/>
                  </a:lnTo>
                  <a:lnTo>
                    <a:pt x="916414" y="919481"/>
                  </a:lnTo>
                  <a:lnTo>
                    <a:pt x="915648" y="917776"/>
                  </a:lnTo>
                  <a:lnTo>
                    <a:pt x="914882" y="916072"/>
                  </a:lnTo>
                  <a:lnTo>
                    <a:pt x="914400" y="91499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39219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4014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4107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4199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4292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4385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44776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24570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4662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47555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4848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4940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5033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5126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5218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5311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5403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5496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5589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681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5774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586701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959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6052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261448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6237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330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6422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6515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6607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6700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679323" y="2257264"/>
              <a:ext cx="917814" cy="914400"/>
            </a:xfrm>
            <a:custGeom>
              <a:avLst/>
              <a:pathLst>
                <a:path w="91781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6959" y="897161"/>
                  </a:lnTo>
                  <a:lnTo>
                    <a:pt x="917139" y="899374"/>
                  </a:lnTo>
                  <a:lnTo>
                    <a:pt x="917715" y="910296"/>
                  </a:lnTo>
                  <a:lnTo>
                    <a:pt x="917814" y="914400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808994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8" y="914400"/>
                  </a:lnTo>
                  <a:lnTo>
                    <a:pt x="914400" y="91370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818257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708"/>
                  </a:lnTo>
                  <a:lnTo>
                    <a:pt x="909037" y="910119"/>
                  </a:lnTo>
                  <a:lnTo>
                    <a:pt x="914252" y="905924"/>
                  </a:lnTo>
                  <a:lnTo>
                    <a:pt x="914400" y="905813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827519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36" y="905739"/>
                  </a:lnTo>
                  <a:lnTo>
                    <a:pt x="905485" y="905553"/>
                  </a:lnTo>
                  <a:lnTo>
                    <a:pt x="905734" y="905367"/>
                  </a:lnTo>
                  <a:lnTo>
                    <a:pt x="905982" y="905180"/>
                  </a:lnTo>
                  <a:lnTo>
                    <a:pt x="906231" y="904994"/>
                  </a:lnTo>
                  <a:lnTo>
                    <a:pt x="906480" y="904808"/>
                  </a:lnTo>
                  <a:lnTo>
                    <a:pt x="906729" y="904622"/>
                  </a:lnTo>
                  <a:lnTo>
                    <a:pt x="906978" y="904435"/>
                  </a:lnTo>
                  <a:lnTo>
                    <a:pt x="907227" y="904249"/>
                  </a:lnTo>
                  <a:lnTo>
                    <a:pt x="907475" y="904063"/>
                  </a:lnTo>
                  <a:lnTo>
                    <a:pt x="907724" y="903877"/>
                  </a:lnTo>
                  <a:lnTo>
                    <a:pt x="907973" y="903690"/>
                  </a:lnTo>
                  <a:lnTo>
                    <a:pt x="908222" y="903504"/>
                  </a:lnTo>
                  <a:lnTo>
                    <a:pt x="908471" y="903318"/>
                  </a:lnTo>
                  <a:lnTo>
                    <a:pt x="908720" y="903132"/>
                  </a:lnTo>
                  <a:lnTo>
                    <a:pt x="908969" y="902946"/>
                  </a:lnTo>
                  <a:lnTo>
                    <a:pt x="909217" y="902759"/>
                  </a:lnTo>
                  <a:lnTo>
                    <a:pt x="909466" y="902573"/>
                  </a:lnTo>
                  <a:lnTo>
                    <a:pt x="909715" y="902387"/>
                  </a:lnTo>
                  <a:lnTo>
                    <a:pt x="909964" y="902201"/>
                  </a:lnTo>
                  <a:lnTo>
                    <a:pt x="910213" y="902015"/>
                  </a:lnTo>
                  <a:lnTo>
                    <a:pt x="910462" y="901829"/>
                  </a:lnTo>
                  <a:lnTo>
                    <a:pt x="910711" y="901642"/>
                  </a:lnTo>
                  <a:lnTo>
                    <a:pt x="910960" y="901456"/>
                  </a:lnTo>
                  <a:lnTo>
                    <a:pt x="911209" y="901270"/>
                  </a:lnTo>
                  <a:lnTo>
                    <a:pt x="911458" y="901084"/>
                  </a:lnTo>
                  <a:lnTo>
                    <a:pt x="911707" y="900898"/>
                  </a:lnTo>
                  <a:lnTo>
                    <a:pt x="911956" y="900712"/>
                  </a:lnTo>
                  <a:lnTo>
                    <a:pt x="912205" y="900526"/>
                  </a:lnTo>
                  <a:lnTo>
                    <a:pt x="912454" y="900339"/>
                  </a:lnTo>
                  <a:lnTo>
                    <a:pt x="912703" y="900153"/>
                  </a:lnTo>
                  <a:lnTo>
                    <a:pt x="912952" y="899967"/>
                  </a:lnTo>
                  <a:lnTo>
                    <a:pt x="913201" y="899781"/>
                  </a:lnTo>
                  <a:lnTo>
                    <a:pt x="913450" y="899595"/>
                  </a:lnTo>
                  <a:lnTo>
                    <a:pt x="913699" y="899409"/>
                  </a:lnTo>
                  <a:lnTo>
                    <a:pt x="913948" y="899223"/>
                  </a:lnTo>
                  <a:lnTo>
                    <a:pt x="914197" y="899037"/>
                  </a:lnTo>
                  <a:lnTo>
                    <a:pt x="914400" y="898885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36781" y="22400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83" y="916089"/>
                  </a:lnTo>
                  <a:lnTo>
                    <a:pt x="905433" y="915903"/>
                  </a:lnTo>
                  <a:lnTo>
                    <a:pt x="905682" y="915717"/>
                  </a:lnTo>
                  <a:lnTo>
                    <a:pt x="905931" y="915531"/>
                  </a:lnTo>
                  <a:lnTo>
                    <a:pt x="906180" y="915345"/>
                  </a:lnTo>
                  <a:lnTo>
                    <a:pt x="906429" y="915159"/>
                  </a:lnTo>
                  <a:lnTo>
                    <a:pt x="906678" y="914973"/>
                  </a:lnTo>
                  <a:lnTo>
                    <a:pt x="906927" y="914787"/>
                  </a:lnTo>
                  <a:lnTo>
                    <a:pt x="907176" y="914601"/>
                  </a:lnTo>
                  <a:lnTo>
                    <a:pt x="907445" y="914400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8367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8460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53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645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8738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8830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89235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9016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9108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9201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9294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9386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9479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9571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9664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9757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9849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9942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300350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30127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0220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03128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0405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0498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0590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0683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0775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0868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09612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10538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11464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12391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13317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14243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15169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16095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17022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17948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18874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19800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20727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216532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22579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2350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2443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2535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2628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27210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2813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2906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2998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309154" y="22572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472"/>
                  </a:lnTo>
                  <a:lnTo>
                    <a:pt x="923577" y="912826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318417" y="2240025"/>
              <a:ext cx="917978" cy="929710"/>
            </a:xfrm>
            <a:custGeom>
              <a:avLst/>
              <a:pathLst>
                <a:path w="917978" h="929710">
                  <a:moveTo>
                    <a:pt x="914400" y="914400"/>
                  </a:moveTo>
                  <a:lnTo>
                    <a:pt x="917978" y="914400"/>
                  </a:lnTo>
                  <a:lnTo>
                    <a:pt x="917572" y="916196"/>
                  </a:lnTo>
                  <a:lnTo>
                    <a:pt x="917005" y="918714"/>
                  </a:lnTo>
                  <a:lnTo>
                    <a:pt x="916434" y="921246"/>
                  </a:lnTo>
                  <a:lnTo>
                    <a:pt x="914400" y="92971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2382932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16" y="931606"/>
                  </a:lnTo>
                  <a:lnTo>
                    <a:pt x="913349" y="929901"/>
                  </a:lnTo>
                  <a:lnTo>
                    <a:pt x="912582" y="928197"/>
                  </a:lnTo>
                  <a:lnTo>
                    <a:pt x="911815" y="926492"/>
                  </a:lnTo>
                  <a:lnTo>
                    <a:pt x="911048" y="924788"/>
                  </a:lnTo>
                  <a:lnTo>
                    <a:pt x="910281" y="923084"/>
                  </a:lnTo>
                  <a:lnTo>
                    <a:pt x="909513" y="921380"/>
                  </a:lnTo>
                  <a:lnTo>
                    <a:pt x="908746" y="919676"/>
                  </a:lnTo>
                  <a:lnTo>
                    <a:pt x="907978" y="917972"/>
                  </a:lnTo>
                  <a:lnTo>
                    <a:pt x="907210" y="916267"/>
                  </a:lnTo>
                  <a:lnTo>
                    <a:pt x="906441" y="914564"/>
                  </a:lnTo>
                  <a:lnTo>
                    <a:pt x="906367" y="91440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238293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239219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24014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24107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24199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24292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24385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244776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24570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24662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247555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24848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24940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25033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25126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25218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25311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25403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25496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25589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25681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25774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2586701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25959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26052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261448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26237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26330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26422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26515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26607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26700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2679323" y="2240025"/>
              <a:ext cx="916959" cy="914400"/>
            </a:xfrm>
            <a:custGeom>
              <a:avLst/>
              <a:pathLst>
                <a:path w="9169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297" y="897161"/>
                  </a:lnTo>
                  <a:lnTo>
                    <a:pt x="916253" y="905762"/>
                  </a:lnTo>
                  <a:lnTo>
                    <a:pt x="916959" y="914400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2836781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445" y="914400"/>
                  </a:lnTo>
                  <a:lnTo>
                    <a:pt x="907674" y="914229"/>
                  </a:lnTo>
                  <a:lnTo>
                    <a:pt x="907923" y="914043"/>
                  </a:lnTo>
                  <a:lnTo>
                    <a:pt x="908172" y="913857"/>
                  </a:lnTo>
                  <a:lnTo>
                    <a:pt x="908421" y="913671"/>
                  </a:lnTo>
                  <a:lnTo>
                    <a:pt x="908671" y="913485"/>
                  </a:lnTo>
                  <a:lnTo>
                    <a:pt x="908920" y="913299"/>
                  </a:lnTo>
                  <a:lnTo>
                    <a:pt x="909169" y="913113"/>
                  </a:lnTo>
                  <a:lnTo>
                    <a:pt x="909418" y="912927"/>
                  </a:lnTo>
                  <a:lnTo>
                    <a:pt x="909667" y="912741"/>
                  </a:lnTo>
                  <a:lnTo>
                    <a:pt x="909916" y="912555"/>
                  </a:lnTo>
                  <a:lnTo>
                    <a:pt x="910166" y="912369"/>
                  </a:lnTo>
                  <a:lnTo>
                    <a:pt x="910415" y="912183"/>
                  </a:lnTo>
                  <a:lnTo>
                    <a:pt x="910664" y="911997"/>
                  </a:lnTo>
                  <a:lnTo>
                    <a:pt x="910913" y="911811"/>
                  </a:lnTo>
                  <a:lnTo>
                    <a:pt x="911162" y="911625"/>
                  </a:lnTo>
                  <a:lnTo>
                    <a:pt x="911411" y="911439"/>
                  </a:lnTo>
                  <a:lnTo>
                    <a:pt x="911661" y="911253"/>
                  </a:lnTo>
                  <a:lnTo>
                    <a:pt x="914400" y="909313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2846043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313"/>
                  </a:lnTo>
                  <a:lnTo>
                    <a:pt x="905336" y="909017"/>
                  </a:lnTo>
                  <a:lnTo>
                    <a:pt x="910052" y="902708"/>
                  </a:lnTo>
                  <a:lnTo>
                    <a:pt x="914400" y="897511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2855306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50"/>
                  </a:lnTo>
                  <a:lnTo>
                    <a:pt x="905430" y="9144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28553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28645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28738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28830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28923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29016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29108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29201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29294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29386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29479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29571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29664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29757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29849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29942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00350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0127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0220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03128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0405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0498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0590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0683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0775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0868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09612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10538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11464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12391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13317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14243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15169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16095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17022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17948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18874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19800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20727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216532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22579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2350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2443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2535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2628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27210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2813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2906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2998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3091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318417" y="2240025"/>
              <a:ext cx="921873" cy="914400"/>
            </a:xfrm>
            <a:custGeom>
              <a:avLst/>
              <a:pathLst>
                <a:path w="92187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73" y="897161"/>
                  </a:lnTo>
                  <a:lnTo>
                    <a:pt x="921553" y="898573"/>
                  </a:lnTo>
                  <a:lnTo>
                    <a:pt x="920984" y="901090"/>
                  </a:lnTo>
                  <a:lnTo>
                    <a:pt x="920415" y="903608"/>
                  </a:lnTo>
                  <a:lnTo>
                    <a:pt x="919846" y="906125"/>
                  </a:lnTo>
                  <a:lnTo>
                    <a:pt x="919277" y="908643"/>
                  </a:lnTo>
                  <a:lnTo>
                    <a:pt x="918709" y="911161"/>
                  </a:lnTo>
                  <a:lnTo>
                    <a:pt x="918140" y="913678"/>
                  </a:lnTo>
                  <a:lnTo>
                    <a:pt x="917978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2373670" y="2205548"/>
              <a:ext cx="914400" cy="928911"/>
            </a:xfrm>
            <a:custGeom>
              <a:avLst/>
              <a:pathLst>
                <a:path w="914400" h="928911">
                  <a:moveTo>
                    <a:pt x="914400" y="914400"/>
                  </a:moveTo>
                  <a:lnTo>
                    <a:pt x="914400" y="928911"/>
                  </a:lnTo>
                  <a:lnTo>
                    <a:pt x="914166" y="928394"/>
                  </a:lnTo>
                  <a:lnTo>
                    <a:pt x="913397" y="926690"/>
                  </a:lnTo>
                  <a:lnTo>
                    <a:pt x="912628" y="924987"/>
                  </a:lnTo>
                  <a:lnTo>
                    <a:pt x="911859" y="923283"/>
                  </a:lnTo>
                  <a:lnTo>
                    <a:pt x="911089" y="921579"/>
                  </a:lnTo>
                  <a:lnTo>
                    <a:pt x="910319" y="919876"/>
                  </a:lnTo>
                  <a:lnTo>
                    <a:pt x="909549" y="918172"/>
                  </a:lnTo>
                  <a:lnTo>
                    <a:pt x="908779" y="916468"/>
                  </a:lnTo>
                  <a:lnTo>
                    <a:pt x="908009" y="914765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23736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29" y="931638"/>
                  </a:lnTo>
                  <a:lnTo>
                    <a:pt x="914935" y="930098"/>
                  </a:lnTo>
                  <a:lnTo>
                    <a:pt x="914400" y="928911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238293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239219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24014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24107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24199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24292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243850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244776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24570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24662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247555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24848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24940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25033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25126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25218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25311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25403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25496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25589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25681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25774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2586701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25959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26052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261448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26237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26330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26422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26515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26607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2679323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789" y="897161"/>
                  </a:lnTo>
                  <a:lnTo>
                    <a:pt x="913560" y="901639"/>
                  </a:lnTo>
                  <a:lnTo>
                    <a:pt x="914400" y="907585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2679323" y="2222787"/>
              <a:ext cx="915297" cy="914400"/>
            </a:xfrm>
            <a:custGeom>
              <a:avLst/>
              <a:pathLst>
                <a:path w="915297" h="914400">
                  <a:moveTo>
                    <a:pt x="914400" y="914400"/>
                  </a:moveTo>
                  <a:lnTo>
                    <a:pt x="914400" y="907585"/>
                  </a:lnTo>
                  <a:lnTo>
                    <a:pt x="915059" y="912254"/>
                  </a:lnTo>
                  <a:lnTo>
                    <a:pt x="915297" y="914400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2855306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430" y="914400"/>
                  </a:lnTo>
                  <a:lnTo>
                    <a:pt x="905677" y="914105"/>
                  </a:lnTo>
                  <a:lnTo>
                    <a:pt x="910721" y="908746"/>
                  </a:lnTo>
                  <a:lnTo>
                    <a:pt x="914400" y="9053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2864568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300"/>
                  </a:lnTo>
                  <a:lnTo>
                    <a:pt x="906646" y="903885"/>
                  </a:lnTo>
                  <a:lnTo>
                    <a:pt x="911964" y="899536"/>
                  </a:lnTo>
                  <a:lnTo>
                    <a:pt x="912357" y="899236"/>
                  </a:lnTo>
                  <a:lnTo>
                    <a:pt x="912754" y="898934"/>
                  </a:lnTo>
                  <a:lnTo>
                    <a:pt x="913151" y="898632"/>
                  </a:lnTo>
                  <a:lnTo>
                    <a:pt x="913548" y="898330"/>
                  </a:lnTo>
                  <a:lnTo>
                    <a:pt x="913945" y="898029"/>
                  </a:lnTo>
                  <a:lnTo>
                    <a:pt x="914400" y="897683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873830" y="22055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921"/>
                  </a:lnTo>
                  <a:lnTo>
                    <a:pt x="905477" y="914663"/>
                  </a:lnTo>
                  <a:lnTo>
                    <a:pt x="905824" y="914400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8738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8830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8923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9016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9108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9201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9294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9386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9479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9571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9664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9757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9849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9942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300350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30127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30220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303128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30405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659">
                <a:alpha val="100000"/>
              </a:srgbClr>
            </a:solidFill>
            <a:ln w="5420" cap="flat">
              <a:solidFill>
                <a:srgbClr val="63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30498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30590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30683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30775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308686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309612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310538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311464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312391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313317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314243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315169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316095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317022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317948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318874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319800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32072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3216532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322579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32350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32443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32535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32628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327210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328136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32906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32998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33091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3318417" y="22227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497"/>
                  </a:lnTo>
                  <a:lnTo>
                    <a:pt x="923263" y="908259"/>
                  </a:lnTo>
                  <a:lnTo>
                    <a:pt x="922693" y="910776"/>
                  </a:lnTo>
                  <a:lnTo>
                    <a:pt x="922123" y="913294"/>
                  </a:lnTo>
                  <a:lnTo>
                    <a:pt x="921873" y="914400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3327679" y="2205548"/>
              <a:ext cx="916792" cy="923736"/>
            </a:xfrm>
            <a:custGeom>
              <a:avLst/>
              <a:pathLst>
                <a:path w="916792" h="923736">
                  <a:moveTo>
                    <a:pt x="914400" y="914400"/>
                  </a:moveTo>
                  <a:lnTo>
                    <a:pt x="916792" y="914400"/>
                  </a:lnTo>
                  <a:lnTo>
                    <a:pt x="916667" y="914867"/>
                  </a:lnTo>
                  <a:lnTo>
                    <a:pt x="915863" y="917877"/>
                  </a:lnTo>
                  <a:lnTo>
                    <a:pt x="915060" y="920887"/>
                  </a:lnTo>
                  <a:lnTo>
                    <a:pt x="914963" y="921250"/>
                  </a:lnTo>
                  <a:lnTo>
                    <a:pt x="914571" y="922980"/>
                  </a:lnTo>
                  <a:lnTo>
                    <a:pt x="914400" y="923736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2364408" y="2188310"/>
              <a:ext cx="914399" cy="925659"/>
            </a:xfrm>
            <a:custGeom>
              <a:avLst/>
              <a:pathLst>
                <a:path w="914399" h="925659">
                  <a:moveTo>
                    <a:pt x="914399" y="914400"/>
                  </a:moveTo>
                  <a:lnTo>
                    <a:pt x="914399" y="925659"/>
                  </a:lnTo>
                  <a:lnTo>
                    <a:pt x="914187" y="925190"/>
                  </a:lnTo>
                  <a:lnTo>
                    <a:pt x="913416" y="923487"/>
                  </a:lnTo>
                  <a:lnTo>
                    <a:pt x="912644" y="921784"/>
                  </a:lnTo>
                  <a:lnTo>
                    <a:pt x="911872" y="920081"/>
                  </a:lnTo>
                  <a:lnTo>
                    <a:pt x="911100" y="918378"/>
                  </a:lnTo>
                  <a:lnTo>
                    <a:pt x="910328" y="916675"/>
                  </a:lnTo>
                  <a:lnTo>
                    <a:pt x="909555" y="914972"/>
                  </a:lnTo>
                  <a:lnTo>
                    <a:pt x="909296" y="914400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36440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6500" y="930300"/>
                  </a:lnTo>
                  <a:lnTo>
                    <a:pt x="915729" y="928597"/>
                  </a:lnTo>
                  <a:lnTo>
                    <a:pt x="914958" y="926893"/>
                  </a:lnTo>
                  <a:lnTo>
                    <a:pt x="914399" y="92565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3736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238293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39219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4014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4107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24199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24292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243850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244776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24570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24662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247555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24848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24940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25033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25126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25218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25311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25403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25496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25589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25681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25774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2586701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25959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26052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261448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26237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26330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26422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26515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26607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2670061" y="2205548"/>
              <a:ext cx="922051" cy="914400"/>
            </a:xfrm>
            <a:custGeom>
              <a:avLst/>
              <a:pathLst>
                <a:path w="92205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03" y="897161"/>
                  </a:lnTo>
                  <a:lnTo>
                    <a:pt x="918932" y="897316"/>
                  </a:lnTo>
                  <a:lnTo>
                    <a:pt x="919037" y="897871"/>
                  </a:lnTo>
                  <a:lnTo>
                    <a:pt x="919142" y="898427"/>
                  </a:lnTo>
                  <a:lnTo>
                    <a:pt x="919246" y="898982"/>
                  </a:lnTo>
                  <a:lnTo>
                    <a:pt x="919351" y="899538"/>
                  </a:lnTo>
                  <a:lnTo>
                    <a:pt x="919455" y="900093"/>
                  </a:lnTo>
                  <a:lnTo>
                    <a:pt x="919560" y="900649"/>
                  </a:lnTo>
                  <a:lnTo>
                    <a:pt x="919664" y="901204"/>
                  </a:lnTo>
                  <a:lnTo>
                    <a:pt x="919769" y="901760"/>
                  </a:lnTo>
                  <a:lnTo>
                    <a:pt x="919874" y="902316"/>
                  </a:lnTo>
                  <a:lnTo>
                    <a:pt x="919978" y="902871"/>
                  </a:lnTo>
                  <a:lnTo>
                    <a:pt x="920083" y="903427"/>
                  </a:lnTo>
                  <a:lnTo>
                    <a:pt x="920187" y="903982"/>
                  </a:lnTo>
                  <a:lnTo>
                    <a:pt x="920292" y="904538"/>
                  </a:lnTo>
                  <a:lnTo>
                    <a:pt x="920396" y="905093"/>
                  </a:lnTo>
                  <a:lnTo>
                    <a:pt x="920501" y="905649"/>
                  </a:lnTo>
                  <a:lnTo>
                    <a:pt x="920605" y="906204"/>
                  </a:lnTo>
                  <a:lnTo>
                    <a:pt x="920710" y="906760"/>
                  </a:lnTo>
                  <a:lnTo>
                    <a:pt x="920814" y="907315"/>
                  </a:lnTo>
                  <a:lnTo>
                    <a:pt x="920918" y="907871"/>
                  </a:lnTo>
                  <a:lnTo>
                    <a:pt x="921023" y="908426"/>
                  </a:lnTo>
                  <a:lnTo>
                    <a:pt x="922051" y="914400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2873830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874" y="914361"/>
                  </a:lnTo>
                  <a:lnTo>
                    <a:pt x="906271" y="914060"/>
                  </a:lnTo>
                  <a:lnTo>
                    <a:pt x="906668" y="913758"/>
                  </a:lnTo>
                  <a:lnTo>
                    <a:pt x="907065" y="913456"/>
                  </a:lnTo>
                  <a:lnTo>
                    <a:pt x="907462" y="913154"/>
                  </a:lnTo>
                  <a:lnTo>
                    <a:pt x="907859" y="912852"/>
                  </a:lnTo>
                  <a:lnTo>
                    <a:pt x="908256" y="912551"/>
                  </a:lnTo>
                  <a:lnTo>
                    <a:pt x="908653" y="912249"/>
                  </a:lnTo>
                  <a:lnTo>
                    <a:pt x="909051" y="911947"/>
                  </a:lnTo>
                  <a:lnTo>
                    <a:pt x="909448" y="911646"/>
                  </a:lnTo>
                  <a:lnTo>
                    <a:pt x="909845" y="911344"/>
                  </a:lnTo>
                  <a:lnTo>
                    <a:pt x="910242" y="911042"/>
                  </a:lnTo>
                  <a:lnTo>
                    <a:pt x="910639" y="910740"/>
                  </a:lnTo>
                  <a:lnTo>
                    <a:pt x="911037" y="910439"/>
                  </a:lnTo>
                  <a:lnTo>
                    <a:pt x="911434" y="910137"/>
                  </a:lnTo>
                  <a:lnTo>
                    <a:pt x="911831" y="909836"/>
                  </a:lnTo>
                  <a:lnTo>
                    <a:pt x="912229" y="909534"/>
                  </a:lnTo>
                  <a:lnTo>
                    <a:pt x="912626" y="909232"/>
                  </a:lnTo>
                  <a:lnTo>
                    <a:pt x="913023" y="908931"/>
                  </a:lnTo>
                  <a:lnTo>
                    <a:pt x="913421" y="908629"/>
                  </a:lnTo>
                  <a:lnTo>
                    <a:pt x="913818" y="908327"/>
                  </a:lnTo>
                  <a:lnTo>
                    <a:pt x="914215" y="908026"/>
                  </a:lnTo>
                  <a:lnTo>
                    <a:pt x="914400" y="907886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2883092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886"/>
                  </a:lnTo>
                  <a:lnTo>
                    <a:pt x="905351" y="907724"/>
                  </a:lnTo>
                  <a:lnTo>
                    <a:pt x="905748" y="907423"/>
                  </a:lnTo>
                  <a:lnTo>
                    <a:pt x="906145" y="907121"/>
                  </a:lnTo>
                  <a:lnTo>
                    <a:pt x="911308" y="903480"/>
                  </a:lnTo>
                  <a:lnTo>
                    <a:pt x="914400" y="901621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2892354" y="21883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59"/>
                  </a:lnTo>
                  <a:lnTo>
                    <a:pt x="907298" y="917560"/>
                  </a:lnTo>
                  <a:lnTo>
                    <a:pt x="912629" y="914890"/>
                  </a:lnTo>
                  <a:lnTo>
                    <a:pt x="913846" y="914400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28923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29016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29108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29201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29294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29386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29479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29571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29664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29757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29849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29942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300350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30127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30220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303128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30405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30498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30590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30683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30775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308686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309612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310538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311464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312391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313317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314243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315169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316095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317022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317948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318874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319800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32072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3216532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322579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32350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32443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32535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32628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327210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328136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32906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32998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33091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33184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3327679" y="2205548"/>
              <a:ext cx="921403" cy="914400"/>
            </a:xfrm>
            <a:custGeom>
              <a:avLst/>
              <a:pathLst>
                <a:path w="9214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03" y="897161"/>
                  </a:lnTo>
                  <a:lnTo>
                    <a:pt x="920691" y="899818"/>
                  </a:lnTo>
                  <a:lnTo>
                    <a:pt x="919886" y="902828"/>
                  </a:lnTo>
                  <a:lnTo>
                    <a:pt x="919080" y="905838"/>
                  </a:lnTo>
                  <a:lnTo>
                    <a:pt x="918275" y="908847"/>
                  </a:lnTo>
                  <a:lnTo>
                    <a:pt x="917471" y="911857"/>
                  </a:lnTo>
                  <a:lnTo>
                    <a:pt x="916792" y="914400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2355146" y="2171071"/>
              <a:ext cx="914400" cy="922481"/>
            </a:xfrm>
            <a:custGeom>
              <a:avLst/>
              <a:pathLst>
                <a:path w="914400" h="922481">
                  <a:moveTo>
                    <a:pt x="914400" y="914400"/>
                  </a:moveTo>
                  <a:lnTo>
                    <a:pt x="914400" y="922481"/>
                  </a:lnTo>
                  <a:lnTo>
                    <a:pt x="914178" y="921993"/>
                  </a:lnTo>
                  <a:lnTo>
                    <a:pt x="913404" y="920291"/>
                  </a:lnTo>
                  <a:lnTo>
                    <a:pt x="912630" y="918588"/>
                  </a:lnTo>
                  <a:lnTo>
                    <a:pt x="911856" y="916886"/>
                  </a:lnTo>
                  <a:lnTo>
                    <a:pt x="911081" y="915183"/>
                  </a:lnTo>
                  <a:lnTo>
                    <a:pt x="910724" y="914400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235514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58" y="931638"/>
                  </a:lnTo>
                  <a:lnTo>
                    <a:pt x="918045" y="930507"/>
                  </a:lnTo>
                  <a:lnTo>
                    <a:pt x="917272" y="928804"/>
                  </a:lnTo>
                  <a:lnTo>
                    <a:pt x="916499" y="927101"/>
                  </a:lnTo>
                  <a:lnTo>
                    <a:pt x="915725" y="925399"/>
                  </a:lnTo>
                  <a:lnTo>
                    <a:pt x="914952" y="923696"/>
                  </a:lnTo>
                  <a:lnTo>
                    <a:pt x="914400" y="922481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236440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23736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238293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239219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24014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24107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24199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24292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243850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244776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24570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24662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247555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24848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249407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250334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251260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252186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253112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254039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254965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255891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256817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257743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2586701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259596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260522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261448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262375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263301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264227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265153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26607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2670061" y="2188310"/>
              <a:ext cx="918903" cy="914400"/>
            </a:xfrm>
            <a:custGeom>
              <a:avLst/>
              <a:pathLst>
                <a:path w="918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652" y="897161"/>
                  </a:lnTo>
                  <a:lnTo>
                    <a:pt x="915685" y="897333"/>
                  </a:lnTo>
                  <a:lnTo>
                    <a:pt x="915790" y="897889"/>
                  </a:lnTo>
                  <a:lnTo>
                    <a:pt x="915895" y="898444"/>
                  </a:lnTo>
                  <a:lnTo>
                    <a:pt x="916000" y="899000"/>
                  </a:lnTo>
                  <a:lnTo>
                    <a:pt x="916104" y="899555"/>
                  </a:lnTo>
                  <a:lnTo>
                    <a:pt x="916209" y="900111"/>
                  </a:lnTo>
                  <a:lnTo>
                    <a:pt x="916314" y="900666"/>
                  </a:lnTo>
                  <a:lnTo>
                    <a:pt x="916419" y="901222"/>
                  </a:lnTo>
                  <a:lnTo>
                    <a:pt x="916524" y="901777"/>
                  </a:lnTo>
                  <a:lnTo>
                    <a:pt x="916629" y="902333"/>
                  </a:lnTo>
                  <a:lnTo>
                    <a:pt x="916733" y="902888"/>
                  </a:lnTo>
                  <a:lnTo>
                    <a:pt x="916838" y="903444"/>
                  </a:lnTo>
                  <a:lnTo>
                    <a:pt x="916943" y="903999"/>
                  </a:lnTo>
                  <a:lnTo>
                    <a:pt x="917048" y="904555"/>
                  </a:lnTo>
                  <a:lnTo>
                    <a:pt x="917153" y="905110"/>
                  </a:lnTo>
                  <a:lnTo>
                    <a:pt x="917257" y="905666"/>
                  </a:lnTo>
                  <a:lnTo>
                    <a:pt x="917362" y="906222"/>
                  </a:lnTo>
                  <a:lnTo>
                    <a:pt x="917467" y="906777"/>
                  </a:lnTo>
                  <a:lnTo>
                    <a:pt x="917572" y="907333"/>
                  </a:lnTo>
                  <a:lnTo>
                    <a:pt x="917676" y="907888"/>
                  </a:lnTo>
                  <a:lnTo>
                    <a:pt x="917781" y="908444"/>
                  </a:lnTo>
                  <a:lnTo>
                    <a:pt x="917886" y="908999"/>
                  </a:lnTo>
                  <a:lnTo>
                    <a:pt x="917990" y="909555"/>
                  </a:lnTo>
                  <a:lnTo>
                    <a:pt x="918095" y="910110"/>
                  </a:lnTo>
                  <a:lnTo>
                    <a:pt x="918200" y="910666"/>
                  </a:lnTo>
                  <a:lnTo>
                    <a:pt x="918305" y="911221"/>
                  </a:lnTo>
                  <a:lnTo>
                    <a:pt x="918409" y="911777"/>
                  </a:lnTo>
                  <a:lnTo>
                    <a:pt x="918514" y="912332"/>
                  </a:lnTo>
                  <a:lnTo>
                    <a:pt x="918618" y="912888"/>
                  </a:lnTo>
                  <a:lnTo>
                    <a:pt x="918723" y="913443"/>
                  </a:lnTo>
                  <a:lnTo>
                    <a:pt x="918828" y="913999"/>
                  </a:lnTo>
                  <a:lnTo>
                    <a:pt x="918903" y="914400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289235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46" y="914400"/>
                  </a:lnTo>
                  <a:lnTo>
                    <a:pt x="914400" y="914176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290161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76"/>
                  </a:lnTo>
                  <a:lnTo>
                    <a:pt x="908763" y="912716"/>
                  </a:lnTo>
                  <a:lnTo>
                    <a:pt x="914209" y="911043"/>
                  </a:lnTo>
                  <a:lnTo>
                    <a:pt x="914400" y="911002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291087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002"/>
                  </a:lnTo>
                  <a:lnTo>
                    <a:pt x="910432" y="909876"/>
                  </a:lnTo>
                  <a:lnTo>
                    <a:pt x="914400" y="909401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292014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01"/>
                  </a:lnTo>
                  <a:lnTo>
                    <a:pt x="906679" y="909217"/>
                  </a:lnTo>
                  <a:lnTo>
                    <a:pt x="907068" y="909188"/>
                  </a:lnTo>
                  <a:lnTo>
                    <a:pt x="907460" y="909159"/>
                  </a:lnTo>
                  <a:lnTo>
                    <a:pt x="907851" y="909131"/>
                  </a:lnTo>
                  <a:lnTo>
                    <a:pt x="908242" y="909102"/>
                  </a:lnTo>
                  <a:lnTo>
                    <a:pt x="908633" y="909074"/>
                  </a:lnTo>
                  <a:lnTo>
                    <a:pt x="909025" y="909045"/>
                  </a:lnTo>
                  <a:lnTo>
                    <a:pt x="909416" y="909016"/>
                  </a:lnTo>
                  <a:lnTo>
                    <a:pt x="909807" y="908988"/>
                  </a:lnTo>
                  <a:lnTo>
                    <a:pt x="910199" y="908959"/>
                  </a:lnTo>
                  <a:lnTo>
                    <a:pt x="910590" y="908931"/>
                  </a:lnTo>
                  <a:lnTo>
                    <a:pt x="910981" y="908902"/>
                  </a:lnTo>
                  <a:lnTo>
                    <a:pt x="911373" y="908874"/>
                  </a:lnTo>
                  <a:lnTo>
                    <a:pt x="911764" y="908845"/>
                  </a:lnTo>
                  <a:lnTo>
                    <a:pt x="912155" y="908816"/>
                  </a:lnTo>
                  <a:lnTo>
                    <a:pt x="912547" y="908788"/>
                  </a:lnTo>
                  <a:lnTo>
                    <a:pt x="912938" y="908759"/>
                  </a:lnTo>
                  <a:lnTo>
                    <a:pt x="913329" y="908731"/>
                  </a:lnTo>
                  <a:lnTo>
                    <a:pt x="913721" y="908703"/>
                  </a:lnTo>
                  <a:lnTo>
                    <a:pt x="914112" y="908674"/>
                  </a:lnTo>
                  <a:lnTo>
                    <a:pt x="914400" y="908653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292940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1" y="908646"/>
                  </a:lnTo>
                  <a:lnTo>
                    <a:pt x="905632" y="908617"/>
                  </a:lnTo>
                  <a:lnTo>
                    <a:pt x="906024" y="908589"/>
                  </a:lnTo>
                  <a:lnTo>
                    <a:pt x="906415" y="908560"/>
                  </a:lnTo>
                  <a:lnTo>
                    <a:pt x="906806" y="908532"/>
                  </a:lnTo>
                  <a:lnTo>
                    <a:pt x="907198" y="908504"/>
                  </a:lnTo>
                  <a:lnTo>
                    <a:pt x="907589" y="908475"/>
                  </a:lnTo>
                  <a:lnTo>
                    <a:pt x="907980" y="908447"/>
                  </a:lnTo>
                  <a:lnTo>
                    <a:pt x="908372" y="908419"/>
                  </a:lnTo>
                  <a:lnTo>
                    <a:pt x="908763" y="908390"/>
                  </a:lnTo>
                  <a:lnTo>
                    <a:pt x="909155" y="908362"/>
                  </a:lnTo>
                  <a:lnTo>
                    <a:pt x="909546" y="908334"/>
                  </a:lnTo>
                  <a:lnTo>
                    <a:pt x="909937" y="908305"/>
                  </a:lnTo>
                  <a:lnTo>
                    <a:pt x="910329" y="908277"/>
                  </a:lnTo>
                  <a:lnTo>
                    <a:pt x="910720" y="908249"/>
                  </a:lnTo>
                  <a:lnTo>
                    <a:pt x="911111" y="908221"/>
                  </a:lnTo>
                  <a:lnTo>
                    <a:pt x="911503" y="908192"/>
                  </a:lnTo>
                  <a:lnTo>
                    <a:pt x="911894" y="908164"/>
                  </a:lnTo>
                  <a:lnTo>
                    <a:pt x="912285" y="908136"/>
                  </a:lnTo>
                  <a:lnTo>
                    <a:pt x="912677" y="908108"/>
                  </a:lnTo>
                  <a:lnTo>
                    <a:pt x="913068" y="908080"/>
                  </a:lnTo>
                  <a:lnTo>
                    <a:pt x="913459" y="908051"/>
                  </a:lnTo>
                  <a:lnTo>
                    <a:pt x="913851" y="908023"/>
                  </a:lnTo>
                  <a:lnTo>
                    <a:pt x="914242" y="907995"/>
                  </a:lnTo>
                  <a:lnTo>
                    <a:pt x="914400" y="907984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293866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984"/>
                  </a:lnTo>
                  <a:lnTo>
                    <a:pt x="905371" y="907967"/>
                  </a:lnTo>
                  <a:lnTo>
                    <a:pt x="905763" y="907939"/>
                  </a:lnTo>
                  <a:lnTo>
                    <a:pt x="906154" y="907911"/>
                  </a:lnTo>
                  <a:lnTo>
                    <a:pt x="906545" y="907883"/>
                  </a:lnTo>
                  <a:lnTo>
                    <a:pt x="906937" y="907854"/>
                  </a:lnTo>
                  <a:lnTo>
                    <a:pt x="907328" y="907826"/>
                  </a:lnTo>
                  <a:lnTo>
                    <a:pt x="907720" y="907798"/>
                  </a:lnTo>
                  <a:lnTo>
                    <a:pt x="908111" y="907770"/>
                  </a:lnTo>
                  <a:lnTo>
                    <a:pt x="908502" y="907742"/>
                  </a:lnTo>
                  <a:lnTo>
                    <a:pt x="908894" y="907714"/>
                  </a:lnTo>
                  <a:lnTo>
                    <a:pt x="909285" y="907686"/>
                  </a:lnTo>
                  <a:lnTo>
                    <a:pt x="909677" y="907658"/>
                  </a:lnTo>
                  <a:lnTo>
                    <a:pt x="910068" y="907630"/>
                  </a:lnTo>
                  <a:lnTo>
                    <a:pt x="910459" y="907602"/>
                  </a:lnTo>
                  <a:lnTo>
                    <a:pt x="910851" y="907574"/>
                  </a:lnTo>
                  <a:lnTo>
                    <a:pt x="911242" y="907546"/>
                  </a:lnTo>
                  <a:lnTo>
                    <a:pt x="911634" y="907518"/>
                  </a:lnTo>
                  <a:lnTo>
                    <a:pt x="912025" y="907490"/>
                  </a:lnTo>
                  <a:lnTo>
                    <a:pt x="912416" y="907463"/>
                  </a:lnTo>
                  <a:lnTo>
                    <a:pt x="912808" y="907435"/>
                  </a:lnTo>
                  <a:lnTo>
                    <a:pt x="913199" y="907407"/>
                  </a:lnTo>
                  <a:lnTo>
                    <a:pt x="913591" y="907379"/>
                  </a:lnTo>
                  <a:lnTo>
                    <a:pt x="913982" y="907351"/>
                  </a:lnTo>
                  <a:lnTo>
                    <a:pt x="914400" y="907321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2947928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321"/>
                  </a:lnTo>
                  <a:lnTo>
                    <a:pt x="905503" y="907295"/>
                  </a:lnTo>
                  <a:lnTo>
                    <a:pt x="905894" y="907267"/>
                  </a:lnTo>
                  <a:lnTo>
                    <a:pt x="906285" y="907240"/>
                  </a:lnTo>
                  <a:lnTo>
                    <a:pt x="906677" y="907212"/>
                  </a:lnTo>
                  <a:lnTo>
                    <a:pt x="907068" y="907184"/>
                  </a:lnTo>
                  <a:lnTo>
                    <a:pt x="907460" y="907156"/>
                  </a:lnTo>
                  <a:lnTo>
                    <a:pt x="907851" y="907128"/>
                  </a:lnTo>
                  <a:lnTo>
                    <a:pt x="908243" y="907101"/>
                  </a:lnTo>
                  <a:lnTo>
                    <a:pt x="908634" y="907073"/>
                  </a:lnTo>
                  <a:lnTo>
                    <a:pt x="909025" y="907045"/>
                  </a:lnTo>
                  <a:lnTo>
                    <a:pt x="909417" y="907018"/>
                  </a:lnTo>
                  <a:lnTo>
                    <a:pt x="909808" y="906990"/>
                  </a:lnTo>
                  <a:lnTo>
                    <a:pt x="910200" y="906962"/>
                  </a:lnTo>
                  <a:lnTo>
                    <a:pt x="910591" y="906934"/>
                  </a:lnTo>
                  <a:lnTo>
                    <a:pt x="910983" y="906907"/>
                  </a:lnTo>
                  <a:lnTo>
                    <a:pt x="911374" y="906879"/>
                  </a:lnTo>
                  <a:lnTo>
                    <a:pt x="911765" y="906851"/>
                  </a:lnTo>
                  <a:lnTo>
                    <a:pt x="912157" y="906824"/>
                  </a:lnTo>
                  <a:lnTo>
                    <a:pt x="912548" y="906796"/>
                  </a:lnTo>
                  <a:lnTo>
                    <a:pt x="912940" y="906769"/>
                  </a:lnTo>
                  <a:lnTo>
                    <a:pt x="913331" y="906741"/>
                  </a:lnTo>
                  <a:lnTo>
                    <a:pt x="913723" y="906713"/>
                  </a:lnTo>
                  <a:lnTo>
                    <a:pt x="914114" y="906686"/>
                  </a:lnTo>
                  <a:lnTo>
                    <a:pt x="914400" y="906666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295719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3" y="906658"/>
                  </a:lnTo>
                  <a:lnTo>
                    <a:pt x="905635" y="906631"/>
                  </a:lnTo>
                  <a:lnTo>
                    <a:pt x="906026" y="906603"/>
                  </a:lnTo>
                  <a:lnTo>
                    <a:pt x="906418" y="906576"/>
                  </a:lnTo>
                  <a:lnTo>
                    <a:pt x="906809" y="906548"/>
                  </a:lnTo>
                  <a:lnTo>
                    <a:pt x="907201" y="906521"/>
                  </a:lnTo>
                  <a:lnTo>
                    <a:pt x="907592" y="906493"/>
                  </a:lnTo>
                  <a:lnTo>
                    <a:pt x="907984" y="906466"/>
                  </a:lnTo>
                  <a:lnTo>
                    <a:pt x="908375" y="906438"/>
                  </a:lnTo>
                  <a:lnTo>
                    <a:pt x="908766" y="906411"/>
                  </a:lnTo>
                  <a:lnTo>
                    <a:pt x="909158" y="906383"/>
                  </a:lnTo>
                  <a:lnTo>
                    <a:pt x="909549" y="906356"/>
                  </a:lnTo>
                  <a:lnTo>
                    <a:pt x="909941" y="906329"/>
                  </a:lnTo>
                  <a:lnTo>
                    <a:pt x="910332" y="906301"/>
                  </a:lnTo>
                  <a:lnTo>
                    <a:pt x="910724" y="906274"/>
                  </a:lnTo>
                  <a:lnTo>
                    <a:pt x="911115" y="906246"/>
                  </a:lnTo>
                  <a:lnTo>
                    <a:pt x="911507" y="906219"/>
                  </a:lnTo>
                  <a:lnTo>
                    <a:pt x="911898" y="906192"/>
                  </a:lnTo>
                  <a:lnTo>
                    <a:pt x="912290" y="906164"/>
                  </a:lnTo>
                  <a:lnTo>
                    <a:pt x="912681" y="906137"/>
                  </a:lnTo>
                  <a:lnTo>
                    <a:pt x="913073" y="906110"/>
                  </a:lnTo>
                  <a:lnTo>
                    <a:pt x="913464" y="906082"/>
                  </a:lnTo>
                  <a:lnTo>
                    <a:pt x="913856" y="906055"/>
                  </a:lnTo>
                  <a:lnTo>
                    <a:pt x="914247" y="906028"/>
                  </a:lnTo>
                  <a:lnTo>
                    <a:pt x="914400" y="906017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296645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017"/>
                  </a:lnTo>
                  <a:lnTo>
                    <a:pt x="905376" y="906001"/>
                  </a:lnTo>
                  <a:lnTo>
                    <a:pt x="905768" y="905973"/>
                  </a:lnTo>
                  <a:lnTo>
                    <a:pt x="906159" y="905946"/>
                  </a:lnTo>
                  <a:lnTo>
                    <a:pt x="906551" y="905919"/>
                  </a:lnTo>
                  <a:lnTo>
                    <a:pt x="906942" y="905892"/>
                  </a:lnTo>
                  <a:lnTo>
                    <a:pt x="907334" y="905864"/>
                  </a:lnTo>
                  <a:lnTo>
                    <a:pt x="907725" y="905837"/>
                  </a:lnTo>
                  <a:lnTo>
                    <a:pt x="908117" y="905810"/>
                  </a:lnTo>
                  <a:lnTo>
                    <a:pt x="908508" y="905783"/>
                  </a:lnTo>
                  <a:lnTo>
                    <a:pt x="908900" y="905756"/>
                  </a:lnTo>
                  <a:lnTo>
                    <a:pt x="909291" y="905729"/>
                  </a:lnTo>
                  <a:lnTo>
                    <a:pt x="909683" y="905702"/>
                  </a:lnTo>
                  <a:lnTo>
                    <a:pt x="910074" y="905674"/>
                  </a:lnTo>
                  <a:lnTo>
                    <a:pt x="910466" y="905647"/>
                  </a:lnTo>
                  <a:lnTo>
                    <a:pt x="914400" y="905580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297571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580"/>
                  </a:lnTo>
                  <a:lnTo>
                    <a:pt x="907431" y="905541"/>
                  </a:lnTo>
                  <a:lnTo>
                    <a:pt x="913652" y="906085"/>
                  </a:lnTo>
                  <a:lnTo>
                    <a:pt x="914400" y="906189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298497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189"/>
                  </a:lnTo>
                  <a:lnTo>
                    <a:pt x="914400" y="907483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299423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483"/>
                  </a:lnTo>
                  <a:lnTo>
                    <a:pt x="914400" y="908776"/>
                  </a:lnTo>
                  <a:close/>
                </a:path>
              </a:pathLst>
            </a:custGeom>
            <a:solidFill>
              <a:srgbClr val="68B85A">
                <a:alpha val="100000"/>
              </a:srgbClr>
            </a:solidFill>
            <a:ln w="5420" cap="flat">
              <a:solidFill>
                <a:srgbClr val="68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300350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776"/>
                  </a:lnTo>
                  <a:lnTo>
                    <a:pt x="914400" y="910070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301276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70"/>
                  </a:lnTo>
                  <a:lnTo>
                    <a:pt x="914400" y="911297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302202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97"/>
                  </a:lnTo>
                  <a:lnTo>
                    <a:pt x="905620" y="911139"/>
                  </a:lnTo>
                  <a:lnTo>
                    <a:pt x="906153" y="910965"/>
                  </a:lnTo>
                  <a:lnTo>
                    <a:pt x="906686" y="910790"/>
                  </a:lnTo>
                  <a:lnTo>
                    <a:pt x="907219" y="910616"/>
                  </a:lnTo>
                  <a:lnTo>
                    <a:pt x="907752" y="910442"/>
                  </a:lnTo>
                  <a:lnTo>
                    <a:pt x="908285" y="910268"/>
                  </a:lnTo>
                  <a:lnTo>
                    <a:pt x="908818" y="910093"/>
                  </a:lnTo>
                  <a:lnTo>
                    <a:pt x="909351" y="909919"/>
                  </a:lnTo>
                  <a:lnTo>
                    <a:pt x="909884" y="909745"/>
                  </a:lnTo>
                  <a:lnTo>
                    <a:pt x="910417" y="909571"/>
                  </a:lnTo>
                  <a:lnTo>
                    <a:pt x="910950" y="909396"/>
                  </a:lnTo>
                  <a:lnTo>
                    <a:pt x="911483" y="909222"/>
                  </a:lnTo>
                  <a:lnTo>
                    <a:pt x="912016" y="909048"/>
                  </a:lnTo>
                  <a:lnTo>
                    <a:pt x="912549" y="908874"/>
                  </a:lnTo>
                  <a:lnTo>
                    <a:pt x="913082" y="908700"/>
                  </a:lnTo>
                  <a:lnTo>
                    <a:pt x="913615" y="908526"/>
                  </a:lnTo>
                  <a:lnTo>
                    <a:pt x="914148" y="908352"/>
                  </a:lnTo>
                  <a:lnTo>
                    <a:pt x="914400" y="908270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3031288" y="218831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270"/>
                  </a:lnTo>
                  <a:lnTo>
                    <a:pt x="905419" y="908178"/>
                  </a:lnTo>
                  <a:lnTo>
                    <a:pt x="905952" y="908004"/>
                  </a:lnTo>
                  <a:lnTo>
                    <a:pt x="906485" y="907830"/>
                  </a:lnTo>
                  <a:lnTo>
                    <a:pt x="907018" y="907656"/>
                  </a:lnTo>
                  <a:lnTo>
                    <a:pt x="907551" y="907482"/>
                  </a:lnTo>
                  <a:lnTo>
                    <a:pt x="908084" y="907308"/>
                  </a:lnTo>
                  <a:lnTo>
                    <a:pt x="908618" y="907134"/>
                  </a:lnTo>
                  <a:lnTo>
                    <a:pt x="909151" y="906960"/>
                  </a:lnTo>
                  <a:lnTo>
                    <a:pt x="909684" y="906786"/>
                  </a:lnTo>
                  <a:lnTo>
                    <a:pt x="910217" y="906613"/>
                  </a:lnTo>
                  <a:lnTo>
                    <a:pt x="910751" y="906439"/>
                  </a:lnTo>
                  <a:lnTo>
                    <a:pt x="911284" y="906265"/>
                  </a:lnTo>
                  <a:lnTo>
                    <a:pt x="911817" y="906091"/>
                  </a:lnTo>
                  <a:lnTo>
                    <a:pt x="912350" y="905918"/>
                  </a:lnTo>
                  <a:lnTo>
                    <a:pt x="912884" y="905744"/>
                  </a:lnTo>
                  <a:lnTo>
                    <a:pt x="913417" y="905570"/>
                  </a:lnTo>
                  <a:lnTo>
                    <a:pt x="913950" y="905397"/>
                  </a:lnTo>
                  <a:lnTo>
                    <a:pt x="914399" y="905250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304055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1" y="905223"/>
                  </a:lnTo>
                  <a:lnTo>
                    <a:pt x="905755" y="905049"/>
                  </a:lnTo>
                  <a:lnTo>
                    <a:pt x="906288" y="904876"/>
                  </a:lnTo>
                  <a:lnTo>
                    <a:pt x="911803" y="903345"/>
                  </a:lnTo>
                  <a:lnTo>
                    <a:pt x="914400" y="902871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304981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871"/>
                  </a:lnTo>
                  <a:lnTo>
                    <a:pt x="908090" y="902331"/>
                  </a:lnTo>
                  <a:lnTo>
                    <a:pt x="913659" y="901837"/>
                  </a:lnTo>
                  <a:lnTo>
                    <a:pt x="913997" y="901823"/>
                  </a:lnTo>
                  <a:lnTo>
                    <a:pt x="914400" y="901806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305907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06"/>
                  </a:lnTo>
                  <a:lnTo>
                    <a:pt x="905415" y="901794"/>
                  </a:lnTo>
                  <a:lnTo>
                    <a:pt x="905755" y="901780"/>
                  </a:lnTo>
                  <a:lnTo>
                    <a:pt x="906095" y="901765"/>
                  </a:lnTo>
                  <a:lnTo>
                    <a:pt x="906435" y="901751"/>
                  </a:lnTo>
                  <a:lnTo>
                    <a:pt x="906775" y="901737"/>
                  </a:lnTo>
                  <a:lnTo>
                    <a:pt x="907115" y="901723"/>
                  </a:lnTo>
                  <a:lnTo>
                    <a:pt x="907455" y="901709"/>
                  </a:lnTo>
                  <a:lnTo>
                    <a:pt x="907795" y="901694"/>
                  </a:lnTo>
                  <a:lnTo>
                    <a:pt x="908135" y="901680"/>
                  </a:lnTo>
                  <a:lnTo>
                    <a:pt x="908475" y="901666"/>
                  </a:lnTo>
                  <a:lnTo>
                    <a:pt x="908815" y="901652"/>
                  </a:lnTo>
                  <a:lnTo>
                    <a:pt x="909155" y="901638"/>
                  </a:lnTo>
                  <a:lnTo>
                    <a:pt x="909495" y="901623"/>
                  </a:lnTo>
                  <a:lnTo>
                    <a:pt x="909835" y="901609"/>
                  </a:lnTo>
                  <a:lnTo>
                    <a:pt x="910175" y="901595"/>
                  </a:lnTo>
                  <a:lnTo>
                    <a:pt x="910514" y="901581"/>
                  </a:lnTo>
                  <a:lnTo>
                    <a:pt x="910854" y="901567"/>
                  </a:lnTo>
                  <a:lnTo>
                    <a:pt x="911194" y="901553"/>
                  </a:lnTo>
                  <a:lnTo>
                    <a:pt x="911534" y="901539"/>
                  </a:lnTo>
                  <a:lnTo>
                    <a:pt x="911874" y="901524"/>
                  </a:lnTo>
                  <a:lnTo>
                    <a:pt x="912214" y="901510"/>
                  </a:lnTo>
                  <a:lnTo>
                    <a:pt x="912554" y="901496"/>
                  </a:lnTo>
                  <a:lnTo>
                    <a:pt x="912894" y="901482"/>
                  </a:lnTo>
                  <a:lnTo>
                    <a:pt x="913234" y="901468"/>
                  </a:lnTo>
                  <a:lnTo>
                    <a:pt x="913574" y="901454"/>
                  </a:lnTo>
                  <a:lnTo>
                    <a:pt x="913914" y="901440"/>
                  </a:lnTo>
                  <a:lnTo>
                    <a:pt x="914254" y="901426"/>
                  </a:lnTo>
                  <a:lnTo>
                    <a:pt x="914400" y="901420"/>
                  </a:lnTo>
                  <a:close/>
                </a:path>
              </a:pathLst>
            </a:custGeom>
            <a:solidFill>
              <a:srgbClr val="63B659">
                <a:alpha val="100000"/>
              </a:srgbClr>
            </a:solidFill>
            <a:ln w="5420" cap="flat">
              <a:solidFill>
                <a:srgbClr val="63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306833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420"/>
                  </a:lnTo>
                  <a:lnTo>
                    <a:pt x="905332" y="901412"/>
                  </a:lnTo>
                  <a:lnTo>
                    <a:pt x="905672" y="901398"/>
                  </a:lnTo>
                  <a:lnTo>
                    <a:pt x="906012" y="901384"/>
                  </a:lnTo>
                  <a:lnTo>
                    <a:pt x="906352" y="901370"/>
                  </a:lnTo>
                  <a:lnTo>
                    <a:pt x="906692" y="901356"/>
                  </a:lnTo>
                  <a:lnTo>
                    <a:pt x="907032" y="901342"/>
                  </a:lnTo>
                  <a:lnTo>
                    <a:pt x="907372" y="901328"/>
                  </a:lnTo>
                  <a:lnTo>
                    <a:pt x="907712" y="901314"/>
                  </a:lnTo>
                  <a:lnTo>
                    <a:pt x="908052" y="901300"/>
                  </a:lnTo>
                  <a:lnTo>
                    <a:pt x="908392" y="901286"/>
                  </a:lnTo>
                  <a:lnTo>
                    <a:pt x="908732" y="901272"/>
                  </a:lnTo>
                  <a:lnTo>
                    <a:pt x="909072" y="901258"/>
                  </a:lnTo>
                  <a:lnTo>
                    <a:pt x="909412" y="901244"/>
                  </a:lnTo>
                  <a:lnTo>
                    <a:pt x="909752" y="901230"/>
                  </a:lnTo>
                  <a:lnTo>
                    <a:pt x="910092" y="901216"/>
                  </a:lnTo>
                  <a:lnTo>
                    <a:pt x="910432" y="901203"/>
                  </a:lnTo>
                  <a:lnTo>
                    <a:pt x="910772" y="901189"/>
                  </a:lnTo>
                  <a:lnTo>
                    <a:pt x="911112" y="901175"/>
                  </a:lnTo>
                  <a:lnTo>
                    <a:pt x="911452" y="901161"/>
                  </a:lnTo>
                  <a:lnTo>
                    <a:pt x="911792" y="901147"/>
                  </a:lnTo>
                  <a:lnTo>
                    <a:pt x="912132" y="901133"/>
                  </a:lnTo>
                  <a:lnTo>
                    <a:pt x="912472" y="901119"/>
                  </a:lnTo>
                  <a:lnTo>
                    <a:pt x="912812" y="901106"/>
                  </a:lnTo>
                  <a:lnTo>
                    <a:pt x="913152" y="901092"/>
                  </a:lnTo>
                  <a:lnTo>
                    <a:pt x="913492" y="901078"/>
                  </a:lnTo>
                  <a:lnTo>
                    <a:pt x="913832" y="901064"/>
                  </a:lnTo>
                  <a:lnTo>
                    <a:pt x="914172" y="901050"/>
                  </a:lnTo>
                  <a:lnTo>
                    <a:pt x="914400" y="901041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3077599" y="21710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50" y="918275"/>
                  </a:lnTo>
                  <a:lnTo>
                    <a:pt x="905590" y="918261"/>
                  </a:lnTo>
                  <a:lnTo>
                    <a:pt x="905930" y="918247"/>
                  </a:lnTo>
                  <a:lnTo>
                    <a:pt x="906270" y="918234"/>
                  </a:lnTo>
                  <a:lnTo>
                    <a:pt x="906610" y="918220"/>
                  </a:lnTo>
                  <a:lnTo>
                    <a:pt x="906950" y="918206"/>
                  </a:lnTo>
                  <a:lnTo>
                    <a:pt x="907290" y="918193"/>
                  </a:lnTo>
                  <a:lnTo>
                    <a:pt x="907630" y="918179"/>
                  </a:lnTo>
                  <a:lnTo>
                    <a:pt x="909268" y="918186"/>
                  </a:lnTo>
                  <a:lnTo>
                    <a:pt x="909378" y="917819"/>
                  </a:lnTo>
                  <a:lnTo>
                    <a:pt x="909492" y="917440"/>
                  </a:lnTo>
                  <a:lnTo>
                    <a:pt x="909605" y="917060"/>
                  </a:lnTo>
                  <a:lnTo>
                    <a:pt x="909719" y="916681"/>
                  </a:lnTo>
                  <a:lnTo>
                    <a:pt x="909833" y="916302"/>
                  </a:lnTo>
                  <a:lnTo>
                    <a:pt x="909946" y="915923"/>
                  </a:lnTo>
                  <a:lnTo>
                    <a:pt x="910060" y="915544"/>
                  </a:lnTo>
                  <a:lnTo>
                    <a:pt x="910429" y="914400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30775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308686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309612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310538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311464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312391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313317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314243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315169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316095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317022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317948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318874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319800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32072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3216532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322579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32350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32443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32535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32628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327210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328136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32906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32998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330915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33184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3327679" y="21883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5973"/>
                  </a:lnTo>
                  <a:lnTo>
                    <a:pt x="923110" y="908029"/>
                  </a:lnTo>
                  <a:lnTo>
                    <a:pt x="922304" y="911038"/>
                  </a:lnTo>
                  <a:lnTo>
                    <a:pt x="921497" y="914047"/>
                  </a:lnTo>
                  <a:lnTo>
                    <a:pt x="921403" y="914400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3336941" y="2171071"/>
              <a:ext cx="916765" cy="923212"/>
            </a:xfrm>
            <a:custGeom>
              <a:avLst/>
              <a:pathLst>
                <a:path w="916765" h="923212">
                  <a:moveTo>
                    <a:pt x="914400" y="914400"/>
                  </a:moveTo>
                  <a:lnTo>
                    <a:pt x="916765" y="914400"/>
                  </a:lnTo>
                  <a:lnTo>
                    <a:pt x="916271" y="916240"/>
                  </a:lnTo>
                  <a:lnTo>
                    <a:pt x="915463" y="919249"/>
                  </a:lnTo>
                  <a:lnTo>
                    <a:pt x="914655" y="922258"/>
                  </a:lnTo>
                  <a:lnTo>
                    <a:pt x="914400" y="923212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2345883" y="2153833"/>
              <a:ext cx="914400" cy="919375"/>
            </a:xfrm>
            <a:custGeom>
              <a:avLst/>
              <a:pathLst>
                <a:path w="914400" h="919375">
                  <a:moveTo>
                    <a:pt x="914400" y="914400"/>
                  </a:moveTo>
                  <a:lnTo>
                    <a:pt x="914400" y="919375"/>
                  </a:lnTo>
                  <a:lnTo>
                    <a:pt x="914139" y="918804"/>
                  </a:lnTo>
                  <a:lnTo>
                    <a:pt x="913358" y="917091"/>
                  </a:lnTo>
                  <a:lnTo>
                    <a:pt x="912199" y="914400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23458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87" y="931638"/>
                  </a:lnTo>
                  <a:lnTo>
                    <a:pt x="919569" y="930719"/>
                  </a:lnTo>
                  <a:lnTo>
                    <a:pt x="918794" y="929017"/>
                  </a:lnTo>
                  <a:lnTo>
                    <a:pt x="918018" y="927315"/>
                  </a:lnTo>
                  <a:lnTo>
                    <a:pt x="917243" y="925613"/>
                  </a:lnTo>
                  <a:lnTo>
                    <a:pt x="916467" y="923910"/>
                  </a:lnTo>
                  <a:lnTo>
                    <a:pt x="915692" y="922208"/>
                  </a:lnTo>
                  <a:lnTo>
                    <a:pt x="914916" y="920506"/>
                  </a:lnTo>
                  <a:lnTo>
                    <a:pt x="914400" y="919375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235514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236440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23736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238293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239219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24014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24107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24199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24292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243850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244776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24570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24662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247555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4848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940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50334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51260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52186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53112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54039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54965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55891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56817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57743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2586701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259596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260522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261448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262375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263301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264227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265153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2670061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0" y="897161"/>
                  </a:lnTo>
                  <a:lnTo>
                    <a:pt x="914322" y="907355"/>
                  </a:lnTo>
                  <a:lnTo>
                    <a:pt x="914400" y="90776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2670061" y="2171071"/>
              <a:ext cx="915652" cy="914400"/>
            </a:xfrm>
            <a:custGeom>
              <a:avLst/>
              <a:pathLst>
                <a:path w="915652" h="914400">
                  <a:moveTo>
                    <a:pt x="914400" y="914400"/>
                  </a:moveTo>
                  <a:lnTo>
                    <a:pt x="914400" y="907768"/>
                  </a:lnTo>
                  <a:lnTo>
                    <a:pt x="914426" y="907906"/>
                  </a:lnTo>
                  <a:lnTo>
                    <a:pt x="914531" y="908461"/>
                  </a:lnTo>
                  <a:lnTo>
                    <a:pt x="914636" y="909017"/>
                  </a:lnTo>
                  <a:lnTo>
                    <a:pt x="914741" y="909572"/>
                  </a:lnTo>
                  <a:lnTo>
                    <a:pt x="914845" y="910128"/>
                  </a:lnTo>
                  <a:lnTo>
                    <a:pt x="914950" y="910683"/>
                  </a:lnTo>
                  <a:lnTo>
                    <a:pt x="915055" y="911239"/>
                  </a:lnTo>
                  <a:lnTo>
                    <a:pt x="915160" y="911794"/>
                  </a:lnTo>
                  <a:lnTo>
                    <a:pt x="915265" y="912350"/>
                  </a:lnTo>
                  <a:lnTo>
                    <a:pt x="915370" y="912905"/>
                  </a:lnTo>
                  <a:lnTo>
                    <a:pt x="915475" y="913461"/>
                  </a:lnTo>
                  <a:lnTo>
                    <a:pt x="915580" y="914016"/>
                  </a:lnTo>
                  <a:lnTo>
                    <a:pt x="915652" y="914400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077599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29" y="914400"/>
                  </a:lnTo>
                  <a:lnTo>
                    <a:pt x="913659" y="904375"/>
                  </a:lnTo>
                  <a:lnTo>
                    <a:pt x="914400" y="902375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086861" y="21538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613"/>
                  </a:lnTo>
                  <a:lnTo>
                    <a:pt x="907067" y="914400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08686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09612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10538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11464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12391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13317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14243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15169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16095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17022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1794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18874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19800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2072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216532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22579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2350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2443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2535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2628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27210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28136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2906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2998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30915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3184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3276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336941" y="2171071"/>
              <a:ext cx="920907" cy="914400"/>
            </a:xfrm>
            <a:custGeom>
              <a:avLst/>
              <a:pathLst>
                <a:path w="9209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907" y="897161"/>
                  </a:lnTo>
                  <a:lnTo>
                    <a:pt x="919559" y="903358"/>
                  </a:lnTo>
                  <a:lnTo>
                    <a:pt x="917084" y="913212"/>
                  </a:lnTo>
                  <a:lnTo>
                    <a:pt x="916765" y="914400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2345883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199" y="931638"/>
                  </a:lnTo>
                  <a:lnTo>
                    <a:pt x="909400" y="925137"/>
                  </a:lnTo>
                  <a:lnTo>
                    <a:pt x="905731" y="915540"/>
                  </a:lnTo>
                  <a:lnTo>
                    <a:pt x="905345" y="914400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23458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235514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236440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23736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238293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239219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24014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24107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24199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24292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243850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244776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24570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24662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247555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24848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24940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250334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251260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252186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253112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254039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254965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255891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256817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257743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2586701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259596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260522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261448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262375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263301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264227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265153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2660799" y="2153833"/>
              <a:ext cx="921493" cy="914400"/>
            </a:xfrm>
            <a:custGeom>
              <a:avLst/>
              <a:pathLst>
                <a:path w="9214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132" y="897161"/>
                  </a:lnTo>
                  <a:lnTo>
                    <a:pt x="919112" y="904408"/>
                  </a:lnTo>
                  <a:lnTo>
                    <a:pt x="921493" y="914400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086861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67" y="931638"/>
                  </a:lnTo>
                  <a:lnTo>
                    <a:pt x="908367" y="928126"/>
                  </a:lnTo>
                  <a:lnTo>
                    <a:pt x="908557" y="927646"/>
                  </a:lnTo>
                  <a:lnTo>
                    <a:pt x="908750" y="927159"/>
                  </a:lnTo>
                  <a:lnTo>
                    <a:pt x="908942" y="926672"/>
                  </a:lnTo>
                  <a:lnTo>
                    <a:pt x="909135" y="926185"/>
                  </a:lnTo>
                  <a:lnTo>
                    <a:pt x="909328" y="925699"/>
                  </a:lnTo>
                  <a:lnTo>
                    <a:pt x="909520" y="925212"/>
                  </a:lnTo>
                  <a:lnTo>
                    <a:pt x="909713" y="924725"/>
                  </a:lnTo>
                  <a:lnTo>
                    <a:pt x="909906" y="924239"/>
                  </a:lnTo>
                  <a:lnTo>
                    <a:pt x="910098" y="923752"/>
                  </a:lnTo>
                  <a:lnTo>
                    <a:pt x="910291" y="923265"/>
                  </a:lnTo>
                  <a:lnTo>
                    <a:pt x="910484" y="922778"/>
                  </a:lnTo>
                  <a:lnTo>
                    <a:pt x="910676" y="922292"/>
                  </a:lnTo>
                  <a:lnTo>
                    <a:pt x="910869" y="921805"/>
                  </a:lnTo>
                  <a:lnTo>
                    <a:pt x="911062" y="921318"/>
                  </a:lnTo>
                  <a:lnTo>
                    <a:pt x="911255" y="920832"/>
                  </a:lnTo>
                  <a:lnTo>
                    <a:pt x="911448" y="920345"/>
                  </a:lnTo>
                  <a:lnTo>
                    <a:pt x="911640" y="919858"/>
                  </a:lnTo>
                  <a:lnTo>
                    <a:pt x="911833" y="919372"/>
                  </a:lnTo>
                  <a:lnTo>
                    <a:pt x="912026" y="918885"/>
                  </a:lnTo>
                  <a:lnTo>
                    <a:pt x="912219" y="918398"/>
                  </a:lnTo>
                  <a:lnTo>
                    <a:pt x="912412" y="917912"/>
                  </a:lnTo>
                  <a:lnTo>
                    <a:pt x="912605" y="917425"/>
                  </a:lnTo>
                  <a:lnTo>
                    <a:pt x="912797" y="916938"/>
                  </a:lnTo>
                  <a:lnTo>
                    <a:pt x="912990" y="916452"/>
                  </a:lnTo>
                  <a:lnTo>
                    <a:pt x="913183" y="915965"/>
                  </a:lnTo>
                  <a:lnTo>
                    <a:pt x="913376" y="915478"/>
                  </a:lnTo>
                  <a:lnTo>
                    <a:pt x="913569" y="914992"/>
                  </a:lnTo>
                  <a:lnTo>
                    <a:pt x="913804" y="914400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08686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09612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10538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11464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12391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13317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14243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15169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16095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17022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1794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18874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19800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2072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216532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22579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2350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2443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2535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2628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27210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28136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2906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2998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30915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3184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3276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336941" y="21538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58" y="900230"/>
                  </a:lnTo>
                  <a:lnTo>
                    <a:pt x="921753" y="910513"/>
                  </a:lnTo>
                  <a:lnTo>
                    <a:pt x="920907" y="914400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346203" y="2136594"/>
              <a:ext cx="914869" cy="917447"/>
            </a:xfrm>
            <a:custGeom>
              <a:avLst/>
              <a:pathLst>
                <a:path w="914869" h="917447">
                  <a:moveTo>
                    <a:pt x="914400" y="914400"/>
                  </a:moveTo>
                  <a:lnTo>
                    <a:pt x="914869" y="914400"/>
                  </a:lnTo>
                  <a:lnTo>
                    <a:pt x="914400" y="917447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2336621" y="2119356"/>
              <a:ext cx="914400" cy="931023"/>
            </a:xfrm>
            <a:custGeom>
              <a:avLst/>
              <a:pathLst>
                <a:path w="914400" h="931023">
                  <a:moveTo>
                    <a:pt x="914400" y="914400"/>
                  </a:moveTo>
                  <a:lnTo>
                    <a:pt x="914400" y="931023"/>
                  </a:lnTo>
                  <a:lnTo>
                    <a:pt x="911623" y="922808"/>
                  </a:lnTo>
                  <a:lnTo>
                    <a:pt x="911493" y="922374"/>
                  </a:lnTo>
                  <a:lnTo>
                    <a:pt x="908119" y="918196"/>
                  </a:lnTo>
                  <a:lnTo>
                    <a:pt x="905377" y="914400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23366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07" y="931638"/>
                  </a:lnTo>
                  <a:lnTo>
                    <a:pt x="914400" y="931023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23458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235514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236440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23736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238293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239219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24014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24107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24199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24292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243850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244776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24570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24662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247555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24848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24940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25033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251260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252186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253112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254039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254965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255891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256817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257743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2586701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259596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h3196"/>
            <p:cNvSpPr/>
            <p:nvPr/>
          </p:nvSpPr>
          <p:spPr>
            <a:xfrm>
              <a:off x="260522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h3197"/>
            <p:cNvSpPr/>
            <p:nvPr/>
          </p:nvSpPr>
          <p:spPr>
            <a:xfrm>
              <a:off x="261448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h3198"/>
            <p:cNvSpPr/>
            <p:nvPr/>
          </p:nvSpPr>
          <p:spPr>
            <a:xfrm>
              <a:off x="262375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h3199"/>
            <p:cNvSpPr/>
            <p:nvPr/>
          </p:nvSpPr>
          <p:spPr>
            <a:xfrm>
              <a:off x="263301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h3200"/>
            <p:cNvSpPr/>
            <p:nvPr/>
          </p:nvSpPr>
          <p:spPr>
            <a:xfrm>
              <a:off x="264227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h3201"/>
            <p:cNvSpPr/>
            <p:nvPr/>
          </p:nvSpPr>
          <p:spPr>
            <a:xfrm>
              <a:off x="2660799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1676" y="897161"/>
                  </a:lnTo>
                  <a:lnTo>
                    <a:pt x="913521" y="902450"/>
                  </a:lnTo>
                  <a:lnTo>
                    <a:pt x="914400" y="905284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h3202"/>
            <p:cNvSpPr/>
            <p:nvPr/>
          </p:nvSpPr>
          <p:spPr>
            <a:xfrm>
              <a:off x="2660799" y="2136594"/>
              <a:ext cx="917132" cy="914400"/>
            </a:xfrm>
            <a:custGeom>
              <a:avLst/>
              <a:pathLst>
                <a:path w="917132" h="914400">
                  <a:moveTo>
                    <a:pt x="914400" y="914400"/>
                  </a:moveTo>
                  <a:lnTo>
                    <a:pt x="914400" y="905284"/>
                  </a:lnTo>
                  <a:lnTo>
                    <a:pt x="916453" y="911910"/>
                  </a:lnTo>
                  <a:lnTo>
                    <a:pt x="917132" y="914400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h3203"/>
            <p:cNvSpPr/>
            <p:nvPr/>
          </p:nvSpPr>
          <p:spPr>
            <a:xfrm>
              <a:off x="3086861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04" y="914400"/>
                  </a:lnTo>
                  <a:lnTo>
                    <a:pt x="913955" y="914018"/>
                  </a:lnTo>
                  <a:lnTo>
                    <a:pt x="914148" y="913532"/>
                  </a:lnTo>
                  <a:lnTo>
                    <a:pt x="914341" y="913045"/>
                  </a:lnTo>
                  <a:lnTo>
                    <a:pt x="914400" y="912898"/>
                  </a:lnTo>
                  <a:close/>
                </a:path>
              </a:pathLst>
            </a:custGeom>
            <a:solidFill>
              <a:srgbClr val="63B659">
                <a:alpha val="100000"/>
              </a:srgbClr>
            </a:solidFill>
            <a:ln w="5420" cap="flat">
              <a:solidFill>
                <a:srgbClr val="63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h3204"/>
            <p:cNvSpPr/>
            <p:nvPr/>
          </p:nvSpPr>
          <p:spPr>
            <a:xfrm>
              <a:off x="3096123" y="21193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136"/>
                  </a:lnTo>
                  <a:lnTo>
                    <a:pt x="905272" y="929797"/>
                  </a:lnTo>
                  <a:lnTo>
                    <a:pt x="905465" y="929310"/>
                  </a:lnTo>
                  <a:lnTo>
                    <a:pt x="905658" y="928823"/>
                  </a:lnTo>
                  <a:lnTo>
                    <a:pt x="905851" y="928337"/>
                  </a:lnTo>
                  <a:lnTo>
                    <a:pt x="906044" y="927850"/>
                  </a:lnTo>
                  <a:lnTo>
                    <a:pt x="906237" y="927364"/>
                  </a:lnTo>
                  <a:lnTo>
                    <a:pt x="906430" y="926877"/>
                  </a:lnTo>
                  <a:lnTo>
                    <a:pt x="906623" y="926390"/>
                  </a:lnTo>
                  <a:lnTo>
                    <a:pt x="906817" y="925904"/>
                  </a:lnTo>
                  <a:lnTo>
                    <a:pt x="907010" y="925417"/>
                  </a:lnTo>
                  <a:lnTo>
                    <a:pt x="907203" y="924930"/>
                  </a:lnTo>
                  <a:lnTo>
                    <a:pt x="907396" y="924444"/>
                  </a:lnTo>
                  <a:lnTo>
                    <a:pt x="907589" y="923957"/>
                  </a:lnTo>
                  <a:lnTo>
                    <a:pt x="907782" y="923471"/>
                  </a:lnTo>
                  <a:lnTo>
                    <a:pt x="907976" y="922984"/>
                  </a:lnTo>
                  <a:lnTo>
                    <a:pt x="908169" y="922497"/>
                  </a:lnTo>
                  <a:lnTo>
                    <a:pt x="908362" y="922011"/>
                  </a:lnTo>
                  <a:lnTo>
                    <a:pt x="908555" y="921524"/>
                  </a:lnTo>
                  <a:lnTo>
                    <a:pt x="908749" y="921038"/>
                  </a:lnTo>
                  <a:lnTo>
                    <a:pt x="908942" y="920551"/>
                  </a:lnTo>
                  <a:lnTo>
                    <a:pt x="909135" y="920064"/>
                  </a:lnTo>
                  <a:lnTo>
                    <a:pt x="909329" y="919578"/>
                  </a:lnTo>
                  <a:lnTo>
                    <a:pt x="909522" y="919091"/>
                  </a:lnTo>
                  <a:lnTo>
                    <a:pt x="909715" y="918605"/>
                  </a:lnTo>
                  <a:lnTo>
                    <a:pt x="909909" y="918118"/>
                  </a:lnTo>
                  <a:lnTo>
                    <a:pt x="910102" y="917631"/>
                  </a:lnTo>
                  <a:lnTo>
                    <a:pt x="910295" y="917145"/>
                  </a:lnTo>
                  <a:lnTo>
                    <a:pt x="910489" y="916658"/>
                  </a:lnTo>
                  <a:lnTo>
                    <a:pt x="910682" y="916172"/>
                  </a:lnTo>
                  <a:lnTo>
                    <a:pt x="910876" y="915685"/>
                  </a:lnTo>
                  <a:lnTo>
                    <a:pt x="911069" y="915199"/>
                  </a:lnTo>
                  <a:lnTo>
                    <a:pt x="911263" y="914712"/>
                  </a:lnTo>
                  <a:lnTo>
                    <a:pt x="911387" y="914400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h3205"/>
            <p:cNvSpPr/>
            <p:nvPr/>
          </p:nvSpPr>
          <p:spPr>
            <a:xfrm>
              <a:off x="309612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h3206"/>
            <p:cNvSpPr/>
            <p:nvPr/>
          </p:nvSpPr>
          <p:spPr>
            <a:xfrm>
              <a:off x="310538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h3207"/>
            <p:cNvSpPr/>
            <p:nvPr/>
          </p:nvSpPr>
          <p:spPr>
            <a:xfrm>
              <a:off x="311464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h3208"/>
            <p:cNvSpPr/>
            <p:nvPr/>
          </p:nvSpPr>
          <p:spPr>
            <a:xfrm>
              <a:off x="312391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h3209"/>
            <p:cNvSpPr/>
            <p:nvPr/>
          </p:nvSpPr>
          <p:spPr>
            <a:xfrm>
              <a:off x="313317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h3210"/>
            <p:cNvSpPr/>
            <p:nvPr/>
          </p:nvSpPr>
          <p:spPr>
            <a:xfrm>
              <a:off x="314243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h3211"/>
            <p:cNvSpPr/>
            <p:nvPr/>
          </p:nvSpPr>
          <p:spPr>
            <a:xfrm>
              <a:off x="315169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h3212"/>
            <p:cNvSpPr/>
            <p:nvPr/>
          </p:nvSpPr>
          <p:spPr>
            <a:xfrm>
              <a:off x="316095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h3213"/>
            <p:cNvSpPr/>
            <p:nvPr/>
          </p:nvSpPr>
          <p:spPr>
            <a:xfrm>
              <a:off x="31702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h3214"/>
            <p:cNvSpPr/>
            <p:nvPr/>
          </p:nvSpPr>
          <p:spPr>
            <a:xfrm>
              <a:off x="31794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h3215"/>
            <p:cNvSpPr/>
            <p:nvPr/>
          </p:nvSpPr>
          <p:spPr>
            <a:xfrm>
              <a:off x="318874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h3216"/>
            <p:cNvSpPr/>
            <p:nvPr/>
          </p:nvSpPr>
          <p:spPr>
            <a:xfrm>
              <a:off x="319800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h3217"/>
            <p:cNvSpPr/>
            <p:nvPr/>
          </p:nvSpPr>
          <p:spPr>
            <a:xfrm>
              <a:off x="32072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h3218"/>
            <p:cNvSpPr/>
            <p:nvPr/>
          </p:nvSpPr>
          <p:spPr>
            <a:xfrm>
              <a:off x="3216532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h3219"/>
            <p:cNvSpPr/>
            <p:nvPr/>
          </p:nvSpPr>
          <p:spPr>
            <a:xfrm>
              <a:off x="322579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h3220"/>
            <p:cNvSpPr/>
            <p:nvPr/>
          </p:nvSpPr>
          <p:spPr>
            <a:xfrm>
              <a:off x="32350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h3221"/>
            <p:cNvSpPr/>
            <p:nvPr/>
          </p:nvSpPr>
          <p:spPr>
            <a:xfrm>
              <a:off x="32443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h3222"/>
            <p:cNvSpPr/>
            <p:nvPr/>
          </p:nvSpPr>
          <p:spPr>
            <a:xfrm>
              <a:off x="32535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h3223"/>
            <p:cNvSpPr/>
            <p:nvPr/>
          </p:nvSpPr>
          <p:spPr>
            <a:xfrm>
              <a:off x="32628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h3224"/>
            <p:cNvSpPr/>
            <p:nvPr/>
          </p:nvSpPr>
          <p:spPr>
            <a:xfrm>
              <a:off x="327210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h3225"/>
            <p:cNvSpPr/>
            <p:nvPr/>
          </p:nvSpPr>
          <p:spPr>
            <a:xfrm>
              <a:off x="328136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h3226"/>
            <p:cNvSpPr/>
            <p:nvPr/>
          </p:nvSpPr>
          <p:spPr>
            <a:xfrm>
              <a:off x="32906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h3227"/>
            <p:cNvSpPr/>
            <p:nvPr/>
          </p:nvSpPr>
          <p:spPr>
            <a:xfrm>
              <a:off x="32998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h3228"/>
            <p:cNvSpPr/>
            <p:nvPr/>
          </p:nvSpPr>
          <p:spPr>
            <a:xfrm>
              <a:off x="330915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h3229"/>
            <p:cNvSpPr/>
            <p:nvPr/>
          </p:nvSpPr>
          <p:spPr>
            <a:xfrm>
              <a:off x="33184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h3230"/>
            <p:cNvSpPr/>
            <p:nvPr/>
          </p:nvSpPr>
          <p:spPr>
            <a:xfrm>
              <a:off x="33276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h3231"/>
            <p:cNvSpPr/>
            <p:nvPr/>
          </p:nvSpPr>
          <p:spPr>
            <a:xfrm>
              <a:off x="33369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h3232"/>
            <p:cNvSpPr/>
            <p:nvPr/>
          </p:nvSpPr>
          <p:spPr>
            <a:xfrm>
              <a:off x="3346203" y="2136594"/>
              <a:ext cx="917231" cy="914400"/>
            </a:xfrm>
            <a:custGeom>
              <a:avLst/>
              <a:pathLst>
                <a:path w="91723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31" y="897161"/>
                  </a:lnTo>
                  <a:lnTo>
                    <a:pt x="916009" y="907012"/>
                  </a:lnTo>
                  <a:lnTo>
                    <a:pt x="914869" y="914400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h3233"/>
            <p:cNvSpPr/>
            <p:nvPr/>
          </p:nvSpPr>
          <p:spPr>
            <a:xfrm>
              <a:off x="2318097" y="2102118"/>
              <a:ext cx="914400" cy="916761"/>
            </a:xfrm>
            <a:custGeom>
              <a:avLst/>
              <a:pathLst>
                <a:path w="914400" h="916761">
                  <a:moveTo>
                    <a:pt x="914400" y="914400"/>
                  </a:moveTo>
                  <a:lnTo>
                    <a:pt x="914400" y="916761"/>
                  </a:lnTo>
                  <a:lnTo>
                    <a:pt x="913213" y="914727"/>
                  </a:lnTo>
                  <a:lnTo>
                    <a:pt x="913040" y="914400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h3234"/>
            <p:cNvSpPr/>
            <p:nvPr/>
          </p:nvSpPr>
          <p:spPr>
            <a:xfrm>
              <a:off x="2318097" y="2102118"/>
              <a:ext cx="923662" cy="931307"/>
            </a:xfrm>
            <a:custGeom>
              <a:avLst/>
              <a:pathLst>
                <a:path w="923662" h="93130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07"/>
                  </a:lnTo>
                  <a:lnTo>
                    <a:pt x="921975" y="928971"/>
                  </a:lnTo>
                  <a:lnTo>
                    <a:pt x="917493" y="922063"/>
                  </a:lnTo>
                  <a:lnTo>
                    <a:pt x="914400" y="916761"/>
                  </a:lnTo>
                  <a:close/>
                </a:path>
              </a:pathLst>
            </a:custGeom>
            <a:solidFill>
              <a:srgbClr val="FEDF8B">
                <a:alpha val="100000"/>
              </a:srgbClr>
            </a:solidFill>
            <a:ln w="5420" cap="flat">
              <a:solidFill>
                <a:srgbClr val="FED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h3235"/>
            <p:cNvSpPr/>
            <p:nvPr/>
          </p:nvSpPr>
          <p:spPr>
            <a:xfrm>
              <a:off x="23273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39" y="931638"/>
                  </a:lnTo>
                  <a:lnTo>
                    <a:pt x="914400" y="931307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h3236"/>
            <p:cNvSpPr/>
            <p:nvPr/>
          </p:nvSpPr>
          <p:spPr>
            <a:xfrm>
              <a:off x="23366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h3237"/>
            <p:cNvSpPr/>
            <p:nvPr/>
          </p:nvSpPr>
          <p:spPr>
            <a:xfrm>
              <a:off x="23458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235514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236440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23736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238293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239219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24014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24107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24199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24292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243850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244776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24570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24662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247555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24848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24940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25033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251260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252186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253112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254039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254965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255891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256817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257743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2586701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259596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260522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261448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262375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263301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2651537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1" y="897161"/>
                  </a:lnTo>
                  <a:lnTo>
                    <a:pt x="914400" y="89770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2651537" y="2119356"/>
              <a:ext cx="920938" cy="914400"/>
            </a:xfrm>
            <a:custGeom>
              <a:avLst/>
              <a:pathLst>
                <a:path w="920938" h="914400">
                  <a:moveTo>
                    <a:pt x="914400" y="914400"/>
                  </a:moveTo>
                  <a:lnTo>
                    <a:pt x="914400" y="897709"/>
                  </a:lnTo>
                  <a:lnTo>
                    <a:pt x="916137" y="901695"/>
                  </a:lnTo>
                  <a:lnTo>
                    <a:pt x="919588" y="910528"/>
                  </a:lnTo>
                  <a:lnTo>
                    <a:pt x="920938" y="914400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3096123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387" y="914400"/>
                  </a:lnTo>
                  <a:lnTo>
                    <a:pt x="911456" y="914225"/>
                  </a:lnTo>
                  <a:lnTo>
                    <a:pt x="914400" y="907192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3105386" y="21021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430"/>
                  </a:lnTo>
                  <a:lnTo>
                    <a:pt x="905552" y="923440"/>
                  </a:lnTo>
                  <a:lnTo>
                    <a:pt x="909118" y="915732"/>
                  </a:lnTo>
                  <a:lnTo>
                    <a:pt x="909798" y="914400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310538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311464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312391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659">
                <a:alpha val="100000"/>
              </a:srgbClr>
            </a:solidFill>
            <a:ln w="5420" cap="flat">
              <a:solidFill>
                <a:srgbClr val="63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313317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314243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315169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31609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31702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31794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318874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319800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32072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3216532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322579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32350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32443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32535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32628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327210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328136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32906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32998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330915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33184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33276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33369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3346203" y="2119356"/>
              <a:ext cx="918718" cy="914400"/>
            </a:xfrm>
            <a:custGeom>
              <a:avLst/>
              <a:pathLst>
                <a:path w="9187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718" y="897161"/>
                  </a:lnTo>
                  <a:lnTo>
                    <a:pt x="918338" y="902938"/>
                  </a:lnTo>
                  <a:lnTo>
                    <a:pt x="917324" y="913651"/>
                  </a:lnTo>
                  <a:lnTo>
                    <a:pt x="917231" y="914400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2308835" y="2084879"/>
              <a:ext cx="914400" cy="915715"/>
            </a:xfrm>
            <a:custGeom>
              <a:avLst/>
              <a:pathLst>
                <a:path w="914400" h="915715">
                  <a:moveTo>
                    <a:pt x="914400" y="914400"/>
                  </a:moveTo>
                  <a:lnTo>
                    <a:pt x="914400" y="915715"/>
                  </a:lnTo>
                  <a:lnTo>
                    <a:pt x="913840" y="914400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230883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303" y="931638"/>
                  </a:lnTo>
                  <a:lnTo>
                    <a:pt x="918406" y="924224"/>
                  </a:lnTo>
                  <a:lnTo>
                    <a:pt x="914561" y="916095"/>
                  </a:lnTo>
                  <a:lnTo>
                    <a:pt x="914400" y="915715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23180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23273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23366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23458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235514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236440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23736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238293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239219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24014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24107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24199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24292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243850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244776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24570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24662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247555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24848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24940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25033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251260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252186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253112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254039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254965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255891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256817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257743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2586701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259596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260522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261448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262375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263301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2642274" y="2102118"/>
              <a:ext cx="923423" cy="914400"/>
            </a:xfrm>
            <a:custGeom>
              <a:avLst/>
              <a:pathLst>
                <a:path w="92342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76" y="897161"/>
                  </a:lnTo>
                  <a:lnTo>
                    <a:pt x="917771" y="902345"/>
                  </a:lnTo>
                  <a:lnTo>
                    <a:pt x="921703" y="910452"/>
                  </a:lnTo>
                  <a:lnTo>
                    <a:pt x="923423" y="914400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3105386" y="21021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798" y="914400"/>
                  </a:lnTo>
                  <a:lnTo>
                    <a:pt x="912883" y="908360"/>
                  </a:lnTo>
                  <a:lnTo>
                    <a:pt x="914400" y="905669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3114648" y="20848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907"/>
                  </a:lnTo>
                  <a:lnTo>
                    <a:pt x="907576" y="918580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311464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312391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313317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314243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31516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31609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31702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31794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318874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319800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32072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3216532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322579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32350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32443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32535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32628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327210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328136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32906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32998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330915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33184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33276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33369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3346203" y="2102118"/>
              <a:ext cx="919464" cy="914400"/>
            </a:xfrm>
            <a:custGeom>
              <a:avLst/>
              <a:pathLst>
                <a:path w="9194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64" y="897161"/>
                  </a:lnTo>
                  <a:lnTo>
                    <a:pt x="919451" y="898527"/>
                  </a:lnTo>
                  <a:lnTo>
                    <a:pt x="919048" y="909379"/>
                  </a:lnTo>
                  <a:lnTo>
                    <a:pt x="918718" y="914400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2308835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40" y="931638"/>
                  </a:lnTo>
                  <a:lnTo>
                    <a:pt x="910950" y="924842"/>
                  </a:lnTo>
                  <a:lnTo>
                    <a:pt x="907582" y="916011"/>
                  </a:lnTo>
                  <a:lnTo>
                    <a:pt x="907033" y="914400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230883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23180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23273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23366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23458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235514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236440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23736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238293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239219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24014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24107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24199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B">
                <a:alpha val="100000"/>
              </a:srgbClr>
            </a:solidFill>
            <a:ln w="5420" cap="flat">
              <a:solidFill>
                <a:srgbClr val="FED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24292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243850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244776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24570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24662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247555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24848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24940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25033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251260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252186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253112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254039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0">
                <a:alpha val="100000"/>
              </a:srgbClr>
            </a:solidFill>
            <a:ln w="5420" cap="flat">
              <a:solidFill>
                <a:srgbClr val="FFD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254965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255891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256817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257743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2586701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259596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260522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261448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2633012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512" y="897161"/>
                  </a:lnTo>
                  <a:lnTo>
                    <a:pt x="913938" y="897733"/>
                  </a:lnTo>
                  <a:lnTo>
                    <a:pt x="914400" y="898425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2642274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425"/>
                  </a:lnTo>
                  <a:lnTo>
                    <a:pt x="909245" y="904584"/>
                  </a:lnTo>
                  <a:lnTo>
                    <a:pt x="913614" y="911874"/>
                  </a:lnTo>
                  <a:lnTo>
                    <a:pt x="914400" y="913331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2642274" y="2084879"/>
              <a:ext cx="914976" cy="914400"/>
            </a:xfrm>
            <a:custGeom>
              <a:avLst/>
              <a:pathLst>
                <a:path w="914976" h="914400">
                  <a:moveTo>
                    <a:pt x="914400" y="914400"/>
                  </a:moveTo>
                  <a:lnTo>
                    <a:pt x="914400" y="913331"/>
                  </a:lnTo>
                  <a:lnTo>
                    <a:pt x="914976" y="914400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3114648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051" y="914400"/>
                  </a:lnTo>
                  <a:lnTo>
                    <a:pt x="914400" y="907054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3123910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292"/>
                  </a:lnTo>
                  <a:lnTo>
                    <a:pt x="909874" y="916215"/>
                  </a:lnTo>
                  <a:lnTo>
                    <a:pt x="909946" y="915894"/>
                  </a:lnTo>
                  <a:lnTo>
                    <a:pt x="910019" y="915572"/>
                  </a:lnTo>
                  <a:lnTo>
                    <a:pt x="910092" y="915251"/>
                  </a:lnTo>
                  <a:lnTo>
                    <a:pt x="910165" y="914929"/>
                  </a:lnTo>
                  <a:lnTo>
                    <a:pt x="910237" y="914607"/>
                  </a:lnTo>
                  <a:lnTo>
                    <a:pt x="910284" y="914400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312391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313317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314243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31516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31609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31702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31794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318874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319800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32072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3216532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322579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32350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32443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32535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32628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327210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328136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32906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32998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330915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33184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33276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33369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3346203" y="2084879"/>
              <a:ext cx="919806" cy="914400"/>
            </a:xfrm>
            <a:custGeom>
              <a:avLst/>
              <a:pathLst>
                <a:path w="91980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806" y="897161"/>
                  </a:lnTo>
                  <a:lnTo>
                    <a:pt x="919420" y="898265"/>
                  </a:lnTo>
                  <a:lnTo>
                    <a:pt x="919548" y="904889"/>
                  </a:lnTo>
                  <a:lnTo>
                    <a:pt x="919464" y="914400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2299572" y="2050402"/>
              <a:ext cx="914400" cy="926070"/>
            </a:xfrm>
            <a:custGeom>
              <a:avLst/>
              <a:pathLst>
                <a:path w="914400" h="926070">
                  <a:moveTo>
                    <a:pt x="914400" y="914400"/>
                  </a:moveTo>
                  <a:lnTo>
                    <a:pt x="914400" y="926070"/>
                  </a:lnTo>
                  <a:lnTo>
                    <a:pt x="913729" y="924102"/>
                  </a:lnTo>
                  <a:lnTo>
                    <a:pt x="910876" y="914663"/>
                  </a:lnTo>
                  <a:lnTo>
                    <a:pt x="910806" y="914400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22995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296" y="931638"/>
                  </a:lnTo>
                  <a:lnTo>
                    <a:pt x="914400" y="926070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230883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23180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23273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23366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23458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235514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236440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23736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238293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239219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24014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24107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24199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24292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243850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244776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24570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24662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247555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24848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24940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25033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251260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252186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253112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254039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6">
                <a:alpha val="100000"/>
              </a:srgbClr>
            </a:solidFill>
            <a:ln w="5420" cap="flat">
              <a:solidFill>
                <a:srgbClr val="FFD7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254965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255891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256817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257743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2586701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259596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260522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2623750" y="20676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417" y="897239"/>
                  </a:lnTo>
                  <a:lnTo>
                    <a:pt x="913510" y="902662"/>
                  </a:lnTo>
                  <a:lnTo>
                    <a:pt x="914400" y="903730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2623750" y="2067641"/>
              <a:ext cx="922774" cy="914400"/>
            </a:xfrm>
            <a:custGeom>
              <a:avLst/>
              <a:pathLst>
                <a:path w="922774" h="914400">
                  <a:moveTo>
                    <a:pt x="914400" y="914400"/>
                  </a:moveTo>
                  <a:lnTo>
                    <a:pt x="914400" y="903730"/>
                  </a:lnTo>
                  <a:lnTo>
                    <a:pt x="918442" y="908579"/>
                  </a:lnTo>
                  <a:lnTo>
                    <a:pt x="922774" y="914400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3123910" y="20504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10" y="931524"/>
                  </a:lnTo>
                  <a:lnTo>
                    <a:pt x="910383" y="931203"/>
                  </a:lnTo>
                  <a:lnTo>
                    <a:pt x="910455" y="930881"/>
                  </a:lnTo>
                  <a:lnTo>
                    <a:pt x="910528" y="930559"/>
                  </a:lnTo>
                  <a:lnTo>
                    <a:pt x="910601" y="930238"/>
                  </a:lnTo>
                  <a:lnTo>
                    <a:pt x="910673" y="929916"/>
                  </a:lnTo>
                  <a:lnTo>
                    <a:pt x="910746" y="929595"/>
                  </a:lnTo>
                  <a:lnTo>
                    <a:pt x="910819" y="929273"/>
                  </a:lnTo>
                  <a:lnTo>
                    <a:pt x="910892" y="928951"/>
                  </a:lnTo>
                  <a:lnTo>
                    <a:pt x="910964" y="928630"/>
                  </a:lnTo>
                  <a:lnTo>
                    <a:pt x="911037" y="928308"/>
                  </a:lnTo>
                  <a:lnTo>
                    <a:pt x="911110" y="927987"/>
                  </a:lnTo>
                  <a:lnTo>
                    <a:pt x="911183" y="927665"/>
                  </a:lnTo>
                  <a:lnTo>
                    <a:pt x="911255" y="927343"/>
                  </a:lnTo>
                  <a:lnTo>
                    <a:pt x="911328" y="927022"/>
                  </a:lnTo>
                  <a:lnTo>
                    <a:pt x="911401" y="926700"/>
                  </a:lnTo>
                  <a:lnTo>
                    <a:pt x="911501" y="926258"/>
                  </a:lnTo>
                  <a:lnTo>
                    <a:pt x="911084" y="919836"/>
                  </a:lnTo>
                  <a:lnTo>
                    <a:pt x="910879" y="914400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312391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31331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314243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31516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31609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31702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31794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318874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319800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32072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3216532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322579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32350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32443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32535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32628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327210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328136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32906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32998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330915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33184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33276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33369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3346203" y="20676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44"/>
                  </a:lnTo>
                  <a:lnTo>
                    <a:pt x="922185" y="907587"/>
                  </a:lnTo>
                  <a:lnTo>
                    <a:pt x="919806" y="914400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3355465" y="2050402"/>
              <a:ext cx="916124" cy="920082"/>
            </a:xfrm>
            <a:custGeom>
              <a:avLst/>
              <a:pathLst>
                <a:path w="916124" h="920082">
                  <a:moveTo>
                    <a:pt x="914400" y="914400"/>
                  </a:moveTo>
                  <a:lnTo>
                    <a:pt x="916124" y="914400"/>
                  </a:lnTo>
                  <a:lnTo>
                    <a:pt x="915784" y="915636"/>
                  </a:lnTo>
                  <a:lnTo>
                    <a:pt x="914400" y="920082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2299572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06" y="931638"/>
                  </a:lnTo>
                  <a:lnTo>
                    <a:pt x="908292" y="922198"/>
                  </a:lnTo>
                  <a:lnTo>
                    <a:pt x="907781" y="920145"/>
                  </a:lnTo>
                  <a:lnTo>
                    <a:pt x="907272" y="918104"/>
                  </a:lnTo>
                  <a:lnTo>
                    <a:pt x="906764" y="916062"/>
                  </a:lnTo>
                  <a:lnTo>
                    <a:pt x="906349" y="914400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22995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230883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23180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23273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23366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23458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235514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236440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23736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238293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239219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24014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24107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8">
                <a:alpha val="100000"/>
              </a:srgbClr>
            </a:solidFill>
            <a:ln w="5420" cap="flat">
              <a:solidFill>
                <a:srgbClr val="FFE7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24199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24292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243850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244776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24570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24662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247555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24848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24940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25033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25126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252186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253112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254039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254965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255891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256817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257743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2595963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71" y="897209"/>
                  </a:lnTo>
                  <a:lnTo>
                    <a:pt x="914035" y="897380"/>
                  </a:lnTo>
                  <a:lnTo>
                    <a:pt x="914400" y="897615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2605226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615"/>
                  </a:lnTo>
                  <a:lnTo>
                    <a:pt x="905300" y="897721"/>
                  </a:lnTo>
                  <a:lnTo>
                    <a:pt x="905564" y="897892"/>
                  </a:lnTo>
                  <a:lnTo>
                    <a:pt x="905828" y="898062"/>
                  </a:lnTo>
                  <a:lnTo>
                    <a:pt x="906092" y="898233"/>
                  </a:lnTo>
                  <a:lnTo>
                    <a:pt x="906356" y="898404"/>
                  </a:lnTo>
                  <a:lnTo>
                    <a:pt x="906620" y="898574"/>
                  </a:lnTo>
                  <a:lnTo>
                    <a:pt x="906883" y="898745"/>
                  </a:lnTo>
                  <a:lnTo>
                    <a:pt x="907147" y="898916"/>
                  </a:lnTo>
                  <a:lnTo>
                    <a:pt x="907411" y="899087"/>
                  </a:lnTo>
                  <a:lnTo>
                    <a:pt x="907675" y="899257"/>
                  </a:lnTo>
                  <a:lnTo>
                    <a:pt x="907939" y="899428"/>
                  </a:lnTo>
                  <a:lnTo>
                    <a:pt x="908202" y="899599"/>
                  </a:lnTo>
                  <a:lnTo>
                    <a:pt x="908466" y="899770"/>
                  </a:lnTo>
                  <a:lnTo>
                    <a:pt x="908730" y="899940"/>
                  </a:lnTo>
                  <a:lnTo>
                    <a:pt x="908994" y="900111"/>
                  </a:lnTo>
                  <a:lnTo>
                    <a:pt x="909258" y="900282"/>
                  </a:lnTo>
                  <a:lnTo>
                    <a:pt x="909521" y="900453"/>
                  </a:lnTo>
                  <a:lnTo>
                    <a:pt x="909785" y="900624"/>
                  </a:lnTo>
                  <a:lnTo>
                    <a:pt x="910049" y="900794"/>
                  </a:lnTo>
                  <a:lnTo>
                    <a:pt x="910313" y="900965"/>
                  </a:lnTo>
                  <a:lnTo>
                    <a:pt x="910576" y="901136"/>
                  </a:lnTo>
                  <a:lnTo>
                    <a:pt x="910840" y="901307"/>
                  </a:lnTo>
                  <a:lnTo>
                    <a:pt x="914400" y="903810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2614488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10"/>
                  </a:lnTo>
                  <a:lnTo>
                    <a:pt x="907067" y="905167"/>
                  </a:lnTo>
                  <a:lnTo>
                    <a:pt x="912439" y="909561"/>
                  </a:lnTo>
                  <a:lnTo>
                    <a:pt x="914400" y="911401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2614488" y="2050402"/>
              <a:ext cx="917596" cy="914400"/>
            </a:xfrm>
            <a:custGeom>
              <a:avLst/>
              <a:pathLst>
                <a:path w="917596" h="914400">
                  <a:moveTo>
                    <a:pt x="914400" y="914400"/>
                  </a:moveTo>
                  <a:lnTo>
                    <a:pt x="914400" y="911401"/>
                  </a:lnTo>
                  <a:lnTo>
                    <a:pt x="917596" y="914400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3123910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79" y="931638"/>
                  </a:lnTo>
                  <a:lnTo>
                    <a:pt x="910695" y="926770"/>
                  </a:lnTo>
                  <a:lnTo>
                    <a:pt x="910613" y="923435"/>
                  </a:lnTo>
                  <a:lnTo>
                    <a:pt x="910532" y="920103"/>
                  </a:lnTo>
                  <a:lnTo>
                    <a:pt x="910451" y="916770"/>
                  </a:lnTo>
                  <a:lnTo>
                    <a:pt x="910393" y="914400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312391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31331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314243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31516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31609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31702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31794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318874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319800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32072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3216532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322579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32350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32443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32535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32628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327210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328136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32906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32998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330915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33184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33276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33369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33462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3355465" y="2050402"/>
              <a:ext cx="920566" cy="914400"/>
            </a:xfrm>
            <a:custGeom>
              <a:avLst/>
              <a:pathLst>
                <a:path w="9205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566" y="897161"/>
                  </a:lnTo>
                  <a:lnTo>
                    <a:pt x="918387" y="906185"/>
                  </a:lnTo>
                  <a:lnTo>
                    <a:pt x="916124" y="9144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2290310" y="2015925"/>
              <a:ext cx="914400" cy="926777"/>
            </a:xfrm>
            <a:custGeom>
              <a:avLst/>
              <a:pathLst>
                <a:path w="914400" h="926777">
                  <a:moveTo>
                    <a:pt x="914400" y="914400"/>
                  </a:moveTo>
                  <a:lnTo>
                    <a:pt x="914400" y="926777"/>
                  </a:lnTo>
                  <a:lnTo>
                    <a:pt x="913990" y="925136"/>
                  </a:lnTo>
                  <a:lnTo>
                    <a:pt x="913480" y="923095"/>
                  </a:lnTo>
                  <a:lnTo>
                    <a:pt x="913204" y="921986"/>
                  </a:lnTo>
                  <a:lnTo>
                    <a:pt x="911804" y="920224"/>
                  </a:lnTo>
                  <a:lnTo>
                    <a:pt x="907656" y="914400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22903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12" y="931638"/>
                  </a:lnTo>
                  <a:lnTo>
                    <a:pt x="915517" y="931260"/>
                  </a:lnTo>
                  <a:lnTo>
                    <a:pt x="915008" y="929218"/>
                  </a:lnTo>
                  <a:lnTo>
                    <a:pt x="914499" y="927177"/>
                  </a:lnTo>
                  <a:lnTo>
                    <a:pt x="914400" y="926777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22995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230883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23180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23273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23366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23458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235514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236440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23736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238293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239219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24014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24107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24199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24292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243850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244776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24570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24662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8">
                <a:alpha val="100000"/>
              </a:srgbClr>
            </a:solidFill>
            <a:ln w="5420" cap="flat">
              <a:solidFill>
                <a:srgbClr val="FFE7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247555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24848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24940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25033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25126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252186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253112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254039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254965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255891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256817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2586701" y="203316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978" y="897161"/>
                  </a:lnTo>
                  <a:lnTo>
                    <a:pt x="914399" y="897972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2586701" y="2033164"/>
              <a:ext cx="922959" cy="914400"/>
            </a:xfrm>
            <a:custGeom>
              <a:avLst/>
              <a:pathLst>
                <a:path w="922959" h="914400">
                  <a:moveTo>
                    <a:pt x="914399" y="914400"/>
                  </a:moveTo>
                  <a:lnTo>
                    <a:pt x="914399" y="897972"/>
                  </a:lnTo>
                  <a:lnTo>
                    <a:pt x="917196" y="903356"/>
                  </a:lnTo>
                  <a:lnTo>
                    <a:pt x="922505" y="914106"/>
                  </a:lnTo>
                  <a:lnTo>
                    <a:pt x="922769" y="914277"/>
                  </a:lnTo>
                  <a:lnTo>
                    <a:pt x="922959" y="914400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3123910" y="20159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93" y="931638"/>
                  </a:lnTo>
                  <a:lnTo>
                    <a:pt x="910370" y="930676"/>
                  </a:lnTo>
                  <a:lnTo>
                    <a:pt x="910289" y="927344"/>
                  </a:lnTo>
                  <a:lnTo>
                    <a:pt x="910207" y="924011"/>
                  </a:lnTo>
                  <a:lnTo>
                    <a:pt x="910126" y="920679"/>
                  </a:lnTo>
                  <a:lnTo>
                    <a:pt x="910044" y="917344"/>
                  </a:lnTo>
                  <a:lnTo>
                    <a:pt x="910014" y="914400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31239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31331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314243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31516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31609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31702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31794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318874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319800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32072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3216532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322579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32350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32443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32535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32628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327210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328136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32906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32998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330915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33184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33276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33369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33462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3355465" y="20331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8967"/>
                  </a:lnTo>
                  <a:lnTo>
                    <a:pt x="922795" y="903839"/>
                  </a:lnTo>
                  <a:lnTo>
                    <a:pt x="920726" y="913737"/>
                  </a:lnTo>
                  <a:lnTo>
                    <a:pt x="920566" y="914400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3364728" y="2015925"/>
              <a:ext cx="914721" cy="916206"/>
            </a:xfrm>
            <a:custGeom>
              <a:avLst/>
              <a:pathLst>
                <a:path w="914721" h="916206">
                  <a:moveTo>
                    <a:pt x="914400" y="914400"/>
                  </a:moveTo>
                  <a:lnTo>
                    <a:pt x="914721" y="914400"/>
                  </a:lnTo>
                  <a:lnTo>
                    <a:pt x="914400" y="916206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2281048" y="1998687"/>
              <a:ext cx="914400" cy="927774"/>
            </a:xfrm>
            <a:custGeom>
              <a:avLst/>
              <a:pathLst>
                <a:path w="914400" h="927774">
                  <a:moveTo>
                    <a:pt x="914400" y="914400"/>
                  </a:moveTo>
                  <a:lnTo>
                    <a:pt x="914400" y="927774"/>
                  </a:lnTo>
                  <a:lnTo>
                    <a:pt x="912093" y="924173"/>
                  </a:lnTo>
                  <a:lnTo>
                    <a:pt x="907894" y="916900"/>
                  </a:lnTo>
                  <a:lnTo>
                    <a:pt x="906592" y="914400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228104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18" y="931638"/>
                  </a:lnTo>
                  <a:lnTo>
                    <a:pt x="916487" y="931034"/>
                  </a:lnTo>
                  <a:lnTo>
                    <a:pt x="914400" y="927774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22903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22995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230883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23180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23273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23366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23458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235514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236440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23736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238293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239219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24014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24107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24199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24292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243850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244776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24570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24662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247555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24848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24940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25033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25126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252186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253112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254039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254965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255891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2577439" y="20159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11" y="897161"/>
                  </a:lnTo>
                  <a:lnTo>
                    <a:pt x="913216" y="897722"/>
                  </a:lnTo>
                  <a:lnTo>
                    <a:pt x="914400" y="899553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2577439" y="2015925"/>
              <a:ext cx="923241" cy="914400"/>
            </a:xfrm>
            <a:custGeom>
              <a:avLst/>
              <a:pathLst>
                <a:path w="923241" h="914400">
                  <a:moveTo>
                    <a:pt x="914400" y="914400"/>
                  </a:moveTo>
                  <a:lnTo>
                    <a:pt x="914400" y="899553"/>
                  </a:lnTo>
                  <a:lnTo>
                    <a:pt x="917850" y="904896"/>
                  </a:lnTo>
                  <a:lnTo>
                    <a:pt x="922269" y="912528"/>
                  </a:lnTo>
                  <a:lnTo>
                    <a:pt x="923241" y="914400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3123910" y="19986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014" y="931638"/>
                  </a:lnTo>
                  <a:lnTo>
                    <a:pt x="909933" y="923600"/>
                  </a:lnTo>
                  <a:lnTo>
                    <a:pt x="910102" y="914400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31239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31331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314243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31516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31609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31702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31794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318874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319800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32072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3216532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322579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32350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32443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32535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32628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327210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328136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32906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32998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330915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33184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33276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33369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33462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335546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3364728" y="2015925"/>
              <a:ext cx="917579" cy="914400"/>
            </a:xfrm>
            <a:custGeom>
              <a:avLst/>
              <a:pathLst>
                <a:path w="9175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79" y="897161"/>
                  </a:lnTo>
                  <a:lnTo>
                    <a:pt x="917290" y="898935"/>
                  </a:lnTo>
                  <a:lnTo>
                    <a:pt x="916799" y="901947"/>
                  </a:lnTo>
                  <a:lnTo>
                    <a:pt x="916309" y="904959"/>
                  </a:lnTo>
                  <a:lnTo>
                    <a:pt x="915818" y="907970"/>
                  </a:lnTo>
                  <a:lnTo>
                    <a:pt x="915326" y="910996"/>
                  </a:lnTo>
                  <a:lnTo>
                    <a:pt x="914721" y="914400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2271786" y="1981448"/>
              <a:ext cx="914400" cy="928844"/>
            </a:xfrm>
            <a:custGeom>
              <a:avLst/>
              <a:pathLst>
                <a:path w="914400" h="928844">
                  <a:moveTo>
                    <a:pt x="914400" y="914400"/>
                  </a:moveTo>
                  <a:lnTo>
                    <a:pt x="914400" y="928844"/>
                  </a:lnTo>
                  <a:lnTo>
                    <a:pt x="913164" y="926472"/>
                  </a:lnTo>
                  <a:lnTo>
                    <a:pt x="909391" y="918432"/>
                  </a:lnTo>
                  <a:lnTo>
                    <a:pt x="907687" y="914400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227178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54" y="931638"/>
                  </a:lnTo>
                  <a:lnTo>
                    <a:pt x="914400" y="928844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228104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22903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22995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230883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23180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23273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23366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5420" cap="flat">
              <a:solidFill>
                <a:srgbClr val="FFF6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23458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235514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236440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23736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238293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239219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24014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24107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24199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24292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243850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244776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24570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24662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247555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24848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24940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25033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25126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252186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253112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254039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254965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2568177" y="19986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133" y="897161"/>
                  </a:lnTo>
                  <a:lnTo>
                    <a:pt x="912618" y="902065"/>
                  </a:lnTo>
                  <a:lnTo>
                    <a:pt x="914400" y="904263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2568177" y="1998687"/>
              <a:ext cx="922074" cy="914400"/>
            </a:xfrm>
            <a:custGeom>
              <a:avLst/>
              <a:pathLst>
                <a:path w="922074" h="914400">
                  <a:moveTo>
                    <a:pt x="914400" y="914400"/>
                  </a:moveTo>
                  <a:lnTo>
                    <a:pt x="914400" y="904263"/>
                  </a:lnTo>
                  <a:lnTo>
                    <a:pt x="917642" y="908264"/>
                  </a:lnTo>
                  <a:lnTo>
                    <a:pt x="922074" y="914400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3123910" y="19814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02" y="931638"/>
                  </a:lnTo>
                  <a:lnTo>
                    <a:pt x="910135" y="929860"/>
                  </a:lnTo>
                  <a:lnTo>
                    <a:pt x="910649" y="918918"/>
                  </a:lnTo>
                  <a:lnTo>
                    <a:pt x="910992" y="914400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31239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31331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314243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31516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31609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31702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31794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318874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319800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32072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3216532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322579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32350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32443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32535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32628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327210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328136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32906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32998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330915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33184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33276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33369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33462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335546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3364728" y="1998687"/>
              <a:ext cx="920284" cy="914400"/>
            </a:xfrm>
            <a:custGeom>
              <a:avLst/>
              <a:pathLst>
                <a:path w="92028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284" y="897161"/>
                  </a:lnTo>
                  <a:lnTo>
                    <a:pt x="919257" y="904113"/>
                  </a:lnTo>
                  <a:lnTo>
                    <a:pt x="918764" y="907138"/>
                  </a:lnTo>
                  <a:lnTo>
                    <a:pt x="918272" y="910150"/>
                  </a:lnTo>
                  <a:lnTo>
                    <a:pt x="917781" y="913162"/>
                  </a:lnTo>
                  <a:lnTo>
                    <a:pt x="917579" y="91440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2262523" y="1964210"/>
              <a:ext cx="914400" cy="925414"/>
            </a:xfrm>
            <a:custGeom>
              <a:avLst/>
              <a:pathLst>
                <a:path w="914400" h="925414">
                  <a:moveTo>
                    <a:pt x="914400" y="914400"/>
                  </a:moveTo>
                  <a:lnTo>
                    <a:pt x="914400" y="925414"/>
                  </a:lnTo>
                  <a:lnTo>
                    <a:pt x="911799" y="918559"/>
                  </a:lnTo>
                  <a:lnTo>
                    <a:pt x="910388" y="914400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226252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49" y="931638"/>
                  </a:lnTo>
                  <a:lnTo>
                    <a:pt x="915107" y="927279"/>
                  </a:lnTo>
                  <a:lnTo>
                    <a:pt x="914400" y="925414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227178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228104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22903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22995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230883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23180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23273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23366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23458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6">
                <a:alpha val="100000"/>
              </a:srgbClr>
            </a:solidFill>
            <a:ln w="5420" cap="flat">
              <a:solidFill>
                <a:srgbClr val="FFF9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235514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236440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23736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238293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239219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24014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5420" cap="flat">
              <a:solidFill>
                <a:srgbClr val="FFF6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24107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24199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24292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243850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244776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24570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24662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247555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24848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24940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25033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25126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252186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253112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2549652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899671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2558914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71"/>
                  </a:lnTo>
                  <a:lnTo>
                    <a:pt x="906977" y="903668"/>
                  </a:lnTo>
                  <a:lnTo>
                    <a:pt x="907198" y="903894"/>
                  </a:lnTo>
                  <a:lnTo>
                    <a:pt x="907419" y="904121"/>
                  </a:lnTo>
                  <a:lnTo>
                    <a:pt x="907639" y="904347"/>
                  </a:lnTo>
                  <a:lnTo>
                    <a:pt x="907860" y="904573"/>
                  </a:lnTo>
                  <a:lnTo>
                    <a:pt x="908081" y="904799"/>
                  </a:lnTo>
                  <a:lnTo>
                    <a:pt x="908301" y="905025"/>
                  </a:lnTo>
                  <a:lnTo>
                    <a:pt x="908522" y="905251"/>
                  </a:lnTo>
                  <a:lnTo>
                    <a:pt x="908743" y="905477"/>
                  </a:lnTo>
                  <a:lnTo>
                    <a:pt x="908964" y="905703"/>
                  </a:lnTo>
                  <a:lnTo>
                    <a:pt x="909184" y="905930"/>
                  </a:lnTo>
                  <a:lnTo>
                    <a:pt x="909405" y="906156"/>
                  </a:lnTo>
                  <a:lnTo>
                    <a:pt x="909626" y="906382"/>
                  </a:lnTo>
                  <a:lnTo>
                    <a:pt x="909846" y="906608"/>
                  </a:lnTo>
                  <a:lnTo>
                    <a:pt x="910067" y="906834"/>
                  </a:lnTo>
                  <a:lnTo>
                    <a:pt x="910288" y="907060"/>
                  </a:lnTo>
                  <a:lnTo>
                    <a:pt x="910508" y="907287"/>
                  </a:lnTo>
                  <a:lnTo>
                    <a:pt x="910729" y="907513"/>
                  </a:lnTo>
                  <a:lnTo>
                    <a:pt x="910950" y="907739"/>
                  </a:lnTo>
                  <a:lnTo>
                    <a:pt x="911170" y="907965"/>
                  </a:lnTo>
                  <a:lnTo>
                    <a:pt x="911391" y="908191"/>
                  </a:lnTo>
                  <a:lnTo>
                    <a:pt x="911611" y="908417"/>
                  </a:lnTo>
                  <a:lnTo>
                    <a:pt x="911832" y="908644"/>
                  </a:lnTo>
                  <a:lnTo>
                    <a:pt x="912053" y="908870"/>
                  </a:lnTo>
                  <a:lnTo>
                    <a:pt x="912273" y="909096"/>
                  </a:lnTo>
                  <a:lnTo>
                    <a:pt x="912494" y="909322"/>
                  </a:lnTo>
                  <a:lnTo>
                    <a:pt x="912714" y="909548"/>
                  </a:lnTo>
                  <a:lnTo>
                    <a:pt x="912935" y="909775"/>
                  </a:lnTo>
                  <a:lnTo>
                    <a:pt x="913155" y="910001"/>
                  </a:lnTo>
                  <a:lnTo>
                    <a:pt x="913376" y="910227"/>
                  </a:lnTo>
                  <a:lnTo>
                    <a:pt x="913596" y="910453"/>
                  </a:lnTo>
                  <a:lnTo>
                    <a:pt x="913817" y="910680"/>
                  </a:lnTo>
                  <a:lnTo>
                    <a:pt x="914037" y="910906"/>
                  </a:lnTo>
                  <a:lnTo>
                    <a:pt x="914258" y="911132"/>
                  </a:lnTo>
                  <a:lnTo>
                    <a:pt x="914400" y="911277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2558914" y="1981448"/>
              <a:ext cx="917395" cy="914400"/>
            </a:xfrm>
            <a:custGeom>
              <a:avLst/>
              <a:pathLst>
                <a:path w="917395" h="914400">
                  <a:moveTo>
                    <a:pt x="914400" y="914400"/>
                  </a:moveTo>
                  <a:lnTo>
                    <a:pt x="914479" y="911358"/>
                  </a:lnTo>
                  <a:lnTo>
                    <a:pt x="914699" y="911584"/>
                  </a:lnTo>
                  <a:lnTo>
                    <a:pt x="914919" y="911811"/>
                  </a:lnTo>
                  <a:lnTo>
                    <a:pt x="915140" y="912037"/>
                  </a:lnTo>
                  <a:lnTo>
                    <a:pt x="915360" y="912263"/>
                  </a:lnTo>
                  <a:lnTo>
                    <a:pt x="915581" y="912489"/>
                  </a:lnTo>
                  <a:lnTo>
                    <a:pt x="915801" y="912716"/>
                  </a:lnTo>
                  <a:lnTo>
                    <a:pt x="916022" y="912942"/>
                  </a:lnTo>
                  <a:lnTo>
                    <a:pt x="916242" y="913168"/>
                  </a:lnTo>
                  <a:lnTo>
                    <a:pt x="916463" y="913395"/>
                  </a:lnTo>
                  <a:lnTo>
                    <a:pt x="916683" y="913621"/>
                  </a:lnTo>
                  <a:lnTo>
                    <a:pt x="917395" y="914400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3123910" y="19642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992" y="931638"/>
                  </a:lnTo>
                  <a:lnTo>
                    <a:pt x="911475" y="925280"/>
                  </a:lnTo>
                  <a:lnTo>
                    <a:pt x="912624" y="914400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31239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31331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314243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31516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31609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31702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31794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318874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319800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32072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3216532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322579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32350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32443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32535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32628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327210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328136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32906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32998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330915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33184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33276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33369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33462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335546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3364728" y="1981448"/>
              <a:ext cx="922337" cy="914400"/>
            </a:xfrm>
            <a:custGeom>
              <a:avLst/>
              <a:pathLst>
                <a:path w="92233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337" y="897161"/>
                  </a:lnTo>
                  <a:lnTo>
                    <a:pt x="922096" y="899909"/>
                  </a:lnTo>
                  <a:lnTo>
                    <a:pt x="920831" y="910701"/>
                  </a:lnTo>
                  <a:lnTo>
                    <a:pt x="920284" y="914400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225326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50" y="931638"/>
                  </a:lnTo>
                  <a:lnTo>
                    <a:pt x="917998" y="926770"/>
                  </a:lnTo>
                  <a:lnTo>
                    <a:pt x="915190" y="917462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226252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227178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228104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229031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22995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230883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23180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23273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23366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23458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235514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236440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23736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238293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239219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24014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24107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24199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24292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243850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244776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5420" cap="flat">
              <a:solidFill>
                <a:srgbClr val="FFF6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24570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24662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247555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24848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24940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25033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25126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252186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253112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2540390" y="1964210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37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3123910" y="19642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624" y="914400"/>
                  </a:lnTo>
                  <a:lnTo>
                    <a:pt x="914051" y="903848"/>
                  </a:lnTo>
                  <a:lnTo>
                    <a:pt x="914400" y="901752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3133172" y="19469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991"/>
                  </a:lnTo>
                  <a:lnTo>
                    <a:pt x="905900" y="914400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31331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314243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31516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31609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31702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31794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318874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319800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32072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3216532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322579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32350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32443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32535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32628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327210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328136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32906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32998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330915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33184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33276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33369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33462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335546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3364728" y="1964210"/>
              <a:ext cx="923580" cy="914400"/>
            </a:xfrm>
            <a:custGeom>
              <a:avLst/>
              <a:pathLst>
                <a:path w="92358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580" y="897161"/>
                  </a:lnTo>
                  <a:lnTo>
                    <a:pt x="923050" y="906245"/>
                  </a:lnTo>
                  <a:lnTo>
                    <a:pt x="922337" y="914400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2253261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375" y="931638"/>
                  </a:lnTo>
                  <a:lnTo>
                    <a:pt x="912644" y="925134"/>
                  </a:lnTo>
                  <a:lnTo>
                    <a:pt x="910366" y="915336"/>
                  </a:lnTo>
                  <a:lnTo>
                    <a:pt x="910178" y="914400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225326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226252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227178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228104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229031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22995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230883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23180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23273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23366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23458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235514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236440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23736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238293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239219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24014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24107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24199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24292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243850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244776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24570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24662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247555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24848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24940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25033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25126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252186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2540390" y="19469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85" y="897266"/>
                  </a:lnTo>
                  <a:lnTo>
                    <a:pt x="907184" y="897704"/>
                  </a:lnTo>
                  <a:lnTo>
                    <a:pt x="907382" y="898141"/>
                  </a:lnTo>
                  <a:lnTo>
                    <a:pt x="907580" y="898579"/>
                  </a:lnTo>
                  <a:lnTo>
                    <a:pt x="907778" y="899016"/>
                  </a:lnTo>
                  <a:lnTo>
                    <a:pt x="907976" y="899453"/>
                  </a:lnTo>
                  <a:lnTo>
                    <a:pt x="908174" y="899891"/>
                  </a:lnTo>
                  <a:lnTo>
                    <a:pt x="908372" y="900328"/>
                  </a:lnTo>
                  <a:lnTo>
                    <a:pt x="908571" y="900766"/>
                  </a:lnTo>
                  <a:lnTo>
                    <a:pt x="908769" y="901203"/>
                  </a:lnTo>
                  <a:lnTo>
                    <a:pt x="908967" y="901641"/>
                  </a:lnTo>
                  <a:lnTo>
                    <a:pt x="909165" y="902078"/>
                  </a:lnTo>
                  <a:lnTo>
                    <a:pt x="909363" y="902516"/>
                  </a:lnTo>
                  <a:lnTo>
                    <a:pt x="909561" y="902953"/>
                  </a:lnTo>
                  <a:lnTo>
                    <a:pt x="909759" y="903390"/>
                  </a:lnTo>
                  <a:lnTo>
                    <a:pt x="909957" y="903828"/>
                  </a:lnTo>
                  <a:lnTo>
                    <a:pt x="910155" y="904265"/>
                  </a:lnTo>
                  <a:lnTo>
                    <a:pt x="910353" y="904703"/>
                  </a:lnTo>
                  <a:lnTo>
                    <a:pt x="910551" y="905140"/>
                  </a:lnTo>
                  <a:lnTo>
                    <a:pt x="910749" y="905578"/>
                  </a:lnTo>
                  <a:lnTo>
                    <a:pt x="910946" y="906015"/>
                  </a:lnTo>
                  <a:lnTo>
                    <a:pt x="911144" y="906453"/>
                  </a:lnTo>
                  <a:lnTo>
                    <a:pt x="911342" y="906890"/>
                  </a:lnTo>
                  <a:lnTo>
                    <a:pt x="911540" y="907328"/>
                  </a:lnTo>
                  <a:lnTo>
                    <a:pt x="911738" y="907765"/>
                  </a:lnTo>
                  <a:lnTo>
                    <a:pt x="911936" y="908203"/>
                  </a:lnTo>
                  <a:lnTo>
                    <a:pt x="912134" y="908640"/>
                  </a:lnTo>
                  <a:lnTo>
                    <a:pt x="912332" y="909078"/>
                  </a:lnTo>
                  <a:lnTo>
                    <a:pt x="912529" y="909515"/>
                  </a:lnTo>
                  <a:lnTo>
                    <a:pt x="912727" y="909953"/>
                  </a:lnTo>
                  <a:lnTo>
                    <a:pt x="912925" y="910390"/>
                  </a:lnTo>
                  <a:lnTo>
                    <a:pt x="913123" y="910828"/>
                  </a:lnTo>
                  <a:lnTo>
                    <a:pt x="913321" y="911265"/>
                  </a:lnTo>
                  <a:lnTo>
                    <a:pt x="913518" y="911703"/>
                  </a:lnTo>
                  <a:lnTo>
                    <a:pt x="913716" y="912140"/>
                  </a:lnTo>
                  <a:lnTo>
                    <a:pt x="914400" y="913653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2540390" y="1946971"/>
              <a:ext cx="914737" cy="914400"/>
            </a:xfrm>
            <a:custGeom>
              <a:avLst/>
              <a:pathLst>
                <a:path w="914737" h="914400">
                  <a:moveTo>
                    <a:pt x="914400" y="914400"/>
                  </a:moveTo>
                  <a:lnTo>
                    <a:pt x="914400" y="913653"/>
                  </a:lnTo>
                  <a:lnTo>
                    <a:pt x="914737" y="914400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3133172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900" y="931638"/>
                  </a:lnTo>
                  <a:lnTo>
                    <a:pt x="906532" y="927831"/>
                  </a:lnTo>
                  <a:lnTo>
                    <a:pt x="908571" y="917523"/>
                  </a:lnTo>
                  <a:lnTo>
                    <a:pt x="909293" y="91440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31331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314243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31516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31609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31702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31794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318874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319800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32072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3216532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322579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32350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32443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32535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32628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327210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328136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32906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32998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330915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33184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33276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33369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33462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335546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3364728" y="19469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993"/>
                  </a:lnTo>
                  <a:lnTo>
                    <a:pt x="923580" y="914400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3373990" y="1929733"/>
              <a:ext cx="914755" cy="930231"/>
            </a:xfrm>
            <a:custGeom>
              <a:avLst/>
              <a:pathLst>
                <a:path w="914755" h="930231">
                  <a:moveTo>
                    <a:pt x="914400" y="914400"/>
                  </a:moveTo>
                  <a:lnTo>
                    <a:pt x="914755" y="914400"/>
                  </a:lnTo>
                  <a:lnTo>
                    <a:pt x="914752" y="918711"/>
                  </a:lnTo>
                  <a:lnTo>
                    <a:pt x="914428" y="929740"/>
                  </a:lnTo>
                  <a:lnTo>
                    <a:pt x="914400" y="930231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2253261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78" y="931638"/>
                  </a:lnTo>
                  <a:lnTo>
                    <a:pt x="908363" y="922571"/>
                  </a:lnTo>
                  <a:lnTo>
                    <a:pt x="907135" y="915314"/>
                  </a:lnTo>
                  <a:lnTo>
                    <a:pt x="906714" y="914678"/>
                  </a:lnTo>
                  <a:lnTo>
                    <a:pt x="906548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225326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226252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227178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228104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229031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22995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230883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23180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23273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23366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23458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235514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236440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23736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238293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239219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24014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24107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24199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24292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243850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244776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24570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24662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247555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24848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6">
                <a:alpha val="100000"/>
              </a:srgbClr>
            </a:solidFill>
            <a:ln w="5420" cap="flat">
              <a:solidFill>
                <a:srgbClr val="FFF9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24940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25033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25126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2531128" y="1929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378" y="897161"/>
                  </a:lnTo>
                  <a:lnTo>
                    <a:pt x="908508" y="897447"/>
                  </a:lnTo>
                  <a:lnTo>
                    <a:pt x="908707" y="897885"/>
                  </a:lnTo>
                  <a:lnTo>
                    <a:pt x="908905" y="898322"/>
                  </a:lnTo>
                  <a:lnTo>
                    <a:pt x="909104" y="898759"/>
                  </a:lnTo>
                  <a:lnTo>
                    <a:pt x="909303" y="899197"/>
                  </a:lnTo>
                  <a:lnTo>
                    <a:pt x="909501" y="899634"/>
                  </a:lnTo>
                  <a:lnTo>
                    <a:pt x="909700" y="900071"/>
                  </a:lnTo>
                  <a:lnTo>
                    <a:pt x="909899" y="900508"/>
                  </a:lnTo>
                  <a:lnTo>
                    <a:pt x="910097" y="900946"/>
                  </a:lnTo>
                  <a:lnTo>
                    <a:pt x="910296" y="901383"/>
                  </a:lnTo>
                  <a:lnTo>
                    <a:pt x="910495" y="901821"/>
                  </a:lnTo>
                  <a:lnTo>
                    <a:pt x="910693" y="902258"/>
                  </a:lnTo>
                  <a:lnTo>
                    <a:pt x="910892" y="902695"/>
                  </a:lnTo>
                  <a:lnTo>
                    <a:pt x="911090" y="903133"/>
                  </a:lnTo>
                  <a:lnTo>
                    <a:pt x="911289" y="903570"/>
                  </a:lnTo>
                  <a:lnTo>
                    <a:pt x="911487" y="904007"/>
                  </a:lnTo>
                  <a:lnTo>
                    <a:pt x="911686" y="904445"/>
                  </a:lnTo>
                  <a:lnTo>
                    <a:pt x="911884" y="904882"/>
                  </a:lnTo>
                  <a:lnTo>
                    <a:pt x="912083" y="905319"/>
                  </a:lnTo>
                  <a:lnTo>
                    <a:pt x="912281" y="905757"/>
                  </a:lnTo>
                  <a:lnTo>
                    <a:pt x="912480" y="906194"/>
                  </a:lnTo>
                  <a:lnTo>
                    <a:pt x="912678" y="906631"/>
                  </a:lnTo>
                  <a:lnTo>
                    <a:pt x="912877" y="907069"/>
                  </a:lnTo>
                  <a:lnTo>
                    <a:pt x="913075" y="907506"/>
                  </a:lnTo>
                  <a:lnTo>
                    <a:pt x="913273" y="907944"/>
                  </a:lnTo>
                  <a:lnTo>
                    <a:pt x="913472" y="908381"/>
                  </a:lnTo>
                  <a:lnTo>
                    <a:pt x="913670" y="908818"/>
                  </a:lnTo>
                  <a:lnTo>
                    <a:pt x="913868" y="909256"/>
                  </a:lnTo>
                  <a:lnTo>
                    <a:pt x="914067" y="909693"/>
                  </a:lnTo>
                  <a:lnTo>
                    <a:pt x="914265" y="910131"/>
                  </a:lnTo>
                  <a:lnTo>
                    <a:pt x="914400" y="910427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2531128" y="1929733"/>
              <a:ext cx="916200" cy="914400"/>
            </a:xfrm>
            <a:custGeom>
              <a:avLst/>
              <a:pathLst>
                <a:path w="916200" h="914400">
                  <a:moveTo>
                    <a:pt x="914400" y="914400"/>
                  </a:moveTo>
                  <a:lnTo>
                    <a:pt x="914400" y="910427"/>
                  </a:lnTo>
                  <a:lnTo>
                    <a:pt x="914463" y="910568"/>
                  </a:lnTo>
                  <a:lnTo>
                    <a:pt x="914662" y="911005"/>
                  </a:lnTo>
                  <a:lnTo>
                    <a:pt x="914860" y="911443"/>
                  </a:lnTo>
                  <a:lnTo>
                    <a:pt x="915058" y="911880"/>
                  </a:lnTo>
                  <a:lnTo>
                    <a:pt x="915257" y="912318"/>
                  </a:lnTo>
                  <a:lnTo>
                    <a:pt x="915455" y="912755"/>
                  </a:lnTo>
                  <a:lnTo>
                    <a:pt x="915653" y="913192"/>
                  </a:lnTo>
                  <a:lnTo>
                    <a:pt x="915851" y="913630"/>
                  </a:lnTo>
                  <a:lnTo>
                    <a:pt x="916049" y="914067"/>
                  </a:lnTo>
                  <a:lnTo>
                    <a:pt x="916200" y="914400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3133172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293" y="931638"/>
                  </a:lnTo>
                  <a:lnTo>
                    <a:pt x="910902" y="924670"/>
                  </a:lnTo>
                  <a:lnTo>
                    <a:pt x="913517" y="914822"/>
                  </a:lnTo>
                  <a:lnTo>
                    <a:pt x="913645" y="914400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31331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314243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31516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31609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31702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31794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318874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319800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32072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3216532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322579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32350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32443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32535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32628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327210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328136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32906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32998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330915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33184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33276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33369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33462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335546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336472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3373990" y="1929733"/>
              <a:ext cx="914760" cy="914400"/>
            </a:xfrm>
            <a:custGeom>
              <a:avLst/>
              <a:pathLst>
                <a:path w="914760" h="914400">
                  <a:moveTo>
                    <a:pt x="914400" y="914400"/>
                  </a:moveTo>
                  <a:lnTo>
                    <a:pt x="914465" y="897161"/>
                  </a:lnTo>
                  <a:lnTo>
                    <a:pt x="914760" y="907665"/>
                  </a:lnTo>
                  <a:lnTo>
                    <a:pt x="914755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2243999" y="1895256"/>
              <a:ext cx="914400" cy="929265"/>
            </a:xfrm>
            <a:custGeom>
              <a:avLst/>
              <a:pathLst>
                <a:path w="914400" h="929265">
                  <a:moveTo>
                    <a:pt x="914400" y="914400"/>
                  </a:moveTo>
                  <a:lnTo>
                    <a:pt x="914400" y="929265"/>
                  </a:lnTo>
                  <a:lnTo>
                    <a:pt x="911612" y="924575"/>
                  </a:lnTo>
                  <a:lnTo>
                    <a:pt x="907462" y="916813"/>
                  </a:lnTo>
                  <a:lnTo>
                    <a:pt x="906301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224399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0" y="931638"/>
                  </a:lnTo>
                  <a:lnTo>
                    <a:pt x="914400" y="929265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225326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226252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227178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228104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229031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229957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230883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23180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23273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23366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23458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235514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236440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23736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238293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239219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24014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24107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24199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24292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243850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244776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24570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24662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247555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24848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24940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25033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2521866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90184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2521866" y="1912494"/>
              <a:ext cx="917640" cy="914400"/>
            </a:xfrm>
            <a:custGeom>
              <a:avLst/>
              <a:pathLst>
                <a:path w="917640" h="914400">
                  <a:moveTo>
                    <a:pt x="914400" y="914400"/>
                  </a:moveTo>
                  <a:lnTo>
                    <a:pt x="914400" y="901848"/>
                  </a:lnTo>
                  <a:lnTo>
                    <a:pt x="917207" y="913446"/>
                  </a:lnTo>
                  <a:lnTo>
                    <a:pt x="917373" y="913811"/>
                  </a:lnTo>
                  <a:lnTo>
                    <a:pt x="917572" y="914248"/>
                  </a:lnTo>
                  <a:lnTo>
                    <a:pt x="917640" y="914400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3133172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5" y="914400"/>
                  </a:lnTo>
                  <a:lnTo>
                    <a:pt x="914400" y="911902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3142434" y="18952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141"/>
                  </a:lnTo>
                  <a:lnTo>
                    <a:pt x="907148" y="922486"/>
                  </a:lnTo>
                  <a:lnTo>
                    <a:pt x="909904" y="914400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314243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31516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31609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31702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31794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318874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319800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32072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3216532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322579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32350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32443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32535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32628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327210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328136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32906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32998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330915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33184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33276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33369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334620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335546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3373990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32" y="897161"/>
                  </a:lnTo>
                  <a:lnTo>
                    <a:pt x="913825" y="902888"/>
                  </a:lnTo>
                  <a:lnTo>
                    <a:pt x="914400" y="912977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3373990" y="1912494"/>
              <a:ext cx="914450" cy="914400"/>
            </a:xfrm>
            <a:custGeom>
              <a:avLst/>
              <a:pathLst>
                <a:path w="914450" h="914400">
                  <a:moveTo>
                    <a:pt x="914400" y="914400"/>
                  </a:moveTo>
                  <a:lnTo>
                    <a:pt x="914400" y="912977"/>
                  </a:lnTo>
                  <a:lnTo>
                    <a:pt x="914450" y="913872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2234737" y="1878018"/>
              <a:ext cx="914400" cy="929217"/>
            </a:xfrm>
            <a:custGeom>
              <a:avLst/>
              <a:pathLst>
                <a:path w="914400" h="929217">
                  <a:moveTo>
                    <a:pt x="914400" y="914400"/>
                  </a:moveTo>
                  <a:lnTo>
                    <a:pt x="914400" y="929217"/>
                  </a:lnTo>
                  <a:lnTo>
                    <a:pt x="912801" y="925893"/>
                  </a:lnTo>
                  <a:lnTo>
                    <a:pt x="911658" y="923385"/>
                  </a:lnTo>
                  <a:lnTo>
                    <a:pt x="910523" y="920896"/>
                  </a:lnTo>
                  <a:lnTo>
                    <a:pt x="909387" y="918406"/>
                  </a:lnTo>
                  <a:lnTo>
                    <a:pt x="908251" y="915917"/>
                  </a:lnTo>
                  <a:lnTo>
                    <a:pt x="907558" y="914400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223473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564" y="931638"/>
                  </a:lnTo>
                  <a:lnTo>
                    <a:pt x="914400" y="929217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224399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225326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226252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227178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228104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229031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229957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230883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23180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23273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23366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23458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235514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236440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23736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238293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239219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24014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24107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24199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24292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243850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244776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24570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24662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D">
                <a:alpha val="100000"/>
              </a:srgbClr>
            </a:solidFill>
            <a:ln w="5420" cap="flat">
              <a:solidFill>
                <a:srgbClr val="FEFF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247555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24848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24940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25033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2512603" y="1895256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354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3142434" y="18780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4" y="931638"/>
                  </a:lnTo>
                  <a:lnTo>
                    <a:pt x="910309" y="930449"/>
                  </a:lnTo>
                  <a:lnTo>
                    <a:pt x="911563" y="927167"/>
                  </a:lnTo>
                  <a:lnTo>
                    <a:pt x="911487" y="925215"/>
                  </a:lnTo>
                  <a:lnTo>
                    <a:pt x="911444" y="920297"/>
                  </a:lnTo>
                  <a:lnTo>
                    <a:pt x="910528" y="914953"/>
                  </a:lnTo>
                  <a:lnTo>
                    <a:pt x="910450" y="914400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314243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31516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31609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31702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31794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318874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319800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32072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3216532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322579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32350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32443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32535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32628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327210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328136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32906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32998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330915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33184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33276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33369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334620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335546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3364728" y="1895256"/>
              <a:ext cx="922594" cy="914400"/>
            </a:xfrm>
            <a:custGeom>
              <a:avLst/>
              <a:pathLst>
                <a:path w="92259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13" y="897161"/>
                  </a:lnTo>
                  <a:lnTo>
                    <a:pt x="920897" y="898421"/>
                  </a:lnTo>
                  <a:lnTo>
                    <a:pt x="922148" y="909219"/>
                  </a:lnTo>
                  <a:lnTo>
                    <a:pt x="922594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2225475" y="1860779"/>
              <a:ext cx="914400" cy="926339"/>
            </a:xfrm>
            <a:custGeom>
              <a:avLst/>
              <a:pathLst>
                <a:path w="914400" h="926339">
                  <a:moveTo>
                    <a:pt x="914400" y="914400"/>
                  </a:moveTo>
                  <a:lnTo>
                    <a:pt x="914400" y="926339"/>
                  </a:lnTo>
                  <a:lnTo>
                    <a:pt x="914102" y="925687"/>
                  </a:lnTo>
                  <a:lnTo>
                    <a:pt x="912964" y="923198"/>
                  </a:lnTo>
                  <a:lnTo>
                    <a:pt x="911825" y="920709"/>
                  </a:lnTo>
                  <a:lnTo>
                    <a:pt x="910686" y="918220"/>
                  </a:lnTo>
                  <a:lnTo>
                    <a:pt x="909547" y="915732"/>
                  </a:lnTo>
                  <a:lnTo>
                    <a:pt x="908936" y="914400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222547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820" y="931638"/>
                  </a:lnTo>
                  <a:lnTo>
                    <a:pt x="916377" y="930666"/>
                  </a:lnTo>
                  <a:lnTo>
                    <a:pt x="915239" y="928176"/>
                  </a:lnTo>
                  <a:lnTo>
                    <a:pt x="914400" y="92633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223473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224399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225326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226252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227178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228104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229031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229957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230883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23180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23273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23366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23458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235514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236440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23736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238293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239219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24014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24107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24199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24292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243850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244776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24570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24662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247555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24848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24940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2512603" y="18780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3" y="897161"/>
                  </a:lnTo>
                  <a:lnTo>
                    <a:pt x="914400" y="898070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2512603" y="1878018"/>
              <a:ext cx="918354" cy="914400"/>
            </a:xfrm>
            <a:custGeom>
              <a:avLst/>
              <a:pathLst>
                <a:path w="918354" h="914400">
                  <a:moveTo>
                    <a:pt x="914400" y="914400"/>
                  </a:moveTo>
                  <a:lnTo>
                    <a:pt x="914410" y="898109"/>
                  </a:lnTo>
                  <a:lnTo>
                    <a:pt x="914553" y="898702"/>
                  </a:lnTo>
                  <a:lnTo>
                    <a:pt x="914699" y="899301"/>
                  </a:lnTo>
                  <a:lnTo>
                    <a:pt x="914844" y="899901"/>
                  </a:lnTo>
                  <a:lnTo>
                    <a:pt x="914989" y="900500"/>
                  </a:lnTo>
                  <a:lnTo>
                    <a:pt x="915134" y="901099"/>
                  </a:lnTo>
                  <a:lnTo>
                    <a:pt x="915279" y="901699"/>
                  </a:lnTo>
                  <a:lnTo>
                    <a:pt x="915425" y="902298"/>
                  </a:lnTo>
                  <a:lnTo>
                    <a:pt x="915570" y="902898"/>
                  </a:lnTo>
                  <a:lnTo>
                    <a:pt x="915715" y="903497"/>
                  </a:lnTo>
                  <a:lnTo>
                    <a:pt x="915860" y="904096"/>
                  </a:lnTo>
                  <a:lnTo>
                    <a:pt x="916005" y="904696"/>
                  </a:lnTo>
                  <a:lnTo>
                    <a:pt x="916150" y="905295"/>
                  </a:lnTo>
                  <a:lnTo>
                    <a:pt x="918354" y="914400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3142434" y="18607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50" y="931638"/>
                  </a:lnTo>
                  <a:lnTo>
                    <a:pt x="909065" y="921822"/>
                  </a:lnTo>
                  <a:lnTo>
                    <a:pt x="908235" y="914400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314243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31516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31609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31702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31794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318874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319800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32072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3216532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322579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32350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32443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32535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32628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327210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328136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32906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32998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330915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33184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33276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333694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334620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335546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3364728" y="18780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312"/>
                  </a:lnTo>
                  <a:lnTo>
                    <a:pt x="921581" y="908229"/>
                  </a:lnTo>
                  <a:lnTo>
                    <a:pt x="920436" y="912510"/>
                  </a:lnTo>
                  <a:lnTo>
                    <a:pt x="920713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3373990" y="1860779"/>
              <a:ext cx="914861" cy="916550"/>
            </a:xfrm>
            <a:custGeom>
              <a:avLst/>
              <a:pathLst>
                <a:path w="914861" h="916550">
                  <a:moveTo>
                    <a:pt x="914400" y="914400"/>
                  </a:moveTo>
                  <a:lnTo>
                    <a:pt x="914861" y="914400"/>
                  </a:lnTo>
                  <a:lnTo>
                    <a:pt x="914613" y="915637"/>
                  </a:lnTo>
                  <a:lnTo>
                    <a:pt x="914400" y="91655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2216212" y="1843541"/>
              <a:ext cx="914400" cy="923351"/>
            </a:xfrm>
            <a:custGeom>
              <a:avLst/>
              <a:pathLst>
                <a:path w="914400" h="923351">
                  <a:moveTo>
                    <a:pt x="914400" y="914400"/>
                  </a:moveTo>
                  <a:lnTo>
                    <a:pt x="914400" y="923351"/>
                  </a:lnTo>
                  <a:lnTo>
                    <a:pt x="914246" y="923016"/>
                  </a:lnTo>
                  <a:lnTo>
                    <a:pt x="913096" y="920510"/>
                  </a:lnTo>
                  <a:lnTo>
                    <a:pt x="910437" y="914400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221621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99" y="931638"/>
                  </a:lnTo>
                  <a:lnTo>
                    <a:pt x="917669" y="930481"/>
                  </a:lnTo>
                  <a:lnTo>
                    <a:pt x="916528" y="927993"/>
                  </a:lnTo>
                  <a:lnTo>
                    <a:pt x="915388" y="925505"/>
                  </a:lnTo>
                  <a:lnTo>
                    <a:pt x="914400" y="923351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222547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223473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224399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225326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226252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227178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228104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229031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229957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230883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23180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23273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23366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23458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235514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236440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23736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238293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239219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24014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24107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24199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24292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243850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244776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24570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24662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247555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24848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24940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2503341" y="1860779"/>
              <a:ext cx="923426" cy="914400"/>
            </a:xfrm>
            <a:custGeom>
              <a:avLst/>
              <a:pathLst>
                <a:path w="923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650" y="897161"/>
                  </a:lnTo>
                  <a:lnTo>
                    <a:pt x="921123" y="905530"/>
                  </a:lnTo>
                  <a:lnTo>
                    <a:pt x="923426" y="914400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3142434" y="18435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235" y="931638"/>
                  </a:lnTo>
                  <a:lnTo>
                    <a:pt x="907892" y="928564"/>
                  </a:lnTo>
                  <a:lnTo>
                    <a:pt x="907012" y="917969"/>
                  </a:lnTo>
                  <a:lnTo>
                    <a:pt x="906817" y="914400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314243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31516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31609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31702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31794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318874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319800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32072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3216532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322579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32350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32443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32535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32628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327210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328136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32906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32998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330915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33184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33276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333694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334620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335546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336472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3373990" y="1860779"/>
              <a:ext cx="918063" cy="914400"/>
            </a:xfrm>
            <a:custGeom>
              <a:avLst/>
              <a:pathLst>
                <a:path w="91806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063" y="897161"/>
                  </a:lnTo>
                  <a:lnTo>
                    <a:pt x="916630" y="905598"/>
                  </a:lnTo>
                  <a:lnTo>
                    <a:pt x="914861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2206950" y="1826302"/>
              <a:ext cx="914400" cy="918058"/>
            </a:xfrm>
            <a:custGeom>
              <a:avLst/>
              <a:pathLst>
                <a:path w="914400" h="918058">
                  <a:moveTo>
                    <a:pt x="914400" y="914400"/>
                  </a:moveTo>
                  <a:lnTo>
                    <a:pt x="914400" y="918058"/>
                  </a:lnTo>
                  <a:lnTo>
                    <a:pt x="913123" y="914400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220695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18702" y="929346"/>
                  </a:lnTo>
                  <a:lnTo>
                    <a:pt x="915287" y="920599"/>
                  </a:lnTo>
                  <a:lnTo>
                    <a:pt x="914400" y="91805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221621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222547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223473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224399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225326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226252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227178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228104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229031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229957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230883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23180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23273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23366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23458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235514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236440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23736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238293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239219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24014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24107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24199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24292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243850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244776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24570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24662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247555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24848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2503341" y="18435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671" y="897161"/>
                  </a:lnTo>
                  <a:lnTo>
                    <a:pt x="914400" y="901782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2503341" y="1843541"/>
              <a:ext cx="918650" cy="914400"/>
            </a:xfrm>
            <a:custGeom>
              <a:avLst/>
              <a:pathLst>
                <a:path w="918650" h="914400">
                  <a:moveTo>
                    <a:pt x="914400" y="914400"/>
                  </a:moveTo>
                  <a:lnTo>
                    <a:pt x="914400" y="901782"/>
                  </a:lnTo>
                  <a:lnTo>
                    <a:pt x="915210" y="903949"/>
                  </a:lnTo>
                  <a:lnTo>
                    <a:pt x="918300" y="913213"/>
                  </a:lnTo>
                  <a:lnTo>
                    <a:pt x="918650" y="914400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3142434" y="18263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817" y="931638"/>
                  </a:lnTo>
                  <a:lnTo>
                    <a:pt x="906429" y="924541"/>
                  </a:lnTo>
                  <a:lnTo>
                    <a:pt x="906159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314243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31516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31609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31702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31794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318874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319800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32072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3216532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322579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32350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32443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32535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32628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327210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328136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32906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32998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330915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33184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332767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333694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334620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335546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336472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3373990" y="1843541"/>
              <a:ext cx="920375" cy="914400"/>
            </a:xfrm>
            <a:custGeom>
              <a:avLst/>
              <a:pathLst>
                <a:path w="920375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375" y="897161"/>
                  </a:lnTo>
                  <a:lnTo>
                    <a:pt x="919815" y="902244"/>
                  </a:lnTo>
                  <a:lnTo>
                    <a:pt x="918366" y="912617"/>
                  </a:lnTo>
                  <a:lnTo>
                    <a:pt x="918063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2206950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123" y="931638"/>
                  </a:lnTo>
                  <a:lnTo>
                    <a:pt x="912122" y="928771"/>
                  </a:lnTo>
                  <a:lnTo>
                    <a:pt x="909215" y="919408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220695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221621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222547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223473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224399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225326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226252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227178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228104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229031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229957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230883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23180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23273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23366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23458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7">
                <a:alpha val="100000"/>
              </a:srgbClr>
            </a:solidFill>
            <a:ln w="5420" cap="flat">
              <a:solidFill>
                <a:srgbClr val="EDF7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235514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236440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23736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238293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239219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24014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24107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24199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24292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243850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244776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24570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24662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247555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24848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2494079" y="1826302"/>
              <a:ext cx="921933" cy="914400"/>
            </a:xfrm>
            <a:custGeom>
              <a:avLst/>
              <a:pathLst>
                <a:path w="921933" h="914400">
                  <a:moveTo>
                    <a:pt x="914400" y="914400"/>
                  </a:moveTo>
                  <a:lnTo>
                    <a:pt x="914518" y="897161"/>
                  </a:lnTo>
                  <a:lnTo>
                    <a:pt x="917528" y="903631"/>
                  </a:lnTo>
                  <a:lnTo>
                    <a:pt x="921124" y="912239"/>
                  </a:lnTo>
                  <a:lnTo>
                    <a:pt x="921933" y="914400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3142434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59" y="931638"/>
                  </a:lnTo>
                  <a:lnTo>
                    <a:pt x="906144" y="931072"/>
                  </a:lnTo>
                  <a:lnTo>
                    <a:pt x="906157" y="920351"/>
                  </a:lnTo>
                  <a:lnTo>
                    <a:pt x="906330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314243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31516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31609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31702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31794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318874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319800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32072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3216532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322579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32350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32443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32535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32628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327210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328136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32906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32998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330915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33184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332767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333694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334620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335546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336472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3373990" y="1826302"/>
              <a:ext cx="921903" cy="914400"/>
            </a:xfrm>
            <a:custGeom>
              <a:avLst/>
              <a:pathLst>
                <a:path w="921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903" y="897161"/>
                  </a:lnTo>
                  <a:lnTo>
                    <a:pt x="921837" y="898387"/>
                  </a:lnTo>
                  <a:lnTo>
                    <a:pt x="920973" y="908983"/>
                  </a:lnTo>
                  <a:lnTo>
                    <a:pt x="920375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2197688" y="1791825"/>
              <a:ext cx="914400" cy="921008"/>
            </a:xfrm>
            <a:custGeom>
              <a:avLst/>
              <a:pathLst>
                <a:path w="914400" h="921008">
                  <a:moveTo>
                    <a:pt x="914400" y="914400"/>
                  </a:moveTo>
                  <a:lnTo>
                    <a:pt x="914400" y="921008"/>
                  </a:lnTo>
                  <a:lnTo>
                    <a:pt x="913979" y="919252"/>
                  </a:lnTo>
                  <a:lnTo>
                    <a:pt x="911860" y="916430"/>
                  </a:lnTo>
                  <a:lnTo>
                    <a:pt x="910493" y="914400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219768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5838" y="927014"/>
                  </a:lnTo>
                  <a:lnTo>
                    <a:pt x="914400" y="92100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220695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221621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222547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223473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224399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225326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226252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227178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228104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229031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229957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230883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23180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23273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23366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23458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235514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236440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23736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238293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239219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24014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24107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24199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24292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243850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244776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24570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24662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247555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5" y="897161"/>
                  </a:lnTo>
                  <a:lnTo>
                    <a:pt x="905349" y="897324"/>
                  </a:lnTo>
                  <a:lnTo>
                    <a:pt x="909629" y="904770"/>
                  </a:lnTo>
                  <a:lnTo>
                    <a:pt x="913692" y="912626"/>
                  </a:lnTo>
                  <a:lnTo>
                    <a:pt x="914400" y="914146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146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3142434" y="17918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330" y="931638"/>
                  </a:lnTo>
                  <a:lnTo>
                    <a:pt x="906468" y="926884"/>
                  </a:lnTo>
                  <a:lnTo>
                    <a:pt x="907077" y="916223"/>
                  </a:lnTo>
                  <a:lnTo>
                    <a:pt x="907233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314243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31516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31609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31702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31794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318874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319800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32072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3216532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322579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32350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32443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32535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32628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327210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328136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32906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32998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330915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331841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332767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333694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334620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335546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336472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3373990" y="1809064"/>
              <a:ext cx="922603" cy="914400"/>
            </a:xfrm>
            <a:custGeom>
              <a:avLst/>
              <a:pathLst>
                <a:path w="9226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603" y="897161"/>
                  </a:lnTo>
                  <a:lnTo>
                    <a:pt x="922406" y="904960"/>
                  </a:lnTo>
                  <a:lnTo>
                    <a:pt x="921903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2188426" y="1774587"/>
              <a:ext cx="914400" cy="923321"/>
            </a:xfrm>
            <a:custGeom>
              <a:avLst/>
              <a:pathLst>
                <a:path w="914400" h="923321">
                  <a:moveTo>
                    <a:pt x="914400" y="914400"/>
                  </a:moveTo>
                  <a:lnTo>
                    <a:pt x="914400" y="923321"/>
                  </a:lnTo>
                  <a:lnTo>
                    <a:pt x="912242" y="919758"/>
                  </a:lnTo>
                  <a:lnTo>
                    <a:pt x="909319" y="914400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218842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55" y="931638"/>
                  </a:lnTo>
                  <a:lnTo>
                    <a:pt x="916585" y="926929"/>
                  </a:lnTo>
                  <a:lnTo>
                    <a:pt x="914400" y="923321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219768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220695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221621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222547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223473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224399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225326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226252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227178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228104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229031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229957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230883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23180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23273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23366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23458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235514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236440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23736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238293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2392195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24014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24107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24199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24292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243850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244776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24570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24662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069" y="897161"/>
                  </a:lnTo>
                  <a:lnTo>
                    <a:pt x="910230" y="905657"/>
                  </a:lnTo>
                  <a:lnTo>
                    <a:pt x="910920" y="908789"/>
                  </a:lnTo>
                  <a:lnTo>
                    <a:pt x="914400" y="914232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232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3142434" y="17745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233" y="931638"/>
                  </a:lnTo>
                  <a:lnTo>
                    <a:pt x="907982" y="922873"/>
                  </a:lnTo>
                  <a:lnTo>
                    <a:pt x="908950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314243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31516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31609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31702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31794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318874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319800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32072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3216532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322579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32350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32443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32535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32628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327210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328136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32906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32998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330915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331841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332767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333694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334620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335546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336472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3373990" y="17918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42"/>
                  </a:lnTo>
                  <a:lnTo>
                    <a:pt x="922916" y="904237"/>
                  </a:lnTo>
                  <a:lnTo>
                    <a:pt x="922753" y="904759"/>
                  </a:lnTo>
                  <a:lnTo>
                    <a:pt x="922736" y="906253"/>
                  </a:lnTo>
                  <a:lnTo>
                    <a:pt x="922706" y="908872"/>
                  </a:lnTo>
                  <a:lnTo>
                    <a:pt x="922676" y="911492"/>
                  </a:lnTo>
                  <a:lnTo>
                    <a:pt x="922603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3383252" y="1774587"/>
              <a:ext cx="915611" cy="918780"/>
            </a:xfrm>
            <a:custGeom>
              <a:avLst/>
              <a:pathLst>
                <a:path w="915611" h="918780">
                  <a:moveTo>
                    <a:pt x="914400" y="914400"/>
                  </a:moveTo>
                  <a:lnTo>
                    <a:pt x="915611" y="914400"/>
                  </a:lnTo>
                  <a:lnTo>
                    <a:pt x="914400" y="91878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2179163" y="1757348"/>
              <a:ext cx="914400" cy="923369"/>
            </a:xfrm>
            <a:custGeom>
              <a:avLst/>
              <a:pathLst>
                <a:path w="914400" h="923369">
                  <a:moveTo>
                    <a:pt x="914400" y="914400"/>
                  </a:moveTo>
                  <a:lnTo>
                    <a:pt x="914400" y="923369"/>
                  </a:lnTo>
                  <a:lnTo>
                    <a:pt x="913451" y="921438"/>
                  </a:lnTo>
                  <a:lnTo>
                    <a:pt x="910340" y="914400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217916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82" y="931638"/>
                  </a:lnTo>
                  <a:lnTo>
                    <a:pt x="917368" y="929413"/>
                  </a:lnTo>
                  <a:lnTo>
                    <a:pt x="914400" y="9233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218842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219768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220695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221621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222547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223473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224399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225326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226252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227178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228104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229031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229957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230883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23180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23273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23366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23458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235514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236440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23736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238293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2392195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24014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24107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24199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24292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243850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244776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24570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2475555" y="17745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145" y="897161"/>
                  </a:lnTo>
                  <a:lnTo>
                    <a:pt x="914215" y="903484"/>
                  </a:lnTo>
                  <a:lnTo>
                    <a:pt x="914399" y="90411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2475555" y="1774587"/>
              <a:ext cx="917331" cy="914400"/>
            </a:xfrm>
            <a:custGeom>
              <a:avLst/>
              <a:pathLst>
                <a:path w="917331" h="914400">
                  <a:moveTo>
                    <a:pt x="914399" y="914400"/>
                  </a:moveTo>
                  <a:lnTo>
                    <a:pt x="914399" y="904119"/>
                  </a:lnTo>
                  <a:lnTo>
                    <a:pt x="916991" y="913060"/>
                  </a:lnTo>
                  <a:lnTo>
                    <a:pt x="917331" y="914400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3142434" y="17573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950" y="931638"/>
                  </a:lnTo>
                  <a:lnTo>
                    <a:pt x="909180" y="929625"/>
                  </a:lnTo>
                  <a:lnTo>
                    <a:pt x="910669" y="919268"/>
                  </a:lnTo>
                  <a:lnTo>
                    <a:pt x="911517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314243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31516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31609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31702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31794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318874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319800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32072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3216532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322579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32350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32443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32535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32628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327210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328136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32906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329989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330915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331841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332767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333694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334620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335546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336472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337399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3383252" y="1774587"/>
              <a:ext cx="919708" cy="914400"/>
            </a:xfrm>
            <a:custGeom>
              <a:avLst/>
              <a:pathLst>
                <a:path w="91970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708" y="897161"/>
                  </a:lnTo>
                  <a:lnTo>
                    <a:pt x="918681" y="902071"/>
                  </a:lnTo>
                  <a:lnTo>
                    <a:pt x="916303" y="911895"/>
                  </a:lnTo>
                  <a:lnTo>
                    <a:pt x="915611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2169901" y="1740110"/>
              <a:ext cx="914400" cy="918327"/>
            </a:xfrm>
            <a:custGeom>
              <a:avLst/>
              <a:pathLst>
                <a:path w="914400" h="918327">
                  <a:moveTo>
                    <a:pt x="914400" y="914400"/>
                  </a:moveTo>
                  <a:lnTo>
                    <a:pt x="914400" y="918327"/>
                  </a:lnTo>
                  <a:lnTo>
                    <a:pt x="913005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216990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02" y="931638"/>
                  </a:lnTo>
                  <a:lnTo>
                    <a:pt x="919025" y="930332"/>
                  </a:lnTo>
                  <a:lnTo>
                    <a:pt x="915576" y="921640"/>
                  </a:lnTo>
                  <a:lnTo>
                    <a:pt x="914400" y="918327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217916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218842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219768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220695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221621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222547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223473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224399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225326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226252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227178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228104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229031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229957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230883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23180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23273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23366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23458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235514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236440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23736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238293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2392195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24014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24107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7">
                <a:alpha val="100000"/>
              </a:srgbClr>
            </a:solidFill>
            <a:ln w="5420" cap="flat">
              <a:solidFill>
                <a:srgbClr val="EDF7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24199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24292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243850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244776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24570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2466292" y="1757348"/>
              <a:ext cx="921407" cy="914400"/>
            </a:xfrm>
            <a:custGeom>
              <a:avLst/>
              <a:pathLst>
                <a:path w="9214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64" y="897161"/>
                  </a:lnTo>
                  <a:lnTo>
                    <a:pt x="917135" y="902449"/>
                  </a:lnTo>
                  <a:lnTo>
                    <a:pt x="920435" y="911430"/>
                  </a:lnTo>
                  <a:lnTo>
                    <a:pt x="921407" y="914400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3142434" y="17573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517" y="914400"/>
                  </a:lnTo>
                  <a:lnTo>
                    <a:pt x="912444" y="909069"/>
                  </a:lnTo>
                  <a:lnTo>
                    <a:pt x="914400" y="899549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3151697" y="17401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787"/>
                  </a:lnTo>
                  <a:lnTo>
                    <a:pt x="905239" y="916293"/>
                  </a:lnTo>
                  <a:lnTo>
                    <a:pt x="905359" y="915751"/>
                  </a:lnTo>
                  <a:lnTo>
                    <a:pt x="905480" y="915202"/>
                  </a:lnTo>
                  <a:lnTo>
                    <a:pt x="905602" y="914654"/>
                  </a:lnTo>
                  <a:lnTo>
                    <a:pt x="905658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31516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31609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31702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31794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318874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319800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32072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3216532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322579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32350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32443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32535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32628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327210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328136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32906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329989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330915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331841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332767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333694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334620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335546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336472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337399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3383252" y="1757348"/>
              <a:ext cx="922872" cy="914400"/>
            </a:xfrm>
            <a:custGeom>
              <a:avLst/>
              <a:pathLst>
                <a:path w="9228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872" y="897161"/>
                  </a:lnTo>
                  <a:lnTo>
                    <a:pt x="922596" y="899038"/>
                  </a:lnTo>
                  <a:lnTo>
                    <a:pt x="920780" y="909269"/>
                  </a:lnTo>
                  <a:lnTo>
                    <a:pt x="919708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2169901" y="17228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005" y="931638"/>
                  </a:lnTo>
                  <a:lnTo>
                    <a:pt x="912375" y="929863"/>
                  </a:lnTo>
                  <a:lnTo>
                    <a:pt x="909432" y="920549"/>
                  </a:lnTo>
                  <a:lnTo>
                    <a:pt x="907714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216990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217916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218842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219768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220695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7">
                <a:alpha val="100000"/>
              </a:srgbClr>
            </a:solidFill>
            <a:ln w="5420" cap="flat">
              <a:solidFill>
                <a:srgbClr val="EDF7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221621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222547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223473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224399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225326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226252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227178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228104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229031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229957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230883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23180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23273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23366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23458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235514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236440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23736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238293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2392195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24014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24107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24199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24292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243850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244776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2466292" y="17401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52" y="897161"/>
                  </a:lnTo>
                  <a:lnTo>
                    <a:pt x="909796" y="902755"/>
                  </a:lnTo>
                  <a:lnTo>
                    <a:pt x="913585" y="911042"/>
                  </a:lnTo>
                  <a:lnTo>
                    <a:pt x="914400" y="913026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2466292" y="1740110"/>
              <a:ext cx="914964" cy="914400"/>
            </a:xfrm>
            <a:custGeom>
              <a:avLst/>
              <a:pathLst>
                <a:path w="914964" h="914400">
                  <a:moveTo>
                    <a:pt x="914400" y="914400"/>
                  </a:moveTo>
                  <a:lnTo>
                    <a:pt x="914400" y="913026"/>
                  </a:lnTo>
                  <a:lnTo>
                    <a:pt x="914964" y="914400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3142434" y="1722871"/>
              <a:ext cx="914400" cy="921299"/>
            </a:xfrm>
            <a:custGeom>
              <a:avLst/>
              <a:pathLst>
                <a:path w="914400" h="921299">
                  <a:moveTo>
                    <a:pt x="914400" y="914400"/>
                  </a:moveTo>
                  <a:lnTo>
                    <a:pt x="914400" y="921299"/>
                  </a:lnTo>
                  <a:lnTo>
                    <a:pt x="911692" y="919372"/>
                  </a:lnTo>
                  <a:lnTo>
                    <a:pt x="906421" y="915025"/>
                  </a:lnTo>
                  <a:lnTo>
                    <a:pt x="905758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314243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20" y="931638"/>
                  </a:lnTo>
                  <a:lnTo>
                    <a:pt x="914985" y="931344"/>
                  </a:lnTo>
                  <a:lnTo>
                    <a:pt x="915107" y="930796"/>
                  </a:lnTo>
                  <a:lnTo>
                    <a:pt x="915228" y="930248"/>
                  </a:lnTo>
                  <a:lnTo>
                    <a:pt x="915350" y="929700"/>
                  </a:lnTo>
                  <a:lnTo>
                    <a:pt x="915471" y="929152"/>
                  </a:lnTo>
                  <a:lnTo>
                    <a:pt x="915593" y="928604"/>
                  </a:lnTo>
                  <a:lnTo>
                    <a:pt x="915714" y="928055"/>
                  </a:lnTo>
                  <a:lnTo>
                    <a:pt x="915836" y="927507"/>
                  </a:lnTo>
                  <a:lnTo>
                    <a:pt x="915957" y="926959"/>
                  </a:lnTo>
                  <a:lnTo>
                    <a:pt x="916079" y="926411"/>
                  </a:lnTo>
                  <a:lnTo>
                    <a:pt x="916200" y="925863"/>
                  </a:lnTo>
                  <a:lnTo>
                    <a:pt x="916322" y="925315"/>
                  </a:lnTo>
                  <a:lnTo>
                    <a:pt x="916444" y="924766"/>
                  </a:lnTo>
                  <a:lnTo>
                    <a:pt x="916565" y="924218"/>
                  </a:lnTo>
                  <a:lnTo>
                    <a:pt x="916687" y="923670"/>
                  </a:lnTo>
                  <a:lnTo>
                    <a:pt x="916829" y="923028"/>
                  </a:lnTo>
                  <a:lnTo>
                    <a:pt x="914400" y="921299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31516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31609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31702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31794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318874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319800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32072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3216532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322579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32350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32443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32535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32628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327210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328136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329063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329989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330915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331841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332767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333694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334620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335546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336472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337399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3383252" y="17401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024"/>
                  </a:lnTo>
                  <a:lnTo>
                    <a:pt x="922872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3392514" y="1722871"/>
              <a:ext cx="918902" cy="926262"/>
            </a:xfrm>
            <a:custGeom>
              <a:avLst/>
              <a:pathLst>
                <a:path w="918902" h="926262">
                  <a:moveTo>
                    <a:pt x="914400" y="914400"/>
                  </a:moveTo>
                  <a:lnTo>
                    <a:pt x="918902" y="914400"/>
                  </a:lnTo>
                  <a:lnTo>
                    <a:pt x="918782" y="914665"/>
                  </a:lnTo>
                  <a:lnTo>
                    <a:pt x="914955" y="922323"/>
                  </a:lnTo>
                  <a:lnTo>
                    <a:pt x="914861" y="923122"/>
                  </a:lnTo>
                  <a:lnTo>
                    <a:pt x="914400" y="926262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2160639" y="1705633"/>
              <a:ext cx="914400" cy="921590"/>
            </a:xfrm>
            <a:custGeom>
              <a:avLst/>
              <a:pathLst>
                <a:path w="914400" h="921590">
                  <a:moveTo>
                    <a:pt x="914400" y="914400"/>
                  </a:moveTo>
                  <a:lnTo>
                    <a:pt x="914400" y="921590"/>
                  </a:lnTo>
                  <a:lnTo>
                    <a:pt x="913611" y="918366"/>
                  </a:lnTo>
                  <a:lnTo>
                    <a:pt x="912772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216063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76" y="931638"/>
                  </a:lnTo>
                  <a:lnTo>
                    <a:pt x="916016" y="928201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216990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217916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218842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219768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220695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221621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222547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223473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224399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225326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226252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227178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228104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229031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22995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230883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23180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23273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23366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23458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235514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2364408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23736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238293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2392195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24014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24107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24199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24292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243850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2457030" y="17228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218" y="897161"/>
                  </a:lnTo>
                  <a:lnTo>
                    <a:pt x="910576" y="899252"/>
                  </a:lnTo>
                  <a:lnTo>
                    <a:pt x="911500" y="905821"/>
                  </a:lnTo>
                  <a:lnTo>
                    <a:pt x="914400" y="910955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2457030" y="1722871"/>
              <a:ext cx="916214" cy="914400"/>
            </a:xfrm>
            <a:custGeom>
              <a:avLst/>
              <a:pathLst>
                <a:path w="916214" h="914400">
                  <a:moveTo>
                    <a:pt x="914400" y="914400"/>
                  </a:moveTo>
                  <a:lnTo>
                    <a:pt x="914400" y="910955"/>
                  </a:lnTo>
                  <a:lnTo>
                    <a:pt x="915040" y="912090"/>
                  </a:lnTo>
                  <a:lnTo>
                    <a:pt x="916214" y="914400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3123910" y="1705633"/>
              <a:ext cx="914400" cy="921591"/>
            </a:xfrm>
            <a:custGeom>
              <a:avLst/>
              <a:pathLst>
                <a:path w="914400" h="921591">
                  <a:moveTo>
                    <a:pt x="914400" y="914400"/>
                  </a:moveTo>
                  <a:lnTo>
                    <a:pt x="914400" y="921591"/>
                  </a:lnTo>
                  <a:lnTo>
                    <a:pt x="909954" y="916256"/>
                  </a:lnTo>
                  <a:lnTo>
                    <a:pt x="908571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3123910" y="1705633"/>
              <a:ext cx="923662" cy="931053"/>
            </a:xfrm>
            <a:custGeom>
              <a:avLst/>
              <a:pathLst>
                <a:path w="923662" h="93105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053"/>
                  </a:lnTo>
                  <a:lnTo>
                    <a:pt x="919802" y="927412"/>
                  </a:lnTo>
                  <a:lnTo>
                    <a:pt x="914800" y="922072"/>
                  </a:lnTo>
                  <a:lnTo>
                    <a:pt x="914400" y="921591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31331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20" y="931638"/>
                  </a:lnTo>
                  <a:lnTo>
                    <a:pt x="914400" y="931053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314243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31516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31609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31702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31794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318874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319800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32072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3216532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322579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32350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32443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32535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32628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327210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328136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329063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329989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330915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331841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332767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333694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334620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335546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336472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337399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338325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3392514" y="17228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522"/>
                  </a:lnTo>
                  <a:lnTo>
                    <a:pt x="922551" y="906277"/>
                  </a:lnTo>
                  <a:lnTo>
                    <a:pt x="918902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3401777" y="1705633"/>
              <a:ext cx="916948" cy="920761"/>
            </a:xfrm>
            <a:custGeom>
              <a:avLst/>
              <a:pathLst>
                <a:path w="916948" h="920761">
                  <a:moveTo>
                    <a:pt x="914400" y="914400"/>
                  </a:moveTo>
                  <a:lnTo>
                    <a:pt x="916948" y="914400"/>
                  </a:lnTo>
                  <a:lnTo>
                    <a:pt x="916815" y="914768"/>
                  </a:lnTo>
                  <a:lnTo>
                    <a:pt x="914400" y="920761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2160639" y="16883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772" y="931638"/>
                  </a:lnTo>
                  <a:lnTo>
                    <a:pt x="911485" y="925550"/>
                  </a:lnTo>
                  <a:lnTo>
                    <a:pt x="909644" y="915302"/>
                  </a:lnTo>
                  <a:lnTo>
                    <a:pt x="909509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216063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216990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217916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218842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219768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220695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221621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222547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223473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224399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225326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226252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227178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22810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22903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22995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230883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23180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23273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23366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23458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235514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2364408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23736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238293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2392195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24014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24107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24199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24292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243850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2447768" y="1705633"/>
              <a:ext cx="919480" cy="914400"/>
            </a:xfrm>
            <a:custGeom>
              <a:avLst/>
              <a:pathLst>
                <a:path w="91948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6242" y="897161"/>
                  </a:lnTo>
                  <a:lnTo>
                    <a:pt x="918057" y="906094"/>
                  </a:lnTo>
                  <a:lnTo>
                    <a:pt x="919480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3114648" y="1688394"/>
              <a:ext cx="914400" cy="927009"/>
            </a:xfrm>
            <a:custGeom>
              <a:avLst/>
              <a:pathLst>
                <a:path w="914400" h="927009">
                  <a:moveTo>
                    <a:pt x="914400" y="914400"/>
                  </a:moveTo>
                  <a:lnTo>
                    <a:pt x="914400" y="927009"/>
                  </a:lnTo>
                  <a:lnTo>
                    <a:pt x="910043" y="920499"/>
                  </a:lnTo>
                  <a:lnTo>
                    <a:pt x="906369" y="914400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31146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833" y="931638"/>
                  </a:lnTo>
                  <a:lnTo>
                    <a:pt x="914539" y="927218"/>
                  </a:lnTo>
                  <a:lnTo>
                    <a:pt x="914400" y="927009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31239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31331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314243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31516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31609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31702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31794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318874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319800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32072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3216532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322579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32350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32443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32535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32628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327210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328136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329063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329989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330915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331841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332767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333694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334620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335546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336472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337399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338325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339251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3401777" y="17056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80"/>
                  </a:lnTo>
                  <a:lnTo>
                    <a:pt x="922269" y="901517"/>
                  </a:lnTo>
                  <a:lnTo>
                    <a:pt x="921251" y="902054"/>
                  </a:lnTo>
                  <a:lnTo>
                    <a:pt x="920087" y="905686"/>
                  </a:lnTo>
                  <a:lnTo>
                    <a:pt x="916948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3411039" y="1688394"/>
              <a:ext cx="921256" cy="918019"/>
            </a:xfrm>
            <a:custGeom>
              <a:avLst/>
              <a:pathLst>
                <a:path w="921256" h="918019">
                  <a:moveTo>
                    <a:pt x="914400" y="914400"/>
                  </a:moveTo>
                  <a:lnTo>
                    <a:pt x="921256" y="914400"/>
                  </a:lnTo>
                  <a:lnTo>
                    <a:pt x="920054" y="915034"/>
                  </a:lnTo>
                  <a:lnTo>
                    <a:pt x="918644" y="915778"/>
                  </a:lnTo>
                  <a:lnTo>
                    <a:pt x="917234" y="916522"/>
                  </a:lnTo>
                  <a:lnTo>
                    <a:pt x="915825" y="917266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2160639" y="16711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09" y="931638"/>
                  </a:lnTo>
                  <a:lnTo>
                    <a:pt x="908093" y="922128"/>
                  </a:lnTo>
                  <a:lnTo>
                    <a:pt x="907172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216063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216990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217916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218842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219768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220695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221621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222547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223473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224399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225326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226252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22717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22810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22903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22995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230883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23180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23273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23366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23458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235514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2364408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23736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238293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2392195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24014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24107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24199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24292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2447768" y="168839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005" y="897161"/>
                  </a:lnTo>
                  <a:lnTo>
                    <a:pt x="913623" y="903135"/>
                  </a:lnTo>
                  <a:lnTo>
                    <a:pt x="914399" y="90642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2447768" y="1688394"/>
              <a:ext cx="916242" cy="914400"/>
            </a:xfrm>
            <a:custGeom>
              <a:avLst/>
              <a:pathLst>
                <a:path w="916242" h="914400">
                  <a:moveTo>
                    <a:pt x="914399" y="914400"/>
                  </a:moveTo>
                  <a:lnTo>
                    <a:pt x="914399" y="906420"/>
                  </a:lnTo>
                  <a:lnTo>
                    <a:pt x="915983" y="913125"/>
                  </a:lnTo>
                  <a:lnTo>
                    <a:pt x="916242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3105386" y="1671156"/>
              <a:ext cx="914400" cy="929483"/>
            </a:xfrm>
            <a:custGeom>
              <a:avLst/>
              <a:pathLst>
                <a:path w="914400" h="929483">
                  <a:moveTo>
                    <a:pt x="914400" y="914400"/>
                  </a:moveTo>
                  <a:lnTo>
                    <a:pt x="914400" y="929483"/>
                  </a:lnTo>
                  <a:lnTo>
                    <a:pt x="910904" y="923043"/>
                  </a:lnTo>
                  <a:lnTo>
                    <a:pt x="907022" y="915108"/>
                  </a:lnTo>
                  <a:lnTo>
                    <a:pt x="906710" y="914400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31053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32" y="931638"/>
                  </a:lnTo>
                  <a:lnTo>
                    <a:pt x="915002" y="930593"/>
                  </a:lnTo>
                  <a:lnTo>
                    <a:pt x="914400" y="929483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31146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31239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31331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314243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31516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31609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31702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31794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318874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319800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32072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3216532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322579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32350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32443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32535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32628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327210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328136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329063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329989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330915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331841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332767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333694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334620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335546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336472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337399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338325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339251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340177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3411039" y="16883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131"/>
                  </a:lnTo>
                  <a:lnTo>
                    <a:pt x="922875" y="913546"/>
                  </a:lnTo>
                  <a:lnTo>
                    <a:pt x="921464" y="914290"/>
                  </a:lnTo>
                  <a:lnTo>
                    <a:pt x="921256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3420301" y="1671156"/>
              <a:ext cx="923662" cy="930370"/>
            </a:xfrm>
            <a:custGeom>
              <a:avLst/>
              <a:pathLst>
                <a:path w="923662" h="93037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925"/>
                  </a:lnTo>
                  <a:lnTo>
                    <a:pt x="921676" y="926274"/>
                  </a:lnTo>
                  <a:lnTo>
                    <a:pt x="916438" y="929295"/>
                  </a:lnTo>
                  <a:lnTo>
                    <a:pt x="915023" y="930041"/>
                  </a:lnTo>
                  <a:lnTo>
                    <a:pt x="914400" y="93037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3429563" y="1671156"/>
              <a:ext cx="923662" cy="924925"/>
            </a:xfrm>
            <a:custGeom>
              <a:avLst/>
              <a:pathLst>
                <a:path w="923662" h="92492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72"/>
                  </a:lnTo>
                  <a:lnTo>
                    <a:pt x="922617" y="918808"/>
                  </a:lnTo>
                  <a:lnTo>
                    <a:pt x="917565" y="922775"/>
                  </a:lnTo>
                  <a:lnTo>
                    <a:pt x="914400" y="924925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3438825" y="1671156"/>
              <a:ext cx="918275" cy="917872"/>
            </a:xfrm>
            <a:custGeom>
              <a:avLst/>
              <a:pathLst>
                <a:path w="918275" h="917872">
                  <a:moveTo>
                    <a:pt x="914400" y="914400"/>
                  </a:moveTo>
                  <a:lnTo>
                    <a:pt x="918275" y="914400"/>
                  </a:lnTo>
                  <a:lnTo>
                    <a:pt x="914400" y="917872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2160639" y="16539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172" y="931638"/>
                  </a:lnTo>
                  <a:lnTo>
                    <a:pt x="906836" y="928818"/>
                  </a:lnTo>
                  <a:lnTo>
                    <a:pt x="905877" y="918161"/>
                  </a:lnTo>
                  <a:lnTo>
                    <a:pt x="905646" y="914400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21606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21699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21791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218842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219768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220695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221621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222547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223473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224399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225326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22625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22717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22810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22903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22995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230883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23180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23273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23366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23458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235514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2364408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23736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238293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2392195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24014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24107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24199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24292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2438506" y="1671156"/>
              <a:ext cx="921267" cy="914400"/>
            </a:xfrm>
            <a:custGeom>
              <a:avLst/>
              <a:pathLst>
                <a:path w="92126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950" y="897161"/>
                  </a:lnTo>
                  <a:lnTo>
                    <a:pt x="917334" y="901158"/>
                  </a:lnTo>
                  <a:lnTo>
                    <a:pt x="920246" y="910629"/>
                  </a:lnTo>
                  <a:lnTo>
                    <a:pt x="921267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3096123" y="1653917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629" y="924048"/>
                  </a:lnTo>
                  <a:lnTo>
                    <a:pt x="909209" y="915407"/>
                  </a:lnTo>
                  <a:lnTo>
                    <a:pt x="908852" y="914400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30961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972" y="931638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31053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31146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31239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31331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314243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31516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31609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31702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31794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318874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319800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32072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3216532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322579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32350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32443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32535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32628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327210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328136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329063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329989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330915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331841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332767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333694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334620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335546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336472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337399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338325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339251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340177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34110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34203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34295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3438825" y="16711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885"/>
                  </a:lnTo>
                  <a:lnTo>
                    <a:pt x="923113" y="909507"/>
                  </a:lnTo>
                  <a:lnTo>
                    <a:pt x="918275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3448088" y="1653917"/>
              <a:ext cx="923662" cy="926123"/>
            </a:xfrm>
            <a:custGeom>
              <a:avLst/>
              <a:pathLst>
                <a:path w="923662" h="9261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12"/>
                  </a:lnTo>
                  <a:lnTo>
                    <a:pt x="923069" y="915701"/>
                  </a:lnTo>
                  <a:lnTo>
                    <a:pt x="918533" y="921435"/>
                  </a:lnTo>
                  <a:lnTo>
                    <a:pt x="914400" y="926123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3457350" y="1653917"/>
              <a:ext cx="914784" cy="914912"/>
            </a:xfrm>
            <a:custGeom>
              <a:avLst/>
              <a:pathLst>
                <a:path w="914784" h="914912">
                  <a:moveTo>
                    <a:pt x="914400" y="914400"/>
                  </a:moveTo>
                  <a:lnTo>
                    <a:pt x="914784" y="914400"/>
                  </a:lnTo>
                  <a:lnTo>
                    <a:pt x="914400" y="914912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2151377" y="1636679"/>
              <a:ext cx="914400" cy="922220"/>
            </a:xfrm>
            <a:custGeom>
              <a:avLst/>
              <a:pathLst>
                <a:path w="914400" h="922220">
                  <a:moveTo>
                    <a:pt x="914400" y="914400"/>
                  </a:moveTo>
                  <a:lnTo>
                    <a:pt x="914400" y="922220"/>
                  </a:lnTo>
                  <a:lnTo>
                    <a:pt x="914141" y="914400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21513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08" y="931638"/>
                  </a:lnTo>
                  <a:lnTo>
                    <a:pt x="914480" y="924664"/>
                  </a:lnTo>
                  <a:lnTo>
                    <a:pt x="914400" y="922220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21606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21699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21791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218842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21976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220695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221621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222547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223473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224399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22532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22625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22717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22810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22903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22995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230883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23180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23273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23366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23458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235514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2364408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23736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238293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2392195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24014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24107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24199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2438506" y="16539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34" y="897161"/>
                  </a:lnTo>
                  <a:lnTo>
                    <a:pt x="910725" y="900376"/>
                  </a:lnTo>
                  <a:lnTo>
                    <a:pt x="914157" y="909224"/>
                  </a:lnTo>
                  <a:lnTo>
                    <a:pt x="914400" y="909923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2438506" y="1653917"/>
              <a:ext cx="915950" cy="914400"/>
            </a:xfrm>
            <a:custGeom>
              <a:avLst/>
              <a:pathLst>
                <a:path w="915950" h="914400">
                  <a:moveTo>
                    <a:pt x="914400" y="914400"/>
                  </a:moveTo>
                  <a:lnTo>
                    <a:pt x="914400" y="909923"/>
                  </a:lnTo>
                  <a:lnTo>
                    <a:pt x="915950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3086861" y="1636679"/>
              <a:ext cx="914400" cy="920841"/>
            </a:xfrm>
            <a:custGeom>
              <a:avLst/>
              <a:pathLst>
                <a:path w="914400" h="920841">
                  <a:moveTo>
                    <a:pt x="914400" y="914400"/>
                  </a:moveTo>
                  <a:lnTo>
                    <a:pt x="914400" y="920841"/>
                  </a:lnTo>
                  <a:lnTo>
                    <a:pt x="912368" y="914400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30868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15" y="931638"/>
                  </a:lnTo>
                  <a:lnTo>
                    <a:pt x="915297" y="923686"/>
                  </a:lnTo>
                  <a:lnTo>
                    <a:pt x="914400" y="920841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30961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31053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31146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31239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31331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314243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31516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31609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31702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31794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318874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319800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32072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3216532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322579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32350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32443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32535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326284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327210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328136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329063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329989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330915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331841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332767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333694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334620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335546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336472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337399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338325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339251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34017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34110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34203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34295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343882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34480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3457350" y="16539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11"/>
                  </a:lnTo>
                  <a:lnTo>
                    <a:pt x="923046" y="907822"/>
                  </a:lnTo>
                  <a:lnTo>
                    <a:pt x="921821" y="908440"/>
                  </a:lnTo>
                  <a:lnTo>
                    <a:pt x="920596" y="909059"/>
                  </a:lnTo>
                  <a:lnTo>
                    <a:pt x="919371" y="909677"/>
                  </a:lnTo>
                  <a:lnTo>
                    <a:pt x="918147" y="910296"/>
                  </a:lnTo>
                  <a:lnTo>
                    <a:pt x="917693" y="910525"/>
                  </a:lnTo>
                  <a:lnTo>
                    <a:pt x="917551" y="910714"/>
                  </a:lnTo>
                  <a:lnTo>
                    <a:pt x="916305" y="912373"/>
                  </a:lnTo>
                  <a:lnTo>
                    <a:pt x="915060" y="914032"/>
                  </a:lnTo>
                  <a:lnTo>
                    <a:pt x="914784" y="914400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3466612" y="1636679"/>
              <a:ext cx="923662" cy="924749"/>
            </a:xfrm>
            <a:custGeom>
              <a:avLst/>
              <a:pathLst>
                <a:path w="923662" h="924749">
                  <a:moveTo>
                    <a:pt x="914400" y="914400"/>
                  </a:moveTo>
                  <a:lnTo>
                    <a:pt x="923662" y="914400"/>
                  </a:lnTo>
                  <a:lnTo>
                    <a:pt x="923587" y="920117"/>
                  </a:lnTo>
                  <a:lnTo>
                    <a:pt x="922361" y="920734"/>
                  </a:lnTo>
                  <a:lnTo>
                    <a:pt x="921135" y="921352"/>
                  </a:lnTo>
                  <a:lnTo>
                    <a:pt x="919910" y="921970"/>
                  </a:lnTo>
                  <a:lnTo>
                    <a:pt x="918684" y="922587"/>
                  </a:lnTo>
                  <a:lnTo>
                    <a:pt x="917459" y="923205"/>
                  </a:lnTo>
                  <a:lnTo>
                    <a:pt x="916234" y="923823"/>
                  </a:lnTo>
                  <a:lnTo>
                    <a:pt x="915008" y="924442"/>
                  </a:lnTo>
                  <a:lnTo>
                    <a:pt x="914400" y="924749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3475874" y="1636679"/>
              <a:ext cx="923662" cy="920079"/>
            </a:xfrm>
            <a:custGeom>
              <a:avLst/>
              <a:pathLst>
                <a:path w="923662" h="9200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186"/>
                  </a:lnTo>
                  <a:lnTo>
                    <a:pt x="919234" y="917646"/>
                  </a:lnTo>
                  <a:lnTo>
                    <a:pt x="918003" y="918265"/>
                  </a:lnTo>
                  <a:lnTo>
                    <a:pt x="916777" y="918882"/>
                  </a:lnTo>
                  <a:lnTo>
                    <a:pt x="915551" y="919499"/>
                  </a:lnTo>
                  <a:lnTo>
                    <a:pt x="914400" y="920079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3485137" y="1636679"/>
              <a:ext cx="915767" cy="915186"/>
            </a:xfrm>
            <a:custGeom>
              <a:avLst/>
              <a:pathLst>
                <a:path w="915767" h="915186">
                  <a:moveTo>
                    <a:pt x="914400" y="914400"/>
                  </a:moveTo>
                  <a:lnTo>
                    <a:pt x="915767" y="914400"/>
                  </a:lnTo>
                  <a:lnTo>
                    <a:pt x="915514" y="914567"/>
                  </a:lnTo>
                  <a:lnTo>
                    <a:pt x="914400" y="915186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2151377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41" y="931638"/>
                  </a:lnTo>
                  <a:lnTo>
                    <a:pt x="914124" y="931117"/>
                  </a:lnTo>
                  <a:lnTo>
                    <a:pt x="914070" y="920312"/>
                  </a:lnTo>
                  <a:lnTo>
                    <a:pt x="914207" y="914400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21513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21606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21699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21791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218842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21976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22069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22162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222547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223473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224399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22532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22625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22717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22810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22903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22995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230883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23180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23273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23366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23458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235514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2364408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23736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238293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2392195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24014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24107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2429243" y="16366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347" y="897161"/>
                  </a:lnTo>
                  <a:lnTo>
                    <a:pt x="912396" y="900989"/>
                  </a:lnTo>
                  <a:lnTo>
                    <a:pt x="914400" y="905149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2429243" y="1636679"/>
              <a:ext cx="918597" cy="914400"/>
            </a:xfrm>
            <a:custGeom>
              <a:avLst/>
              <a:pathLst>
                <a:path w="918597" h="914400">
                  <a:moveTo>
                    <a:pt x="914400" y="914400"/>
                  </a:moveTo>
                  <a:lnTo>
                    <a:pt x="914400" y="905149"/>
                  </a:lnTo>
                  <a:lnTo>
                    <a:pt x="916310" y="909115"/>
                  </a:lnTo>
                  <a:lnTo>
                    <a:pt x="918597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3086861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68" y="931638"/>
                  </a:lnTo>
                  <a:lnTo>
                    <a:pt x="909718" y="922148"/>
                  </a:lnTo>
                  <a:lnTo>
                    <a:pt x="907823" y="914400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30868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30961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31053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31146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31239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31331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314243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31516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31609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31702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31794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318874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319800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32072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3216532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322579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32350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32443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325358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326284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327210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328136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329063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329989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330915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331841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332767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333694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334620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335546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336472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337399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338325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339251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34017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34110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34203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34295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343882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34480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34573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34666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347587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3485137" y="16366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067"/>
                  </a:lnTo>
                  <a:lnTo>
                    <a:pt x="922143" y="910442"/>
                  </a:lnTo>
                  <a:lnTo>
                    <a:pt x="921508" y="910534"/>
                  </a:lnTo>
                  <a:lnTo>
                    <a:pt x="920962" y="910957"/>
                  </a:lnTo>
                  <a:lnTo>
                    <a:pt x="915767" y="914400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3494399" y="1619441"/>
              <a:ext cx="923662" cy="927305"/>
            </a:xfrm>
            <a:custGeom>
              <a:avLst/>
              <a:pathLst>
                <a:path w="923662" h="9273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520"/>
                  </a:lnTo>
                  <a:lnTo>
                    <a:pt x="918791" y="926221"/>
                  </a:lnTo>
                  <a:lnTo>
                    <a:pt x="914400" y="927305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3503661" y="1619441"/>
              <a:ext cx="923662" cy="924520"/>
            </a:xfrm>
            <a:custGeom>
              <a:avLst/>
              <a:pathLst>
                <a:path w="923662" h="9245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54"/>
                  </a:lnTo>
                  <a:lnTo>
                    <a:pt x="921179" y="921547"/>
                  </a:lnTo>
                  <a:lnTo>
                    <a:pt x="915387" y="924175"/>
                  </a:lnTo>
                  <a:lnTo>
                    <a:pt x="914400" y="92452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3512923" y="1619441"/>
              <a:ext cx="923662" cy="920154"/>
            </a:xfrm>
            <a:custGeom>
              <a:avLst/>
              <a:pathLst>
                <a:path w="923662" h="92015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628"/>
                  </a:lnTo>
                  <a:lnTo>
                    <a:pt x="922645" y="915254"/>
                  </a:lnTo>
                  <a:lnTo>
                    <a:pt x="920973" y="916283"/>
                  </a:lnTo>
                  <a:lnTo>
                    <a:pt x="919301" y="917312"/>
                  </a:lnTo>
                  <a:lnTo>
                    <a:pt x="917624" y="918345"/>
                  </a:lnTo>
                  <a:lnTo>
                    <a:pt x="914400" y="920154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3522185" y="1619441"/>
              <a:ext cx="914771" cy="914628"/>
            </a:xfrm>
            <a:custGeom>
              <a:avLst/>
              <a:pathLst>
                <a:path w="914771" h="914628">
                  <a:moveTo>
                    <a:pt x="914400" y="914400"/>
                  </a:moveTo>
                  <a:lnTo>
                    <a:pt x="914771" y="914400"/>
                  </a:lnTo>
                  <a:lnTo>
                    <a:pt x="914400" y="91462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2151377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207" y="914400"/>
                  </a:lnTo>
                  <a:lnTo>
                    <a:pt x="914319" y="909517"/>
                  </a:lnTo>
                  <a:lnTo>
                    <a:pt x="914341" y="908925"/>
                  </a:lnTo>
                  <a:lnTo>
                    <a:pt x="914364" y="908332"/>
                  </a:lnTo>
                  <a:lnTo>
                    <a:pt x="914386" y="907739"/>
                  </a:lnTo>
                  <a:lnTo>
                    <a:pt x="914400" y="907366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2160639" y="1602202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04"/>
                  </a:lnTo>
                  <a:lnTo>
                    <a:pt x="905145" y="924384"/>
                  </a:lnTo>
                  <a:lnTo>
                    <a:pt x="905168" y="923791"/>
                  </a:lnTo>
                  <a:lnTo>
                    <a:pt x="905190" y="923197"/>
                  </a:lnTo>
                  <a:lnTo>
                    <a:pt x="905212" y="922604"/>
                  </a:lnTo>
                  <a:lnTo>
                    <a:pt x="905234" y="922011"/>
                  </a:lnTo>
                  <a:lnTo>
                    <a:pt x="905256" y="921418"/>
                  </a:lnTo>
                  <a:lnTo>
                    <a:pt x="905278" y="920825"/>
                  </a:lnTo>
                  <a:lnTo>
                    <a:pt x="905300" y="920231"/>
                  </a:lnTo>
                  <a:lnTo>
                    <a:pt x="905322" y="919638"/>
                  </a:lnTo>
                  <a:lnTo>
                    <a:pt x="905344" y="919045"/>
                  </a:lnTo>
                  <a:lnTo>
                    <a:pt x="905366" y="918452"/>
                  </a:lnTo>
                  <a:lnTo>
                    <a:pt x="905388" y="917858"/>
                  </a:lnTo>
                  <a:lnTo>
                    <a:pt x="905411" y="917265"/>
                  </a:lnTo>
                  <a:lnTo>
                    <a:pt x="905433" y="916672"/>
                  </a:lnTo>
                  <a:lnTo>
                    <a:pt x="905455" y="916079"/>
                  </a:lnTo>
                  <a:lnTo>
                    <a:pt x="905477" y="915486"/>
                  </a:lnTo>
                  <a:lnTo>
                    <a:pt x="905499" y="914892"/>
                  </a:lnTo>
                  <a:lnTo>
                    <a:pt x="905517" y="914399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21606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21699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7">
                <a:alpha val="100000"/>
              </a:srgbClr>
            </a:solidFill>
            <a:ln w="5420" cap="flat">
              <a:solidFill>
                <a:srgbClr val="EDF7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21791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218842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21976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22069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22162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222547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22347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22439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22532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22625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22717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22810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22903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22995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230883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23180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23273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23366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23458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235514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2364408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23736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238293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2392195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24014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2419981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181" y="897161"/>
                  </a:lnTo>
                  <a:lnTo>
                    <a:pt x="913168" y="903183"/>
                  </a:lnTo>
                  <a:lnTo>
                    <a:pt x="914400" y="905252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2419981" y="1619441"/>
              <a:ext cx="919609" cy="914400"/>
            </a:xfrm>
            <a:custGeom>
              <a:avLst/>
              <a:pathLst>
                <a:path w="919609" h="914400">
                  <a:moveTo>
                    <a:pt x="914400" y="914400"/>
                  </a:moveTo>
                  <a:lnTo>
                    <a:pt x="914400" y="905252"/>
                  </a:lnTo>
                  <a:lnTo>
                    <a:pt x="917520" y="910497"/>
                  </a:lnTo>
                  <a:lnTo>
                    <a:pt x="919609" y="914400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3077599" y="1602202"/>
              <a:ext cx="914400" cy="919205"/>
            </a:xfrm>
            <a:custGeom>
              <a:avLst/>
              <a:pathLst>
                <a:path w="914400" h="919205">
                  <a:moveTo>
                    <a:pt x="914400" y="914399"/>
                  </a:moveTo>
                  <a:lnTo>
                    <a:pt x="914400" y="919205"/>
                  </a:lnTo>
                  <a:lnTo>
                    <a:pt x="913534" y="914399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30775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7085" y="931638"/>
                  </a:lnTo>
                  <a:lnTo>
                    <a:pt x="916591" y="929619"/>
                  </a:lnTo>
                  <a:lnTo>
                    <a:pt x="914477" y="919635"/>
                  </a:lnTo>
                  <a:lnTo>
                    <a:pt x="914400" y="919205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30868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30961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31053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31146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31239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31331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314243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31516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31609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31702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31794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318874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319800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32072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3216532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322579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32350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324431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325358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326284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327210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328136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329063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329989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330915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331841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332767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333694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334620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335546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336472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337399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338325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339251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340177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34110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34203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34295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343882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34480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34573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34666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347587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34851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34943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35036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35129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3522185" y="16194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936"/>
                  </a:lnTo>
                  <a:lnTo>
                    <a:pt x="923421" y="909084"/>
                  </a:lnTo>
                  <a:lnTo>
                    <a:pt x="921747" y="910112"/>
                  </a:lnTo>
                  <a:lnTo>
                    <a:pt x="920074" y="911140"/>
                  </a:lnTo>
                  <a:lnTo>
                    <a:pt x="918401" y="912168"/>
                  </a:lnTo>
                  <a:lnTo>
                    <a:pt x="916728" y="913196"/>
                  </a:lnTo>
                  <a:lnTo>
                    <a:pt x="915055" y="914225"/>
                  </a:lnTo>
                  <a:lnTo>
                    <a:pt x="914771" y="91440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3531448" y="1602202"/>
              <a:ext cx="923662" cy="926175"/>
            </a:xfrm>
            <a:custGeom>
              <a:avLst/>
              <a:pathLst>
                <a:path w="923662" h="92617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495"/>
                  </a:lnTo>
                  <a:lnTo>
                    <a:pt x="922532" y="921187"/>
                  </a:lnTo>
                  <a:lnTo>
                    <a:pt x="920857" y="922214"/>
                  </a:lnTo>
                  <a:lnTo>
                    <a:pt x="919182" y="923241"/>
                  </a:lnTo>
                  <a:lnTo>
                    <a:pt x="917507" y="924268"/>
                  </a:lnTo>
                  <a:lnTo>
                    <a:pt x="915833" y="925295"/>
                  </a:lnTo>
                  <a:lnTo>
                    <a:pt x="914400" y="926175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3540710" y="1602202"/>
              <a:ext cx="923494" cy="920495"/>
            </a:xfrm>
            <a:custGeom>
              <a:avLst/>
              <a:pathLst>
                <a:path w="923494" h="920495">
                  <a:moveTo>
                    <a:pt x="914400" y="914399"/>
                  </a:moveTo>
                  <a:lnTo>
                    <a:pt x="923494" y="914399"/>
                  </a:lnTo>
                  <a:lnTo>
                    <a:pt x="921276" y="916070"/>
                  </a:lnTo>
                  <a:lnTo>
                    <a:pt x="916627" y="919131"/>
                  </a:lnTo>
                  <a:lnTo>
                    <a:pt x="914946" y="920161"/>
                  </a:lnTo>
                  <a:lnTo>
                    <a:pt x="914400" y="920495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216063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21" y="931538"/>
                  </a:lnTo>
                  <a:lnTo>
                    <a:pt x="905543" y="930944"/>
                  </a:lnTo>
                  <a:lnTo>
                    <a:pt x="905565" y="930351"/>
                  </a:lnTo>
                  <a:lnTo>
                    <a:pt x="905587" y="929758"/>
                  </a:lnTo>
                  <a:lnTo>
                    <a:pt x="905610" y="929165"/>
                  </a:lnTo>
                  <a:lnTo>
                    <a:pt x="905632" y="928571"/>
                  </a:lnTo>
                  <a:lnTo>
                    <a:pt x="905654" y="927978"/>
                  </a:lnTo>
                  <a:lnTo>
                    <a:pt x="905676" y="927385"/>
                  </a:lnTo>
                  <a:lnTo>
                    <a:pt x="905698" y="926792"/>
                  </a:lnTo>
                  <a:lnTo>
                    <a:pt x="905720" y="926199"/>
                  </a:lnTo>
                  <a:lnTo>
                    <a:pt x="905742" y="925605"/>
                  </a:lnTo>
                  <a:lnTo>
                    <a:pt x="905764" y="925012"/>
                  </a:lnTo>
                  <a:lnTo>
                    <a:pt x="905994" y="920473"/>
                  </a:lnTo>
                  <a:lnTo>
                    <a:pt x="905975" y="920322"/>
                  </a:lnTo>
                  <a:lnTo>
                    <a:pt x="905700" y="918137"/>
                  </a:lnTo>
                  <a:lnTo>
                    <a:pt x="905424" y="915953"/>
                  </a:lnTo>
                  <a:lnTo>
                    <a:pt x="905229" y="91439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21606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21699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21791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218842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21976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22069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22162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222547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22347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22439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22532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22625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22717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22810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22903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22995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230883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23180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23273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23366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23458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235514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2364408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23736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238293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2392195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2410719" y="1602202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7078" y="897161"/>
                  </a:lnTo>
                  <a:lnTo>
                    <a:pt x="907567" y="900478"/>
                  </a:lnTo>
                  <a:lnTo>
                    <a:pt x="908220" y="901179"/>
                  </a:lnTo>
                  <a:lnTo>
                    <a:pt x="913136" y="907125"/>
                  </a:lnTo>
                  <a:lnTo>
                    <a:pt x="914400" y="908835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2410719" y="1602202"/>
              <a:ext cx="918444" cy="914399"/>
            </a:xfrm>
            <a:custGeom>
              <a:avLst/>
              <a:pathLst>
                <a:path w="918444" h="914399">
                  <a:moveTo>
                    <a:pt x="914400" y="914399"/>
                  </a:moveTo>
                  <a:lnTo>
                    <a:pt x="914400" y="908835"/>
                  </a:lnTo>
                  <a:lnTo>
                    <a:pt x="917878" y="913545"/>
                  </a:lnTo>
                  <a:lnTo>
                    <a:pt x="918444" y="91439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307759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3534" y="931638"/>
                  </a:lnTo>
                  <a:lnTo>
                    <a:pt x="912644" y="926698"/>
                  </a:lnTo>
                  <a:lnTo>
                    <a:pt x="911097" y="916360"/>
                  </a:lnTo>
                  <a:lnTo>
                    <a:pt x="910861" y="914399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30775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30868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30961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31053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31146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31239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31331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314243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31516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31609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31702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31794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318874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319800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32072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3216532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322579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323505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324431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325358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326284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327210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328136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329063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329989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330915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331841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332767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333694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334620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335546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336472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337399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338325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339251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340177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34110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34203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34295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343882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34480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34573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34666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347587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34851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34943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35036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35129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352218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35314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3540710" y="160220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73"/>
                  </a:lnTo>
                  <a:lnTo>
                    <a:pt x="923494" y="914399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3549972" y="1584964"/>
              <a:ext cx="923662" cy="931512"/>
            </a:xfrm>
            <a:custGeom>
              <a:avLst/>
              <a:pathLst>
                <a:path w="923662" h="931512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715"/>
                  </a:lnTo>
                  <a:lnTo>
                    <a:pt x="922489" y="924771"/>
                  </a:lnTo>
                  <a:lnTo>
                    <a:pt x="921068" y="926052"/>
                  </a:lnTo>
                  <a:lnTo>
                    <a:pt x="916584" y="929867"/>
                  </a:lnTo>
                  <a:lnTo>
                    <a:pt x="914400" y="931512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3559234" y="1584964"/>
              <a:ext cx="923662" cy="923715"/>
            </a:xfrm>
            <a:custGeom>
              <a:avLst/>
              <a:pathLst>
                <a:path w="923662" h="9237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381"/>
                  </a:lnTo>
                  <a:lnTo>
                    <a:pt x="923138" y="915851"/>
                  </a:lnTo>
                  <a:lnTo>
                    <a:pt x="921721" y="917125"/>
                  </a:lnTo>
                  <a:lnTo>
                    <a:pt x="920305" y="918399"/>
                  </a:lnTo>
                  <a:lnTo>
                    <a:pt x="918889" y="919673"/>
                  </a:lnTo>
                  <a:lnTo>
                    <a:pt x="917473" y="920947"/>
                  </a:lnTo>
                  <a:lnTo>
                    <a:pt x="916057" y="922222"/>
                  </a:lnTo>
                  <a:lnTo>
                    <a:pt x="914642" y="923496"/>
                  </a:lnTo>
                  <a:lnTo>
                    <a:pt x="914400" y="923715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3568497" y="1584964"/>
              <a:ext cx="915845" cy="915381"/>
            </a:xfrm>
            <a:custGeom>
              <a:avLst/>
              <a:pathLst>
                <a:path w="915845" h="915381">
                  <a:moveTo>
                    <a:pt x="914400" y="914399"/>
                  </a:moveTo>
                  <a:lnTo>
                    <a:pt x="915845" y="914399"/>
                  </a:lnTo>
                  <a:lnTo>
                    <a:pt x="915105" y="914746"/>
                  </a:lnTo>
                  <a:lnTo>
                    <a:pt x="914400" y="915381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2151377" y="1567725"/>
              <a:ext cx="914400" cy="930912"/>
            </a:xfrm>
            <a:custGeom>
              <a:avLst/>
              <a:pathLst>
                <a:path w="914400" h="930912">
                  <a:moveTo>
                    <a:pt x="914400" y="914400"/>
                  </a:moveTo>
                  <a:lnTo>
                    <a:pt x="914400" y="930912"/>
                  </a:lnTo>
                  <a:lnTo>
                    <a:pt x="914136" y="928822"/>
                  </a:lnTo>
                  <a:lnTo>
                    <a:pt x="913861" y="926638"/>
                  </a:lnTo>
                  <a:lnTo>
                    <a:pt x="913585" y="924453"/>
                  </a:lnTo>
                  <a:lnTo>
                    <a:pt x="913310" y="922269"/>
                  </a:lnTo>
                  <a:lnTo>
                    <a:pt x="913034" y="920084"/>
                  </a:lnTo>
                  <a:lnTo>
                    <a:pt x="912758" y="917900"/>
                  </a:lnTo>
                  <a:lnTo>
                    <a:pt x="912481" y="915707"/>
                  </a:lnTo>
                  <a:lnTo>
                    <a:pt x="912334" y="91440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21513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91" y="931638"/>
                  </a:lnTo>
                  <a:lnTo>
                    <a:pt x="914400" y="930912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21606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21699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21791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218842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21976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22069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22162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222547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22347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22439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22532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22625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22717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22810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22903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22995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230883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23180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23273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23366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23458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235514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2364408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23736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238293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2401457" y="1584964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426" y="897161"/>
                  </a:lnTo>
                  <a:lnTo>
                    <a:pt x="913591" y="897942"/>
                  </a:lnTo>
                  <a:lnTo>
                    <a:pt x="914400" y="902473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2401457" y="1584964"/>
              <a:ext cx="916340" cy="914399"/>
            </a:xfrm>
            <a:custGeom>
              <a:avLst/>
              <a:pathLst>
                <a:path w="916340" h="914399">
                  <a:moveTo>
                    <a:pt x="914400" y="914399"/>
                  </a:moveTo>
                  <a:lnTo>
                    <a:pt x="914400" y="902473"/>
                  </a:lnTo>
                  <a:lnTo>
                    <a:pt x="915441" y="908307"/>
                  </a:lnTo>
                  <a:lnTo>
                    <a:pt x="916340" y="91439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3077599" y="15677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61" y="931638"/>
                  </a:lnTo>
                  <a:lnTo>
                    <a:pt x="909840" y="923125"/>
                  </a:lnTo>
                  <a:lnTo>
                    <a:pt x="909045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30775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30868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30961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31053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31146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31239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31331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31424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31516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31609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31702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31794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318874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319800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32072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3216532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322579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323505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324431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325358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326284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327210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328136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329063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329989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330915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331841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332767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333694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334620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335546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336472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337399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338325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339251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34017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34110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34203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34295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343882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34480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34573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34666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347587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34851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34943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35036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35129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352218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35314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35407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35499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35592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3568497" y="1584964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571" y="910782"/>
                  </a:lnTo>
                  <a:lnTo>
                    <a:pt x="922494" y="911286"/>
                  </a:lnTo>
                  <a:lnTo>
                    <a:pt x="921417" y="911790"/>
                  </a:lnTo>
                  <a:lnTo>
                    <a:pt x="920340" y="912294"/>
                  </a:lnTo>
                  <a:lnTo>
                    <a:pt x="919264" y="912798"/>
                  </a:lnTo>
                  <a:lnTo>
                    <a:pt x="918187" y="913303"/>
                  </a:lnTo>
                  <a:lnTo>
                    <a:pt x="917110" y="913807"/>
                  </a:lnTo>
                  <a:lnTo>
                    <a:pt x="916034" y="914311"/>
                  </a:lnTo>
                  <a:lnTo>
                    <a:pt x="915845" y="914399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3577759" y="1567725"/>
              <a:ext cx="923662" cy="927979"/>
            </a:xfrm>
            <a:custGeom>
              <a:avLst/>
              <a:pathLst>
                <a:path w="923662" h="9279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652"/>
                  </a:lnTo>
                  <a:lnTo>
                    <a:pt x="922929" y="923993"/>
                  </a:lnTo>
                  <a:lnTo>
                    <a:pt x="921852" y="924496"/>
                  </a:lnTo>
                  <a:lnTo>
                    <a:pt x="920774" y="925000"/>
                  </a:lnTo>
                  <a:lnTo>
                    <a:pt x="919696" y="925503"/>
                  </a:lnTo>
                  <a:lnTo>
                    <a:pt x="918619" y="926006"/>
                  </a:lnTo>
                  <a:lnTo>
                    <a:pt x="917541" y="926510"/>
                  </a:lnTo>
                  <a:lnTo>
                    <a:pt x="916464" y="927013"/>
                  </a:lnTo>
                  <a:lnTo>
                    <a:pt x="915386" y="927517"/>
                  </a:lnTo>
                  <a:lnTo>
                    <a:pt x="914400" y="927979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3587021" y="1567725"/>
              <a:ext cx="923662" cy="923652"/>
            </a:xfrm>
            <a:custGeom>
              <a:avLst/>
              <a:pathLst>
                <a:path w="923662" h="92365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151"/>
                  </a:lnTo>
                  <a:lnTo>
                    <a:pt x="920140" y="920975"/>
                  </a:lnTo>
                  <a:lnTo>
                    <a:pt x="919058" y="921479"/>
                  </a:lnTo>
                  <a:lnTo>
                    <a:pt x="917980" y="921982"/>
                  </a:lnTo>
                  <a:lnTo>
                    <a:pt x="916901" y="922484"/>
                  </a:lnTo>
                  <a:lnTo>
                    <a:pt x="915823" y="922987"/>
                  </a:lnTo>
                  <a:lnTo>
                    <a:pt x="914745" y="923490"/>
                  </a:lnTo>
                  <a:lnTo>
                    <a:pt x="914400" y="923652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3596283" y="1567725"/>
              <a:ext cx="922301" cy="919151"/>
            </a:xfrm>
            <a:custGeom>
              <a:avLst/>
              <a:pathLst>
                <a:path w="922301" h="919151">
                  <a:moveTo>
                    <a:pt x="914400" y="914400"/>
                  </a:moveTo>
                  <a:lnTo>
                    <a:pt x="922301" y="914400"/>
                  </a:lnTo>
                  <a:lnTo>
                    <a:pt x="921953" y="914655"/>
                  </a:lnTo>
                  <a:lnTo>
                    <a:pt x="916460" y="918084"/>
                  </a:lnTo>
                  <a:lnTo>
                    <a:pt x="914400" y="919151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2151377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4" y="931638"/>
                  </a:lnTo>
                  <a:lnTo>
                    <a:pt x="911371" y="923082"/>
                  </a:lnTo>
                  <a:lnTo>
                    <a:pt x="910628" y="914399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21513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21606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21699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21791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218842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21976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22069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22162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222547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22347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22439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22532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22625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22717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22810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22903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22995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230883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23180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23273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23366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23458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235514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2364408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23736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238293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2392195" y="1567725"/>
              <a:ext cx="922688" cy="914400"/>
            </a:xfrm>
            <a:custGeom>
              <a:avLst/>
              <a:pathLst>
                <a:path w="922688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795" y="897161"/>
                  </a:lnTo>
                  <a:lnTo>
                    <a:pt x="920711" y="905012"/>
                  </a:lnTo>
                  <a:lnTo>
                    <a:pt x="922688" y="914400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3077599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9045" y="931638"/>
                  </a:lnTo>
                  <a:lnTo>
                    <a:pt x="908876" y="929783"/>
                  </a:lnTo>
                  <a:lnTo>
                    <a:pt x="908209" y="919123"/>
                  </a:lnTo>
                  <a:lnTo>
                    <a:pt x="908046" y="914399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30775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30868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30961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31053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31146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31239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31331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31424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31516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31609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31702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31794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318874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319800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32072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3216532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322579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323505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324431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325358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326284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327210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328136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329063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329989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330915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331841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332767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333694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334620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55D">
                <a:alpha val="100000"/>
              </a:srgbClr>
            </a:solidFill>
            <a:ln w="5420" cap="flat">
              <a:solidFill>
                <a:srgbClr val="81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335546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336472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337399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338325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339251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34017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34110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34203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34295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343882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34480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34573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34666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347587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34851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34943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35036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35129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352218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35314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35407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35499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35592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35684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35777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35870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3596283" y="15677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401"/>
                  </a:lnTo>
                  <a:lnTo>
                    <a:pt x="922301" y="914400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3605545" y="1550487"/>
              <a:ext cx="923662" cy="930639"/>
            </a:xfrm>
            <a:custGeom>
              <a:avLst/>
              <a:pathLst>
                <a:path w="923662" h="930639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163"/>
                  </a:lnTo>
                  <a:lnTo>
                    <a:pt x="923353" y="923462"/>
                  </a:lnTo>
                  <a:lnTo>
                    <a:pt x="918081" y="927937"/>
                  </a:lnTo>
                  <a:lnTo>
                    <a:pt x="914400" y="930639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3614808" y="1550487"/>
              <a:ext cx="922956" cy="923163"/>
            </a:xfrm>
            <a:custGeom>
              <a:avLst/>
              <a:pathLst>
                <a:path w="922956" h="923163">
                  <a:moveTo>
                    <a:pt x="914400" y="914399"/>
                  </a:moveTo>
                  <a:lnTo>
                    <a:pt x="922956" y="914399"/>
                  </a:lnTo>
                  <a:lnTo>
                    <a:pt x="919230" y="918483"/>
                  </a:lnTo>
                  <a:lnTo>
                    <a:pt x="914400" y="923163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2142115" y="1533248"/>
              <a:ext cx="914400" cy="919434"/>
            </a:xfrm>
            <a:custGeom>
              <a:avLst/>
              <a:pathLst>
                <a:path w="914400" h="919434">
                  <a:moveTo>
                    <a:pt x="914400" y="914399"/>
                  </a:moveTo>
                  <a:lnTo>
                    <a:pt x="914400" y="919434"/>
                  </a:lnTo>
                  <a:lnTo>
                    <a:pt x="912019" y="917566"/>
                  </a:lnTo>
                  <a:lnTo>
                    <a:pt x="908500" y="914399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214211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891" y="931638"/>
                  </a:lnTo>
                  <a:lnTo>
                    <a:pt x="919782" y="930369"/>
                  </a:lnTo>
                  <a:lnTo>
                    <a:pt x="919354" y="923093"/>
                  </a:lnTo>
                  <a:lnTo>
                    <a:pt x="917264" y="921682"/>
                  </a:lnTo>
                  <a:lnTo>
                    <a:pt x="914400" y="919434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21513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21606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21699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21791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218842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21976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22069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22162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222547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22347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22439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22532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22625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22717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22810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22903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22995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230883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23180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23273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23366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23458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235514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2364408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23736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2392195" y="1550487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853" y="897161"/>
                  </a:lnTo>
                  <a:lnTo>
                    <a:pt x="914399" y="898889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2392195" y="1550487"/>
              <a:ext cx="918795" cy="914399"/>
            </a:xfrm>
            <a:custGeom>
              <a:avLst/>
              <a:pathLst>
                <a:path w="918795" h="914399">
                  <a:moveTo>
                    <a:pt x="914399" y="914399"/>
                  </a:moveTo>
                  <a:lnTo>
                    <a:pt x="914399" y="898889"/>
                  </a:lnTo>
                  <a:lnTo>
                    <a:pt x="915578" y="902616"/>
                  </a:lnTo>
                  <a:lnTo>
                    <a:pt x="918284" y="912307"/>
                  </a:lnTo>
                  <a:lnTo>
                    <a:pt x="918795" y="914399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3077599" y="1533248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046" y="931638"/>
                  </a:lnTo>
                  <a:lnTo>
                    <a:pt x="907840" y="925652"/>
                  </a:lnTo>
                  <a:lnTo>
                    <a:pt x="907769" y="914921"/>
                  </a:lnTo>
                  <a:lnTo>
                    <a:pt x="907780" y="914399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30775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30868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30961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31053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31146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31239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31331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31424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31516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31609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31702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31794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31887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319800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32072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3216532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322579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323505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324431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325358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326284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327210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328136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329063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329989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330915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55D">
                <a:alpha val="100000"/>
              </a:srgbClr>
            </a:solidFill>
            <a:ln w="5420" cap="flat">
              <a:solidFill>
                <a:srgbClr val="81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331841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332767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333694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334620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335546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336472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337399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338325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339251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34017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34110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34203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34295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343882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34480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34573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34666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347587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34851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34943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35036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35129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352218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35314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35407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35499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35592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35684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35777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35870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35962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36055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3614808" y="1550487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627"/>
                  </a:lnTo>
                  <a:lnTo>
                    <a:pt x="922956" y="914399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3624070" y="1533248"/>
              <a:ext cx="923662" cy="930865"/>
            </a:xfrm>
            <a:custGeom>
              <a:avLst/>
              <a:pathLst>
                <a:path w="923662" h="9308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022"/>
                  </a:lnTo>
                  <a:lnTo>
                    <a:pt x="921688" y="922437"/>
                  </a:lnTo>
                  <a:lnTo>
                    <a:pt x="920001" y="924396"/>
                  </a:lnTo>
                  <a:lnTo>
                    <a:pt x="918323" y="926343"/>
                  </a:lnTo>
                  <a:lnTo>
                    <a:pt x="916647" y="928291"/>
                  </a:lnTo>
                  <a:lnTo>
                    <a:pt x="914961" y="930250"/>
                  </a:lnTo>
                  <a:lnTo>
                    <a:pt x="914400" y="930865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3633332" y="1533248"/>
              <a:ext cx="918789" cy="920022"/>
            </a:xfrm>
            <a:custGeom>
              <a:avLst/>
              <a:pathLst>
                <a:path w="918789" h="920022">
                  <a:moveTo>
                    <a:pt x="914400" y="914399"/>
                  </a:moveTo>
                  <a:lnTo>
                    <a:pt x="918789" y="914399"/>
                  </a:lnTo>
                  <a:lnTo>
                    <a:pt x="916892" y="916972"/>
                  </a:lnTo>
                  <a:lnTo>
                    <a:pt x="914400" y="920022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2123590" y="1516010"/>
              <a:ext cx="914400" cy="918019"/>
            </a:xfrm>
            <a:custGeom>
              <a:avLst/>
              <a:pathLst>
                <a:path w="914400" h="918019">
                  <a:moveTo>
                    <a:pt x="914400" y="914400"/>
                  </a:moveTo>
                  <a:lnTo>
                    <a:pt x="914400" y="918019"/>
                  </a:lnTo>
                  <a:lnTo>
                    <a:pt x="911581" y="914400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2123590" y="1516010"/>
              <a:ext cx="923662" cy="928401"/>
            </a:xfrm>
            <a:custGeom>
              <a:avLst/>
              <a:pathLst>
                <a:path w="923662" h="92840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401"/>
                  </a:lnTo>
                  <a:lnTo>
                    <a:pt x="920429" y="925102"/>
                  </a:lnTo>
                  <a:lnTo>
                    <a:pt x="915585" y="919541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21328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62" y="931638"/>
                  </a:lnTo>
                  <a:lnTo>
                    <a:pt x="916157" y="930194"/>
                  </a:lnTo>
                  <a:lnTo>
                    <a:pt x="914400" y="928401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214211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21513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21606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21699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21791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218842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21976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22069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22162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222547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22347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22439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22532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22625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22717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22810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22903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22995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230883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23180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23273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23366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23458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235514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2364408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23736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2382932" y="1533248"/>
              <a:ext cx="923115" cy="914399"/>
            </a:xfrm>
            <a:custGeom>
              <a:avLst/>
              <a:pathLst>
                <a:path w="92311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963" y="897161"/>
                  </a:lnTo>
                  <a:lnTo>
                    <a:pt x="918624" y="901335"/>
                  </a:lnTo>
                  <a:lnTo>
                    <a:pt x="921864" y="910442"/>
                  </a:lnTo>
                  <a:lnTo>
                    <a:pt x="923115" y="91439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3077599" y="15160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780" y="931638"/>
                  </a:lnTo>
                  <a:lnTo>
                    <a:pt x="907998" y="921436"/>
                  </a:lnTo>
                  <a:lnTo>
                    <a:pt x="908345" y="914400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30775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30868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30961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31053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31146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31239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31331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31424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31516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31609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31702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31794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31887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31980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32072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3216532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322579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323505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324431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325358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326284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327210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328136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329063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329989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330915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331841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332767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333694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334620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335546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336472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337399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33832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339251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34017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34110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34203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34295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343882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34480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34573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34666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347587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34851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34943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35036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35129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352218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35314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35407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35499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35592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35684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35777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35870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35962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36055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36148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36240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3633332" y="153324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443"/>
                  </a:lnTo>
                  <a:lnTo>
                    <a:pt x="921212" y="911114"/>
                  </a:lnTo>
                  <a:lnTo>
                    <a:pt x="918789" y="914399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3642594" y="1516010"/>
              <a:ext cx="920751" cy="924681"/>
            </a:xfrm>
            <a:custGeom>
              <a:avLst/>
              <a:pathLst>
                <a:path w="920751" h="924681">
                  <a:moveTo>
                    <a:pt x="914400" y="914400"/>
                  </a:moveTo>
                  <a:lnTo>
                    <a:pt x="920751" y="914400"/>
                  </a:lnTo>
                  <a:lnTo>
                    <a:pt x="920110" y="915510"/>
                  </a:lnTo>
                  <a:lnTo>
                    <a:pt x="916113" y="922114"/>
                  </a:lnTo>
                  <a:lnTo>
                    <a:pt x="914400" y="924681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2114328" y="1498771"/>
              <a:ext cx="914400" cy="922326"/>
            </a:xfrm>
            <a:custGeom>
              <a:avLst/>
              <a:pathLst>
                <a:path w="914400" h="922326">
                  <a:moveTo>
                    <a:pt x="914400" y="914400"/>
                  </a:moveTo>
                  <a:lnTo>
                    <a:pt x="914400" y="922326"/>
                  </a:lnTo>
                  <a:lnTo>
                    <a:pt x="911319" y="917434"/>
                  </a:lnTo>
                  <a:lnTo>
                    <a:pt x="909595" y="914400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21143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843" y="931638"/>
                  </a:lnTo>
                  <a:lnTo>
                    <a:pt x="920162" y="930764"/>
                  </a:lnTo>
                  <a:lnTo>
                    <a:pt x="915649" y="924310"/>
                  </a:lnTo>
                  <a:lnTo>
                    <a:pt x="914400" y="922326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21235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21328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214211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21513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21606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21699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21791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218842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21976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22069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22162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222547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22347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22439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22532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22625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22717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22810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22903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22995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230883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23180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23273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23366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23458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235514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2364408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2382932" y="15160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400" y="897161"/>
                  </a:lnTo>
                  <a:lnTo>
                    <a:pt x="914400" y="904996"/>
                  </a:lnTo>
                  <a:lnTo>
                    <a:pt x="913815" y="906834"/>
                  </a:lnTo>
                  <a:lnTo>
                    <a:pt x="914400" y="90815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2382932" y="1516010"/>
              <a:ext cx="916963" cy="914400"/>
            </a:xfrm>
            <a:custGeom>
              <a:avLst/>
              <a:pathLst>
                <a:path w="916963" h="914400">
                  <a:moveTo>
                    <a:pt x="914400" y="914400"/>
                  </a:moveTo>
                  <a:lnTo>
                    <a:pt x="914400" y="908150"/>
                  </a:lnTo>
                  <a:lnTo>
                    <a:pt x="915131" y="909798"/>
                  </a:lnTo>
                  <a:lnTo>
                    <a:pt x="916963" y="91440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2382932" y="1498771"/>
              <a:ext cx="916866" cy="922235"/>
            </a:xfrm>
            <a:custGeom>
              <a:avLst/>
              <a:pathLst>
                <a:path w="916866" h="922235">
                  <a:moveTo>
                    <a:pt x="914400" y="914400"/>
                  </a:moveTo>
                  <a:lnTo>
                    <a:pt x="916866" y="914400"/>
                  </a:lnTo>
                  <a:lnTo>
                    <a:pt x="916675" y="915078"/>
                  </a:lnTo>
                  <a:lnTo>
                    <a:pt x="914400" y="922235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3077599" y="14987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345" y="931638"/>
                  </a:lnTo>
                  <a:lnTo>
                    <a:pt x="908525" y="927988"/>
                  </a:lnTo>
                  <a:lnTo>
                    <a:pt x="909349" y="917366"/>
                  </a:lnTo>
                  <a:lnTo>
                    <a:pt x="909665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30775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30868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30961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31053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31146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31239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31331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31424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31516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31609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31702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31794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31887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31980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32072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3216532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322579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323505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324431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325358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326284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327210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328136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329063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329989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330915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331841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332767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333694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334620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335546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33647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33739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33832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339251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34017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34110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34203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34295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343882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34480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34573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34666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347587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34851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34943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35036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35129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352218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35314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35407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35499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35592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35684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35777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35870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35962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36055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36148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36240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363333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3642594" y="15160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9437"/>
                  </a:lnTo>
                  <a:lnTo>
                    <a:pt x="922449" y="911457"/>
                  </a:lnTo>
                  <a:lnTo>
                    <a:pt x="921284" y="913476"/>
                  </a:lnTo>
                  <a:lnTo>
                    <a:pt x="920751" y="914400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3651857" y="1498771"/>
              <a:ext cx="921385" cy="926595"/>
            </a:xfrm>
            <a:custGeom>
              <a:avLst/>
              <a:pathLst>
                <a:path w="921385" h="926595">
                  <a:moveTo>
                    <a:pt x="914400" y="914400"/>
                  </a:moveTo>
                  <a:lnTo>
                    <a:pt x="921385" y="914400"/>
                  </a:lnTo>
                  <a:lnTo>
                    <a:pt x="920196" y="916565"/>
                  </a:lnTo>
                  <a:lnTo>
                    <a:pt x="919020" y="918599"/>
                  </a:lnTo>
                  <a:lnTo>
                    <a:pt x="917852" y="920618"/>
                  </a:lnTo>
                  <a:lnTo>
                    <a:pt x="916685" y="922637"/>
                  </a:lnTo>
                  <a:lnTo>
                    <a:pt x="915519" y="924656"/>
                  </a:lnTo>
                  <a:lnTo>
                    <a:pt x="914400" y="926595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2105066" y="1481533"/>
              <a:ext cx="914400" cy="923402"/>
            </a:xfrm>
            <a:custGeom>
              <a:avLst/>
              <a:pathLst>
                <a:path w="914400" h="923402">
                  <a:moveTo>
                    <a:pt x="914400" y="914400"/>
                  </a:moveTo>
                  <a:lnTo>
                    <a:pt x="914400" y="923402"/>
                  </a:lnTo>
                  <a:lnTo>
                    <a:pt x="912517" y="919731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210506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857" y="931638"/>
                  </a:lnTo>
                  <a:lnTo>
                    <a:pt x="916446" y="927394"/>
                  </a:lnTo>
                  <a:lnTo>
                    <a:pt x="914400" y="923402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21143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21235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21328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214211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21513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21606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21699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21791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218842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21976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22069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22162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222547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22347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22439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22532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22625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22717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22810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22903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22995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230883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23180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23273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23366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23458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235514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2364408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23736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2382932" y="1498771"/>
              <a:ext cx="921426" cy="914400"/>
            </a:xfrm>
            <a:custGeom>
              <a:avLst/>
              <a:pathLst>
                <a:path w="921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26" y="897161"/>
                  </a:lnTo>
                  <a:lnTo>
                    <a:pt x="919356" y="905553"/>
                  </a:lnTo>
                  <a:lnTo>
                    <a:pt x="916866" y="91440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3077599" y="14815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665" y="931638"/>
                  </a:lnTo>
                  <a:lnTo>
                    <a:pt x="910468" y="924077"/>
                  </a:lnTo>
                  <a:lnTo>
                    <a:pt x="911781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30775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30868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30961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31053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31146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31239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31331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31424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31516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31609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31702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31794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31887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31980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32072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3216532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32257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323505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324431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325358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326284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327210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328136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329063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329989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330915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331841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332767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333694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334620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335546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33647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33739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33832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339251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34017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34110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34203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34295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343882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34480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34573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34666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347587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34851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34943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35036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35129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352218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35314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35407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35499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35592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35684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35777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35870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35962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36055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36148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36240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363333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36425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3651857" y="14987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199"/>
                  </a:lnTo>
                  <a:lnTo>
                    <a:pt x="922887" y="911664"/>
                  </a:lnTo>
                  <a:lnTo>
                    <a:pt x="921385" y="914400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3661119" y="1481533"/>
              <a:ext cx="923662" cy="928437"/>
            </a:xfrm>
            <a:custGeom>
              <a:avLst/>
              <a:pathLst>
                <a:path w="923662" h="9284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113"/>
                  </a:lnTo>
                  <a:lnTo>
                    <a:pt x="922945" y="922704"/>
                  </a:lnTo>
                  <a:lnTo>
                    <a:pt x="917513" y="926565"/>
                  </a:lnTo>
                  <a:lnTo>
                    <a:pt x="914400" y="928437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3670381" y="1481533"/>
              <a:ext cx="923150" cy="922113"/>
            </a:xfrm>
            <a:custGeom>
              <a:avLst/>
              <a:pathLst>
                <a:path w="923150" h="922113">
                  <a:moveTo>
                    <a:pt x="914400" y="914400"/>
                  </a:moveTo>
                  <a:lnTo>
                    <a:pt x="923150" y="914400"/>
                  </a:lnTo>
                  <a:lnTo>
                    <a:pt x="918998" y="918320"/>
                  </a:lnTo>
                  <a:lnTo>
                    <a:pt x="914400" y="922113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2095803" y="1464294"/>
              <a:ext cx="914400" cy="920598"/>
            </a:xfrm>
            <a:custGeom>
              <a:avLst/>
              <a:pathLst>
                <a:path w="914400" h="920598">
                  <a:moveTo>
                    <a:pt x="914400" y="914400"/>
                  </a:moveTo>
                  <a:lnTo>
                    <a:pt x="914400" y="920598"/>
                  </a:lnTo>
                  <a:lnTo>
                    <a:pt x="913874" y="919403"/>
                  </a:lnTo>
                  <a:lnTo>
                    <a:pt x="912827" y="917023"/>
                  </a:lnTo>
                  <a:lnTo>
                    <a:pt x="911780" y="914643"/>
                  </a:lnTo>
                  <a:lnTo>
                    <a:pt x="911673" y="914400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20958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313" y="931638"/>
                  </a:lnTo>
                  <a:lnTo>
                    <a:pt x="918066" y="928941"/>
                  </a:lnTo>
                  <a:lnTo>
                    <a:pt x="917013" y="926543"/>
                  </a:lnTo>
                  <a:lnTo>
                    <a:pt x="915967" y="924163"/>
                  </a:lnTo>
                  <a:lnTo>
                    <a:pt x="914921" y="921783"/>
                  </a:lnTo>
                  <a:lnTo>
                    <a:pt x="914400" y="92059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210506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21143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21235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21328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214211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21513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21606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21699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21791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218842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21976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22069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22162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222547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22347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22439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22532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22625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22717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22810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22903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22995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230883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23180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23273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23366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23458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235514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2364408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23736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2382932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147"/>
                  </a:lnTo>
                  <a:lnTo>
                    <a:pt x="921766" y="913020"/>
                  </a:lnTo>
                  <a:lnTo>
                    <a:pt x="921426" y="91440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2392195" y="1464294"/>
              <a:ext cx="915706" cy="921386"/>
            </a:xfrm>
            <a:custGeom>
              <a:avLst/>
              <a:pathLst>
                <a:path w="915706" h="921386">
                  <a:moveTo>
                    <a:pt x="914399" y="914400"/>
                  </a:moveTo>
                  <a:lnTo>
                    <a:pt x="915706" y="914400"/>
                  </a:lnTo>
                  <a:lnTo>
                    <a:pt x="914638" y="920267"/>
                  </a:lnTo>
                  <a:lnTo>
                    <a:pt x="914399" y="921386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3077599" y="14815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781" y="914400"/>
                  </a:lnTo>
                  <a:lnTo>
                    <a:pt x="911879" y="913671"/>
                  </a:lnTo>
                  <a:lnTo>
                    <a:pt x="913578" y="903416"/>
                  </a:lnTo>
                  <a:lnTo>
                    <a:pt x="914400" y="899242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3086861" y="14642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80"/>
                  </a:lnTo>
                  <a:lnTo>
                    <a:pt x="905547" y="914400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30868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30961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31053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31146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31239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31331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31424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31516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31609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31702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31794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31887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31980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32072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3216532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32257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32350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32443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325358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326284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327210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328136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329063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329989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330915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331841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332767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333694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33462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335546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33647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33739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33832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339251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34017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34110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34203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34295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343882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34480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34573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34666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347587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34851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34943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35036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35129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352218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35314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35407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35499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35592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35684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35777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35870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35962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36055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36148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36240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363333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36425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36518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36611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3670381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917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3679643" y="1464294"/>
              <a:ext cx="923662" cy="931155"/>
            </a:xfrm>
            <a:custGeom>
              <a:avLst/>
              <a:pathLst>
                <a:path w="923662" h="93115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815"/>
                  </a:lnTo>
                  <a:lnTo>
                    <a:pt x="919961" y="925270"/>
                  </a:lnTo>
                  <a:lnTo>
                    <a:pt x="914920" y="930663"/>
                  </a:lnTo>
                  <a:lnTo>
                    <a:pt x="914400" y="931155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3688905" y="1464294"/>
              <a:ext cx="919289" cy="920815"/>
            </a:xfrm>
            <a:custGeom>
              <a:avLst/>
              <a:pathLst>
                <a:path w="919289" h="920815">
                  <a:moveTo>
                    <a:pt x="914400" y="914400"/>
                  </a:moveTo>
                  <a:lnTo>
                    <a:pt x="919289" y="914400"/>
                  </a:lnTo>
                  <a:lnTo>
                    <a:pt x="915580" y="919394"/>
                  </a:lnTo>
                  <a:lnTo>
                    <a:pt x="914400" y="920815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2086541" y="1447056"/>
              <a:ext cx="914400" cy="916975"/>
            </a:xfrm>
            <a:custGeom>
              <a:avLst/>
              <a:pathLst>
                <a:path w="914400" h="916975">
                  <a:moveTo>
                    <a:pt x="914400" y="914400"/>
                  </a:moveTo>
                  <a:lnTo>
                    <a:pt x="914400" y="916975"/>
                  </a:lnTo>
                  <a:lnTo>
                    <a:pt x="913933" y="916145"/>
                  </a:lnTo>
                  <a:lnTo>
                    <a:pt x="912951" y="914400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20865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935" y="931638"/>
                  </a:lnTo>
                  <a:lnTo>
                    <a:pt x="919994" y="929502"/>
                  </a:lnTo>
                  <a:lnTo>
                    <a:pt x="918946" y="927122"/>
                  </a:lnTo>
                  <a:lnTo>
                    <a:pt x="917897" y="924743"/>
                  </a:lnTo>
                  <a:lnTo>
                    <a:pt x="916848" y="922363"/>
                  </a:lnTo>
                  <a:lnTo>
                    <a:pt x="915799" y="919984"/>
                  </a:lnTo>
                  <a:lnTo>
                    <a:pt x="914732" y="917566"/>
                  </a:lnTo>
                  <a:lnTo>
                    <a:pt x="914400" y="916975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20958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210506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21143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21235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21328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214211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21513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21606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21699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21791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218842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21976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22069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22162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222547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22347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22439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22532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22625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22717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22810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22903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22995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230883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23180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23273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23366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23458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235514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2364408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23736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23829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2392195" y="1464294"/>
              <a:ext cx="918370" cy="914400"/>
            </a:xfrm>
            <a:custGeom>
              <a:avLst/>
              <a:pathLst>
                <a:path w="91837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370" y="897161"/>
                  </a:lnTo>
                  <a:lnTo>
                    <a:pt x="918057" y="899733"/>
                  </a:lnTo>
                  <a:lnTo>
                    <a:pt x="916491" y="910083"/>
                  </a:lnTo>
                  <a:lnTo>
                    <a:pt x="915706" y="91440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3086861" y="14470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47" y="931638"/>
                  </a:lnTo>
                  <a:lnTo>
                    <a:pt x="906299" y="927816"/>
                  </a:lnTo>
                  <a:lnTo>
                    <a:pt x="908559" y="917943"/>
                  </a:lnTo>
                  <a:lnTo>
                    <a:pt x="909490" y="914400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30868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30961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31053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31146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31239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31331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31424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31516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31609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31702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31794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31887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31980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32072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3216532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32257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32350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32443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32535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32628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327210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328136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329063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329989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330915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331841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332767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33369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33462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335546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33647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33739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33832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339251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34017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34110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34203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34295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343882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34480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34573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34666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347587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34851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34943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35036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35129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352218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35314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35407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35499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35592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35684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35777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35870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35962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36055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36148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36240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36333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36425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36518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36611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36703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36796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3688905" y="14642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990"/>
                  </a:lnTo>
                  <a:lnTo>
                    <a:pt x="920290" y="913051"/>
                  </a:lnTo>
                  <a:lnTo>
                    <a:pt x="919289" y="914400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3698168" y="1447056"/>
              <a:ext cx="920892" cy="925229"/>
            </a:xfrm>
            <a:custGeom>
              <a:avLst/>
              <a:pathLst>
                <a:path w="920892" h="925229">
                  <a:moveTo>
                    <a:pt x="914400" y="914400"/>
                  </a:moveTo>
                  <a:lnTo>
                    <a:pt x="920892" y="914400"/>
                  </a:lnTo>
                  <a:lnTo>
                    <a:pt x="919882" y="916272"/>
                  </a:lnTo>
                  <a:lnTo>
                    <a:pt x="915554" y="923496"/>
                  </a:lnTo>
                  <a:lnTo>
                    <a:pt x="914400" y="925229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2077279" y="1429817"/>
              <a:ext cx="914400" cy="917764"/>
            </a:xfrm>
            <a:custGeom>
              <a:avLst/>
              <a:pathLst>
                <a:path w="914400" h="917764">
                  <a:moveTo>
                    <a:pt x="914400" y="914400"/>
                  </a:moveTo>
                  <a:lnTo>
                    <a:pt x="914400" y="917764"/>
                  </a:lnTo>
                  <a:lnTo>
                    <a:pt x="914273" y="917540"/>
                  </a:lnTo>
                  <a:lnTo>
                    <a:pt x="913156" y="915560"/>
                  </a:lnTo>
                  <a:lnTo>
                    <a:pt x="912501" y="914400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20772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213" y="931638"/>
                  </a:lnTo>
                  <a:lnTo>
                    <a:pt x="922081" y="931403"/>
                  </a:lnTo>
                  <a:lnTo>
                    <a:pt x="920967" y="929422"/>
                  </a:lnTo>
                  <a:lnTo>
                    <a:pt x="919852" y="927441"/>
                  </a:lnTo>
                  <a:lnTo>
                    <a:pt x="918737" y="925461"/>
                  </a:lnTo>
                  <a:lnTo>
                    <a:pt x="917622" y="923480"/>
                  </a:lnTo>
                  <a:lnTo>
                    <a:pt x="916506" y="921500"/>
                  </a:lnTo>
                  <a:lnTo>
                    <a:pt x="915389" y="919520"/>
                  </a:lnTo>
                  <a:lnTo>
                    <a:pt x="914400" y="917764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20865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20958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210506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21143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21235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21328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214211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21513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21606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21699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21791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218842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21976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22069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22162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222547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22347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22439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22532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22625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22717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22810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22903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22995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230883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23180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23273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23366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23458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235514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2364408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23736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23829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2392195" y="1447056"/>
              <a:ext cx="920195" cy="914400"/>
            </a:xfrm>
            <a:custGeom>
              <a:avLst/>
              <a:pathLst>
                <a:path w="92019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195" y="897161"/>
                  </a:lnTo>
                  <a:lnTo>
                    <a:pt x="919332" y="906484"/>
                  </a:lnTo>
                  <a:lnTo>
                    <a:pt x="918370" y="91440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3086861" y="14470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490" y="914400"/>
                  </a:lnTo>
                  <a:lnTo>
                    <a:pt x="911092" y="908302"/>
                  </a:lnTo>
                  <a:lnTo>
                    <a:pt x="913890" y="898918"/>
                  </a:lnTo>
                  <a:lnTo>
                    <a:pt x="914400" y="897400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3096123" y="14298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639"/>
                  </a:lnTo>
                  <a:lnTo>
                    <a:pt x="905218" y="914400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30961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31053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31146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31239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31331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31424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31516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31609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31702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31794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31887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31980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32072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3216532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32257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32350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32443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32535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32628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32721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328136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329063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329989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330915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331841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33276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33369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33462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335546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33647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33739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33832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339251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34017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34110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34203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34295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343882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34480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34573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34666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347587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34851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34943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35036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35129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352218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35314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35407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35499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35592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35684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35777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35870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35962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36055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36148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36240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36333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36425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36518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36611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36703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36796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36889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3698168" y="14470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266"/>
                  </a:lnTo>
                  <a:lnTo>
                    <a:pt x="920892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3707430" y="1429817"/>
              <a:ext cx="920146" cy="926505"/>
            </a:xfrm>
            <a:custGeom>
              <a:avLst/>
              <a:pathLst>
                <a:path w="920146" h="926505">
                  <a:moveTo>
                    <a:pt x="914400" y="914400"/>
                  </a:moveTo>
                  <a:lnTo>
                    <a:pt x="920146" y="914400"/>
                  </a:lnTo>
                  <a:lnTo>
                    <a:pt x="918639" y="917849"/>
                  </a:lnTo>
                  <a:lnTo>
                    <a:pt x="914739" y="925875"/>
                  </a:lnTo>
                  <a:lnTo>
                    <a:pt x="914400" y="926505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2068017" y="1412579"/>
              <a:ext cx="914400" cy="917701"/>
            </a:xfrm>
            <a:custGeom>
              <a:avLst/>
              <a:pathLst>
                <a:path w="914400" h="917701">
                  <a:moveTo>
                    <a:pt x="914400" y="914400"/>
                  </a:moveTo>
                  <a:lnTo>
                    <a:pt x="914400" y="917701"/>
                  </a:lnTo>
                  <a:lnTo>
                    <a:pt x="912806" y="91440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20680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763" y="931638"/>
                  </a:lnTo>
                  <a:lnTo>
                    <a:pt x="921301" y="930818"/>
                  </a:lnTo>
                  <a:lnTo>
                    <a:pt x="920175" y="928824"/>
                  </a:lnTo>
                  <a:lnTo>
                    <a:pt x="916089" y="921201"/>
                  </a:lnTo>
                  <a:lnTo>
                    <a:pt x="914400" y="917701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20772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20865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20958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210506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21143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21235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21328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214211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21513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21606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21699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21791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218842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21976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22069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22162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222547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22347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22439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22532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22625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22717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22810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22903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22995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230883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23180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23273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23366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23458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235514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2364408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23736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23829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2392195" y="1429817"/>
              <a:ext cx="921185" cy="914400"/>
            </a:xfrm>
            <a:custGeom>
              <a:avLst/>
              <a:pathLst>
                <a:path w="92118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185" y="897161"/>
                  </a:lnTo>
                  <a:lnTo>
                    <a:pt x="920996" y="902450"/>
                  </a:lnTo>
                  <a:lnTo>
                    <a:pt x="920312" y="913126"/>
                  </a:lnTo>
                  <a:lnTo>
                    <a:pt x="920195" y="91440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3096123" y="14125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218" y="931638"/>
                  </a:lnTo>
                  <a:lnTo>
                    <a:pt x="907683" y="924294"/>
                  </a:lnTo>
                  <a:lnTo>
                    <a:pt x="910988" y="915500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30961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31053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31146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31239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31331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31424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31516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31609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31702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31794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31887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31980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32072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3216532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32257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32350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32443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32535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32628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32721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32813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329063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329989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330915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33184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33276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33369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33462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335546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33647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33739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33832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339251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34017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34110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34203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34295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343882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34480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34573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34666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347587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34851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34943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35036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35129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352218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35314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35407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35499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35592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35684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35777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35870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35962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36055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36148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36240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36333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36425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36518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36611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36703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36796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36889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36981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3707430" y="14298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001"/>
                  </a:lnTo>
                  <a:lnTo>
                    <a:pt x="922307" y="909454"/>
                  </a:lnTo>
                  <a:lnTo>
                    <a:pt x="920146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3716692" y="1412579"/>
              <a:ext cx="917719" cy="923239"/>
            </a:xfrm>
            <a:custGeom>
              <a:avLst/>
              <a:pathLst>
                <a:path w="917719" h="923239">
                  <a:moveTo>
                    <a:pt x="914400" y="914400"/>
                  </a:moveTo>
                  <a:lnTo>
                    <a:pt x="917719" y="914400"/>
                  </a:lnTo>
                  <a:lnTo>
                    <a:pt x="916473" y="917953"/>
                  </a:lnTo>
                  <a:lnTo>
                    <a:pt x="914400" y="923239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2068017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806" y="931638"/>
                  </a:lnTo>
                  <a:lnTo>
                    <a:pt x="912223" y="930431"/>
                  </a:lnTo>
                  <a:lnTo>
                    <a:pt x="908585" y="922058"/>
                  </a:lnTo>
                  <a:lnTo>
                    <a:pt x="905597" y="91440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20680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20772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20865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20958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210506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21143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21235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21328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214211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21513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21606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21699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21791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218842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21976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22069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22162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222547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22347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22439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22532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22625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22717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22810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22903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22995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230883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23180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23273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23366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23458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235514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2364408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23736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23829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2392195" y="1412579"/>
              <a:ext cx="921464" cy="914400"/>
            </a:xfrm>
            <a:custGeom>
              <a:avLst/>
              <a:pathLst>
                <a:path w="921464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443" y="897161"/>
                  </a:lnTo>
                  <a:lnTo>
                    <a:pt x="921464" y="898209"/>
                  </a:lnTo>
                  <a:lnTo>
                    <a:pt x="921380" y="908960"/>
                  </a:lnTo>
                  <a:lnTo>
                    <a:pt x="921185" y="91440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3096123" y="14125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450" y="914400"/>
                  </a:lnTo>
                  <a:lnTo>
                    <a:pt x="914400" y="907359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3105386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597"/>
                  </a:lnTo>
                  <a:lnTo>
                    <a:pt x="905272" y="924276"/>
                  </a:lnTo>
                  <a:lnTo>
                    <a:pt x="909049" y="916167"/>
                  </a:lnTo>
                  <a:lnTo>
                    <a:pt x="909962" y="91440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31053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31146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31239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31331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31424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31516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31609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31702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31794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31887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31980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32072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3216532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32257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32350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32443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32535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32628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32721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32813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32906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329989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330915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33184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33276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33369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33462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335546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33647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33739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33832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339251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34017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34110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34203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34295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343882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34480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34573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34666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347587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34851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34943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35036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35129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352218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35314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35407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35499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35592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35684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35777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35870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35962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36055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36148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36240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36333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36425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36518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36611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36703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36796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36889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36981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37074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3716692" y="1412579"/>
              <a:ext cx="923222" cy="914400"/>
            </a:xfrm>
            <a:custGeom>
              <a:avLst/>
              <a:pathLst>
                <a:path w="92322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222" y="897161"/>
                  </a:lnTo>
                  <a:lnTo>
                    <a:pt x="922569" y="899533"/>
                  </a:lnTo>
                  <a:lnTo>
                    <a:pt x="919650" y="908891"/>
                  </a:lnTo>
                  <a:lnTo>
                    <a:pt x="917719" y="914400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2058755" y="1378102"/>
              <a:ext cx="914400" cy="930443"/>
            </a:xfrm>
            <a:custGeom>
              <a:avLst/>
              <a:pathLst>
                <a:path w="914400" h="930443">
                  <a:moveTo>
                    <a:pt x="914400" y="914400"/>
                  </a:moveTo>
                  <a:lnTo>
                    <a:pt x="914400" y="930443"/>
                  </a:lnTo>
                  <a:lnTo>
                    <a:pt x="912516" y="925043"/>
                  </a:lnTo>
                  <a:lnTo>
                    <a:pt x="910910" y="922839"/>
                  </a:lnTo>
                  <a:lnTo>
                    <a:pt x="906415" y="915962"/>
                  </a:lnTo>
                  <a:lnTo>
                    <a:pt x="905496" y="914400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205875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860" y="931638"/>
                  </a:lnTo>
                  <a:lnTo>
                    <a:pt x="914448" y="930584"/>
                  </a:lnTo>
                  <a:lnTo>
                    <a:pt x="914400" y="930443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20680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20772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20865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20958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210506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21143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21235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21328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214211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21513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21606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21699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21791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218842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21976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22069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22162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222547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22347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22439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22532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22625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227178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22810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22903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22995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230883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23180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23273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23366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23458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235514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2364408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23736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23829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2392195" y="1395340"/>
              <a:ext cx="921443" cy="914400"/>
            </a:xfrm>
            <a:custGeom>
              <a:avLst/>
              <a:pathLst>
                <a:path w="921443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990" y="897161"/>
                  </a:lnTo>
                  <a:lnTo>
                    <a:pt x="921000" y="897451"/>
                  </a:lnTo>
                  <a:lnTo>
                    <a:pt x="921011" y="897766"/>
                  </a:lnTo>
                  <a:lnTo>
                    <a:pt x="921022" y="898082"/>
                  </a:lnTo>
                  <a:lnTo>
                    <a:pt x="921033" y="898397"/>
                  </a:lnTo>
                  <a:lnTo>
                    <a:pt x="921043" y="898712"/>
                  </a:lnTo>
                  <a:lnTo>
                    <a:pt x="921054" y="899027"/>
                  </a:lnTo>
                  <a:lnTo>
                    <a:pt x="921065" y="899343"/>
                  </a:lnTo>
                  <a:lnTo>
                    <a:pt x="921076" y="899658"/>
                  </a:lnTo>
                  <a:lnTo>
                    <a:pt x="921086" y="899973"/>
                  </a:lnTo>
                  <a:lnTo>
                    <a:pt x="921097" y="900289"/>
                  </a:lnTo>
                  <a:lnTo>
                    <a:pt x="921108" y="900604"/>
                  </a:lnTo>
                  <a:lnTo>
                    <a:pt x="921119" y="900919"/>
                  </a:lnTo>
                  <a:lnTo>
                    <a:pt x="921129" y="901234"/>
                  </a:lnTo>
                  <a:lnTo>
                    <a:pt x="921140" y="901550"/>
                  </a:lnTo>
                  <a:lnTo>
                    <a:pt x="921151" y="901865"/>
                  </a:lnTo>
                  <a:lnTo>
                    <a:pt x="921162" y="902180"/>
                  </a:lnTo>
                  <a:lnTo>
                    <a:pt x="921172" y="902496"/>
                  </a:lnTo>
                  <a:lnTo>
                    <a:pt x="921183" y="902811"/>
                  </a:lnTo>
                  <a:lnTo>
                    <a:pt x="921194" y="903126"/>
                  </a:lnTo>
                  <a:lnTo>
                    <a:pt x="921205" y="903441"/>
                  </a:lnTo>
                  <a:lnTo>
                    <a:pt x="921215" y="903757"/>
                  </a:lnTo>
                  <a:lnTo>
                    <a:pt x="921226" y="904072"/>
                  </a:lnTo>
                  <a:lnTo>
                    <a:pt x="921237" y="904387"/>
                  </a:lnTo>
                  <a:lnTo>
                    <a:pt x="921248" y="904703"/>
                  </a:lnTo>
                  <a:lnTo>
                    <a:pt x="921443" y="91440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3105386" y="13953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962" y="914400"/>
                  </a:lnTo>
                  <a:lnTo>
                    <a:pt x="913046" y="908433"/>
                  </a:lnTo>
                  <a:lnTo>
                    <a:pt x="914400" y="906073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3114648" y="13781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11"/>
                  </a:lnTo>
                  <a:lnTo>
                    <a:pt x="907992" y="918334"/>
                  </a:lnTo>
                  <a:lnTo>
                    <a:pt x="910496" y="914400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31146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31239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31331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31424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31516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31609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31702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31794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31887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31980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32072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3216532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32257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32350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32443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32535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32628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32721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32813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32906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329989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330915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33184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33276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33369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33462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335546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33647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33739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33832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339251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34017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34110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34203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34295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343882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34480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34573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34666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347587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34851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34943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35036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35129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352218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35314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35407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35499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35592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35684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35777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h6425"/>
            <p:cNvSpPr/>
            <p:nvPr/>
          </p:nvSpPr>
          <p:spPr>
            <a:xfrm>
              <a:off x="35870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h6426"/>
            <p:cNvSpPr/>
            <p:nvPr/>
          </p:nvSpPr>
          <p:spPr>
            <a:xfrm>
              <a:off x="35962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h6427"/>
            <p:cNvSpPr/>
            <p:nvPr/>
          </p:nvSpPr>
          <p:spPr>
            <a:xfrm>
              <a:off x="36055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h6428"/>
            <p:cNvSpPr/>
            <p:nvPr/>
          </p:nvSpPr>
          <p:spPr>
            <a:xfrm>
              <a:off x="36148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h6429"/>
            <p:cNvSpPr/>
            <p:nvPr/>
          </p:nvSpPr>
          <p:spPr>
            <a:xfrm>
              <a:off x="36240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h6430"/>
            <p:cNvSpPr/>
            <p:nvPr/>
          </p:nvSpPr>
          <p:spPr>
            <a:xfrm>
              <a:off x="36333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h6431"/>
            <p:cNvSpPr/>
            <p:nvPr/>
          </p:nvSpPr>
          <p:spPr>
            <a:xfrm>
              <a:off x="36425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h6432"/>
            <p:cNvSpPr/>
            <p:nvPr/>
          </p:nvSpPr>
          <p:spPr>
            <a:xfrm>
              <a:off x="36518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h6433"/>
            <p:cNvSpPr/>
            <p:nvPr/>
          </p:nvSpPr>
          <p:spPr>
            <a:xfrm>
              <a:off x="36611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h6434"/>
            <p:cNvSpPr/>
            <p:nvPr/>
          </p:nvSpPr>
          <p:spPr>
            <a:xfrm>
              <a:off x="36703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h6435"/>
            <p:cNvSpPr/>
            <p:nvPr/>
          </p:nvSpPr>
          <p:spPr>
            <a:xfrm>
              <a:off x="36796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h6436"/>
            <p:cNvSpPr/>
            <p:nvPr/>
          </p:nvSpPr>
          <p:spPr>
            <a:xfrm>
              <a:off x="36889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h6437"/>
            <p:cNvSpPr/>
            <p:nvPr/>
          </p:nvSpPr>
          <p:spPr>
            <a:xfrm>
              <a:off x="36981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h6438"/>
            <p:cNvSpPr/>
            <p:nvPr/>
          </p:nvSpPr>
          <p:spPr>
            <a:xfrm>
              <a:off x="37074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h6439"/>
            <p:cNvSpPr/>
            <p:nvPr/>
          </p:nvSpPr>
          <p:spPr>
            <a:xfrm>
              <a:off x="3716692" y="139534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01"/>
                  </a:lnTo>
                  <a:lnTo>
                    <a:pt x="923222" y="91440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h6440"/>
            <p:cNvSpPr/>
            <p:nvPr/>
          </p:nvSpPr>
          <p:spPr>
            <a:xfrm>
              <a:off x="3725954" y="1378102"/>
              <a:ext cx="918335" cy="930039"/>
            </a:xfrm>
            <a:custGeom>
              <a:avLst/>
              <a:pathLst>
                <a:path w="918335" h="930039">
                  <a:moveTo>
                    <a:pt x="914400" y="914400"/>
                  </a:moveTo>
                  <a:lnTo>
                    <a:pt x="918335" y="914505"/>
                  </a:lnTo>
                  <a:lnTo>
                    <a:pt x="915958" y="924380"/>
                  </a:lnTo>
                  <a:lnTo>
                    <a:pt x="914400" y="930039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h6441"/>
            <p:cNvSpPr/>
            <p:nvPr/>
          </p:nvSpPr>
          <p:spPr>
            <a:xfrm>
              <a:off x="2049492" y="1360864"/>
              <a:ext cx="914400" cy="931028"/>
            </a:xfrm>
            <a:custGeom>
              <a:avLst/>
              <a:pathLst>
                <a:path w="914400" h="931028">
                  <a:moveTo>
                    <a:pt x="914400" y="914400"/>
                  </a:moveTo>
                  <a:lnTo>
                    <a:pt x="914400" y="931028"/>
                  </a:lnTo>
                  <a:lnTo>
                    <a:pt x="911382" y="925896"/>
                  </a:lnTo>
                  <a:lnTo>
                    <a:pt x="907297" y="918182"/>
                  </a:lnTo>
                  <a:lnTo>
                    <a:pt x="905494" y="914400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h6442"/>
            <p:cNvSpPr/>
            <p:nvPr/>
          </p:nvSpPr>
          <p:spPr>
            <a:xfrm>
              <a:off x="20494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8" y="931638"/>
                  </a:lnTo>
                  <a:lnTo>
                    <a:pt x="914400" y="93102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h6443"/>
            <p:cNvSpPr/>
            <p:nvPr/>
          </p:nvSpPr>
          <p:spPr>
            <a:xfrm>
              <a:off x="205875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h6444"/>
            <p:cNvSpPr/>
            <p:nvPr/>
          </p:nvSpPr>
          <p:spPr>
            <a:xfrm>
              <a:off x="20680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h6445"/>
            <p:cNvSpPr/>
            <p:nvPr/>
          </p:nvSpPr>
          <p:spPr>
            <a:xfrm>
              <a:off x="20772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h6446"/>
            <p:cNvSpPr/>
            <p:nvPr/>
          </p:nvSpPr>
          <p:spPr>
            <a:xfrm>
              <a:off x="20865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h6447"/>
            <p:cNvSpPr/>
            <p:nvPr/>
          </p:nvSpPr>
          <p:spPr>
            <a:xfrm>
              <a:off x="20958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h6448"/>
            <p:cNvSpPr/>
            <p:nvPr/>
          </p:nvSpPr>
          <p:spPr>
            <a:xfrm>
              <a:off x="210506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h6449"/>
            <p:cNvSpPr/>
            <p:nvPr/>
          </p:nvSpPr>
          <p:spPr>
            <a:xfrm>
              <a:off x="21143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h6450"/>
            <p:cNvSpPr/>
            <p:nvPr/>
          </p:nvSpPr>
          <p:spPr>
            <a:xfrm>
              <a:off x="21235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h6451"/>
            <p:cNvSpPr/>
            <p:nvPr/>
          </p:nvSpPr>
          <p:spPr>
            <a:xfrm>
              <a:off x="21328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h6452"/>
            <p:cNvSpPr/>
            <p:nvPr/>
          </p:nvSpPr>
          <p:spPr>
            <a:xfrm>
              <a:off x="214211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h6453"/>
            <p:cNvSpPr/>
            <p:nvPr/>
          </p:nvSpPr>
          <p:spPr>
            <a:xfrm>
              <a:off x="21513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h6454"/>
            <p:cNvSpPr/>
            <p:nvPr/>
          </p:nvSpPr>
          <p:spPr>
            <a:xfrm>
              <a:off x="21606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21699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h6456"/>
            <p:cNvSpPr/>
            <p:nvPr/>
          </p:nvSpPr>
          <p:spPr>
            <a:xfrm>
              <a:off x="21791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h6457"/>
            <p:cNvSpPr/>
            <p:nvPr/>
          </p:nvSpPr>
          <p:spPr>
            <a:xfrm>
              <a:off x="218842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h6458"/>
            <p:cNvSpPr/>
            <p:nvPr/>
          </p:nvSpPr>
          <p:spPr>
            <a:xfrm>
              <a:off x="21976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22069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22162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222547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22347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22439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22532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22625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227178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22810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22903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22995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230883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23180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23273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23366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23458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235514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2364408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23736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23829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2392195" y="1378102"/>
              <a:ext cx="920990" cy="914400"/>
            </a:xfrm>
            <a:custGeom>
              <a:avLst/>
              <a:pathLst>
                <a:path w="92099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082" y="897161"/>
                  </a:lnTo>
                  <a:lnTo>
                    <a:pt x="920377" y="900985"/>
                  </a:lnTo>
                  <a:lnTo>
                    <a:pt x="920903" y="911853"/>
                  </a:lnTo>
                  <a:lnTo>
                    <a:pt x="920914" y="912167"/>
                  </a:lnTo>
                  <a:lnTo>
                    <a:pt x="920925" y="912482"/>
                  </a:lnTo>
                  <a:lnTo>
                    <a:pt x="920936" y="912798"/>
                  </a:lnTo>
                  <a:lnTo>
                    <a:pt x="920946" y="913113"/>
                  </a:lnTo>
                  <a:lnTo>
                    <a:pt x="920957" y="913428"/>
                  </a:lnTo>
                  <a:lnTo>
                    <a:pt x="920968" y="913744"/>
                  </a:lnTo>
                  <a:lnTo>
                    <a:pt x="920979" y="914059"/>
                  </a:lnTo>
                  <a:lnTo>
                    <a:pt x="920990" y="914400"/>
                  </a:lnTo>
                  <a:close/>
                </a:path>
              </a:pathLst>
            </a:custGeom>
            <a:solidFill>
              <a:srgbClr val="EDF7A7">
                <a:alpha val="100000"/>
              </a:srgbClr>
            </a:solidFill>
            <a:ln w="5420" cap="flat">
              <a:solidFill>
                <a:srgbClr val="EDF7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3114648" y="13781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96" y="914400"/>
                  </a:lnTo>
                  <a:lnTo>
                    <a:pt x="912398" y="911412"/>
                  </a:lnTo>
                  <a:lnTo>
                    <a:pt x="914400" y="908586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3123910" y="13608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825"/>
                  </a:lnTo>
                  <a:lnTo>
                    <a:pt x="907730" y="922164"/>
                  </a:lnTo>
                  <a:lnTo>
                    <a:pt x="912498" y="916129"/>
                  </a:lnTo>
                  <a:lnTo>
                    <a:pt x="914029" y="914400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31239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31331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31424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31516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31609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31702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31794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31887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31980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32072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3216532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32257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32350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32443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32535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32628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32721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32813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32906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32998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330915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33184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33276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33369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33462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335546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33647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33739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33832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339251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34017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34110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34203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34295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343882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34480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34573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34666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347587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34851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34943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35036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35129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352218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35314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35407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35499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35592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35684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35777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35870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35962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36055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36148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36240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36333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36425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36518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36611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36703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36796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36889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36981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37074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37166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3725954" y="1378102"/>
              <a:ext cx="921709" cy="914400"/>
            </a:xfrm>
            <a:custGeom>
              <a:avLst/>
              <a:pathLst>
                <a:path w="92170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09" y="897161"/>
                  </a:lnTo>
                  <a:lnTo>
                    <a:pt x="920432" y="904413"/>
                  </a:lnTo>
                  <a:lnTo>
                    <a:pt x="918357" y="914400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2040230" y="1343625"/>
              <a:ext cx="914400" cy="930889"/>
            </a:xfrm>
            <a:custGeom>
              <a:avLst/>
              <a:pathLst>
                <a:path w="914400" h="930889">
                  <a:moveTo>
                    <a:pt x="914400" y="914400"/>
                  </a:moveTo>
                  <a:lnTo>
                    <a:pt x="914400" y="930889"/>
                  </a:lnTo>
                  <a:lnTo>
                    <a:pt x="912698" y="927319"/>
                  </a:lnTo>
                  <a:lnTo>
                    <a:pt x="909069" y="918853"/>
                  </a:lnTo>
                  <a:lnTo>
                    <a:pt x="907357" y="914400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20402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6" y="931638"/>
                  </a:lnTo>
                  <a:lnTo>
                    <a:pt x="914400" y="93088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20494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205875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20680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20772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20865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20958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210506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21143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21235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21328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214211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21513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21606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21699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21791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218842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21976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22069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22162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222547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22347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22439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22532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22625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227178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22810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22903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22995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230883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23180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23273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23366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23458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235514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2364408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23736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23829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7">
                <a:alpha val="100000"/>
              </a:srgbClr>
            </a:solidFill>
            <a:ln w="5420" cap="flat">
              <a:solidFill>
                <a:srgbClr val="EDF7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2392195" y="1360864"/>
              <a:ext cx="920082" cy="914400"/>
            </a:xfrm>
            <a:custGeom>
              <a:avLst/>
              <a:pathLst>
                <a:path w="92008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452" y="897161"/>
                  </a:lnTo>
                  <a:lnTo>
                    <a:pt x="919543" y="907422"/>
                  </a:lnTo>
                  <a:lnTo>
                    <a:pt x="920082" y="914400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3123910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29" y="914400"/>
                  </a:lnTo>
                  <a:lnTo>
                    <a:pt x="914400" y="913981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3133172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981"/>
                  </a:lnTo>
                  <a:lnTo>
                    <a:pt x="908165" y="910562"/>
                  </a:lnTo>
                  <a:lnTo>
                    <a:pt x="913244" y="905479"/>
                  </a:lnTo>
                  <a:lnTo>
                    <a:pt x="914400" y="904462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3142434" y="13436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1701"/>
                  </a:lnTo>
                  <a:lnTo>
                    <a:pt x="909195" y="918131"/>
                  </a:lnTo>
                  <a:lnTo>
                    <a:pt x="914077" y="914400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31424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31516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31609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31702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31794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31887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31980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32072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3216532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32257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32350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32443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32535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32628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32721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32813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32906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32998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330915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33184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33276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33369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33462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335546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33647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33739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33832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339251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34017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34110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34203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34295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343882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34480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34573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34666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347587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34851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34943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35036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35129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352218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35314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35407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35499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35592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35684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35777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35870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35962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36055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36148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36240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36333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36425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36518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36611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36703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36796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36889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36981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37074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37166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3725954" y="13608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606"/>
                  </a:lnTo>
                  <a:lnTo>
                    <a:pt x="922242" y="911368"/>
                  </a:lnTo>
                  <a:lnTo>
                    <a:pt x="921709" y="914400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3735217" y="1343625"/>
              <a:ext cx="914934" cy="918845"/>
            </a:xfrm>
            <a:custGeom>
              <a:avLst/>
              <a:pathLst>
                <a:path w="914934" h="918845">
                  <a:moveTo>
                    <a:pt x="914400" y="914400"/>
                  </a:moveTo>
                  <a:lnTo>
                    <a:pt x="914934" y="914400"/>
                  </a:lnTo>
                  <a:lnTo>
                    <a:pt x="914499" y="918162"/>
                  </a:lnTo>
                  <a:lnTo>
                    <a:pt x="914400" y="918845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2030968" y="1326387"/>
              <a:ext cx="914400" cy="925695"/>
            </a:xfrm>
            <a:custGeom>
              <a:avLst/>
              <a:pathLst>
                <a:path w="914400" h="925695">
                  <a:moveTo>
                    <a:pt x="914400" y="914400"/>
                  </a:moveTo>
                  <a:lnTo>
                    <a:pt x="914400" y="925695"/>
                  </a:lnTo>
                  <a:lnTo>
                    <a:pt x="911812" y="918158"/>
                  </a:lnTo>
                  <a:lnTo>
                    <a:pt x="910665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20309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619" y="931638"/>
                  </a:lnTo>
                  <a:lnTo>
                    <a:pt x="914945" y="927284"/>
                  </a:lnTo>
                  <a:lnTo>
                    <a:pt x="914400" y="925695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20402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20494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205875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20680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20772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20865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20958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210506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21143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21235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21328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214211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21513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21606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21699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21791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218842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21976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22069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22162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222547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22347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22439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22532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22625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227178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22810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22903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22995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230883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23180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23273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23366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23458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235514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2364408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23736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23829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2392195" y="1343625"/>
              <a:ext cx="918452" cy="914400"/>
            </a:xfrm>
            <a:custGeom>
              <a:avLst/>
              <a:pathLst>
                <a:path w="91845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5928" y="897161"/>
                  </a:lnTo>
                  <a:lnTo>
                    <a:pt x="916965" y="903378"/>
                  </a:lnTo>
                  <a:lnTo>
                    <a:pt x="918405" y="913956"/>
                  </a:lnTo>
                  <a:lnTo>
                    <a:pt x="918452" y="914400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3142434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77" y="914400"/>
                  </a:lnTo>
                  <a:lnTo>
                    <a:pt x="914400" y="914153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3151697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53"/>
                  </a:lnTo>
                  <a:lnTo>
                    <a:pt x="905266" y="914055"/>
                  </a:lnTo>
                  <a:lnTo>
                    <a:pt x="910707" y="910498"/>
                  </a:lnTo>
                  <a:lnTo>
                    <a:pt x="914400" y="90847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3160959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478"/>
                  </a:lnTo>
                  <a:lnTo>
                    <a:pt x="906976" y="907472"/>
                  </a:lnTo>
                  <a:lnTo>
                    <a:pt x="907270" y="907326"/>
                  </a:lnTo>
                  <a:lnTo>
                    <a:pt x="907566" y="907180"/>
                  </a:lnTo>
                  <a:lnTo>
                    <a:pt x="907861" y="907034"/>
                  </a:lnTo>
                  <a:lnTo>
                    <a:pt x="908157" y="906887"/>
                  </a:lnTo>
                  <a:lnTo>
                    <a:pt x="908453" y="906741"/>
                  </a:lnTo>
                  <a:lnTo>
                    <a:pt x="908748" y="906595"/>
                  </a:lnTo>
                  <a:lnTo>
                    <a:pt x="909044" y="906448"/>
                  </a:lnTo>
                  <a:lnTo>
                    <a:pt x="909340" y="906302"/>
                  </a:lnTo>
                  <a:lnTo>
                    <a:pt x="909635" y="906156"/>
                  </a:lnTo>
                  <a:lnTo>
                    <a:pt x="909931" y="906010"/>
                  </a:lnTo>
                  <a:lnTo>
                    <a:pt x="910227" y="905863"/>
                  </a:lnTo>
                  <a:lnTo>
                    <a:pt x="910522" y="905717"/>
                  </a:lnTo>
                  <a:lnTo>
                    <a:pt x="910818" y="905571"/>
                  </a:lnTo>
                  <a:lnTo>
                    <a:pt x="911114" y="905425"/>
                  </a:lnTo>
                  <a:lnTo>
                    <a:pt x="911410" y="905278"/>
                  </a:lnTo>
                  <a:lnTo>
                    <a:pt x="911705" y="905132"/>
                  </a:lnTo>
                  <a:lnTo>
                    <a:pt x="912001" y="904986"/>
                  </a:lnTo>
                  <a:lnTo>
                    <a:pt x="912297" y="904840"/>
                  </a:lnTo>
                  <a:lnTo>
                    <a:pt x="912593" y="904693"/>
                  </a:lnTo>
                  <a:lnTo>
                    <a:pt x="912888" y="904547"/>
                  </a:lnTo>
                  <a:lnTo>
                    <a:pt x="913184" y="904401"/>
                  </a:lnTo>
                  <a:lnTo>
                    <a:pt x="913480" y="904255"/>
                  </a:lnTo>
                  <a:lnTo>
                    <a:pt x="913776" y="904109"/>
                  </a:lnTo>
                  <a:lnTo>
                    <a:pt x="914071" y="903962"/>
                  </a:lnTo>
                  <a:lnTo>
                    <a:pt x="914400" y="903800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3170221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00"/>
                  </a:lnTo>
                  <a:lnTo>
                    <a:pt x="905401" y="903670"/>
                  </a:lnTo>
                  <a:lnTo>
                    <a:pt x="905697" y="903524"/>
                  </a:lnTo>
                  <a:lnTo>
                    <a:pt x="905992" y="903378"/>
                  </a:lnTo>
                  <a:lnTo>
                    <a:pt x="906288" y="903232"/>
                  </a:lnTo>
                  <a:lnTo>
                    <a:pt x="906584" y="903085"/>
                  </a:lnTo>
                  <a:lnTo>
                    <a:pt x="906880" y="902939"/>
                  </a:lnTo>
                  <a:lnTo>
                    <a:pt x="907176" y="902793"/>
                  </a:lnTo>
                  <a:lnTo>
                    <a:pt x="907472" y="902647"/>
                  </a:lnTo>
                  <a:lnTo>
                    <a:pt x="907767" y="902501"/>
                  </a:lnTo>
                  <a:lnTo>
                    <a:pt x="908063" y="902355"/>
                  </a:lnTo>
                  <a:lnTo>
                    <a:pt x="908359" y="902209"/>
                  </a:lnTo>
                  <a:lnTo>
                    <a:pt x="908655" y="902063"/>
                  </a:lnTo>
                  <a:lnTo>
                    <a:pt x="908951" y="901917"/>
                  </a:lnTo>
                  <a:lnTo>
                    <a:pt x="909247" y="901770"/>
                  </a:lnTo>
                  <a:lnTo>
                    <a:pt x="909543" y="901624"/>
                  </a:lnTo>
                  <a:lnTo>
                    <a:pt x="909839" y="901478"/>
                  </a:lnTo>
                  <a:lnTo>
                    <a:pt x="910135" y="901332"/>
                  </a:lnTo>
                  <a:lnTo>
                    <a:pt x="910430" y="901186"/>
                  </a:lnTo>
                  <a:lnTo>
                    <a:pt x="910726" y="901040"/>
                  </a:lnTo>
                  <a:lnTo>
                    <a:pt x="911022" y="900894"/>
                  </a:lnTo>
                  <a:lnTo>
                    <a:pt x="911318" y="900748"/>
                  </a:lnTo>
                  <a:lnTo>
                    <a:pt x="911614" y="900602"/>
                  </a:lnTo>
                  <a:lnTo>
                    <a:pt x="911910" y="900456"/>
                  </a:lnTo>
                  <a:lnTo>
                    <a:pt x="912206" y="900310"/>
                  </a:lnTo>
                  <a:lnTo>
                    <a:pt x="912502" y="900164"/>
                  </a:lnTo>
                  <a:lnTo>
                    <a:pt x="912798" y="900018"/>
                  </a:lnTo>
                  <a:lnTo>
                    <a:pt x="913094" y="899872"/>
                  </a:lnTo>
                  <a:lnTo>
                    <a:pt x="913390" y="899726"/>
                  </a:lnTo>
                  <a:lnTo>
                    <a:pt x="913686" y="899580"/>
                  </a:lnTo>
                  <a:lnTo>
                    <a:pt x="913982" y="899434"/>
                  </a:lnTo>
                  <a:lnTo>
                    <a:pt x="914400" y="89922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3179483" y="13263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67"/>
                  </a:lnTo>
                  <a:lnTo>
                    <a:pt x="905312" y="916381"/>
                  </a:lnTo>
                  <a:lnTo>
                    <a:pt x="905608" y="916235"/>
                  </a:lnTo>
                  <a:lnTo>
                    <a:pt x="905904" y="916089"/>
                  </a:lnTo>
                  <a:lnTo>
                    <a:pt x="906200" y="915943"/>
                  </a:lnTo>
                  <a:lnTo>
                    <a:pt x="906496" y="915797"/>
                  </a:lnTo>
                  <a:lnTo>
                    <a:pt x="906792" y="915651"/>
                  </a:lnTo>
                  <a:lnTo>
                    <a:pt x="907088" y="915505"/>
                  </a:lnTo>
                  <a:lnTo>
                    <a:pt x="907384" y="915359"/>
                  </a:lnTo>
                  <a:lnTo>
                    <a:pt x="909546" y="914400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31794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31887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31980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32072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3216532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32257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32350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32443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32535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32628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32721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32813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32906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32998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33091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33184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33276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33369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33462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335546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33647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33739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33832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339251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34017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34110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34203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34295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343882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34480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34573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34666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347587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34851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34943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35036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35129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352218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35314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35407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35499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355923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35684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35777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35870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35962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36055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36148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36240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36333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36425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36518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36611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36703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36796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36889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36981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37074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37166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37259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3735217" y="13436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009"/>
                  </a:lnTo>
                  <a:lnTo>
                    <a:pt x="922021" y="905654"/>
                  </a:lnTo>
                  <a:lnTo>
                    <a:pt x="916823" y="910235"/>
                  </a:lnTo>
                  <a:lnTo>
                    <a:pt x="915279" y="911418"/>
                  </a:lnTo>
                  <a:lnTo>
                    <a:pt x="914934" y="91440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3744479" y="1326387"/>
              <a:ext cx="920846" cy="921248"/>
            </a:xfrm>
            <a:custGeom>
              <a:avLst/>
              <a:pathLst>
                <a:path w="920846" h="921248">
                  <a:moveTo>
                    <a:pt x="914400" y="914400"/>
                  </a:moveTo>
                  <a:lnTo>
                    <a:pt x="920846" y="914400"/>
                  </a:lnTo>
                  <a:lnTo>
                    <a:pt x="917822" y="917817"/>
                  </a:lnTo>
                  <a:lnTo>
                    <a:pt x="914400" y="92124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2030968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665" y="931638"/>
                  </a:lnTo>
                  <a:lnTo>
                    <a:pt x="908939" y="925978"/>
                  </a:lnTo>
                  <a:lnTo>
                    <a:pt x="906335" y="916293"/>
                  </a:lnTo>
                  <a:lnTo>
                    <a:pt x="905891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20309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20402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20494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205875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20680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20772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20865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20958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210506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21143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21235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21328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214211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21513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21606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21699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21791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218842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21976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22069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22162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222547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22347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22439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22532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22625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227178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22810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22903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22995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230883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23180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23273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23366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23458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235514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2364408" y="13091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23736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2392195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550" y="897161"/>
                  </a:lnTo>
                  <a:lnTo>
                    <a:pt x="913197" y="899958"/>
                  </a:lnTo>
                  <a:lnTo>
                    <a:pt x="914399" y="906022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2392195" y="1326387"/>
              <a:ext cx="915928" cy="914400"/>
            </a:xfrm>
            <a:custGeom>
              <a:avLst/>
              <a:pathLst>
                <a:path w="915928" h="914400">
                  <a:moveTo>
                    <a:pt x="914399" y="914400"/>
                  </a:moveTo>
                  <a:lnTo>
                    <a:pt x="914399" y="906022"/>
                  </a:lnTo>
                  <a:lnTo>
                    <a:pt x="915227" y="910195"/>
                  </a:lnTo>
                  <a:lnTo>
                    <a:pt x="915928" y="914400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317948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546" y="914400"/>
                  </a:lnTo>
                  <a:lnTo>
                    <a:pt x="912718" y="912991"/>
                  </a:lnTo>
                  <a:lnTo>
                    <a:pt x="914400" y="912406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318874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406"/>
                  </a:lnTo>
                  <a:lnTo>
                    <a:pt x="908847" y="911115"/>
                  </a:lnTo>
                  <a:lnTo>
                    <a:pt x="914400" y="909717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319800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717"/>
                  </a:lnTo>
                  <a:lnTo>
                    <a:pt x="910482" y="908858"/>
                  </a:lnTo>
                  <a:lnTo>
                    <a:pt x="914400" y="908590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320727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590"/>
                  </a:lnTo>
                  <a:lnTo>
                    <a:pt x="906699" y="908483"/>
                  </a:lnTo>
                  <a:lnTo>
                    <a:pt x="912183" y="908610"/>
                  </a:lnTo>
                  <a:lnTo>
                    <a:pt x="912651" y="908643"/>
                  </a:lnTo>
                  <a:lnTo>
                    <a:pt x="913122" y="908676"/>
                  </a:lnTo>
                  <a:lnTo>
                    <a:pt x="913592" y="908708"/>
                  </a:lnTo>
                  <a:lnTo>
                    <a:pt x="914063" y="908741"/>
                  </a:lnTo>
                  <a:lnTo>
                    <a:pt x="914400" y="908764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3216532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764"/>
                  </a:lnTo>
                  <a:lnTo>
                    <a:pt x="905271" y="908774"/>
                  </a:lnTo>
                  <a:lnTo>
                    <a:pt x="905742" y="908806"/>
                  </a:lnTo>
                  <a:lnTo>
                    <a:pt x="906213" y="908839"/>
                  </a:lnTo>
                  <a:lnTo>
                    <a:pt x="906683" y="908872"/>
                  </a:lnTo>
                  <a:lnTo>
                    <a:pt x="907154" y="908904"/>
                  </a:lnTo>
                  <a:lnTo>
                    <a:pt x="907624" y="908937"/>
                  </a:lnTo>
                  <a:lnTo>
                    <a:pt x="908095" y="908970"/>
                  </a:lnTo>
                  <a:lnTo>
                    <a:pt x="908565" y="909003"/>
                  </a:lnTo>
                  <a:lnTo>
                    <a:pt x="909036" y="909036"/>
                  </a:lnTo>
                  <a:lnTo>
                    <a:pt x="909506" y="909068"/>
                  </a:lnTo>
                  <a:lnTo>
                    <a:pt x="909977" y="909101"/>
                  </a:lnTo>
                  <a:lnTo>
                    <a:pt x="910448" y="909134"/>
                  </a:lnTo>
                  <a:lnTo>
                    <a:pt x="910918" y="909167"/>
                  </a:lnTo>
                  <a:lnTo>
                    <a:pt x="911389" y="909200"/>
                  </a:lnTo>
                  <a:lnTo>
                    <a:pt x="911859" y="909233"/>
                  </a:lnTo>
                  <a:lnTo>
                    <a:pt x="912330" y="909266"/>
                  </a:lnTo>
                  <a:lnTo>
                    <a:pt x="912800" y="909299"/>
                  </a:lnTo>
                  <a:lnTo>
                    <a:pt x="913271" y="909332"/>
                  </a:lnTo>
                  <a:lnTo>
                    <a:pt x="913741" y="909365"/>
                  </a:lnTo>
                  <a:lnTo>
                    <a:pt x="914212" y="909398"/>
                  </a:lnTo>
                  <a:lnTo>
                    <a:pt x="914399" y="909411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322579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11"/>
                  </a:lnTo>
                  <a:lnTo>
                    <a:pt x="905420" y="909431"/>
                  </a:lnTo>
                  <a:lnTo>
                    <a:pt x="905891" y="909464"/>
                  </a:lnTo>
                  <a:lnTo>
                    <a:pt x="906361" y="909497"/>
                  </a:lnTo>
                  <a:lnTo>
                    <a:pt x="906832" y="909530"/>
                  </a:lnTo>
                  <a:lnTo>
                    <a:pt x="907302" y="909563"/>
                  </a:lnTo>
                  <a:lnTo>
                    <a:pt x="907773" y="909596"/>
                  </a:lnTo>
                  <a:lnTo>
                    <a:pt x="908243" y="909629"/>
                  </a:lnTo>
                  <a:lnTo>
                    <a:pt x="908714" y="909662"/>
                  </a:lnTo>
                  <a:lnTo>
                    <a:pt x="909184" y="909695"/>
                  </a:lnTo>
                  <a:lnTo>
                    <a:pt x="909655" y="909729"/>
                  </a:lnTo>
                  <a:lnTo>
                    <a:pt x="910125" y="909762"/>
                  </a:lnTo>
                  <a:lnTo>
                    <a:pt x="910596" y="909795"/>
                  </a:lnTo>
                  <a:lnTo>
                    <a:pt x="911066" y="909828"/>
                  </a:lnTo>
                  <a:lnTo>
                    <a:pt x="911537" y="909861"/>
                  </a:lnTo>
                  <a:lnTo>
                    <a:pt x="912007" y="909895"/>
                  </a:lnTo>
                  <a:lnTo>
                    <a:pt x="912478" y="909928"/>
                  </a:lnTo>
                  <a:lnTo>
                    <a:pt x="912948" y="909961"/>
                  </a:lnTo>
                  <a:lnTo>
                    <a:pt x="913419" y="909995"/>
                  </a:lnTo>
                  <a:lnTo>
                    <a:pt x="913889" y="910028"/>
                  </a:lnTo>
                  <a:lnTo>
                    <a:pt x="914400" y="910064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323505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64"/>
                  </a:lnTo>
                  <a:lnTo>
                    <a:pt x="905568" y="910095"/>
                  </a:lnTo>
                  <a:lnTo>
                    <a:pt x="906038" y="910128"/>
                  </a:lnTo>
                  <a:lnTo>
                    <a:pt x="906509" y="910161"/>
                  </a:lnTo>
                  <a:lnTo>
                    <a:pt x="906979" y="910195"/>
                  </a:lnTo>
                  <a:lnTo>
                    <a:pt x="907450" y="910228"/>
                  </a:lnTo>
                  <a:lnTo>
                    <a:pt x="907920" y="910262"/>
                  </a:lnTo>
                  <a:lnTo>
                    <a:pt x="908391" y="910295"/>
                  </a:lnTo>
                  <a:lnTo>
                    <a:pt x="908861" y="910329"/>
                  </a:lnTo>
                  <a:lnTo>
                    <a:pt x="909332" y="910362"/>
                  </a:lnTo>
                  <a:lnTo>
                    <a:pt x="909802" y="910396"/>
                  </a:lnTo>
                  <a:lnTo>
                    <a:pt x="910273" y="910429"/>
                  </a:lnTo>
                  <a:lnTo>
                    <a:pt x="910743" y="910463"/>
                  </a:lnTo>
                  <a:lnTo>
                    <a:pt x="914400" y="910724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3244319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724"/>
                  </a:lnTo>
                  <a:lnTo>
                    <a:pt x="914400" y="911384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3253581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384"/>
                  </a:lnTo>
                  <a:lnTo>
                    <a:pt x="914400" y="912045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326284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045"/>
                  </a:lnTo>
                  <a:lnTo>
                    <a:pt x="914400" y="912706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327210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706"/>
                  </a:lnTo>
                  <a:lnTo>
                    <a:pt x="914400" y="912510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328136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510"/>
                  </a:lnTo>
                  <a:lnTo>
                    <a:pt x="914400" y="912314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329063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314"/>
                  </a:lnTo>
                  <a:lnTo>
                    <a:pt x="914400" y="912119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3299892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119"/>
                  </a:lnTo>
                  <a:lnTo>
                    <a:pt x="913862" y="911879"/>
                  </a:lnTo>
                  <a:lnTo>
                    <a:pt x="914226" y="911571"/>
                  </a:lnTo>
                  <a:lnTo>
                    <a:pt x="914400" y="911425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330915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425"/>
                  </a:lnTo>
                  <a:lnTo>
                    <a:pt x="905329" y="911263"/>
                  </a:lnTo>
                  <a:lnTo>
                    <a:pt x="905694" y="910955"/>
                  </a:lnTo>
                  <a:lnTo>
                    <a:pt x="906058" y="910647"/>
                  </a:lnTo>
                  <a:lnTo>
                    <a:pt x="911025" y="906724"/>
                  </a:lnTo>
                  <a:lnTo>
                    <a:pt x="914400" y="904411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331841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411"/>
                  </a:lnTo>
                  <a:lnTo>
                    <a:pt x="906825" y="903254"/>
                  </a:lnTo>
                  <a:lnTo>
                    <a:pt x="911973" y="900246"/>
                  </a:lnTo>
                  <a:lnTo>
                    <a:pt x="914400" y="898947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3327679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185"/>
                  </a:lnTo>
                  <a:lnTo>
                    <a:pt x="908474" y="914400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33276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33369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33462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335546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33647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33739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33832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339251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34017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34110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34203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34295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343882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34480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34573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34666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347587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34851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34943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35036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35129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352218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35314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35407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35499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355923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35684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35777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35870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35962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360554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361480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36240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363333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364259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365185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366111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367038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367964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368890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36981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37074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37166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372595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37352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3744479" y="13263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090"/>
                  </a:lnTo>
                  <a:lnTo>
                    <a:pt x="922737" y="912262"/>
                  </a:lnTo>
                  <a:lnTo>
                    <a:pt x="920846" y="91440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3753741" y="1309148"/>
              <a:ext cx="923662" cy="928329"/>
            </a:xfrm>
            <a:custGeom>
              <a:avLst/>
              <a:pathLst>
                <a:path w="923662" h="9283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69"/>
                  </a:lnTo>
                  <a:lnTo>
                    <a:pt x="922810" y="917007"/>
                  </a:lnTo>
                  <a:lnTo>
                    <a:pt x="918229" y="923479"/>
                  </a:lnTo>
                  <a:lnTo>
                    <a:pt x="914400" y="928329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3763003" y="1309148"/>
              <a:ext cx="915208" cy="915669"/>
            </a:xfrm>
            <a:custGeom>
              <a:avLst/>
              <a:pathLst>
                <a:path w="915208" h="915669">
                  <a:moveTo>
                    <a:pt x="914400" y="914400"/>
                  </a:moveTo>
                  <a:lnTo>
                    <a:pt x="915208" y="914400"/>
                  </a:lnTo>
                  <a:lnTo>
                    <a:pt x="914400" y="915669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2021706" y="1291910"/>
              <a:ext cx="914400" cy="928423"/>
            </a:xfrm>
            <a:custGeom>
              <a:avLst/>
              <a:pathLst>
                <a:path w="914400" h="928423">
                  <a:moveTo>
                    <a:pt x="914400" y="914399"/>
                  </a:moveTo>
                  <a:lnTo>
                    <a:pt x="914400" y="928423"/>
                  </a:lnTo>
                  <a:lnTo>
                    <a:pt x="913270" y="923605"/>
                  </a:lnTo>
                  <a:lnTo>
                    <a:pt x="911412" y="91439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202170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154" y="931638"/>
                  </a:lnTo>
                  <a:lnTo>
                    <a:pt x="914400" y="928423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20309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20402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20494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205875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20680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20772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20865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209580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210506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21143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21235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21328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214211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21513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21606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21699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21791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218842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21976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22069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22162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222547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22347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22439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22532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22625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227178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22810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22903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22995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230883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23180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23273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23366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23458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235514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2364408" y="12919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23736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2382932" y="1309148"/>
              <a:ext cx="921812" cy="914400"/>
            </a:xfrm>
            <a:custGeom>
              <a:avLst/>
              <a:pathLst>
                <a:path w="92181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477" y="897161"/>
                  </a:lnTo>
                  <a:lnTo>
                    <a:pt x="917542" y="897392"/>
                  </a:lnTo>
                  <a:lnTo>
                    <a:pt x="920141" y="907174"/>
                  </a:lnTo>
                  <a:lnTo>
                    <a:pt x="921812" y="914400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3327679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74" y="914400"/>
                  </a:lnTo>
                  <a:lnTo>
                    <a:pt x="914400" y="91122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3336941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28"/>
                  </a:lnTo>
                  <a:lnTo>
                    <a:pt x="914400" y="906270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3346203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270"/>
                  </a:lnTo>
                  <a:lnTo>
                    <a:pt x="911518" y="902842"/>
                  </a:lnTo>
                  <a:lnTo>
                    <a:pt x="911838" y="902418"/>
                  </a:lnTo>
                  <a:lnTo>
                    <a:pt x="912158" y="901993"/>
                  </a:lnTo>
                  <a:lnTo>
                    <a:pt x="912478" y="901569"/>
                  </a:lnTo>
                  <a:lnTo>
                    <a:pt x="912798" y="901144"/>
                  </a:lnTo>
                  <a:lnTo>
                    <a:pt x="913118" y="900720"/>
                  </a:lnTo>
                  <a:lnTo>
                    <a:pt x="913438" y="900295"/>
                  </a:lnTo>
                  <a:lnTo>
                    <a:pt x="913758" y="899871"/>
                  </a:lnTo>
                  <a:lnTo>
                    <a:pt x="914078" y="899447"/>
                  </a:lnTo>
                  <a:lnTo>
                    <a:pt x="914400" y="899021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3355465" y="12919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259"/>
                  </a:lnTo>
                  <a:lnTo>
                    <a:pt x="905456" y="915836"/>
                  </a:lnTo>
                  <a:lnTo>
                    <a:pt x="905777" y="915412"/>
                  </a:lnTo>
                  <a:lnTo>
                    <a:pt x="906097" y="914988"/>
                  </a:lnTo>
                  <a:lnTo>
                    <a:pt x="906417" y="914563"/>
                  </a:lnTo>
                  <a:lnTo>
                    <a:pt x="906541" y="914399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335546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33647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33739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33832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339251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34017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34110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34203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34295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343882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34480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34573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34666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347587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34851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34943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35036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35129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352218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35314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35407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35499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355923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35684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35777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35870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35962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360554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361480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36240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363333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364259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365185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366111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367038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367964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368890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36981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37074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37166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372595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37352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37444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37537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3763003" y="13091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843"/>
                  </a:lnTo>
                  <a:lnTo>
                    <a:pt x="922140" y="902787"/>
                  </a:lnTo>
                  <a:lnTo>
                    <a:pt x="917943" y="910104"/>
                  </a:lnTo>
                  <a:lnTo>
                    <a:pt x="915208" y="914400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3772265" y="1291910"/>
              <a:ext cx="915787" cy="917082"/>
            </a:xfrm>
            <a:custGeom>
              <a:avLst/>
              <a:pathLst>
                <a:path w="915787" h="917082">
                  <a:moveTo>
                    <a:pt x="914400" y="914399"/>
                  </a:moveTo>
                  <a:lnTo>
                    <a:pt x="915787" y="914399"/>
                  </a:lnTo>
                  <a:lnTo>
                    <a:pt x="914400" y="917082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2021706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12" y="931638"/>
                  </a:lnTo>
                  <a:lnTo>
                    <a:pt x="911224" y="930705"/>
                  </a:lnTo>
                  <a:lnTo>
                    <a:pt x="909467" y="920381"/>
                  </a:lnTo>
                  <a:lnTo>
                    <a:pt x="908631" y="91439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202170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20309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20402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20494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205875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20680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20772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20865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20958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210506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21143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21235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21328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214211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21513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21606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21699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21791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218842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21976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22069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22162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222547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22347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22439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22532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22625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227178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22810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22903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22995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230883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23180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23273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23366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23458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235514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2364408" y="127467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2382932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513" y="897161"/>
                  </a:lnTo>
                  <a:lnTo>
                    <a:pt x="913695" y="901076"/>
                  </a:lnTo>
                  <a:lnTo>
                    <a:pt x="913814" y="901494"/>
                  </a:lnTo>
                  <a:lnTo>
                    <a:pt x="913934" y="901918"/>
                  </a:lnTo>
                  <a:lnTo>
                    <a:pt x="914054" y="902341"/>
                  </a:lnTo>
                  <a:lnTo>
                    <a:pt x="914175" y="902765"/>
                  </a:lnTo>
                  <a:lnTo>
                    <a:pt x="914295" y="903189"/>
                  </a:lnTo>
                  <a:lnTo>
                    <a:pt x="914400" y="903556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2382932" y="1291910"/>
              <a:ext cx="917477" cy="914399"/>
            </a:xfrm>
            <a:custGeom>
              <a:avLst/>
              <a:pathLst>
                <a:path w="917477" h="914399">
                  <a:moveTo>
                    <a:pt x="914400" y="914399"/>
                  </a:moveTo>
                  <a:lnTo>
                    <a:pt x="914416" y="903613"/>
                  </a:lnTo>
                  <a:lnTo>
                    <a:pt x="914536" y="904036"/>
                  </a:lnTo>
                  <a:lnTo>
                    <a:pt x="914656" y="904460"/>
                  </a:lnTo>
                  <a:lnTo>
                    <a:pt x="914777" y="904884"/>
                  </a:lnTo>
                  <a:lnTo>
                    <a:pt x="914897" y="905308"/>
                  </a:lnTo>
                  <a:lnTo>
                    <a:pt x="915017" y="905731"/>
                  </a:lnTo>
                  <a:lnTo>
                    <a:pt x="915138" y="906155"/>
                  </a:lnTo>
                  <a:lnTo>
                    <a:pt x="915258" y="906579"/>
                  </a:lnTo>
                  <a:lnTo>
                    <a:pt x="915378" y="907003"/>
                  </a:lnTo>
                  <a:lnTo>
                    <a:pt x="915499" y="907426"/>
                  </a:lnTo>
                  <a:lnTo>
                    <a:pt x="915619" y="907850"/>
                  </a:lnTo>
                  <a:lnTo>
                    <a:pt x="915739" y="908274"/>
                  </a:lnTo>
                  <a:lnTo>
                    <a:pt x="915859" y="908698"/>
                  </a:lnTo>
                  <a:lnTo>
                    <a:pt x="915980" y="909122"/>
                  </a:lnTo>
                  <a:lnTo>
                    <a:pt x="916100" y="909545"/>
                  </a:lnTo>
                  <a:lnTo>
                    <a:pt x="916220" y="909969"/>
                  </a:lnTo>
                  <a:lnTo>
                    <a:pt x="916340" y="910393"/>
                  </a:lnTo>
                  <a:lnTo>
                    <a:pt x="916461" y="910817"/>
                  </a:lnTo>
                  <a:lnTo>
                    <a:pt x="916581" y="911240"/>
                  </a:lnTo>
                  <a:lnTo>
                    <a:pt x="916701" y="911664"/>
                  </a:lnTo>
                  <a:lnTo>
                    <a:pt x="916821" y="912088"/>
                  </a:lnTo>
                  <a:lnTo>
                    <a:pt x="916942" y="912512"/>
                  </a:lnTo>
                  <a:lnTo>
                    <a:pt x="917062" y="912936"/>
                  </a:lnTo>
                  <a:lnTo>
                    <a:pt x="917182" y="913359"/>
                  </a:lnTo>
                  <a:lnTo>
                    <a:pt x="917302" y="913783"/>
                  </a:lnTo>
                  <a:lnTo>
                    <a:pt x="917422" y="914207"/>
                  </a:lnTo>
                  <a:lnTo>
                    <a:pt x="917477" y="914399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3355465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6541" y="914399"/>
                  </a:lnTo>
                  <a:lnTo>
                    <a:pt x="906737" y="914139"/>
                  </a:lnTo>
                  <a:lnTo>
                    <a:pt x="911370" y="908321"/>
                  </a:lnTo>
                  <a:lnTo>
                    <a:pt x="914400" y="904916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3364728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155"/>
                  </a:lnTo>
                  <a:lnTo>
                    <a:pt x="906891" y="920183"/>
                  </a:lnTo>
                  <a:lnTo>
                    <a:pt x="911814" y="915260"/>
                  </a:lnTo>
                  <a:lnTo>
                    <a:pt x="912790" y="914399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33647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33739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33832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339251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34017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34110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34203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34295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343882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34480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34573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34666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347587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34851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34943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35036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35129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352218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35314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35407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35499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355923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35684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35777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35870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35962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360554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361480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362407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363333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364259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365185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366111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367038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367964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368890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36981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37074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37166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372595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37352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37444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37537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37630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3772265" y="1291910"/>
              <a:ext cx="923598" cy="914399"/>
            </a:xfrm>
            <a:custGeom>
              <a:avLst/>
              <a:pathLst>
                <a:path w="92359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598" y="897161"/>
                  </a:lnTo>
                  <a:lnTo>
                    <a:pt x="920634" y="904228"/>
                  </a:lnTo>
                  <a:lnTo>
                    <a:pt x="916865" y="912314"/>
                  </a:lnTo>
                  <a:lnTo>
                    <a:pt x="915787" y="914399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2021706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631" y="931638"/>
                  </a:lnTo>
                  <a:lnTo>
                    <a:pt x="908002" y="927138"/>
                  </a:lnTo>
                  <a:lnTo>
                    <a:pt x="906833" y="916529"/>
                  </a:lnTo>
                  <a:lnTo>
                    <a:pt x="906661" y="914399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202170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20309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20402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20494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205875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20680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20772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20865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20958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210506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211432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212359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213285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214211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21513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21606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21699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21791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218842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7">
                <a:alpha val="100000"/>
              </a:srgbClr>
            </a:solidFill>
            <a:ln w="5420" cap="flat">
              <a:solidFill>
                <a:srgbClr val="EDF7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21976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22069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22162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222547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22347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22439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22532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22625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227178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22810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22903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22995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230883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23180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23273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23366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23458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235514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2364408" y="12574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2373670" y="1274671"/>
              <a:ext cx="921775" cy="914399"/>
            </a:xfrm>
            <a:custGeom>
              <a:avLst/>
              <a:pathLst>
                <a:path w="9217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005" y="897161"/>
                  </a:lnTo>
                  <a:lnTo>
                    <a:pt x="917146" y="900172"/>
                  </a:lnTo>
                  <a:lnTo>
                    <a:pt x="920176" y="909105"/>
                  </a:lnTo>
                  <a:lnTo>
                    <a:pt x="921775" y="91439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3364728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790" y="914399"/>
                  </a:lnTo>
                  <a:lnTo>
                    <a:pt x="914400" y="912979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3373990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2979"/>
                  </a:lnTo>
                  <a:lnTo>
                    <a:pt x="907602" y="910805"/>
                  </a:lnTo>
                  <a:lnTo>
                    <a:pt x="912766" y="906827"/>
                  </a:lnTo>
                  <a:lnTo>
                    <a:pt x="914400" y="905744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3383252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5744"/>
                  </a:lnTo>
                  <a:lnTo>
                    <a:pt x="908768" y="903337"/>
                  </a:lnTo>
                  <a:lnTo>
                    <a:pt x="914120" y="900344"/>
                  </a:lnTo>
                  <a:lnTo>
                    <a:pt x="914400" y="900202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3392514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441"/>
                  </a:lnTo>
                  <a:lnTo>
                    <a:pt x="911118" y="914399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339251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34017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34110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34203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34295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343882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34480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34573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34666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347587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34851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34943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35036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35129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352218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35314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35407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35499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355923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35684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35777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35870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35962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360554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361480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362407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363333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364259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365185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366111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367038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367964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368890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36981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37074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37166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372595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37352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37444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37537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37630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3772265" y="1274671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48"/>
                  </a:lnTo>
                  <a:lnTo>
                    <a:pt x="923598" y="914399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3781528" y="1257433"/>
              <a:ext cx="920598" cy="931486"/>
            </a:xfrm>
            <a:custGeom>
              <a:avLst/>
              <a:pathLst>
                <a:path w="920598" h="931486">
                  <a:moveTo>
                    <a:pt x="914400" y="914399"/>
                  </a:moveTo>
                  <a:lnTo>
                    <a:pt x="920598" y="914399"/>
                  </a:lnTo>
                  <a:lnTo>
                    <a:pt x="918210" y="921502"/>
                  </a:lnTo>
                  <a:lnTo>
                    <a:pt x="914910" y="930268"/>
                  </a:lnTo>
                  <a:lnTo>
                    <a:pt x="914400" y="931486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2021706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6661" y="931638"/>
                  </a:lnTo>
                  <a:lnTo>
                    <a:pt x="905965" y="923058"/>
                  </a:lnTo>
                  <a:lnTo>
                    <a:pt x="905511" y="91439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202170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20309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20402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20494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205875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20680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20772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20865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20958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210506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211432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212359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213285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214211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21513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21606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21699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21791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218842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21976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22069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22162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222547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22347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22439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22532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22625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227178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22810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22903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22995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230883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23180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23273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23366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23458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235514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2373670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825" y="897161"/>
                  </a:lnTo>
                  <a:lnTo>
                    <a:pt x="910371" y="900466"/>
                  </a:lnTo>
                  <a:lnTo>
                    <a:pt x="913875" y="908777"/>
                  </a:lnTo>
                  <a:lnTo>
                    <a:pt x="914400" y="910162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2373670" y="1257433"/>
              <a:ext cx="916005" cy="914399"/>
            </a:xfrm>
            <a:custGeom>
              <a:avLst/>
              <a:pathLst>
                <a:path w="916005" h="914399">
                  <a:moveTo>
                    <a:pt x="914400" y="914399"/>
                  </a:moveTo>
                  <a:lnTo>
                    <a:pt x="914400" y="910162"/>
                  </a:lnTo>
                  <a:lnTo>
                    <a:pt x="916005" y="91439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3392514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1118" y="914399"/>
                  </a:lnTo>
                  <a:lnTo>
                    <a:pt x="914400" y="912731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3401777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969"/>
                  </a:lnTo>
                  <a:lnTo>
                    <a:pt x="909255" y="927820"/>
                  </a:lnTo>
                  <a:lnTo>
                    <a:pt x="910375" y="917026"/>
                  </a:lnTo>
                  <a:lnTo>
                    <a:pt x="910727" y="914399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34017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34110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34203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34295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343882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34480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34573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34666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347587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34851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34943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35036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35129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352218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35314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35407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35499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355923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35684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35777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35870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35962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360554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361480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362407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363333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364259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365185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366111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367038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367964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368890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36981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37074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37166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372595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37352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37444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37537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37630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377226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3781528" y="12574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396"/>
                  </a:lnTo>
                  <a:lnTo>
                    <a:pt x="921261" y="912430"/>
                  </a:lnTo>
                  <a:lnTo>
                    <a:pt x="920598" y="914399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3790790" y="1240194"/>
              <a:ext cx="916352" cy="921634"/>
            </a:xfrm>
            <a:custGeom>
              <a:avLst/>
              <a:pathLst>
                <a:path w="916352" h="921634">
                  <a:moveTo>
                    <a:pt x="914400" y="914399"/>
                  </a:moveTo>
                  <a:lnTo>
                    <a:pt x="916352" y="914399"/>
                  </a:lnTo>
                  <a:lnTo>
                    <a:pt x="914794" y="920314"/>
                  </a:lnTo>
                  <a:lnTo>
                    <a:pt x="914400" y="921634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2021706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11" y="931638"/>
                  </a:lnTo>
                  <a:lnTo>
                    <a:pt x="905399" y="929518"/>
                  </a:lnTo>
                  <a:lnTo>
                    <a:pt x="905137" y="918699"/>
                  </a:lnTo>
                  <a:lnTo>
                    <a:pt x="905154" y="91439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202170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20309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20402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20494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205875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20680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20772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20865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20958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210506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21143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212359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213285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214211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21513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21606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21699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21791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218842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21976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22069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22162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222547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22347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22439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22532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22625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227178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22810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22903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22995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230883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23180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23273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23366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23458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2364408" y="1240194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111" y="897161"/>
                  </a:lnTo>
                  <a:lnTo>
                    <a:pt x="911966" y="902134"/>
                  </a:lnTo>
                  <a:lnTo>
                    <a:pt x="914399" y="906829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2364408" y="1240194"/>
              <a:ext cx="918088" cy="914399"/>
            </a:xfrm>
            <a:custGeom>
              <a:avLst/>
              <a:pathLst>
                <a:path w="918088" h="914399">
                  <a:moveTo>
                    <a:pt x="914399" y="914399"/>
                  </a:moveTo>
                  <a:lnTo>
                    <a:pt x="914399" y="906829"/>
                  </a:lnTo>
                  <a:lnTo>
                    <a:pt x="915907" y="909737"/>
                  </a:lnTo>
                  <a:lnTo>
                    <a:pt x="918088" y="914399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3401777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0727" y="931638"/>
                  </a:lnTo>
                  <a:lnTo>
                    <a:pt x="911802" y="923596"/>
                  </a:lnTo>
                  <a:lnTo>
                    <a:pt x="913315" y="914399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34017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34110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34203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34295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343882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34480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34573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34666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347587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34851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34943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35036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35129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352218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35314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35407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35499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355923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35684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35777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35870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35962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360554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361480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362407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363333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364259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365185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366111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367038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367964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368890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36981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37074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37166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372595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37352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37444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37537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37630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377226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37815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3790790" y="1240194"/>
              <a:ext cx="920318" cy="914399"/>
            </a:xfrm>
            <a:custGeom>
              <a:avLst/>
              <a:pathLst>
                <a:path w="92031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0318" y="897161"/>
                  </a:lnTo>
                  <a:lnTo>
                    <a:pt x="919586" y="900862"/>
                  </a:lnTo>
                  <a:lnTo>
                    <a:pt x="917325" y="910704"/>
                  </a:lnTo>
                  <a:lnTo>
                    <a:pt x="916352" y="914399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2021706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54" y="931638"/>
                  </a:lnTo>
                  <a:lnTo>
                    <a:pt x="905180" y="925108"/>
                  </a:lnTo>
                  <a:lnTo>
                    <a:pt x="905524" y="914400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202170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20309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20402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20494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205875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20680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20772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20865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20958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210506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21143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212359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213285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214211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215137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21606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21699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21791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218842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21976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22069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22162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222547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22347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22439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22532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22625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227178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22810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22903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22995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230883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23180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23273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23366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2355146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6827" y="897161"/>
                  </a:lnTo>
                  <a:lnTo>
                    <a:pt x="908229" y="898944"/>
                  </a:lnTo>
                  <a:lnTo>
                    <a:pt x="912747" y="905338"/>
                  </a:lnTo>
                  <a:lnTo>
                    <a:pt x="914400" y="907935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2355146" y="1222956"/>
              <a:ext cx="918373" cy="914399"/>
            </a:xfrm>
            <a:custGeom>
              <a:avLst/>
              <a:pathLst>
                <a:path w="918373" h="914399">
                  <a:moveTo>
                    <a:pt x="914400" y="914399"/>
                  </a:moveTo>
                  <a:lnTo>
                    <a:pt x="914400" y="907935"/>
                  </a:lnTo>
                  <a:lnTo>
                    <a:pt x="917084" y="912154"/>
                  </a:lnTo>
                  <a:lnTo>
                    <a:pt x="918373" y="91439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3401777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3315" y="914399"/>
                  </a:lnTo>
                  <a:lnTo>
                    <a:pt x="913532" y="913084"/>
                  </a:lnTo>
                  <a:lnTo>
                    <a:pt x="914400" y="908664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3411039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902"/>
                  </a:lnTo>
                  <a:lnTo>
                    <a:pt x="906297" y="919997"/>
                  </a:lnTo>
                  <a:lnTo>
                    <a:pt x="907580" y="914400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34110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34203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34295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343882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34480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34573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34666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347587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34851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34943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35036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35129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352218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35314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35407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35499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355923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35684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35777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35870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359628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360554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361480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362407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363333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364259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365185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366111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367038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367964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368890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36981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37074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37166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372595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37352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37444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37537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37630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377226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37815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3790790" y="1222956"/>
              <a:ext cx="923375" cy="914399"/>
            </a:xfrm>
            <a:custGeom>
              <a:avLst/>
              <a:pathLst>
                <a:path w="9233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375" y="897161"/>
                  </a:lnTo>
                  <a:lnTo>
                    <a:pt x="923274" y="897832"/>
                  </a:lnTo>
                  <a:lnTo>
                    <a:pt x="921571" y="908055"/>
                  </a:lnTo>
                  <a:lnTo>
                    <a:pt x="920318" y="914399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2021706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27" y="931536"/>
                  </a:lnTo>
                  <a:lnTo>
                    <a:pt x="906177" y="920773"/>
                  </a:lnTo>
                  <a:lnTo>
                    <a:pt x="906746" y="914400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202170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20309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20402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20494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205875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20680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20772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20865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20958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210506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21143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212359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213285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214211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215137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21606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21699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21791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218842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21976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22069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22162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222547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22347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22439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22532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22625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227178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22810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22903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22995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230883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23180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2336621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95" y="897161"/>
                  </a:lnTo>
                  <a:lnTo>
                    <a:pt x="912232" y="899685"/>
                  </a:lnTo>
                  <a:lnTo>
                    <a:pt x="914400" y="901872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2345883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72"/>
                  </a:lnTo>
                  <a:lnTo>
                    <a:pt x="907959" y="904721"/>
                  </a:lnTo>
                  <a:lnTo>
                    <a:pt x="912804" y="910225"/>
                  </a:lnTo>
                  <a:lnTo>
                    <a:pt x="914400" y="912252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2345883" y="1205717"/>
              <a:ext cx="916089" cy="914400"/>
            </a:xfrm>
            <a:custGeom>
              <a:avLst/>
              <a:pathLst>
                <a:path w="916089" h="914400">
                  <a:moveTo>
                    <a:pt x="914400" y="914400"/>
                  </a:moveTo>
                  <a:lnTo>
                    <a:pt x="914400" y="912252"/>
                  </a:lnTo>
                  <a:lnTo>
                    <a:pt x="916089" y="914400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3411039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580" y="931638"/>
                  </a:lnTo>
                  <a:lnTo>
                    <a:pt x="908616" y="927124"/>
                  </a:lnTo>
                  <a:lnTo>
                    <a:pt x="911220" y="917257"/>
                  </a:lnTo>
                  <a:lnTo>
                    <a:pt x="912078" y="914400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34110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34203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34295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343882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34480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34573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34666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347587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34851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34943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35036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35129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352218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35314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35407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35499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355923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35684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357775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358702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359628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360554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361480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362407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363333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364259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365185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366111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367038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367964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368890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36981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37074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37166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372595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37352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37444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37537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37630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377226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37815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3790790" y="12057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507"/>
                  </a:lnTo>
                  <a:lnTo>
                    <a:pt x="923375" y="91440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3800052" y="1188479"/>
              <a:ext cx="916727" cy="929746"/>
            </a:xfrm>
            <a:custGeom>
              <a:avLst/>
              <a:pathLst>
                <a:path w="916727" h="929746">
                  <a:moveTo>
                    <a:pt x="914400" y="914400"/>
                  </a:moveTo>
                  <a:lnTo>
                    <a:pt x="916727" y="914400"/>
                  </a:lnTo>
                  <a:lnTo>
                    <a:pt x="916297" y="917230"/>
                  </a:lnTo>
                  <a:lnTo>
                    <a:pt x="915840" y="920243"/>
                  </a:lnTo>
                  <a:lnTo>
                    <a:pt x="915383" y="923256"/>
                  </a:lnTo>
                  <a:lnTo>
                    <a:pt x="914926" y="926269"/>
                  </a:lnTo>
                  <a:lnTo>
                    <a:pt x="914470" y="929282"/>
                  </a:lnTo>
                  <a:lnTo>
                    <a:pt x="914400" y="929746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2021706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746" y="931638"/>
                  </a:lnTo>
                  <a:lnTo>
                    <a:pt x="907130" y="927328"/>
                  </a:lnTo>
                  <a:lnTo>
                    <a:pt x="908381" y="916751"/>
                  </a:lnTo>
                  <a:lnTo>
                    <a:pt x="908730" y="914400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202170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20309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20402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20494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205875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20680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20772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20865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20958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210506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21143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21235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213285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214211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215137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216063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21699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21791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218842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21976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22069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22162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222547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22347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22439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22532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22625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227178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22810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22903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2308835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795" y="897169"/>
                  </a:lnTo>
                  <a:lnTo>
                    <a:pt x="913369" y="899169"/>
                  </a:lnTo>
                  <a:lnTo>
                    <a:pt x="914400" y="899642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2318097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42"/>
                  </a:lnTo>
                  <a:lnTo>
                    <a:pt x="909618" y="901697"/>
                  </a:lnTo>
                  <a:lnTo>
                    <a:pt x="914400" y="90437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232735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378"/>
                  </a:lnTo>
                  <a:lnTo>
                    <a:pt x="905790" y="904744"/>
                  </a:lnTo>
                  <a:lnTo>
                    <a:pt x="911134" y="908304"/>
                  </a:lnTo>
                  <a:lnTo>
                    <a:pt x="914400" y="910837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2327359" y="1188479"/>
              <a:ext cx="918657" cy="914400"/>
            </a:xfrm>
            <a:custGeom>
              <a:avLst/>
              <a:pathLst>
                <a:path w="918657" h="914400">
                  <a:moveTo>
                    <a:pt x="914400" y="914400"/>
                  </a:moveTo>
                  <a:lnTo>
                    <a:pt x="914400" y="910837"/>
                  </a:lnTo>
                  <a:lnTo>
                    <a:pt x="916373" y="912368"/>
                  </a:lnTo>
                  <a:lnTo>
                    <a:pt x="918657" y="914400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341103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78" y="914400"/>
                  </a:lnTo>
                  <a:lnTo>
                    <a:pt x="914102" y="907661"/>
                  </a:lnTo>
                  <a:lnTo>
                    <a:pt x="914400" y="906784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3420301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022"/>
                  </a:lnTo>
                  <a:lnTo>
                    <a:pt x="907992" y="915602"/>
                  </a:lnTo>
                  <a:lnTo>
                    <a:pt x="908449" y="91440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34203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34295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343882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34480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34573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34666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347587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34851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34943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35036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35129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352218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35314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35407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354997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355923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356849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357775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358702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359628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360554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361480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362407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363333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364259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365185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366111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367038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367964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368890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36981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37074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37166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372595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37352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37444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37537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37630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377226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37815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37907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3800052" y="1188479"/>
              <a:ext cx="919166" cy="914400"/>
            </a:xfrm>
            <a:custGeom>
              <a:avLst/>
              <a:pathLst>
                <a:path w="9191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166" y="897161"/>
                  </a:lnTo>
                  <a:lnTo>
                    <a:pt x="919117" y="897615"/>
                  </a:lnTo>
                  <a:lnTo>
                    <a:pt x="917672" y="908178"/>
                  </a:lnTo>
                  <a:lnTo>
                    <a:pt x="917212" y="911204"/>
                  </a:lnTo>
                  <a:lnTo>
                    <a:pt x="916755" y="914217"/>
                  </a:lnTo>
                  <a:lnTo>
                    <a:pt x="916727" y="91440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2021706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730" y="931638"/>
                  </a:lnTo>
                  <a:lnTo>
                    <a:pt x="909928" y="923550"/>
                  </a:lnTo>
                  <a:lnTo>
                    <a:pt x="911566" y="914400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202170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20309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20402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20494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205875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20680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20772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20865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20958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210506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21143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21235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213285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214211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215137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216063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216990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21791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218842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21976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22069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22162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222547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22347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22439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2262523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07" y="897161"/>
                  </a:lnTo>
                  <a:lnTo>
                    <a:pt x="908625" y="900500"/>
                  </a:lnTo>
                  <a:lnTo>
                    <a:pt x="910569" y="901004"/>
                  </a:lnTo>
                  <a:lnTo>
                    <a:pt x="910907" y="901107"/>
                  </a:lnTo>
                  <a:lnTo>
                    <a:pt x="911248" y="901211"/>
                  </a:lnTo>
                  <a:lnTo>
                    <a:pt x="911588" y="901316"/>
                  </a:lnTo>
                  <a:lnTo>
                    <a:pt x="911929" y="901420"/>
                  </a:lnTo>
                  <a:lnTo>
                    <a:pt x="912269" y="901524"/>
                  </a:lnTo>
                  <a:lnTo>
                    <a:pt x="912610" y="901628"/>
                  </a:lnTo>
                  <a:lnTo>
                    <a:pt x="912950" y="901732"/>
                  </a:lnTo>
                  <a:lnTo>
                    <a:pt x="913291" y="901837"/>
                  </a:lnTo>
                  <a:lnTo>
                    <a:pt x="913631" y="901941"/>
                  </a:lnTo>
                  <a:lnTo>
                    <a:pt x="913972" y="902045"/>
                  </a:lnTo>
                  <a:lnTo>
                    <a:pt x="914400" y="902176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2271786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176"/>
                  </a:lnTo>
                  <a:lnTo>
                    <a:pt x="905391" y="902254"/>
                  </a:lnTo>
                  <a:lnTo>
                    <a:pt x="905731" y="902358"/>
                  </a:lnTo>
                  <a:lnTo>
                    <a:pt x="906071" y="902462"/>
                  </a:lnTo>
                  <a:lnTo>
                    <a:pt x="906412" y="902566"/>
                  </a:lnTo>
                  <a:lnTo>
                    <a:pt x="906752" y="902671"/>
                  </a:lnTo>
                  <a:lnTo>
                    <a:pt x="907093" y="902775"/>
                  </a:lnTo>
                  <a:lnTo>
                    <a:pt x="907433" y="902879"/>
                  </a:lnTo>
                  <a:lnTo>
                    <a:pt x="907774" y="902984"/>
                  </a:lnTo>
                  <a:lnTo>
                    <a:pt x="908114" y="903088"/>
                  </a:lnTo>
                  <a:lnTo>
                    <a:pt x="908454" y="903192"/>
                  </a:lnTo>
                  <a:lnTo>
                    <a:pt x="908795" y="903297"/>
                  </a:lnTo>
                  <a:lnTo>
                    <a:pt x="909135" y="903401"/>
                  </a:lnTo>
                  <a:lnTo>
                    <a:pt x="909476" y="903505"/>
                  </a:lnTo>
                  <a:lnTo>
                    <a:pt x="909816" y="903610"/>
                  </a:lnTo>
                  <a:lnTo>
                    <a:pt x="910156" y="903714"/>
                  </a:lnTo>
                  <a:lnTo>
                    <a:pt x="910497" y="903818"/>
                  </a:lnTo>
                  <a:lnTo>
                    <a:pt x="910837" y="903923"/>
                  </a:lnTo>
                  <a:lnTo>
                    <a:pt x="911178" y="904027"/>
                  </a:lnTo>
                  <a:lnTo>
                    <a:pt x="911518" y="904132"/>
                  </a:lnTo>
                  <a:lnTo>
                    <a:pt x="911858" y="904236"/>
                  </a:lnTo>
                  <a:lnTo>
                    <a:pt x="912199" y="904340"/>
                  </a:lnTo>
                  <a:lnTo>
                    <a:pt x="912539" y="904445"/>
                  </a:lnTo>
                  <a:lnTo>
                    <a:pt x="912879" y="904549"/>
                  </a:lnTo>
                  <a:lnTo>
                    <a:pt x="913220" y="904654"/>
                  </a:lnTo>
                  <a:lnTo>
                    <a:pt x="913560" y="904758"/>
                  </a:lnTo>
                  <a:lnTo>
                    <a:pt x="913900" y="904863"/>
                  </a:lnTo>
                  <a:lnTo>
                    <a:pt x="914241" y="904967"/>
                  </a:lnTo>
                  <a:lnTo>
                    <a:pt x="914400" y="905016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2281048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016"/>
                  </a:lnTo>
                  <a:lnTo>
                    <a:pt x="905319" y="905072"/>
                  </a:lnTo>
                  <a:lnTo>
                    <a:pt x="905659" y="905176"/>
                  </a:lnTo>
                  <a:lnTo>
                    <a:pt x="905999" y="905281"/>
                  </a:lnTo>
                  <a:lnTo>
                    <a:pt x="906340" y="905385"/>
                  </a:lnTo>
                  <a:lnTo>
                    <a:pt x="906680" y="905490"/>
                  </a:lnTo>
                  <a:lnTo>
                    <a:pt x="907020" y="905594"/>
                  </a:lnTo>
                  <a:lnTo>
                    <a:pt x="907360" y="905699"/>
                  </a:lnTo>
                  <a:lnTo>
                    <a:pt x="907701" y="905803"/>
                  </a:lnTo>
                  <a:lnTo>
                    <a:pt x="908041" y="905908"/>
                  </a:lnTo>
                  <a:lnTo>
                    <a:pt x="908381" y="906013"/>
                  </a:lnTo>
                  <a:lnTo>
                    <a:pt x="908721" y="906117"/>
                  </a:lnTo>
                  <a:lnTo>
                    <a:pt x="909062" y="906222"/>
                  </a:lnTo>
                  <a:lnTo>
                    <a:pt x="909402" y="906326"/>
                  </a:lnTo>
                  <a:lnTo>
                    <a:pt x="909742" y="906431"/>
                  </a:lnTo>
                  <a:lnTo>
                    <a:pt x="910082" y="906536"/>
                  </a:lnTo>
                  <a:lnTo>
                    <a:pt x="910423" y="906640"/>
                  </a:lnTo>
                  <a:lnTo>
                    <a:pt x="910763" y="906745"/>
                  </a:lnTo>
                  <a:lnTo>
                    <a:pt x="911103" y="906849"/>
                  </a:lnTo>
                  <a:lnTo>
                    <a:pt x="911443" y="906954"/>
                  </a:lnTo>
                  <a:lnTo>
                    <a:pt x="911783" y="907059"/>
                  </a:lnTo>
                  <a:lnTo>
                    <a:pt x="912124" y="907163"/>
                  </a:lnTo>
                  <a:lnTo>
                    <a:pt x="912464" y="907268"/>
                  </a:lnTo>
                  <a:lnTo>
                    <a:pt x="912804" y="907373"/>
                  </a:lnTo>
                  <a:lnTo>
                    <a:pt x="913144" y="907477"/>
                  </a:lnTo>
                  <a:lnTo>
                    <a:pt x="913484" y="907582"/>
                  </a:lnTo>
                  <a:lnTo>
                    <a:pt x="913824" y="907687"/>
                  </a:lnTo>
                  <a:lnTo>
                    <a:pt x="914165" y="907792"/>
                  </a:lnTo>
                  <a:lnTo>
                    <a:pt x="914400" y="907864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2290310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2" y="907896"/>
                  </a:lnTo>
                  <a:lnTo>
                    <a:pt x="905583" y="908001"/>
                  </a:lnTo>
                  <a:lnTo>
                    <a:pt x="905923" y="908106"/>
                  </a:lnTo>
                  <a:lnTo>
                    <a:pt x="906263" y="908211"/>
                  </a:lnTo>
                  <a:lnTo>
                    <a:pt x="906603" y="908315"/>
                  </a:lnTo>
                  <a:lnTo>
                    <a:pt x="906943" y="908420"/>
                  </a:lnTo>
                  <a:lnTo>
                    <a:pt x="907283" y="908525"/>
                  </a:lnTo>
                  <a:lnTo>
                    <a:pt x="907623" y="908630"/>
                  </a:lnTo>
                  <a:lnTo>
                    <a:pt x="907963" y="908735"/>
                  </a:lnTo>
                  <a:lnTo>
                    <a:pt x="908304" y="908839"/>
                  </a:lnTo>
                  <a:lnTo>
                    <a:pt x="908644" y="908944"/>
                  </a:lnTo>
                  <a:lnTo>
                    <a:pt x="908984" y="909049"/>
                  </a:lnTo>
                  <a:lnTo>
                    <a:pt x="909324" y="909154"/>
                  </a:lnTo>
                  <a:lnTo>
                    <a:pt x="909664" y="909259"/>
                  </a:lnTo>
                  <a:lnTo>
                    <a:pt x="910004" y="909364"/>
                  </a:lnTo>
                  <a:lnTo>
                    <a:pt x="910344" y="909468"/>
                  </a:lnTo>
                  <a:lnTo>
                    <a:pt x="910684" y="909573"/>
                  </a:lnTo>
                  <a:lnTo>
                    <a:pt x="911024" y="909678"/>
                  </a:lnTo>
                  <a:lnTo>
                    <a:pt x="911364" y="909783"/>
                  </a:lnTo>
                  <a:lnTo>
                    <a:pt x="911704" y="909888"/>
                  </a:lnTo>
                  <a:lnTo>
                    <a:pt x="912044" y="909993"/>
                  </a:lnTo>
                  <a:lnTo>
                    <a:pt x="912384" y="910098"/>
                  </a:lnTo>
                  <a:lnTo>
                    <a:pt x="912724" y="910203"/>
                  </a:lnTo>
                  <a:lnTo>
                    <a:pt x="913064" y="910308"/>
                  </a:lnTo>
                  <a:lnTo>
                    <a:pt x="913404" y="910413"/>
                  </a:lnTo>
                  <a:lnTo>
                    <a:pt x="913744" y="910518"/>
                  </a:lnTo>
                  <a:lnTo>
                    <a:pt x="914084" y="910623"/>
                  </a:lnTo>
                  <a:lnTo>
                    <a:pt x="914400" y="910720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2299572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62" y="910728"/>
                  </a:lnTo>
                  <a:lnTo>
                    <a:pt x="905502" y="910833"/>
                  </a:lnTo>
                  <a:lnTo>
                    <a:pt x="905842" y="910938"/>
                  </a:lnTo>
                  <a:lnTo>
                    <a:pt x="906182" y="911043"/>
                  </a:lnTo>
                  <a:lnTo>
                    <a:pt x="906522" y="911148"/>
                  </a:lnTo>
                  <a:lnTo>
                    <a:pt x="906862" y="911253"/>
                  </a:lnTo>
                  <a:lnTo>
                    <a:pt x="907202" y="911358"/>
                  </a:lnTo>
                  <a:lnTo>
                    <a:pt x="907542" y="911463"/>
                  </a:lnTo>
                  <a:lnTo>
                    <a:pt x="907882" y="911568"/>
                  </a:lnTo>
                  <a:lnTo>
                    <a:pt x="908222" y="911673"/>
                  </a:lnTo>
                  <a:lnTo>
                    <a:pt x="908561" y="911778"/>
                  </a:lnTo>
                  <a:lnTo>
                    <a:pt x="908901" y="911883"/>
                  </a:lnTo>
                  <a:lnTo>
                    <a:pt x="909241" y="911988"/>
                  </a:lnTo>
                  <a:lnTo>
                    <a:pt x="909581" y="912093"/>
                  </a:lnTo>
                  <a:lnTo>
                    <a:pt x="909921" y="912198"/>
                  </a:lnTo>
                  <a:lnTo>
                    <a:pt x="910261" y="912303"/>
                  </a:lnTo>
                  <a:lnTo>
                    <a:pt x="910601" y="912408"/>
                  </a:lnTo>
                  <a:lnTo>
                    <a:pt x="910941" y="912513"/>
                  </a:lnTo>
                  <a:lnTo>
                    <a:pt x="911281" y="912619"/>
                  </a:lnTo>
                  <a:lnTo>
                    <a:pt x="911621" y="912724"/>
                  </a:lnTo>
                  <a:lnTo>
                    <a:pt x="911960" y="912829"/>
                  </a:lnTo>
                  <a:lnTo>
                    <a:pt x="912300" y="912934"/>
                  </a:lnTo>
                  <a:lnTo>
                    <a:pt x="912640" y="913039"/>
                  </a:lnTo>
                  <a:lnTo>
                    <a:pt x="912980" y="913144"/>
                  </a:lnTo>
                  <a:lnTo>
                    <a:pt x="913320" y="913250"/>
                  </a:lnTo>
                  <a:lnTo>
                    <a:pt x="913660" y="913355"/>
                  </a:lnTo>
                  <a:lnTo>
                    <a:pt x="913999" y="913460"/>
                  </a:lnTo>
                  <a:lnTo>
                    <a:pt x="914400" y="913584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2299572" y="1171240"/>
              <a:ext cx="917033" cy="914400"/>
            </a:xfrm>
            <a:custGeom>
              <a:avLst/>
              <a:pathLst>
                <a:path w="917033" h="914400">
                  <a:moveTo>
                    <a:pt x="914400" y="914400"/>
                  </a:moveTo>
                  <a:lnTo>
                    <a:pt x="914400" y="913584"/>
                  </a:lnTo>
                  <a:lnTo>
                    <a:pt x="914679" y="913670"/>
                  </a:lnTo>
                  <a:lnTo>
                    <a:pt x="915019" y="913776"/>
                  </a:lnTo>
                  <a:lnTo>
                    <a:pt x="915359" y="913881"/>
                  </a:lnTo>
                  <a:lnTo>
                    <a:pt x="915699" y="913986"/>
                  </a:lnTo>
                  <a:lnTo>
                    <a:pt x="916038" y="914091"/>
                  </a:lnTo>
                  <a:lnTo>
                    <a:pt x="916378" y="914197"/>
                  </a:lnTo>
                  <a:lnTo>
                    <a:pt x="916718" y="914302"/>
                  </a:lnTo>
                  <a:lnTo>
                    <a:pt x="917033" y="914400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3420301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49" y="914400"/>
                  </a:lnTo>
                  <a:lnTo>
                    <a:pt x="911405" y="906630"/>
                  </a:lnTo>
                  <a:lnTo>
                    <a:pt x="914400" y="899583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3429563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822"/>
                  </a:lnTo>
                  <a:lnTo>
                    <a:pt x="905807" y="915246"/>
                  </a:lnTo>
                  <a:lnTo>
                    <a:pt x="906208" y="91440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34295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343882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34480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34573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34666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347587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34851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34943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350366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351292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352218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353144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354071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354997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355923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356849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357775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358702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359628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360554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361480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362407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363333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364259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365185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366111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367038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367964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368890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36981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37074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37166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372595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37352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37444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37537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37630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377226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37815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37907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3800052" y="1171240"/>
              <a:ext cx="920807" cy="914400"/>
            </a:xfrm>
            <a:custGeom>
              <a:avLst/>
              <a:pathLst>
                <a:path w="9208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807" y="897161"/>
                  </a:lnTo>
                  <a:lnTo>
                    <a:pt x="920262" y="904164"/>
                  </a:lnTo>
                  <a:lnTo>
                    <a:pt x="919166" y="91440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2021706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566" y="931638"/>
                  </a:lnTo>
                  <a:lnTo>
                    <a:pt x="911767" y="930513"/>
                  </a:lnTo>
                  <a:lnTo>
                    <a:pt x="911892" y="929917"/>
                  </a:lnTo>
                  <a:lnTo>
                    <a:pt x="911956" y="928325"/>
                  </a:lnTo>
                  <a:lnTo>
                    <a:pt x="912690" y="917595"/>
                  </a:lnTo>
                  <a:lnTo>
                    <a:pt x="913001" y="914400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202170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20309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20402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20494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205875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20680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20772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20865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20958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210506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21143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21235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213285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214211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215137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216063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216990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217916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218842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21976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22069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22162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222547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22347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22439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2253261" y="1154002"/>
              <a:ext cx="917469" cy="914400"/>
            </a:xfrm>
            <a:custGeom>
              <a:avLst/>
              <a:pathLst>
                <a:path w="9174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3" y="897161"/>
                  </a:lnTo>
                  <a:lnTo>
                    <a:pt x="915385" y="900542"/>
                  </a:lnTo>
                  <a:lnTo>
                    <a:pt x="917105" y="911496"/>
                  </a:lnTo>
                  <a:lnTo>
                    <a:pt x="917469" y="914400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3429563" y="11540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6208" y="914400"/>
                  </a:lnTo>
                  <a:lnTo>
                    <a:pt x="909712" y="906998"/>
                  </a:lnTo>
                  <a:lnTo>
                    <a:pt x="913848" y="899147"/>
                  </a:lnTo>
                  <a:lnTo>
                    <a:pt x="914400" y="898206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3438825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444"/>
                  </a:lnTo>
                  <a:lnTo>
                    <a:pt x="905749" y="914400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343882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34480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34573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34666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347587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34851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34943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350366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351292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352218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353144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354071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354997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355923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356849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357775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358702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359628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360554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361480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362407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363333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364259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365185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366111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367038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367964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368890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36981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37074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37166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372595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37352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37444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37537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37630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377226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37815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37907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3800052" y="1154002"/>
              <a:ext cx="921689" cy="914400"/>
            </a:xfrm>
            <a:custGeom>
              <a:avLst/>
              <a:pathLst>
                <a:path w="92168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689" y="897161"/>
                  </a:lnTo>
                  <a:lnTo>
                    <a:pt x="921635" y="899761"/>
                  </a:lnTo>
                  <a:lnTo>
                    <a:pt x="921102" y="910616"/>
                  </a:lnTo>
                  <a:lnTo>
                    <a:pt x="920807" y="91440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2021706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001" y="914400"/>
                  </a:lnTo>
                  <a:lnTo>
                    <a:pt x="913725" y="906951"/>
                  </a:lnTo>
                  <a:lnTo>
                    <a:pt x="914400" y="901622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203096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60"/>
                  </a:lnTo>
                  <a:lnTo>
                    <a:pt x="905702" y="914400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20309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20402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20494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205875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20680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20772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20865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20958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210506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21143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21235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213285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214211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215137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216063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216990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217916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218842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21976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22069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22162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222547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22347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2253261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434" y="897161"/>
                  </a:lnTo>
                  <a:lnTo>
                    <a:pt x="912814" y="902253"/>
                  </a:lnTo>
                  <a:lnTo>
                    <a:pt x="913003" y="905373"/>
                  </a:lnTo>
                  <a:lnTo>
                    <a:pt x="913081" y="905753"/>
                  </a:lnTo>
                  <a:lnTo>
                    <a:pt x="913169" y="906175"/>
                  </a:lnTo>
                  <a:lnTo>
                    <a:pt x="913256" y="906598"/>
                  </a:lnTo>
                  <a:lnTo>
                    <a:pt x="913343" y="907020"/>
                  </a:lnTo>
                  <a:lnTo>
                    <a:pt x="914400" y="912587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2253261" y="1136763"/>
              <a:ext cx="914743" cy="914400"/>
            </a:xfrm>
            <a:custGeom>
              <a:avLst/>
              <a:pathLst>
                <a:path w="914743" h="914400">
                  <a:moveTo>
                    <a:pt x="914400" y="914400"/>
                  </a:moveTo>
                  <a:lnTo>
                    <a:pt x="914400" y="912587"/>
                  </a:lnTo>
                  <a:lnTo>
                    <a:pt x="914743" y="914400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3438825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749" y="914400"/>
                  </a:lnTo>
                  <a:lnTo>
                    <a:pt x="908939" y="908956"/>
                  </a:lnTo>
                  <a:lnTo>
                    <a:pt x="913498" y="901966"/>
                  </a:lnTo>
                  <a:lnTo>
                    <a:pt x="914400" y="90072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344808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967"/>
                  </a:lnTo>
                  <a:lnTo>
                    <a:pt x="907734" y="914400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34480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34573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34666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347587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34851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349439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350366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351292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352218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353144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354071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354997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355923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356849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357775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358702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359628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360554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361480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362407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363333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364259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365185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366111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367038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367964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368890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36981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37074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37166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372595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37352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37444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37537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37630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377226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37815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37907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3800052" y="1136763"/>
              <a:ext cx="921861" cy="914400"/>
            </a:xfrm>
            <a:custGeom>
              <a:avLst/>
              <a:pathLst>
                <a:path w="92186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93" y="897161"/>
                  </a:lnTo>
                  <a:lnTo>
                    <a:pt x="921861" y="906108"/>
                  </a:lnTo>
                  <a:lnTo>
                    <a:pt x="921689" y="91440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2030968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02" y="931638"/>
                  </a:lnTo>
                  <a:lnTo>
                    <a:pt x="905795" y="930900"/>
                  </a:lnTo>
                  <a:lnTo>
                    <a:pt x="907421" y="920515"/>
                  </a:lnTo>
                  <a:lnTo>
                    <a:pt x="908568" y="914400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20309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20402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20494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205875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20680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20772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20865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20958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210506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21143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21235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213285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214211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215137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216063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216990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217916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218842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219768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22069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22162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222547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22347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2243999" y="1119525"/>
              <a:ext cx="921696" cy="914400"/>
            </a:xfrm>
            <a:custGeom>
              <a:avLst/>
              <a:pathLst>
                <a:path w="92169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043" y="897161"/>
                  </a:lnTo>
                  <a:lnTo>
                    <a:pt x="920177" y="898174"/>
                  </a:lnTo>
                  <a:lnTo>
                    <a:pt x="921277" y="908787"/>
                  </a:lnTo>
                  <a:lnTo>
                    <a:pt x="921696" y="914400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3448088" y="11195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734" y="914400"/>
                  </a:lnTo>
                  <a:lnTo>
                    <a:pt x="908989" y="912676"/>
                  </a:lnTo>
                  <a:lnTo>
                    <a:pt x="913921" y="906627"/>
                  </a:lnTo>
                  <a:lnTo>
                    <a:pt x="914400" y="906105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3457350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44"/>
                  </a:lnTo>
                  <a:lnTo>
                    <a:pt x="909756" y="918312"/>
                  </a:lnTo>
                  <a:lnTo>
                    <a:pt x="913830" y="91440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34573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34666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347587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34851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349439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350366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351292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352218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353144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354071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354997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355923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356849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357775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358702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359628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360554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361480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362407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363333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364259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365185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366111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367038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367964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368890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36981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37074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37166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372595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37352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37444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37537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37630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377226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37815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37907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3800052" y="1119525"/>
              <a:ext cx="921793" cy="914400"/>
            </a:xfrm>
            <a:custGeom>
              <a:avLst/>
              <a:pathLst>
                <a:path w="9217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102" y="897161"/>
                  </a:lnTo>
                  <a:lnTo>
                    <a:pt x="921387" y="901573"/>
                  </a:lnTo>
                  <a:lnTo>
                    <a:pt x="921778" y="912448"/>
                  </a:lnTo>
                  <a:lnTo>
                    <a:pt x="921793" y="91440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2030968" y="10850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568" y="931638"/>
                  </a:lnTo>
                  <a:lnTo>
                    <a:pt x="909337" y="927541"/>
                  </a:lnTo>
                  <a:lnTo>
                    <a:pt x="911536" y="917529"/>
                  </a:lnTo>
                  <a:lnTo>
                    <a:pt x="912329" y="914400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20309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20402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20494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205875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20680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20772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20865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20958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210506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21143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21235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213285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214211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215137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216063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216990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217916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218842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219768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220695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22162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222547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22347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2243999" y="1102287"/>
              <a:ext cx="920043" cy="914400"/>
            </a:xfrm>
            <a:custGeom>
              <a:avLst/>
              <a:pathLst>
                <a:path w="92004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15" y="897161"/>
                  </a:lnTo>
                  <a:lnTo>
                    <a:pt x="918782" y="904920"/>
                  </a:lnTo>
                  <a:lnTo>
                    <a:pt x="920043" y="914400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3429563" y="1085048"/>
              <a:ext cx="914400" cy="914645"/>
            </a:xfrm>
            <a:custGeom>
              <a:avLst/>
              <a:pathLst>
                <a:path w="914400" h="914645">
                  <a:moveTo>
                    <a:pt x="914400" y="914400"/>
                  </a:moveTo>
                  <a:lnTo>
                    <a:pt x="914400" y="914645"/>
                  </a:lnTo>
                  <a:lnTo>
                    <a:pt x="913674" y="914400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3429563" y="1085048"/>
              <a:ext cx="923662" cy="917195"/>
            </a:xfrm>
            <a:custGeom>
              <a:avLst/>
              <a:pathLst>
                <a:path w="923662" h="917195">
                  <a:moveTo>
                    <a:pt x="914400" y="914400"/>
                  </a:moveTo>
                  <a:lnTo>
                    <a:pt x="923662" y="914400"/>
                  </a:lnTo>
                  <a:lnTo>
                    <a:pt x="923588" y="917195"/>
                  </a:lnTo>
                  <a:lnTo>
                    <a:pt x="917931" y="915838"/>
                  </a:lnTo>
                  <a:lnTo>
                    <a:pt x="914400" y="914645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3438825" y="1085048"/>
              <a:ext cx="923662" cy="918184"/>
            </a:xfrm>
            <a:custGeom>
              <a:avLst/>
              <a:pathLst>
                <a:path w="923662" h="91818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184"/>
                  </a:lnTo>
                  <a:lnTo>
                    <a:pt x="920013" y="918010"/>
                  </a:lnTo>
                  <a:lnTo>
                    <a:pt x="914400" y="917206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3457350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30" y="914400"/>
                  </a:lnTo>
                  <a:lnTo>
                    <a:pt x="914400" y="913853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3448088" y="1085048"/>
              <a:ext cx="923662" cy="918282"/>
            </a:xfrm>
            <a:custGeom>
              <a:avLst/>
              <a:pathLst>
                <a:path w="923662" h="9182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64"/>
                  </a:lnTo>
                  <a:lnTo>
                    <a:pt x="922156" y="918008"/>
                  </a:lnTo>
                  <a:lnTo>
                    <a:pt x="916454" y="918282"/>
                  </a:lnTo>
                  <a:lnTo>
                    <a:pt x="914400" y="918184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3466612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853"/>
                  </a:lnTo>
                  <a:lnTo>
                    <a:pt x="905743" y="913271"/>
                  </a:lnTo>
                  <a:lnTo>
                    <a:pt x="911129" y="908755"/>
                  </a:lnTo>
                  <a:lnTo>
                    <a:pt x="914400" y="906394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3457350" y="1085048"/>
              <a:ext cx="923662" cy="917864"/>
            </a:xfrm>
            <a:custGeom>
              <a:avLst/>
              <a:pathLst>
                <a:path w="923662" h="91786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980"/>
                  </a:lnTo>
                  <a:lnTo>
                    <a:pt x="922239" y="917116"/>
                  </a:lnTo>
                  <a:lnTo>
                    <a:pt x="920371" y="917294"/>
                  </a:lnTo>
                  <a:lnTo>
                    <a:pt x="918502" y="917472"/>
                  </a:lnTo>
                  <a:lnTo>
                    <a:pt x="916634" y="917650"/>
                  </a:lnTo>
                  <a:lnTo>
                    <a:pt x="914766" y="917829"/>
                  </a:lnTo>
                  <a:lnTo>
                    <a:pt x="914400" y="917864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34666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lnTo>
                    <a:pt x="914400" y="923632"/>
                  </a:lnTo>
                  <a:lnTo>
                    <a:pt x="916636" y="922017"/>
                  </a:lnTo>
                  <a:lnTo>
                    <a:pt x="916924" y="921826"/>
                  </a:lnTo>
                  <a:lnTo>
                    <a:pt x="917214" y="921633"/>
                  </a:lnTo>
                  <a:lnTo>
                    <a:pt x="917504" y="921440"/>
                  </a:lnTo>
                  <a:lnTo>
                    <a:pt x="917794" y="921247"/>
                  </a:lnTo>
                  <a:lnTo>
                    <a:pt x="918084" y="921053"/>
                  </a:lnTo>
                  <a:lnTo>
                    <a:pt x="918374" y="920860"/>
                  </a:lnTo>
                  <a:lnTo>
                    <a:pt x="918664" y="920667"/>
                  </a:lnTo>
                  <a:lnTo>
                    <a:pt x="918954" y="920474"/>
                  </a:lnTo>
                  <a:lnTo>
                    <a:pt x="919244" y="920281"/>
                  </a:lnTo>
                  <a:lnTo>
                    <a:pt x="919534" y="920088"/>
                  </a:lnTo>
                  <a:lnTo>
                    <a:pt x="919825" y="919895"/>
                  </a:lnTo>
                  <a:lnTo>
                    <a:pt x="920115" y="919702"/>
                  </a:lnTo>
                  <a:lnTo>
                    <a:pt x="920405" y="919509"/>
                  </a:lnTo>
                  <a:lnTo>
                    <a:pt x="920695" y="919316"/>
                  </a:lnTo>
                  <a:lnTo>
                    <a:pt x="920985" y="919123"/>
                  </a:lnTo>
                  <a:lnTo>
                    <a:pt x="921275" y="918930"/>
                  </a:lnTo>
                  <a:lnTo>
                    <a:pt x="921566" y="918737"/>
                  </a:lnTo>
                  <a:lnTo>
                    <a:pt x="921856" y="918544"/>
                  </a:lnTo>
                  <a:lnTo>
                    <a:pt x="922073" y="918400"/>
                  </a:lnTo>
                  <a:lnTo>
                    <a:pt x="920926" y="916934"/>
                  </a:lnTo>
                  <a:lnTo>
                    <a:pt x="920444" y="916318"/>
                  </a:lnTo>
                  <a:lnTo>
                    <a:pt x="918586" y="916583"/>
                  </a:lnTo>
                  <a:lnTo>
                    <a:pt x="916714" y="916761"/>
                  </a:lnTo>
                  <a:lnTo>
                    <a:pt x="914845" y="916938"/>
                  </a:lnTo>
                  <a:lnTo>
                    <a:pt x="914400" y="91698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347587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34851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349439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350366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351292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352218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353144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354071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354997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355923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356849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357775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358702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359628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360554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361480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362407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363333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364259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365185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366111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367038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367964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368890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36981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37074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37166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372595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37352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37444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37537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37630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377226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37815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37907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3800052" y="1102287"/>
              <a:ext cx="921102" cy="914400"/>
            </a:xfrm>
            <a:custGeom>
              <a:avLst/>
              <a:pathLst>
                <a:path w="92110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685" y="897252"/>
                  </a:lnTo>
                  <a:lnTo>
                    <a:pt x="920688" y="907990"/>
                  </a:lnTo>
                  <a:lnTo>
                    <a:pt x="921102" y="91440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2030968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329" y="914400"/>
                  </a:lnTo>
                  <a:lnTo>
                    <a:pt x="914014" y="907745"/>
                  </a:lnTo>
                  <a:lnTo>
                    <a:pt x="914400" y="906410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2040230" y="10678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649"/>
                  </a:lnTo>
                  <a:lnTo>
                    <a:pt x="907501" y="915454"/>
                  </a:lnTo>
                  <a:lnTo>
                    <a:pt x="907845" y="914400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20402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20494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205875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20680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20772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20865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20958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210506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21143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21235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213285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214211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215137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216063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21699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21791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218842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21976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22069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22162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222547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2243999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098" y="897161"/>
                  </a:lnTo>
                  <a:lnTo>
                    <a:pt x="914400" y="89848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2243999" y="1085048"/>
              <a:ext cx="917515" cy="914400"/>
            </a:xfrm>
            <a:custGeom>
              <a:avLst/>
              <a:pathLst>
                <a:path w="917515" h="914400">
                  <a:moveTo>
                    <a:pt x="914400" y="914400"/>
                  </a:moveTo>
                  <a:lnTo>
                    <a:pt x="914400" y="898489"/>
                  </a:lnTo>
                  <a:lnTo>
                    <a:pt x="915117" y="901654"/>
                  </a:lnTo>
                  <a:lnTo>
                    <a:pt x="917093" y="911817"/>
                  </a:lnTo>
                  <a:lnTo>
                    <a:pt x="917515" y="914400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3401777" y="1067810"/>
              <a:ext cx="914400" cy="914866"/>
            </a:xfrm>
            <a:custGeom>
              <a:avLst/>
              <a:pathLst>
                <a:path w="914400" h="914866">
                  <a:moveTo>
                    <a:pt x="914400" y="914400"/>
                  </a:moveTo>
                  <a:lnTo>
                    <a:pt x="914400" y="914866"/>
                  </a:lnTo>
                  <a:lnTo>
                    <a:pt x="913862" y="91440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3401777" y="1067810"/>
              <a:ext cx="923662" cy="922302"/>
            </a:xfrm>
            <a:custGeom>
              <a:avLst/>
              <a:pathLst>
                <a:path w="923662" h="92230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302"/>
                  </a:lnTo>
                  <a:lnTo>
                    <a:pt x="918397" y="918334"/>
                  </a:lnTo>
                  <a:lnTo>
                    <a:pt x="914400" y="914866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3411039" y="1067810"/>
              <a:ext cx="923662" cy="927872"/>
            </a:xfrm>
            <a:custGeom>
              <a:avLst/>
              <a:pathLst>
                <a:path w="923662" h="92787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872"/>
                  </a:lnTo>
                  <a:lnTo>
                    <a:pt x="919812" y="925795"/>
                  </a:lnTo>
                  <a:lnTo>
                    <a:pt x="914400" y="922302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34203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936" y="931638"/>
                  </a:lnTo>
                  <a:lnTo>
                    <a:pt x="921581" y="931180"/>
                  </a:lnTo>
                  <a:lnTo>
                    <a:pt x="916028" y="928751"/>
                  </a:lnTo>
                  <a:lnTo>
                    <a:pt x="914400" y="927872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34295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343882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34480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34573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34666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347587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348513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349439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350366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351292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352218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353144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354071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354997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355923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356849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357775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358702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359628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360554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361480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362407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363333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364259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365185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366111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367038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367964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368890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369816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37074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37166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372595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37352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37444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37537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37630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377226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37815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37907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3800052" y="1085048"/>
              <a:ext cx="919674" cy="914400"/>
            </a:xfrm>
            <a:custGeom>
              <a:avLst/>
              <a:pathLst>
                <a:path w="91967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352" y="897161"/>
                  </a:lnTo>
                  <a:lnTo>
                    <a:pt x="918378" y="903865"/>
                  </a:lnTo>
                  <a:lnTo>
                    <a:pt x="919674" y="91440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2040230" y="10505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845" y="931638"/>
                  </a:lnTo>
                  <a:lnTo>
                    <a:pt x="910515" y="923443"/>
                  </a:lnTo>
                  <a:lnTo>
                    <a:pt x="913824" y="914400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20402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20494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205875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20680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20772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20865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20958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210506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21143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212359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213285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214211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21513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21606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21699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21791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218842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21976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22069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22162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222547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2234737" y="1067810"/>
              <a:ext cx="923360" cy="914400"/>
            </a:xfrm>
            <a:custGeom>
              <a:avLst/>
              <a:pathLst>
                <a:path w="92336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79" y="897161"/>
                  </a:lnTo>
                  <a:lnTo>
                    <a:pt x="919586" y="899211"/>
                  </a:lnTo>
                  <a:lnTo>
                    <a:pt x="922121" y="908935"/>
                  </a:lnTo>
                  <a:lnTo>
                    <a:pt x="923360" y="914400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3383252" y="1050571"/>
              <a:ext cx="914400" cy="915267"/>
            </a:xfrm>
            <a:custGeom>
              <a:avLst/>
              <a:pathLst>
                <a:path w="914400" h="915267">
                  <a:moveTo>
                    <a:pt x="914400" y="914400"/>
                  </a:moveTo>
                  <a:lnTo>
                    <a:pt x="914400" y="915267"/>
                  </a:lnTo>
                  <a:lnTo>
                    <a:pt x="910477" y="91440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3383252" y="1050571"/>
              <a:ext cx="923662" cy="922720"/>
            </a:xfrm>
            <a:custGeom>
              <a:avLst/>
              <a:pathLst>
                <a:path w="923662" h="9227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20"/>
                  </a:lnTo>
                  <a:lnTo>
                    <a:pt x="921816" y="920667"/>
                  </a:lnTo>
                  <a:lnTo>
                    <a:pt x="917896" y="915780"/>
                  </a:lnTo>
                  <a:lnTo>
                    <a:pt x="915195" y="915443"/>
                  </a:lnTo>
                  <a:lnTo>
                    <a:pt x="914400" y="915267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339251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3124" y="931638"/>
                  </a:lnTo>
                  <a:lnTo>
                    <a:pt x="922489" y="931087"/>
                  </a:lnTo>
                  <a:lnTo>
                    <a:pt x="917449" y="926114"/>
                  </a:lnTo>
                  <a:lnTo>
                    <a:pt x="914400" y="92272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34017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34110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34203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34295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343882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34480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34573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34666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347587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348513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349439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350366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351292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352218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353144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354071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354997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355923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356849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357775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358702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359628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360554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361480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362407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363333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364259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365185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366111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367038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367964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368890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369816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37074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37166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372595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37352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37444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37537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37630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377226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37815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3800052" y="10678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92" y="897161"/>
                  </a:lnTo>
                  <a:lnTo>
                    <a:pt x="914400" y="89812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3800052" y="1067810"/>
              <a:ext cx="917352" cy="914400"/>
            </a:xfrm>
            <a:custGeom>
              <a:avLst/>
              <a:pathLst>
                <a:path w="917352" h="914400">
                  <a:moveTo>
                    <a:pt x="914400" y="914400"/>
                  </a:moveTo>
                  <a:lnTo>
                    <a:pt x="914400" y="898120"/>
                  </a:lnTo>
                  <a:lnTo>
                    <a:pt x="914874" y="900311"/>
                  </a:lnTo>
                  <a:lnTo>
                    <a:pt x="916773" y="910621"/>
                  </a:lnTo>
                  <a:lnTo>
                    <a:pt x="917352" y="91440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2040230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24" y="914400"/>
                  </a:lnTo>
                  <a:lnTo>
                    <a:pt x="914400" y="912990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2049492" y="10333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229"/>
                  </a:lnTo>
                  <a:lnTo>
                    <a:pt x="908037" y="923125"/>
                  </a:lnTo>
                  <a:lnTo>
                    <a:pt x="911789" y="914865"/>
                  </a:lnTo>
                  <a:lnTo>
                    <a:pt x="912013" y="914400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20494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205875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20680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20772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20865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20958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210506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21143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21235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21328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214211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21513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21606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21699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21791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218842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21976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22069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22162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2234737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474" y="897161"/>
                  </a:lnTo>
                  <a:lnTo>
                    <a:pt x="913715" y="897806"/>
                  </a:lnTo>
                  <a:lnTo>
                    <a:pt x="914400" y="899854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2234737" y="1050571"/>
              <a:ext cx="918979" cy="914400"/>
            </a:xfrm>
            <a:custGeom>
              <a:avLst/>
              <a:pathLst>
                <a:path w="918979" h="914400">
                  <a:moveTo>
                    <a:pt x="914400" y="914400"/>
                  </a:moveTo>
                  <a:lnTo>
                    <a:pt x="914400" y="899854"/>
                  </a:lnTo>
                  <a:lnTo>
                    <a:pt x="916782" y="906985"/>
                  </a:lnTo>
                  <a:lnTo>
                    <a:pt x="918979" y="914400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3355465" y="1033333"/>
              <a:ext cx="914400" cy="920479"/>
            </a:xfrm>
            <a:custGeom>
              <a:avLst/>
              <a:pathLst>
                <a:path w="914400" h="920479">
                  <a:moveTo>
                    <a:pt x="914400" y="914400"/>
                  </a:moveTo>
                  <a:lnTo>
                    <a:pt x="914400" y="920479"/>
                  </a:lnTo>
                  <a:lnTo>
                    <a:pt x="909826" y="917122"/>
                  </a:lnTo>
                  <a:lnTo>
                    <a:pt x="906613" y="914400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3355465" y="1033333"/>
              <a:ext cx="923662" cy="926030"/>
            </a:xfrm>
            <a:custGeom>
              <a:avLst/>
              <a:pathLst>
                <a:path w="923662" h="92603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6030"/>
                  </a:lnTo>
                  <a:lnTo>
                    <a:pt x="920571" y="924421"/>
                  </a:lnTo>
                  <a:lnTo>
                    <a:pt x="915148" y="921029"/>
                  </a:lnTo>
                  <a:lnTo>
                    <a:pt x="914400" y="920479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3364728" y="1033333"/>
              <a:ext cx="923662" cy="930029"/>
            </a:xfrm>
            <a:custGeom>
              <a:avLst/>
              <a:pathLst>
                <a:path w="923662" h="9300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029"/>
                  </a:lnTo>
                  <a:lnTo>
                    <a:pt x="922400" y="929626"/>
                  </a:lnTo>
                  <a:lnTo>
                    <a:pt x="916819" y="927289"/>
                  </a:lnTo>
                  <a:lnTo>
                    <a:pt x="914400" y="92603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33739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39" y="931638"/>
                  </a:lnTo>
                  <a:lnTo>
                    <a:pt x="918777" y="931425"/>
                  </a:lnTo>
                  <a:lnTo>
                    <a:pt x="914400" y="930029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33832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339251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34017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34110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34203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34295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343882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34480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34573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34666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347587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348513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349439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350366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351292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352218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353144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354071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354997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355923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356849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357775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358702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359628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360554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361480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362407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363333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364259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365185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366111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367038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367964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368890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369816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370743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37166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372595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37352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37444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37537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37630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377226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37815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3790790" y="1050571"/>
              <a:ext cx="923454" cy="914400"/>
            </a:xfrm>
            <a:custGeom>
              <a:avLst/>
              <a:pathLst>
                <a:path w="92345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92" y="897246"/>
                  </a:lnTo>
                  <a:lnTo>
                    <a:pt x="919476" y="897559"/>
                  </a:lnTo>
                  <a:lnTo>
                    <a:pt x="921947" y="907440"/>
                  </a:lnTo>
                  <a:lnTo>
                    <a:pt x="923454" y="91440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2049492" y="10333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13" y="914400"/>
                  </a:lnTo>
                  <a:lnTo>
                    <a:pt x="912147" y="914119"/>
                  </a:lnTo>
                  <a:lnTo>
                    <a:pt x="912327" y="913743"/>
                  </a:lnTo>
                  <a:lnTo>
                    <a:pt x="912507" y="913367"/>
                  </a:lnTo>
                  <a:lnTo>
                    <a:pt x="912687" y="912991"/>
                  </a:lnTo>
                  <a:lnTo>
                    <a:pt x="912867" y="912615"/>
                  </a:lnTo>
                  <a:lnTo>
                    <a:pt x="913047" y="912240"/>
                  </a:lnTo>
                  <a:lnTo>
                    <a:pt x="913227" y="911864"/>
                  </a:lnTo>
                  <a:lnTo>
                    <a:pt x="913408" y="911488"/>
                  </a:lnTo>
                  <a:lnTo>
                    <a:pt x="913588" y="911112"/>
                  </a:lnTo>
                  <a:lnTo>
                    <a:pt x="913768" y="910736"/>
                  </a:lnTo>
                  <a:lnTo>
                    <a:pt x="913948" y="910360"/>
                  </a:lnTo>
                  <a:lnTo>
                    <a:pt x="914128" y="909985"/>
                  </a:lnTo>
                  <a:lnTo>
                    <a:pt x="914308" y="909609"/>
                  </a:lnTo>
                  <a:lnTo>
                    <a:pt x="914400" y="90941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2058755" y="10160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657"/>
                  </a:lnTo>
                  <a:lnTo>
                    <a:pt x="905226" y="926471"/>
                  </a:lnTo>
                  <a:lnTo>
                    <a:pt x="905407" y="926096"/>
                  </a:lnTo>
                  <a:lnTo>
                    <a:pt x="905587" y="925720"/>
                  </a:lnTo>
                  <a:lnTo>
                    <a:pt x="905767" y="925344"/>
                  </a:lnTo>
                  <a:lnTo>
                    <a:pt x="905947" y="924968"/>
                  </a:lnTo>
                  <a:lnTo>
                    <a:pt x="906127" y="924592"/>
                  </a:lnTo>
                  <a:lnTo>
                    <a:pt x="906308" y="924217"/>
                  </a:lnTo>
                  <a:lnTo>
                    <a:pt x="906488" y="923841"/>
                  </a:lnTo>
                  <a:lnTo>
                    <a:pt x="906668" y="923465"/>
                  </a:lnTo>
                  <a:lnTo>
                    <a:pt x="906849" y="923089"/>
                  </a:lnTo>
                  <a:lnTo>
                    <a:pt x="907029" y="922713"/>
                  </a:lnTo>
                  <a:lnTo>
                    <a:pt x="907209" y="922338"/>
                  </a:lnTo>
                  <a:lnTo>
                    <a:pt x="907390" y="921962"/>
                  </a:lnTo>
                  <a:lnTo>
                    <a:pt x="907570" y="921586"/>
                  </a:lnTo>
                  <a:lnTo>
                    <a:pt x="907750" y="921210"/>
                  </a:lnTo>
                  <a:lnTo>
                    <a:pt x="907931" y="920834"/>
                  </a:lnTo>
                  <a:lnTo>
                    <a:pt x="908111" y="920459"/>
                  </a:lnTo>
                  <a:lnTo>
                    <a:pt x="908291" y="920083"/>
                  </a:lnTo>
                  <a:lnTo>
                    <a:pt x="908472" y="919707"/>
                  </a:lnTo>
                  <a:lnTo>
                    <a:pt x="908652" y="919331"/>
                  </a:lnTo>
                  <a:lnTo>
                    <a:pt x="908833" y="918956"/>
                  </a:lnTo>
                  <a:lnTo>
                    <a:pt x="909013" y="918580"/>
                  </a:lnTo>
                  <a:lnTo>
                    <a:pt x="909194" y="918204"/>
                  </a:lnTo>
                  <a:lnTo>
                    <a:pt x="909374" y="917828"/>
                  </a:lnTo>
                  <a:lnTo>
                    <a:pt x="909554" y="917452"/>
                  </a:lnTo>
                  <a:lnTo>
                    <a:pt x="909735" y="917077"/>
                  </a:lnTo>
                  <a:lnTo>
                    <a:pt x="909915" y="916701"/>
                  </a:lnTo>
                  <a:lnTo>
                    <a:pt x="910096" y="916325"/>
                  </a:lnTo>
                  <a:lnTo>
                    <a:pt x="910276" y="915949"/>
                  </a:lnTo>
                  <a:lnTo>
                    <a:pt x="910457" y="915574"/>
                  </a:lnTo>
                  <a:lnTo>
                    <a:pt x="910638" y="915198"/>
                  </a:lnTo>
                  <a:lnTo>
                    <a:pt x="910818" y="914822"/>
                  </a:lnTo>
                  <a:lnTo>
                    <a:pt x="911021" y="914400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205875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20680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20772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20865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20958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210506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21143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21235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21328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214211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21513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21606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21699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21791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218842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21976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22069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22162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2225475" y="1033333"/>
              <a:ext cx="922736" cy="914400"/>
            </a:xfrm>
            <a:custGeom>
              <a:avLst/>
              <a:pathLst>
                <a:path w="92273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871" y="897161"/>
                  </a:lnTo>
                  <a:lnTo>
                    <a:pt x="916094" y="897642"/>
                  </a:lnTo>
                  <a:lnTo>
                    <a:pt x="919658" y="906176"/>
                  </a:lnTo>
                  <a:lnTo>
                    <a:pt x="922736" y="914400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3336941" y="1016094"/>
              <a:ext cx="914400" cy="921201"/>
            </a:xfrm>
            <a:custGeom>
              <a:avLst/>
              <a:pathLst>
                <a:path w="914400" h="921201">
                  <a:moveTo>
                    <a:pt x="914400" y="914400"/>
                  </a:moveTo>
                  <a:lnTo>
                    <a:pt x="914323" y="921201"/>
                  </a:lnTo>
                  <a:lnTo>
                    <a:pt x="913077" y="919922"/>
                  </a:lnTo>
                  <a:lnTo>
                    <a:pt x="911831" y="918644"/>
                  </a:lnTo>
                  <a:lnTo>
                    <a:pt x="910584" y="917365"/>
                  </a:lnTo>
                  <a:lnTo>
                    <a:pt x="909337" y="916086"/>
                  </a:lnTo>
                  <a:lnTo>
                    <a:pt x="908090" y="914808"/>
                  </a:lnTo>
                  <a:lnTo>
                    <a:pt x="907692" y="914400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3336941" y="1016094"/>
              <a:ext cx="923662" cy="930388"/>
            </a:xfrm>
            <a:custGeom>
              <a:avLst/>
              <a:pathLst>
                <a:path w="923662" h="93038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388"/>
                  </a:lnTo>
                  <a:lnTo>
                    <a:pt x="923144" y="929949"/>
                  </a:lnTo>
                  <a:lnTo>
                    <a:pt x="918066" y="925045"/>
                  </a:lnTo>
                  <a:lnTo>
                    <a:pt x="916814" y="923759"/>
                  </a:lnTo>
                  <a:lnTo>
                    <a:pt x="915569" y="922480"/>
                  </a:lnTo>
                  <a:lnTo>
                    <a:pt x="914400" y="921280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33462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75" y="931638"/>
                  </a:lnTo>
                  <a:lnTo>
                    <a:pt x="914400" y="93038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33554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33647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33739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33832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339251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34017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34110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34203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34295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343882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34480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34573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34666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347587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348513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349439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350366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351292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352218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353144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354071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354997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355923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356849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357775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358702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359628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360554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361480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362407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363333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364259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365185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366111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367038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367964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368890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369816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370743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371669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372595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37352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37444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37537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37630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37722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37815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3790790" y="1033333"/>
              <a:ext cx="919369" cy="914400"/>
            </a:xfrm>
            <a:custGeom>
              <a:avLst/>
              <a:pathLst>
                <a:path w="9193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9" y="897161"/>
                  </a:lnTo>
                  <a:lnTo>
                    <a:pt x="914785" y="897295"/>
                  </a:lnTo>
                  <a:lnTo>
                    <a:pt x="914869" y="897608"/>
                  </a:lnTo>
                  <a:lnTo>
                    <a:pt x="914953" y="897920"/>
                  </a:lnTo>
                  <a:lnTo>
                    <a:pt x="915037" y="898233"/>
                  </a:lnTo>
                  <a:lnTo>
                    <a:pt x="915121" y="898545"/>
                  </a:lnTo>
                  <a:lnTo>
                    <a:pt x="915205" y="898858"/>
                  </a:lnTo>
                  <a:lnTo>
                    <a:pt x="915288" y="899170"/>
                  </a:lnTo>
                  <a:lnTo>
                    <a:pt x="915372" y="899483"/>
                  </a:lnTo>
                  <a:lnTo>
                    <a:pt x="915456" y="899795"/>
                  </a:lnTo>
                  <a:lnTo>
                    <a:pt x="915540" y="900108"/>
                  </a:lnTo>
                  <a:lnTo>
                    <a:pt x="915624" y="900421"/>
                  </a:lnTo>
                  <a:lnTo>
                    <a:pt x="915708" y="900733"/>
                  </a:lnTo>
                  <a:lnTo>
                    <a:pt x="915791" y="901046"/>
                  </a:lnTo>
                  <a:lnTo>
                    <a:pt x="915875" y="901358"/>
                  </a:lnTo>
                  <a:lnTo>
                    <a:pt x="915959" y="901671"/>
                  </a:lnTo>
                  <a:lnTo>
                    <a:pt x="916043" y="901983"/>
                  </a:lnTo>
                  <a:lnTo>
                    <a:pt x="916127" y="902296"/>
                  </a:lnTo>
                  <a:lnTo>
                    <a:pt x="916211" y="902608"/>
                  </a:lnTo>
                  <a:lnTo>
                    <a:pt x="916294" y="902921"/>
                  </a:lnTo>
                  <a:lnTo>
                    <a:pt x="916378" y="903233"/>
                  </a:lnTo>
                  <a:lnTo>
                    <a:pt x="916462" y="903546"/>
                  </a:lnTo>
                  <a:lnTo>
                    <a:pt x="916546" y="903858"/>
                  </a:lnTo>
                  <a:lnTo>
                    <a:pt x="916630" y="904171"/>
                  </a:lnTo>
                  <a:lnTo>
                    <a:pt x="916713" y="904483"/>
                  </a:lnTo>
                  <a:lnTo>
                    <a:pt x="916797" y="904796"/>
                  </a:lnTo>
                  <a:lnTo>
                    <a:pt x="916881" y="905108"/>
                  </a:lnTo>
                  <a:lnTo>
                    <a:pt x="916965" y="905421"/>
                  </a:lnTo>
                  <a:lnTo>
                    <a:pt x="917048" y="905733"/>
                  </a:lnTo>
                  <a:lnTo>
                    <a:pt x="917132" y="906046"/>
                  </a:lnTo>
                  <a:lnTo>
                    <a:pt x="917216" y="906359"/>
                  </a:lnTo>
                  <a:lnTo>
                    <a:pt x="917300" y="906671"/>
                  </a:lnTo>
                  <a:lnTo>
                    <a:pt x="917383" y="906984"/>
                  </a:lnTo>
                  <a:lnTo>
                    <a:pt x="917467" y="907296"/>
                  </a:lnTo>
                  <a:lnTo>
                    <a:pt x="917551" y="907609"/>
                  </a:lnTo>
                  <a:lnTo>
                    <a:pt x="917635" y="907921"/>
                  </a:lnTo>
                  <a:lnTo>
                    <a:pt x="917718" y="908234"/>
                  </a:lnTo>
                  <a:lnTo>
                    <a:pt x="917802" y="908546"/>
                  </a:lnTo>
                  <a:lnTo>
                    <a:pt x="917886" y="908859"/>
                  </a:lnTo>
                  <a:lnTo>
                    <a:pt x="917970" y="909171"/>
                  </a:lnTo>
                  <a:lnTo>
                    <a:pt x="918053" y="909484"/>
                  </a:lnTo>
                  <a:lnTo>
                    <a:pt x="918137" y="909796"/>
                  </a:lnTo>
                  <a:lnTo>
                    <a:pt x="918221" y="910109"/>
                  </a:lnTo>
                  <a:lnTo>
                    <a:pt x="918304" y="910421"/>
                  </a:lnTo>
                  <a:lnTo>
                    <a:pt x="918388" y="910734"/>
                  </a:lnTo>
                  <a:lnTo>
                    <a:pt x="918472" y="911047"/>
                  </a:lnTo>
                  <a:lnTo>
                    <a:pt x="918555" y="911359"/>
                  </a:lnTo>
                  <a:lnTo>
                    <a:pt x="918639" y="911672"/>
                  </a:lnTo>
                  <a:lnTo>
                    <a:pt x="918723" y="911984"/>
                  </a:lnTo>
                  <a:lnTo>
                    <a:pt x="918806" y="912297"/>
                  </a:lnTo>
                  <a:lnTo>
                    <a:pt x="918890" y="912609"/>
                  </a:lnTo>
                  <a:lnTo>
                    <a:pt x="918974" y="912922"/>
                  </a:lnTo>
                  <a:lnTo>
                    <a:pt x="919057" y="913234"/>
                  </a:lnTo>
                  <a:lnTo>
                    <a:pt x="919141" y="913547"/>
                  </a:lnTo>
                  <a:lnTo>
                    <a:pt x="919225" y="913859"/>
                  </a:lnTo>
                  <a:lnTo>
                    <a:pt x="919308" y="914172"/>
                  </a:lnTo>
                  <a:lnTo>
                    <a:pt x="919369" y="91440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205875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021" y="914400"/>
                  </a:lnTo>
                  <a:lnTo>
                    <a:pt x="911179" y="914071"/>
                  </a:lnTo>
                  <a:lnTo>
                    <a:pt x="911360" y="913695"/>
                  </a:lnTo>
                  <a:lnTo>
                    <a:pt x="911540" y="913319"/>
                  </a:lnTo>
                  <a:lnTo>
                    <a:pt x="911721" y="912943"/>
                  </a:lnTo>
                  <a:lnTo>
                    <a:pt x="911902" y="912568"/>
                  </a:lnTo>
                  <a:lnTo>
                    <a:pt x="912082" y="912192"/>
                  </a:lnTo>
                  <a:lnTo>
                    <a:pt x="912263" y="911816"/>
                  </a:lnTo>
                  <a:lnTo>
                    <a:pt x="912444" y="911440"/>
                  </a:lnTo>
                  <a:lnTo>
                    <a:pt x="912624" y="911065"/>
                  </a:lnTo>
                  <a:lnTo>
                    <a:pt x="912805" y="910689"/>
                  </a:lnTo>
                  <a:lnTo>
                    <a:pt x="912986" y="910313"/>
                  </a:lnTo>
                  <a:lnTo>
                    <a:pt x="913166" y="909938"/>
                  </a:lnTo>
                  <a:lnTo>
                    <a:pt x="913347" y="909562"/>
                  </a:lnTo>
                  <a:lnTo>
                    <a:pt x="913528" y="909186"/>
                  </a:lnTo>
                  <a:lnTo>
                    <a:pt x="913709" y="908810"/>
                  </a:lnTo>
                  <a:lnTo>
                    <a:pt x="913889" y="908435"/>
                  </a:lnTo>
                  <a:lnTo>
                    <a:pt x="914070" y="908059"/>
                  </a:lnTo>
                  <a:lnTo>
                    <a:pt x="914400" y="90740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2068017" y="9988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48"/>
                  </a:lnTo>
                  <a:lnTo>
                    <a:pt x="908794" y="917437"/>
                  </a:lnTo>
                  <a:lnTo>
                    <a:pt x="910503" y="91439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20680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20772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20865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20958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210506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21143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21235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21328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214211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21513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21606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21699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21791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218842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21976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22069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222547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271" y="897161"/>
                  </a:lnTo>
                  <a:lnTo>
                    <a:pt x="908273" y="898910"/>
                  </a:lnTo>
                  <a:lnTo>
                    <a:pt x="912295" y="906705"/>
                  </a:lnTo>
                  <a:lnTo>
                    <a:pt x="914400" y="911233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2225475" y="1016094"/>
              <a:ext cx="915871" cy="914400"/>
            </a:xfrm>
            <a:custGeom>
              <a:avLst/>
              <a:pathLst>
                <a:path w="915871" h="914400">
                  <a:moveTo>
                    <a:pt x="914400" y="914400"/>
                  </a:moveTo>
                  <a:lnTo>
                    <a:pt x="914400" y="911233"/>
                  </a:lnTo>
                  <a:lnTo>
                    <a:pt x="915871" y="914400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3318417" y="998856"/>
              <a:ext cx="914400" cy="919406"/>
            </a:xfrm>
            <a:custGeom>
              <a:avLst/>
              <a:pathLst>
                <a:path w="914400" h="919406">
                  <a:moveTo>
                    <a:pt x="914400" y="914399"/>
                  </a:moveTo>
                  <a:lnTo>
                    <a:pt x="914400" y="919406"/>
                  </a:lnTo>
                  <a:lnTo>
                    <a:pt x="911696" y="916472"/>
                  </a:lnTo>
                  <a:lnTo>
                    <a:pt x="909994" y="914399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3318417" y="998856"/>
              <a:ext cx="923662" cy="929021"/>
            </a:xfrm>
            <a:custGeom>
              <a:avLst/>
              <a:pathLst>
                <a:path w="923662" h="92902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021"/>
                  </a:lnTo>
                  <a:lnTo>
                    <a:pt x="922871" y="928212"/>
                  </a:lnTo>
                  <a:lnTo>
                    <a:pt x="921623" y="926934"/>
                  </a:lnTo>
                  <a:lnTo>
                    <a:pt x="920375" y="925656"/>
                  </a:lnTo>
                  <a:lnTo>
                    <a:pt x="919126" y="924379"/>
                  </a:lnTo>
                  <a:lnTo>
                    <a:pt x="917876" y="923101"/>
                  </a:lnTo>
                  <a:lnTo>
                    <a:pt x="916620" y="921817"/>
                  </a:lnTo>
                  <a:lnTo>
                    <a:pt x="914400" y="919406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33276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954" y="931638"/>
                  </a:lnTo>
                  <a:lnTo>
                    <a:pt x="916105" y="930768"/>
                  </a:lnTo>
                  <a:lnTo>
                    <a:pt x="914857" y="929490"/>
                  </a:lnTo>
                  <a:lnTo>
                    <a:pt x="914400" y="929021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33369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33462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33554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33647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33739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33832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339251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34017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34110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34203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34295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343882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34480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34573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346661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347587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348513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349439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350366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351292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352218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353144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354071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354997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355923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356849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357775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358702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359628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360554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361480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362407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363333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364259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365185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366111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367038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367964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368890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369816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370743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371669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372595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37352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37444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37537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37630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37722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3790790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115" y="897161"/>
                  </a:lnTo>
                  <a:lnTo>
                    <a:pt x="910164" y="897345"/>
                  </a:lnTo>
                  <a:lnTo>
                    <a:pt x="910249" y="897658"/>
                  </a:lnTo>
                  <a:lnTo>
                    <a:pt x="910333" y="897970"/>
                  </a:lnTo>
                  <a:lnTo>
                    <a:pt x="910417" y="898283"/>
                  </a:lnTo>
                  <a:lnTo>
                    <a:pt x="910501" y="898595"/>
                  </a:lnTo>
                  <a:lnTo>
                    <a:pt x="910585" y="898908"/>
                  </a:lnTo>
                  <a:lnTo>
                    <a:pt x="910669" y="899220"/>
                  </a:lnTo>
                  <a:lnTo>
                    <a:pt x="910753" y="899533"/>
                  </a:lnTo>
                  <a:lnTo>
                    <a:pt x="910837" y="899845"/>
                  </a:lnTo>
                  <a:lnTo>
                    <a:pt x="910922" y="900158"/>
                  </a:lnTo>
                  <a:lnTo>
                    <a:pt x="911006" y="900470"/>
                  </a:lnTo>
                  <a:lnTo>
                    <a:pt x="911090" y="900783"/>
                  </a:lnTo>
                  <a:lnTo>
                    <a:pt x="911174" y="901095"/>
                  </a:lnTo>
                  <a:lnTo>
                    <a:pt x="911258" y="901408"/>
                  </a:lnTo>
                  <a:lnTo>
                    <a:pt x="911342" y="901721"/>
                  </a:lnTo>
                  <a:lnTo>
                    <a:pt x="911426" y="902033"/>
                  </a:lnTo>
                  <a:lnTo>
                    <a:pt x="911510" y="902346"/>
                  </a:lnTo>
                  <a:lnTo>
                    <a:pt x="911594" y="902658"/>
                  </a:lnTo>
                  <a:lnTo>
                    <a:pt x="911678" y="902971"/>
                  </a:lnTo>
                  <a:lnTo>
                    <a:pt x="911762" y="903283"/>
                  </a:lnTo>
                  <a:lnTo>
                    <a:pt x="911846" y="903596"/>
                  </a:lnTo>
                  <a:lnTo>
                    <a:pt x="911930" y="903908"/>
                  </a:lnTo>
                  <a:lnTo>
                    <a:pt x="912014" y="904221"/>
                  </a:lnTo>
                  <a:lnTo>
                    <a:pt x="912098" y="904533"/>
                  </a:lnTo>
                  <a:lnTo>
                    <a:pt x="912182" y="904846"/>
                  </a:lnTo>
                  <a:lnTo>
                    <a:pt x="912267" y="905158"/>
                  </a:lnTo>
                  <a:lnTo>
                    <a:pt x="912351" y="905471"/>
                  </a:lnTo>
                  <a:lnTo>
                    <a:pt x="912435" y="905783"/>
                  </a:lnTo>
                  <a:lnTo>
                    <a:pt x="912519" y="906096"/>
                  </a:lnTo>
                  <a:lnTo>
                    <a:pt x="912603" y="906408"/>
                  </a:lnTo>
                  <a:lnTo>
                    <a:pt x="912687" y="906721"/>
                  </a:lnTo>
                  <a:lnTo>
                    <a:pt x="912771" y="907033"/>
                  </a:lnTo>
                  <a:lnTo>
                    <a:pt x="912855" y="907346"/>
                  </a:lnTo>
                  <a:lnTo>
                    <a:pt x="912939" y="907658"/>
                  </a:lnTo>
                  <a:lnTo>
                    <a:pt x="913023" y="907971"/>
                  </a:lnTo>
                  <a:lnTo>
                    <a:pt x="913107" y="908283"/>
                  </a:lnTo>
                  <a:lnTo>
                    <a:pt x="913190" y="908596"/>
                  </a:lnTo>
                  <a:lnTo>
                    <a:pt x="913274" y="908908"/>
                  </a:lnTo>
                  <a:lnTo>
                    <a:pt x="913358" y="909221"/>
                  </a:lnTo>
                  <a:lnTo>
                    <a:pt x="913442" y="909533"/>
                  </a:lnTo>
                  <a:lnTo>
                    <a:pt x="913526" y="909846"/>
                  </a:lnTo>
                  <a:lnTo>
                    <a:pt x="913610" y="910158"/>
                  </a:lnTo>
                  <a:lnTo>
                    <a:pt x="913694" y="910471"/>
                  </a:lnTo>
                  <a:lnTo>
                    <a:pt x="913778" y="910783"/>
                  </a:lnTo>
                  <a:lnTo>
                    <a:pt x="913862" y="911096"/>
                  </a:lnTo>
                  <a:lnTo>
                    <a:pt x="913946" y="911409"/>
                  </a:lnTo>
                  <a:lnTo>
                    <a:pt x="914030" y="911721"/>
                  </a:lnTo>
                  <a:lnTo>
                    <a:pt x="914114" y="912034"/>
                  </a:lnTo>
                  <a:lnTo>
                    <a:pt x="914198" y="912346"/>
                  </a:lnTo>
                  <a:lnTo>
                    <a:pt x="914282" y="912659"/>
                  </a:lnTo>
                  <a:lnTo>
                    <a:pt x="914400" y="913097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3790790" y="1016094"/>
              <a:ext cx="914749" cy="914400"/>
            </a:xfrm>
            <a:custGeom>
              <a:avLst/>
              <a:pathLst>
                <a:path w="914749" h="914400">
                  <a:moveTo>
                    <a:pt x="914400" y="914400"/>
                  </a:moveTo>
                  <a:lnTo>
                    <a:pt x="914400" y="913097"/>
                  </a:lnTo>
                  <a:lnTo>
                    <a:pt x="914450" y="913284"/>
                  </a:lnTo>
                  <a:lnTo>
                    <a:pt x="914533" y="913596"/>
                  </a:lnTo>
                  <a:lnTo>
                    <a:pt x="914617" y="913909"/>
                  </a:lnTo>
                  <a:lnTo>
                    <a:pt x="914701" y="914221"/>
                  </a:lnTo>
                  <a:lnTo>
                    <a:pt x="914749" y="91440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2068017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0503" y="914399"/>
                  </a:lnTo>
                  <a:lnTo>
                    <a:pt x="912994" y="909974"/>
                  </a:lnTo>
                  <a:lnTo>
                    <a:pt x="914400" y="907727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2077279" y="98161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965"/>
                  </a:lnTo>
                  <a:lnTo>
                    <a:pt x="908137" y="920168"/>
                  </a:lnTo>
                  <a:lnTo>
                    <a:pt x="912151" y="91439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20772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20865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20958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210506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21143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21235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21328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214211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21513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21606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21699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21791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218842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21976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2216212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5586" y="897161"/>
                  </a:lnTo>
                  <a:lnTo>
                    <a:pt x="908861" y="901783"/>
                  </a:lnTo>
                  <a:lnTo>
                    <a:pt x="913299" y="908755"/>
                  </a:lnTo>
                  <a:lnTo>
                    <a:pt x="914400" y="910676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2216212" y="998856"/>
              <a:ext cx="916533" cy="914399"/>
            </a:xfrm>
            <a:custGeom>
              <a:avLst/>
              <a:pathLst>
                <a:path w="916533" h="914399">
                  <a:moveTo>
                    <a:pt x="914400" y="914399"/>
                  </a:moveTo>
                  <a:lnTo>
                    <a:pt x="914400" y="910676"/>
                  </a:lnTo>
                  <a:lnTo>
                    <a:pt x="916533" y="91439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3309154" y="981617"/>
              <a:ext cx="914400" cy="925473"/>
            </a:xfrm>
            <a:custGeom>
              <a:avLst/>
              <a:pathLst>
                <a:path w="914400" h="925473">
                  <a:moveTo>
                    <a:pt x="914400" y="914399"/>
                  </a:moveTo>
                  <a:lnTo>
                    <a:pt x="914400" y="925473"/>
                  </a:lnTo>
                  <a:lnTo>
                    <a:pt x="911584" y="921647"/>
                  </a:lnTo>
                  <a:lnTo>
                    <a:pt x="907158" y="914961"/>
                  </a:lnTo>
                  <a:lnTo>
                    <a:pt x="906823" y="914399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33091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256" y="931638"/>
                  </a:lnTo>
                  <a:lnTo>
                    <a:pt x="916188" y="927903"/>
                  </a:lnTo>
                  <a:lnTo>
                    <a:pt x="914400" y="925473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33184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33276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33369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33462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33554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33647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33739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33832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339251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34017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34110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34203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34295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343882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34480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345735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346661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347587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348513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349439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350366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351292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352218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353144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354071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354997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355923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356849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357775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358702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359628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360554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361480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362407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363333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364259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365185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366111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367038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367964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368890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369816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370743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371669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37259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37352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37444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37537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37630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37722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3781528" y="998856"/>
              <a:ext cx="919377" cy="914399"/>
            </a:xfrm>
            <a:custGeom>
              <a:avLst/>
              <a:pathLst>
                <a:path w="919377" h="914399">
                  <a:moveTo>
                    <a:pt x="914400" y="914399"/>
                  </a:moveTo>
                  <a:lnTo>
                    <a:pt x="914423" y="897161"/>
                  </a:lnTo>
                  <a:lnTo>
                    <a:pt x="915117" y="899281"/>
                  </a:lnTo>
                  <a:lnTo>
                    <a:pt x="917997" y="909275"/>
                  </a:lnTo>
                  <a:lnTo>
                    <a:pt x="918080" y="909584"/>
                  </a:lnTo>
                  <a:lnTo>
                    <a:pt x="918164" y="909896"/>
                  </a:lnTo>
                  <a:lnTo>
                    <a:pt x="918248" y="910209"/>
                  </a:lnTo>
                  <a:lnTo>
                    <a:pt x="918333" y="910521"/>
                  </a:lnTo>
                  <a:lnTo>
                    <a:pt x="918417" y="910834"/>
                  </a:lnTo>
                  <a:lnTo>
                    <a:pt x="918501" y="911146"/>
                  </a:lnTo>
                  <a:lnTo>
                    <a:pt x="918585" y="911459"/>
                  </a:lnTo>
                  <a:lnTo>
                    <a:pt x="918669" y="911771"/>
                  </a:lnTo>
                  <a:lnTo>
                    <a:pt x="918753" y="912084"/>
                  </a:lnTo>
                  <a:lnTo>
                    <a:pt x="918838" y="912396"/>
                  </a:lnTo>
                  <a:lnTo>
                    <a:pt x="918922" y="912709"/>
                  </a:lnTo>
                  <a:lnTo>
                    <a:pt x="919006" y="913021"/>
                  </a:lnTo>
                  <a:lnTo>
                    <a:pt x="919090" y="913334"/>
                  </a:lnTo>
                  <a:lnTo>
                    <a:pt x="919174" y="913646"/>
                  </a:lnTo>
                  <a:lnTo>
                    <a:pt x="919258" y="913959"/>
                  </a:lnTo>
                  <a:lnTo>
                    <a:pt x="919343" y="914271"/>
                  </a:lnTo>
                  <a:lnTo>
                    <a:pt x="919377" y="914399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2077279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51" y="914399"/>
                  </a:lnTo>
                  <a:lnTo>
                    <a:pt x="912733" y="913562"/>
                  </a:lnTo>
                  <a:lnTo>
                    <a:pt x="914400" y="911416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2086541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1416"/>
                  </a:lnTo>
                  <a:lnTo>
                    <a:pt x="908246" y="907412"/>
                  </a:lnTo>
                  <a:lnTo>
                    <a:pt x="913188" y="901734"/>
                  </a:lnTo>
                  <a:lnTo>
                    <a:pt x="914400" y="90049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2095803" y="964379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738"/>
                  </a:lnTo>
                  <a:lnTo>
                    <a:pt x="908414" y="91439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20958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2105066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21143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21235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21328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214211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21513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21606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21699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21791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219768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314" y="897161"/>
                  </a:lnTo>
                  <a:lnTo>
                    <a:pt x="912985" y="900823"/>
                  </a:lnTo>
                  <a:lnTo>
                    <a:pt x="914400" y="902416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2206950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2416"/>
                  </a:lnTo>
                  <a:lnTo>
                    <a:pt x="908691" y="906419"/>
                  </a:lnTo>
                  <a:lnTo>
                    <a:pt x="913496" y="912491"/>
                  </a:lnTo>
                  <a:lnTo>
                    <a:pt x="914400" y="913767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2206950" y="981617"/>
              <a:ext cx="914848" cy="914399"/>
            </a:xfrm>
            <a:custGeom>
              <a:avLst/>
              <a:pathLst>
                <a:path w="914848" h="914399">
                  <a:moveTo>
                    <a:pt x="914400" y="914399"/>
                  </a:moveTo>
                  <a:lnTo>
                    <a:pt x="914400" y="913767"/>
                  </a:lnTo>
                  <a:lnTo>
                    <a:pt x="914848" y="91439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3299892" y="964379"/>
              <a:ext cx="914400" cy="928813"/>
            </a:xfrm>
            <a:custGeom>
              <a:avLst/>
              <a:pathLst>
                <a:path w="914400" h="928813">
                  <a:moveTo>
                    <a:pt x="914400" y="914399"/>
                  </a:moveTo>
                  <a:lnTo>
                    <a:pt x="914400" y="928813"/>
                  </a:lnTo>
                  <a:lnTo>
                    <a:pt x="912184" y="925100"/>
                  </a:lnTo>
                  <a:lnTo>
                    <a:pt x="908150" y="917605"/>
                  </a:lnTo>
                  <a:lnTo>
                    <a:pt x="906593" y="914399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32998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085" y="931638"/>
                  </a:lnTo>
                  <a:lnTo>
                    <a:pt x="914400" y="928813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33091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33184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33276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33369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33462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335546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33647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33739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33832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339251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34017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34110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34203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34295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343882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344808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345735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346661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347587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348513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349439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350366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351292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352218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353144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354071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354997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355923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356849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357775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358702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359628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360554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361480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362407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363333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364259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365185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366111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367038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367964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368890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369816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370743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37166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37259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37352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37444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37537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37630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378152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361" y="897161"/>
                  </a:lnTo>
                  <a:lnTo>
                    <a:pt x="908496" y="897486"/>
                  </a:lnTo>
                  <a:lnTo>
                    <a:pt x="911946" y="906834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209580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8414" y="914399"/>
                  </a:lnTo>
                  <a:lnTo>
                    <a:pt x="909020" y="913782"/>
                  </a:lnTo>
                  <a:lnTo>
                    <a:pt x="914252" y="909095"/>
                  </a:lnTo>
                  <a:lnTo>
                    <a:pt x="914400" y="90898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210506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980"/>
                  </a:lnTo>
                  <a:lnTo>
                    <a:pt x="910347" y="904923"/>
                  </a:lnTo>
                  <a:lnTo>
                    <a:pt x="914400" y="90222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2114328" y="94714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459"/>
                  </a:lnTo>
                  <a:lnTo>
                    <a:pt x="906552" y="918515"/>
                  </a:lnTo>
                  <a:lnTo>
                    <a:pt x="912114" y="915406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21143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21235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21328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214211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21513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2169901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738" y="897161"/>
                  </a:lnTo>
                  <a:lnTo>
                    <a:pt x="913962" y="897696"/>
                  </a:lnTo>
                  <a:lnTo>
                    <a:pt x="914400" y="897933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217916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933"/>
                  </a:lnTo>
                  <a:lnTo>
                    <a:pt x="910276" y="900714"/>
                  </a:lnTo>
                  <a:lnTo>
                    <a:pt x="914400" y="90338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218842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3388"/>
                  </a:lnTo>
                  <a:lnTo>
                    <a:pt x="906497" y="904270"/>
                  </a:lnTo>
                  <a:lnTo>
                    <a:pt x="911874" y="908354"/>
                  </a:lnTo>
                  <a:lnTo>
                    <a:pt x="914400" y="910565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2188426" y="964379"/>
              <a:ext cx="918577" cy="914399"/>
            </a:xfrm>
            <a:custGeom>
              <a:avLst/>
              <a:pathLst>
                <a:path w="918577" h="914399">
                  <a:moveTo>
                    <a:pt x="914400" y="914399"/>
                  </a:moveTo>
                  <a:lnTo>
                    <a:pt x="914400" y="910565"/>
                  </a:lnTo>
                  <a:lnTo>
                    <a:pt x="917129" y="912955"/>
                  </a:lnTo>
                  <a:lnTo>
                    <a:pt x="918577" y="91439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3290630" y="947140"/>
              <a:ext cx="914400" cy="928642"/>
            </a:xfrm>
            <a:custGeom>
              <a:avLst/>
              <a:pathLst>
                <a:path w="914400" h="928642">
                  <a:moveTo>
                    <a:pt x="914400" y="914399"/>
                  </a:moveTo>
                  <a:lnTo>
                    <a:pt x="914400" y="928642"/>
                  </a:lnTo>
                  <a:lnTo>
                    <a:pt x="913589" y="926973"/>
                  </a:lnTo>
                  <a:lnTo>
                    <a:pt x="909988" y="918749"/>
                  </a:lnTo>
                  <a:lnTo>
                    <a:pt x="908275" y="914399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32906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855" y="931638"/>
                  </a:lnTo>
                  <a:lnTo>
                    <a:pt x="914400" y="928642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32998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33091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33184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33276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33369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334620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335546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33647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33739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33832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339251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34017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341103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342030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342956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343882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344808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345735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346661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347587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348513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349439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350366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351292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352218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353144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354071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354997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355923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356849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357775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358702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359628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360554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361480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362407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363333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364259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365185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366111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367038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367964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368890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369816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37074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37166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37259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37352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37444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37537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3772265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0061" y="897161"/>
                  </a:lnTo>
                  <a:lnTo>
                    <a:pt x="914037" y="905743"/>
                  </a:lnTo>
                  <a:lnTo>
                    <a:pt x="914400" y="906617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3772265" y="964379"/>
              <a:ext cx="917623" cy="914399"/>
            </a:xfrm>
            <a:custGeom>
              <a:avLst/>
              <a:pathLst>
                <a:path w="917623" h="914399">
                  <a:moveTo>
                    <a:pt x="914400" y="914399"/>
                  </a:moveTo>
                  <a:lnTo>
                    <a:pt x="914400" y="906617"/>
                  </a:lnTo>
                  <a:lnTo>
                    <a:pt x="917623" y="914399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2123590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67"/>
                  </a:lnTo>
                  <a:lnTo>
                    <a:pt x="908493" y="912841"/>
                  </a:lnTo>
                  <a:lnTo>
                    <a:pt x="914199" y="910829"/>
                  </a:lnTo>
                  <a:lnTo>
                    <a:pt x="914400" y="91077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2132852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0778"/>
                  </a:lnTo>
                  <a:lnTo>
                    <a:pt x="910691" y="909373"/>
                  </a:lnTo>
                  <a:lnTo>
                    <a:pt x="914400" y="908801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2142115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801"/>
                  </a:lnTo>
                  <a:lnTo>
                    <a:pt x="907216" y="908479"/>
                  </a:lnTo>
                  <a:lnTo>
                    <a:pt x="913021" y="908149"/>
                  </a:lnTo>
                  <a:lnTo>
                    <a:pt x="914400" y="908205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2151377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205"/>
                  </a:lnTo>
                  <a:lnTo>
                    <a:pt x="909565" y="908384"/>
                  </a:lnTo>
                  <a:lnTo>
                    <a:pt x="914400" y="909051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2160639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9051"/>
                  </a:lnTo>
                  <a:lnTo>
                    <a:pt x="906094" y="909183"/>
                  </a:lnTo>
                  <a:lnTo>
                    <a:pt x="911855" y="910544"/>
                  </a:lnTo>
                  <a:lnTo>
                    <a:pt x="914400" y="911398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2160639" y="947140"/>
              <a:ext cx="922001" cy="914399"/>
            </a:xfrm>
            <a:custGeom>
              <a:avLst/>
              <a:pathLst>
                <a:path w="922001" h="914399">
                  <a:moveTo>
                    <a:pt x="914400" y="914399"/>
                  </a:moveTo>
                  <a:lnTo>
                    <a:pt x="914400" y="911398"/>
                  </a:lnTo>
                  <a:lnTo>
                    <a:pt x="917570" y="912462"/>
                  </a:lnTo>
                  <a:lnTo>
                    <a:pt x="922001" y="914399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3281368" y="929902"/>
              <a:ext cx="914400" cy="923234"/>
            </a:xfrm>
            <a:custGeom>
              <a:avLst/>
              <a:pathLst>
                <a:path w="914400" h="923234">
                  <a:moveTo>
                    <a:pt x="914400" y="914400"/>
                  </a:moveTo>
                  <a:lnTo>
                    <a:pt x="914400" y="923234"/>
                  </a:lnTo>
                  <a:lnTo>
                    <a:pt x="912751" y="918563"/>
                  </a:lnTo>
                  <a:lnTo>
                    <a:pt x="911440" y="914400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32813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537" y="931638"/>
                  </a:lnTo>
                  <a:lnTo>
                    <a:pt x="915880" y="927431"/>
                  </a:lnTo>
                  <a:lnTo>
                    <a:pt x="914400" y="923234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32906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32998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33091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33184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33276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333694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334620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335546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336472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337399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338325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339251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340177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341103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342030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342956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343882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344808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345735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346661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347587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348513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349439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350366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351292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352218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353144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354071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354997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355923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356849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357775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358702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359628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360554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361480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362407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363333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364259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365185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366111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367038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367964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368890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36981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37074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37166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37259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37352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37444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3763003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2" y="897161"/>
                  </a:lnTo>
                  <a:lnTo>
                    <a:pt x="910633" y="898497"/>
                  </a:lnTo>
                  <a:lnTo>
                    <a:pt x="914400" y="905021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3763003" y="947140"/>
              <a:ext cx="919323" cy="914399"/>
            </a:xfrm>
            <a:custGeom>
              <a:avLst/>
              <a:pathLst>
                <a:path w="919323" h="914399">
                  <a:moveTo>
                    <a:pt x="914400" y="914399"/>
                  </a:moveTo>
                  <a:lnTo>
                    <a:pt x="914400" y="905021"/>
                  </a:lnTo>
                  <a:lnTo>
                    <a:pt x="915094" y="906223"/>
                  </a:lnTo>
                  <a:lnTo>
                    <a:pt x="919323" y="914399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3281368" y="91266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40" y="931638"/>
                  </a:lnTo>
                  <a:lnTo>
                    <a:pt x="909870" y="926647"/>
                  </a:lnTo>
                  <a:lnTo>
                    <a:pt x="907244" y="917230"/>
                  </a:lnTo>
                  <a:lnTo>
                    <a:pt x="906552" y="914399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32813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32906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32998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33091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33184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332767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333694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334620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335546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336472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337399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338325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339251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340177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341103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342030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342956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343882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344808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345735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346661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347587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348513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349439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350366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351292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352218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353144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354071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354997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355923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356849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357775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358702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359628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360554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361480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362407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363333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364259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365185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366111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367038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367964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368890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36981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37074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37166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37259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37352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3753741" y="9299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789" y="897161"/>
                  </a:lnTo>
                  <a:lnTo>
                    <a:pt x="911067" y="897662"/>
                  </a:lnTo>
                  <a:lnTo>
                    <a:pt x="914400" y="904385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3753741" y="929902"/>
              <a:ext cx="919034" cy="914400"/>
            </a:xfrm>
            <a:custGeom>
              <a:avLst/>
              <a:pathLst>
                <a:path w="919034" h="914400">
                  <a:moveTo>
                    <a:pt x="914400" y="914400"/>
                  </a:moveTo>
                  <a:lnTo>
                    <a:pt x="914400" y="904385"/>
                  </a:lnTo>
                  <a:lnTo>
                    <a:pt x="915299" y="906201"/>
                  </a:lnTo>
                  <a:lnTo>
                    <a:pt x="918697" y="913876"/>
                  </a:lnTo>
                  <a:lnTo>
                    <a:pt x="919034" y="914400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3272105" y="895425"/>
              <a:ext cx="914400" cy="925856"/>
            </a:xfrm>
            <a:custGeom>
              <a:avLst/>
              <a:pathLst>
                <a:path w="914400" h="925856">
                  <a:moveTo>
                    <a:pt x="914400" y="914400"/>
                  </a:moveTo>
                  <a:lnTo>
                    <a:pt x="914400" y="925856"/>
                  </a:lnTo>
                  <a:lnTo>
                    <a:pt x="914144" y="924813"/>
                  </a:lnTo>
                  <a:lnTo>
                    <a:pt x="912051" y="914945"/>
                  </a:lnTo>
                  <a:lnTo>
                    <a:pt x="911952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32721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4" y="931638"/>
                  </a:lnTo>
                  <a:lnTo>
                    <a:pt x="914400" y="925856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32813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32906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32998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33091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331841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332767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333694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334620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335546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336472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337399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338325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339251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340177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341103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342030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342956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343882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344808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345735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346661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347587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348513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349439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350366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351292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352218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353144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354071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354997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355923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356849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357775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358702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359628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360554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361480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362407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363333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364259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365185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366111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367038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367964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36889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36981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37074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37166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37259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3744479" y="91266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8" y="897168"/>
                  </a:lnTo>
                  <a:lnTo>
                    <a:pt x="909970" y="897460"/>
                  </a:lnTo>
                  <a:lnTo>
                    <a:pt x="910163" y="897753"/>
                  </a:lnTo>
                  <a:lnTo>
                    <a:pt x="910355" y="898046"/>
                  </a:lnTo>
                  <a:lnTo>
                    <a:pt x="910548" y="898339"/>
                  </a:lnTo>
                  <a:lnTo>
                    <a:pt x="910740" y="898631"/>
                  </a:lnTo>
                  <a:lnTo>
                    <a:pt x="910933" y="898924"/>
                  </a:lnTo>
                  <a:lnTo>
                    <a:pt x="911125" y="899217"/>
                  </a:lnTo>
                  <a:lnTo>
                    <a:pt x="914400" y="904490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3744479" y="912663"/>
              <a:ext cx="920051" cy="914399"/>
            </a:xfrm>
            <a:custGeom>
              <a:avLst/>
              <a:pathLst>
                <a:path w="920051" h="914399">
                  <a:moveTo>
                    <a:pt x="914400" y="914399"/>
                  </a:moveTo>
                  <a:lnTo>
                    <a:pt x="914400" y="904490"/>
                  </a:lnTo>
                  <a:lnTo>
                    <a:pt x="915846" y="906818"/>
                  </a:lnTo>
                  <a:lnTo>
                    <a:pt x="920051" y="914399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3272105" y="8781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52" y="931638"/>
                  </a:lnTo>
                  <a:lnTo>
                    <a:pt x="910232" y="922129"/>
                  </a:lnTo>
                  <a:lnTo>
                    <a:pt x="909068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32721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32813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32906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32998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330915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331841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332767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333694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334620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335546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336472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337399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338325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339251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340177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341103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342030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342956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343882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344808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345735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346661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347587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348513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349439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350366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351292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352218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353144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354071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354997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355923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356849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357775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358702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359628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360554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361480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362407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363333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364259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365185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366111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367038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367964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36889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36981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37074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37166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3735217" y="8954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658" y="897161"/>
                  </a:lnTo>
                  <a:lnTo>
                    <a:pt x="908053" y="897728"/>
                  </a:lnTo>
                  <a:lnTo>
                    <a:pt x="908243" y="898017"/>
                  </a:lnTo>
                  <a:lnTo>
                    <a:pt x="908436" y="898309"/>
                  </a:lnTo>
                  <a:lnTo>
                    <a:pt x="908629" y="898602"/>
                  </a:lnTo>
                  <a:lnTo>
                    <a:pt x="908822" y="898894"/>
                  </a:lnTo>
                  <a:lnTo>
                    <a:pt x="909015" y="899187"/>
                  </a:lnTo>
                  <a:lnTo>
                    <a:pt x="909208" y="899480"/>
                  </a:lnTo>
                  <a:lnTo>
                    <a:pt x="909401" y="899772"/>
                  </a:lnTo>
                  <a:lnTo>
                    <a:pt x="909594" y="900065"/>
                  </a:lnTo>
                  <a:lnTo>
                    <a:pt x="909787" y="900357"/>
                  </a:lnTo>
                  <a:lnTo>
                    <a:pt x="909980" y="900650"/>
                  </a:lnTo>
                  <a:lnTo>
                    <a:pt x="910173" y="900943"/>
                  </a:lnTo>
                  <a:lnTo>
                    <a:pt x="910366" y="901235"/>
                  </a:lnTo>
                  <a:lnTo>
                    <a:pt x="910559" y="901528"/>
                  </a:lnTo>
                  <a:lnTo>
                    <a:pt x="910752" y="901821"/>
                  </a:lnTo>
                  <a:lnTo>
                    <a:pt x="910945" y="902113"/>
                  </a:lnTo>
                  <a:lnTo>
                    <a:pt x="911138" y="902406"/>
                  </a:lnTo>
                  <a:lnTo>
                    <a:pt x="911331" y="902698"/>
                  </a:lnTo>
                  <a:lnTo>
                    <a:pt x="911524" y="902991"/>
                  </a:lnTo>
                  <a:lnTo>
                    <a:pt x="911717" y="903284"/>
                  </a:lnTo>
                  <a:lnTo>
                    <a:pt x="911910" y="903576"/>
                  </a:lnTo>
                  <a:lnTo>
                    <a:pt x="912103" y="903869"/>
                  </a:lnTo>
                  <a:lnTo>
                    <a:pt x="912296" y="904162"/>
                  </a:lnTo>
                  <a:lnTo>
                    <a:pt x="912488" y="904454"/>
                  </a:lnTo>
                  <a:lnTo>
                    <a:pt x="912681" y="904747"/>
                  </a:lnTo>
                  <a:lnTo>
                    <a:pt x="912874" y="905040"/>
                  </a:lnTo>
                  <a:lnTo>
                    <a:pt x="913067" y="905332"/>
                  </a:lnTo>
                  <a:lnTo>
                    <a:pt x="913260" y="905625"/>
                  </a:lnTo>
                  <a:lnTo>
                    <a:pt x="913453" y="905918"/>
                  </a:lnTo>
                  <a:lnTo>
                    <a:pt x="913645" y="906210"/>
                  </a:lnTo>
                  <a:lnTo>
                    <a:pt x="913838" y="906503"/>
                  </a:lnTo>
                  <a:lnTo>
                    <a:pt x="914031" y="906796"/>
                  </a:lnTo>
                  <a:lnTo>
                    <a:pt x="914224" y="907088"/>
                  </a:lnTo>
                  <a:lnTo>
                    <a:pt x="914400" y="907355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3735217" y="895425"/>
              <a:ext cx="919036" cy="914400"/>
            </a:xfrm>
            <a:custGeom>
              <a:avLst/>
              <a:pathLst>
                <a:path w="919036" h="914400">
                  <a:moveTo>
                    <a:pt x="914400" y="914400"/>
                  </a:moveTo>
                  <a:lnTo>
                    <a:pt x="914417" y="907381"/>
                  </a:lnTo>
                  <a:lnTo>
                    <a:pt x="914609" y="907674"/>
                  </a:lnTo>
                  <a:lnTo>
                    <a:pt x="914802" y="907966"/>
                  </a:lnTo>
                  <a:lnTo>
                    <a:pt x="914995" y="908259"/>
                  </a:lnTo>
                  <a:lnTo>
                    <a:pt x="915188" y="908552"/>
                  </a:lnTo>
                  <a:lnTo>
                    <a:pt x="915380" y="908844"/>
                  </a:lnTo>
                  <a:lnTo>
                    <a:pt x="915573" y="909137"/>
                  </a:lnTo>
                  <a:lnTo>
                    <a:pt x="915766" y="909430"/>
                  </a:lnTo>
                  <a:lnTo>
                    <a:pt x="915958" y="909722"/>
                  </a:lnTo>
                  <a:lnTo>
                    <a:pt x="916151" y="910015"/>
                  </a:lnTo>
                  <a:lnTo>
                    <a:pt x="916344" y="910308"/>
                  </a:lnTo>
                  <a:lnTo>
                    <a:pt x="916536" y="910601"/>
                  </a:lnTo>
                  <a:lnTo>
                    <a:pt x="916729" y="910893"/>
                  </a:lnTo>
                  <a:lnTo>
                    <a:pt x="916922" y="911186"/>
                  </a:lnTo>
                  <a:lnTo>
                    <a:pt x="917114" y="911479"/>
                  </a:lnTo>
                  <a:lnTo>
                    <a:pt x="917307" y="911771"/>
                  </a:lnTo>
                  <a:lnTo>
                    <a:pt x="917499" y="912064"/>
                  </a:lnTo>
                  <a:lnTo>
                    <a:pt x="917692" y="912357"/>
                  </a:lnTo>
                  <a:lnTo>
                    <a:pt x="917885" y="912650"/>
                  </a:lnTo>
                  <a:lnTo>
                    <a:pt x="918077" y="912942"/>
                  </a:lnTo>
                  <a:lnTo>
                    <a:pt x="918270" y="913235"/>
                  </a:lnTo>
                  <a:lnTo>
                    <a:pt x="918462" y="913528"/>
                  </a:lnTo>
                  <a:lnTo>
                    <a:pt x="918655" y="913820"/>
                  </a:lnTo>
                  <a:lnTo>
                    <a:pt x="918848" y="914113"/>
                  </a:lnTo>
                  <a:lnTo>
                    <a:pt x="919036" y="914400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3272105" y="8609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68" y="931638"/>
                  </a:lnTo>
                  <a:lnTo>
                    <a:pt x="908693" y="929152"/>
                  </a:lnTo>
                  <a:lnTo>
                    <a:pt x="907437" y="918803"/>
                  </a:lnTo>
                  <a:lnTo>
                    <a:pt x="907029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32721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32813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329063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329989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330915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331841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332767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333694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334620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335546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336472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337399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338325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339251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340177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341103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342030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342956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343882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344808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345735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346661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347587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348513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349439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350366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351292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352218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353144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354071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354997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355923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356849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357775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358702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359628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360554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361480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362407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363333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364259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365185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366111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367038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367964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36889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36981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3716692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00" y="897161"/>
                  </a:lnTo>
                  <a:lnTo>
                    <a:pt x="914400" y="89899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3725954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998"/>
                  </a:lnTo>
                  <a:lnTo>
                    <a:pt x="907956" y="902236"/>
                  </a:lnTo>
                  <a:lnTo>
                    <a:pt x="912725" y="908374"/>
                  </a:lnTo>
                  <a:lnTo>
                    <a:pt x="914400" y="910779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3725954" y="878187"/>
              <a:ext cx="916920" cy="914400"/>
            </a:xfrm>
            <a:custGeom>
              <a:avLst/>
              <a:pathLst>
                <a:path w="916920" h="914400">
                  <a:moveTo>
                    <a:pt x="914400" y="914400"/>
                  </a:moveTo>
                  <a:lnTo>
                    <a:pt x="914400" y="910779"/>
                  </a:lnTo>
                  <a:lnTo>
                    <a:pt x="916920" y="914400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3272105" y="8437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29" y="931638"/>
                  </a:lnTo>
                  <a:lnTo>
                    <a:pt x="906468" y="925587"/>
                  </a:lnTo>
                  <a:lnTo>
                    <a:pt x="905788" y="915053"/>
                  </a:lnTo>
                  <a:lnTo>
                    <a:pt x="905764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32721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328136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329063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329989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330915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331841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332767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333694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334620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335546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336472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337399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338325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339251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340177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341103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342030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342956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343882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344808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345735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346661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347587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348513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349439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350366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351292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352218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353144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354071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354997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355923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356849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357775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358702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359628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360554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361480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362407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363333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364259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365185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366111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367038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367964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36889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3707430" y="8609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145" y="897161"/>
                  </a:lnTo>
                  <a:lnTo>
                    <a:pt x="909600" y="902672"/>
                  </a:lnTo>
                  <a:lnTo>
                    <a:pt x="911237" y="903947"/>
                  </a:lnTo>
                  <a:lnTo>
                    <a:pt x="914400" y="906780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3707430" y="860948"/>
              <a:ext cx="922063" cy="914400"/>
            </a:xfrm>
            <a:custGeom>
              <a:avLst/>
              <a:pathLst>
                <a:path w="922063" h="914400">
                  <a:moveTo>
                    <a:pt x="914400" y="914400"/>
                  </a:moveTo>
                  <a:lnTo>
                    <a:pt x="914400" y="906780"/>
                  </a:lnTo>
                  <a:lnTo>
                    <a:pt x="916461" y="908627"/>
                  </a:lnTo>
                  <a:lnTo>
                    <a:pt x="921547" y="913807"/>
                  </a:lnTo>
                  <a:lnTo>
                    <a:pt x="922063" y="914400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3272105" y="8264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64" y="931638"/>
                  </a:lnTo>
                  <a:lnTo>
                    <a:pt x="905399" y="921707"/>
                  </a:lnTo>
                  <a:lnTo>
                    <a:pt x="905333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327210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328136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329063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329989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330915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331841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332767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333694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334620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335546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336472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337399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338325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339251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340177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341103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342030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342956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343882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344808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345735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346661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347587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348513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349439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350366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351292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352218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353144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354071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354997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355923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356849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357775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358702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359628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360554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361480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362407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363333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364259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365185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366111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367038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367964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3698168" y="8437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374" y="897161"/>
                  </a:lnTo>
                  <a:lnTo>
                    <a:pt x="908074" y="898310"/>
                  </a:lnTo>
                  <a:lnTo>
                    <a:pt x="912197" y="905823"/>
                  </a:lnTo>
                  <a:lnTo>
                    <a:pt x="914400" y="910274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3698168" y="843710"/>
              <a:ext cx="916407" cy="914400"/>
            </a:xfrm>
            <a:custGeom>
              <a:avLst/>
              <a:pathLst>
                <a:path w="916407" h="914400">
                  <a:moveTo>
                    <a:pt x="914400" y="914400"/>
                  </a:moveTo>
                  <a:lnTo>
                    <a:pt x="914400" y="910274"/>
                  </a:lnTo>
                  <a:lnTo>
                    <a:pt x="916106" y="913723"/>
                  </a:lnTo>
                  <a:lnTo>
                    <a:pt x="916407" y="91440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3262843" y="809233"/>
              <a:ext cx="914400" cy="923960"/>
            </a:xfrm>
            <a:custGeom>
              <a:avLst/>
              <a:pathLst>
                <a:path w="914400" h="923960">
                  <a:moveTo>
                    <a:pt x="914400" y="914400"/>
                  </a:moveTo>
                  <a:lnTo>
                    <a:pt x="914400" y="923960"/>
                  </a:lnTo>
                  <a:lnTo>
                    <a:pt x="914351" y="923759"/>
                  </a:lnTo>
                  <a:lnTo>
                    <a:pt x="912385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326284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595" y="931638"/>
                  </a:lnTo>
                  <a:lnTo>
                    <a:pt x="914565" y="928338"/>
                  </a:lnTo>
                  <a:lnTo>
                    <a:pt x="914628" y="924904"/>
                  </a:lnTo>
                  <a:lnTo>
                    <a:pt x="914400" y="92396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327210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328136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329063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329989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330915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331841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332767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333694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334620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335546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336472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337399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338325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339251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340177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341103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342030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342956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343882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344808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345735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346661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347587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348513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349439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350366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351292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352218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353144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354071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354997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355923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356849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357775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358702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359628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360554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361480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362407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363333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364259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365185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366111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3679643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276" y="897161"/>
                  </a:lnTo>
                  <a:lnTo>
                    <a:pt x="914400" y="897325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3688905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325"/>
                  </a:lnTo>
                  <a:lnTo>
                    <a:pt x="908489" y="901768"/>
                  </a:lnTo>
                  <a:lnTo>
                    <a:pt x="913008" y="908444"/>
                  </a:lnTo>
                  <a:lnTo>
                    <a:pt x="914400" y="91072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3688905" y="826471"/>
              <a:ext cx="916636" cy="914400"/>
            </a:xfrm>
            <a:custGeom>
              <a:avLst/>
              <a:pathLst>
                <a:path w="916636" h="914400">
                  <a:moveTo>
                    <a:pt x="914400" y="914400"/>
                  </a:moveTo>
                  <a:lnTo>
                    <a:pt x="914400" y="910728"/>
                  </a:lnTo>
                  <a:lnTo>
                    <a:pt x="916636" y="91440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3262843" y="7919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85" y="931638"/>
                  </a:lnTo>
                  <a:lnTo>
                    <a:pt x="912291" y="931188"/>
                  </a:lnTo>
                  <a:lnTo>
                    <a:pt x="910501" y="921195"/>
                  </a:lnTo>
                  <a:lnTo>
                    <a:pt x="909488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326284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327210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328136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329063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329989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330915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331841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332767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333694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334620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335546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336472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337399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338325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339251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340177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341103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342030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342956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343882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344808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345735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346661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347587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348513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349439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350366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351292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352218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353144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354071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354997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355923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356849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357775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358702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359628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360554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361480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362407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363333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364259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365185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3670381" y="8092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828" y="897165"/>
                  </a:lnTo>
                  <a:lnTo>
                    <a:pt x="908288" y="897621"/>
                  </a:lnTo>
                  <a:lnTo>
                    <a:pt x="908748" y="898076"/>
                  </a:lnTo>
                  <a:lnTo>
                    <a:pt x="909208" y="898531"/>
                  </a:lnTo>
                  <a:lnTo>
                    <a:pt x="909667" y="898986"/>
                  </a:lnTo>
                  <a:lnTo>
                    <a:pt x="910127" y="899441"/>
                  </a:lnTo>
                  <a:lnTo>
                    <a:pt x="910587" y="899896"/>
                  </a:lnTo>
                  <a:lnTo>
                    <a:pt x="911046" y="900351"/>
                  </a:lnTo>
                  <a:lnTo>
                    <a:pt x="911506" y="900806"/>
                  </a:lnTo>
                  <a:lnTo>
                    <a:pt x="911965" y="901261"/>
                  </a:lnTo>
                  <a:lnTo>
                    <a:pt x="912425" y="901716"/>
                  </a:lnTo>
                  <a:lnTo>
                    <a:pt x="914400" y="903797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3670381" y="809233"/>
              <a:ext cx="923538" cy="914400"/>
            </a:xfrm>
            <a:custGeom>
              <a:avLst/>
              <a:pathLst>
                <a:path w="923538" h="914400">
                  <a:moveTo>
                    <a:pt x="914400" y="914400"/>
                  </a:moveTo>
                  <a:lnTo>
                    <a:pt x="914400" y="903797"/>
                  </a:lnTo>
                  <a:lnTo>
                    <a:pt x="917446" y="907007"/>
                  </a:lnTo>
                  <a:lnTo>
                    <a:pt x="922313" y="912776"/>
                  </a:lnTo>
                  <a:lnTo>
                    <a:pt x="923538" y="91440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3262843" y="7747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488" y="931638"/>
                  </a:lnTo>
                  <a:lnTo>
                    <a:pt x="908988" y="928284"/>
                  </a:lnTo>
                  <a:lnTo>
                    <a:pt x="907753" y="918005"/>
                  </a:lnTo>
                  <a:lnTo>
                    <a:pt x="907423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326284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327210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328136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329063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329989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330915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331841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332767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333694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334620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335546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336472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337399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338325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339251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340177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341103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342030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342956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343882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344808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345735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346661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347587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348513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349439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350366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351292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352218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353144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354071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354997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355923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356849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357775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358702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359628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360554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361480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362407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363333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3651857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91" y="897161"/>
                  </a:lnTo>
                  <a:lnTo>
                    <a:pt x="909316" y="897579"/>
                  </a:lnTo>
                  <a:lnTo>
                    <a:pt x="909777" y="898034"/>
                  </a:lnTo>
                  <a:lnTo>
                    <a:pt x="910238" y="898488"/>
                  </a:lnTo>
                  <a:lnTo>
                    <a:pt x="910699" y="898943"/>
                  </a:lnTo>
                  <a:lnTo>
                    <a:pt x="911160" y="899397"/>
                  </a:lnTo>
                  <a:lnTo>
                    <a:pt x="911621" y="899852"/>
                  </a:lnTo>
                  <a:lnTo>
                    <a:pt x="912082" y="900306"/>
                  </a:lnTo>
                  <a:lnTo>
                    <a:pt x="912543" y="900761"/>
                  </a:lnTo>
                  <a:lnTo>
                    <a:pt x="913004" y="901215"/>
                  </a:lnTo>
                  <a:lnTo>
                    <a:pt x="913464" y="901670"/>
                  </a:lnTo>
                  <a:lnTo>
                    <a:pt x="913925" y="902124"/>
                  </a:lnTo>
                  <a:lnTo>
                    <a:pt x="914400" y="902592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3661119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592"/>
                  </a:lnTo>
                  <a:lnTo>
                    <a:pt x="905584" y="903034"/>
                  </a:lnTo>
                  <a:lnTo>
                    <a:pt x="906045" y="903488"/>
                  </a:lnTo>
                  <a:lnTo>
                    <a:pt x="906506" y="903943"/>
                  </a:lnTo>
                  <a:lnTo>
                    <a:pt x="906966" y="904397"/>
                  </a:lnTo>
                  <a:lnTo>
                    <a:pt x="907427" y="904852"/>
                  </a:lnTo>
                  <a:lnTo>
                    <a:pt x="907888" y="905307"/>
                  </a:lnTo>
                  <a:lnTo>
                    <a:pt x="908348" y="905762"/>
                  </a:lnTo>
                  <a:lnTo>
                    <a:pt x="908809" y="906216"/>
                  </a:lnTo>
                  <a:lnTo>
                    <a:pt x="909269" y="906671"/>
                  </a:lnTo>
                  <a:lnTo>
                    <a:pt x="909729" y="907126"/>
                  </a:lnTo>
                  <a:lnTo>
                    <a:pt x="910190" y="907581"/>
                  </a:lnTo>
                  <a:lnTo>
                    <a:pt x="910650" y="908035"/>
                  </a:lnTo>
                  <a:lnTo>
                    <a:pt x="911110" y="908490"/>
                  </a:lnTo>
                  <a:lnTo>
                    <a:pt x="911571" y="908945"/>
                  </a:lnTo>
                  <a:lnTo>
                    <a:pt x="912031" y="909400"/>
                  </a:lnTo>
                  <a:lnTo>
                    <a:pt x="912491" y="909855"/>
                  </a:lnTo>
                  <a:lnTo>
                    <a:pt x="912951" y="910309"/>
                  </a:lnTo>
                  <a:lnTo>
                    <a:pt x="913411" y="910764"/>
                  </a:lnTo>
                  <a:lnTo>
                    <a:pt x="913871" y="911219"/>
                  </a:lnTo>
                  <a:lnTo>
                    <a:pt x="914400" y="911742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3661119" y="791994"/>
              <a:ext cx="917086" cy="914400"/>
            </a:xfrm>
            <a:custGeom>
              <a:avLst/>
              <a:pathLst>
                <a:path w="917086" h="914400">
                  <a:moveTo>
                    <a:pt x="914400" y="914400"/>
                  </a:moveTo>
                  <a:lnTo>
                    <a:pt x="914400" y="911742"/>
                  </a:lnTo>
                  <a:lnTo>
                    <a:pt x="914791" y="912129"/>
                  </a:lnTo>
                  <a:lnTo>
                    <a:pt x="915251" y="912584"/>
                  </a:lnTo>
                  <a:lnTo>
                    <a:pt x="915711" y="913039"/>
                  </a:lnTo>
                  <a:lnTo>
                    <a:pt x="916171" y="913494"/>
                  </a:lnTo>
                  <a:lnTo>
                    <a:pt x="916631" y="913949"/>
                  </a:lnTo>
                  <a:lnTo>
                    <a:pt x="917086" y="91440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3262843" y="7575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423" y="931638"/>
                  </a:lnTo>
                  <a:lnTo>
                    <a:pt x="906802" y="924860"/>
                  </a:lnTo>
                  <a:lnTo>
                    <a:pt x="906136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326284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327210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328136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329063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329989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330915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331841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332767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333694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334620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335546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336472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337399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338325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339251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340177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341103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342030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342956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343882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344808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345735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346661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347587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348513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349439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350366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351292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352218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353144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354071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354997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355923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356849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357775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358702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359628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360554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361480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3633332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41" y="897161"/>
                  </a:lnTo>
                  <a:lnTo>
                    <a:pt x="909206" y="897822"/>
                  </a:lnTo>
                  <a:lnTo>
                    <a:pt x="914400" y="901976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3642594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976"/>
                  </a:lnTo>
                  <a:lnTo>
                    <a:pt x="905408" y="902192"/>
                  </a:lnTo>
                  <a:lnTo>
                    <a:pt x="910738" y="907100"/>
                  </a:lnTo>
                  <a:lnTo>
                    <a:pt x="911195" y="907549"/>
                  </a:lnTo>
                  <a:lnTo>
                    <a:pt x="911657" y="908003"/>
                  </a:lnTo>
                  <a:lnTo>
                    <a:pt x="912118" y="908458"/>
                  </a:lnTo>
                  <a:lnTo>
                    <a:pt x="912580" y="908912"/>
                  </a:lnTo>
                  <a:lnTo>
                    <a:pt x="913041" y="909366"/>
                  </a:lnTo>
                  <a:lnTo>
                    <a:pt x="913503" y="909820"/>
                  </a:lnTo>
                  <a:lnTo>
                    <a:pt x="913965" y="910274"/>
                  </a:lnTo>
                  <a:lnTo>
                    <a:pt x="914400" y="910703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3642594" y="774756"/>
              <a:ext cx="918153" cy="914400"/>
            </a:xfrm>
            <a:custGeom>
              <a:avLst/>
              <a:pathLst>
                <a:path w="918153" h="914400">
                  <a:moveTo>
                    <a:pt x="914400" y="914400"/>
                  </a:moveTo>
                  <a:lnTo>
                    <a:pt x="914426" y="910729"/>
                  </a:lnTo>
                  <a:lnTo>
                    <a:pt x="914888" y="911183"/>
                  </a:lnTo>
                  <a:lnTo>
                    <a:pt x="915349" y="911637"/>
                  </a:lnTo>
                  <a:lnTo>
                    <a:pt x="915810" y="912092"/>
                  </a:lnTo>
                  <a:lnTo>
                    <a:pt x="916272" y="912546"/>
                  </a:lnTo>
                  <a:lnTo>
                    <a:pt x="916733" y="913000"/>
                  </a:lnTo>
                  <a:lnTo>
                    <a:pt x="917194" y="913455"/>
                  </a:lnTo>
                  <a:lnTo>
                    <a:pt x="917655" y="913909"/>
                  </a:lnTo>
                  <a:lnTo>
                    <a:pt x="918153" y="914400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3262843" y="7402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36" y="931638"/>
                  </a:lnTo>
                  <a:lnTo>
                    <a:pt x="905756" y="921130"/>
                  </a:lnTo>
                  <a:lnTo>
                    <a:pt x="905698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326284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327210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328136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329063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329989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330915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331841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332767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333694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334620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335546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336472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337399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338325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339251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340177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341103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342030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342956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343882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344808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345735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346661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347587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348513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349439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350366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351292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352218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353144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354071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354997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355923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356849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357775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3596283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6" y="897161"/>
                  </a:lnTo>
                  <a:lnTo>
                    <a:pt x="914400" y="899935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3605545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935"/>
                  </a:lnTo>
                  <a:lnTo>
                    <a:pt x="905612" y="900544"/>
                  </a:lnTo>
                  <a:lnTo>
                    <a:pt x="914122" y="903183"/>
                  </a:lnTo>
                  <a:lnTo>
                    <a:pt x="914400" y="903283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3614808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283"/>
                  </a:lnTo>
                  <a:lnTo>
                    <a:pt x="910697" y="905293"/>
                  </a:lnTo>
                  <a:lnTo>
                    <a:pt x="914400" y="90701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3624070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018"/>
                  </a:lnTo>
                  <a:lnTo>
                    <a:pt x="907204" y="907982"/>
                  </a:lnTo>
                  <a:lnTo>
                    <a:pt x="912887" y="911240"/>
                  </a:lnTo>
                  <a:lnTo>
                    <a:pt x="914400" y="912276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3624070" y="757517"/>
              <a:ext cx="917503" cy="914400"/>
            </a:xfrm>
            <a:custGeom>
              <a:avLst/>
              <a:pathLst>
                <a:path w="917503" h="914400">
                  <a:moveTo>
                    <a:pt x="914400" y="914400"/>
                  </a:moveTo>
                  <a:lnTo>
                    <a:pt x="914400" y="912276"/>
                  </a:lnTo>
                  <a:lnTo>
                    <a:pt x="917503" y="914400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3262843" y="7230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698" y="931638"/>
                  </a:lnTo>
                  <a:lnTo>
                    <a:pt x="905665" y="927837"/>
                  </a:lnTo>
                  <a:lnTo>
                    <a:pt x="905862" y="917310"/>
                  </a:lnTo>
                  <a:lnTo>
                    <a:pt x="905996" y="914400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326284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327210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328136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329063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329989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330915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331841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332767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333694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334620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335546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336472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337399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338325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339251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340177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341103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342030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342956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343882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344808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345735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346661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347587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348513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349439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350366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351292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352218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353144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354071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354997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355923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356849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3587021" y="7402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66" y="897161"/>
                  </a:lnTo>
                  <a:lnTo>
                    <a:pt x="914400" y="898422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3587021" y="740279"/>
              <a:ext cx="921498" cy="914400"/>
            </a:xfrm>
            <a:custGeom>
              <a:avLst/>
              <a:pathLst>
                <a:path w="921498" h="914400">
                  <a:moveTo>
                    <a:pt x="914400" y="914400"/>
                  </a:moveTo>
                  <a:lnTo>
                    <a:pt x="914400" y="898422"/>
                  </a:lnTo>
                  <a:lnTo>
                    <a:pt x="915302" y="900221"/>
                  </a:lnTo>
                  <a:lnTo>
                    <a:pt x="919114" y="908678"/>
                  </a:lnTo>
                  <a:lnTo>
                    <a:pt x="921347" y="914205"/>
                  </a:lnTo>
                  <a:lnTo>
                    <a:pt x="921498" y="91440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3696990" y="1820892"/>
              <a:ext cx="929722" cy="1221796"/>
            </a:xfrm>
            <a:custGeom>
              <a:avLst/>
              <a:pathLst>
                <a:path w="929722" h="1221796">
                  <a:moveTo>
                    <a:pt x="914400" y="914400"/>
                  </a:moveTo>
                  <a:lnTo>
                    <a:pt x="905391" y="938708"/>
                  </a:lnTo>
                  <a:lnTo>
                    <a:pt x="892981" y="942816"/>
                  </a:lnTo>
                  <a:lnTo>
                    <a:pt x="881077" y="950913"/>
                  </a:lnTo>
                  <a:lnTo>
                    <a:pt x="876826" y="1027830"/>
                  </a:lnTo>
                  <a:lnTo>
                    <a:pt x="898498" y="1057055"/>
                  </a:lnTo>
                  <a:lnTo>
                    <a:pt x="886595" y="1061145"/>
                  </a:lnTo>
                  <a:lnTo>
                    <a:pt x="875704" y="1069899"/>
                  </a:lnTo>
                  <a:lnTo>
                    <a:pt x="867926" y="1082845"/>
                  </a:lnTo>
                  <a:lnTo>
                    <a:pt x="859966" y="1110706"/>
                  </a:lnTo>
                  <a:lnTo>
                    <a:pt x="830063" y="1126497"/>
                  </a:lnTo>
                  <a:lnTo>
                    <a:pt x="818738" y="1138180"/>
                  </a:lnTo>
                  <a:lnTo>
                    <a:pt x="802041" y="1164172"/>
                  </a:lnTo>
                  <a:lnTo>
                    <a:pt x="793339" y="1201898"/>
                  </a:lnTo>
                  <a:lnTo>
                    <a:pt x="776425" y="1217992"/>
                  </a:lnTo>
                  <a:lnTo>
                    <a:pt x="757430" y="1221796"/>
                  </a:lnTo>
                  <a:lnTo>
                    <a:pt x="768574" y="1190888"/>
                  </a:lnTo>
                  <a:lnTo>
                    <a:pt x="783173" y="1165704"/>
                  </a:lnTo>
                  <a:lnTo>
                    <a:pt x="769135" y="1148432"/>
                  </a:lnTo>
                  <a:lnTo>
                    <a:pt x="760686" y="1121396"/>
                  </a:lnTo>
                  <a:lnTo>
                    <a:pt x="749778" y="1100656"/>
                  </a:lnTo>
                  <a:lnTo>
                    <a:pt x="758461" y="1077492"/>
                  </a:lnTo>
                  <a:lnTo>
                    <a:pt x="754192" y="1039530"/>
                  </a:lnTo>
                  <a:lnTo>
                    <a:pt x="755603" y="1002477"/>
                  </a:lnTo>
                  <a:lnTo>
                    <a:pt x="768266" y="983774"/>
                  </a:lnTo>
                  <a:lnTo>
                    <a:pt x="782775" y="968522"/>
                  </a:lnTo>
                  <a:lnTo>
                    <a:pt x="805369" y="933456"/>
                  </a:lnTo>
                  <a:lnTo>
                    <a:pt x="829864" y="908036"/>
                  </a:lnTo>
                  <a:lnTo>
                    <a:pt x="864036" y="896605"/>
                  </a:lnTo>
                  <a:lnTo>
                    <a:pt x="879467" y="907144"/>
                  </a:lnTo>
                  <a:lnTo>
                    <a:pt x="886124" y="884030"/>
                  </a:lnTo>
                  <a:lnTo>
                    <a:pt x="897141" y="878761"/>
                  </a:lnTo>
                  <a:lnTo>
                    <a:pt x="907489" y="884098"/>
                  </a:lnTo>
                  <a:lnTo>
                    <a:pt x="929722" y="906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3230804" y="2362843"/>
              <a:ext cx="1033054" cy="914400"/>
            </a:xfrm>
            <a:custGeom>
              <a:avLst/>
              <a:pathLst>
                <a:path w="1033054" h="914400">
                  <a:moveTo>
                    <a:pt x="914400" y="914400"/>
                  </a:moveTo>
                  <a:lnTo>
                    <a:pt x="905969" y="913171"/>
                  </a:lnTo>
                  <a:lnTo>
                    <a:pt x="900343" y="890023"/>
                  </a:lnTo>
                  <a:lnTo>
                    <a:pt x="899023" y="830463"/>
                  </a:lnTo>
                  <a:lnTo>
                    <a:pt x="902388" y="801036"/>
                  </a:lnTo>
                  <a:lnTo>
                    <a:pt x="942783" y="694895"/>
                  </a:lnTo>
                  <a:lnTo>
                    <a:pt x="960819" y="686226"/>
                  </a:lnTo>
                  <a:lnTo>
                    <a:pt x="986182" y="621177"/>
                  </a:lnTo>
                  <a:lnTo>
                    <a:pt x="993020" y="592239"/>
                  </a:lnTo>
                  <a:lnTo>
                    <a:pt x="1004019" y="566179"/>
                  </a:lnTo>
                  <a:lnTo>
                    <a:pt x="1010513" y="542880"/>
                  </a:lnTo>
                  <a:lnTo>
                    <a:pt x="1015958" y="533470"/>
                  </a:lnTo>
                  <a:lnTo>
                    <a:pt x="1027789" y="537880"/>
                  </a:lnTo>
                  <a:lnTo>
                    <a:pt x="1033054" y="542173"/>
                  </a:lnTo>
                  <a:lnTo>
                    <a:pt x="1020589" y="555742"/>
                  </a:lnTo>
                  <a:lnTo>
                    <a:pt x="1022037" y="573401"/>
                  </a:lnTo>
                  <a:lnTo>
                    <a:pt x="1021168" y="580724"/>
                  </a:lnTo>
                  <a:lnTo>
                    <a:pt x="989709" y="657540"/>
                  </a:lnTo>
                  <a:lnTo>
                    <a:pt x="981297" y="707420"/>
                  </a:lnTo>
                  <a:lnTo>
                    <a:pt x="970136" y="719591"/>
                  </a:lnTo>
                  <a:lnTo>
                    <a:pt x="923915" y="897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2303388" y="1442538"/>
              <a:ext cx="2307387" cy="2142859"/>
            </a:xfrm>
            <a:custGeom>
              <a:avLst/>
              <a:pathLst>
                <a:path w="2307387" h="2142859">
                  <a:moveTo>
                    <a:pt x="914400" y="914400"/>
                  </a:moveTo>
                  <a:lnTo>
                    <a:pt x="927895" y="920090"/>
                  </a:lnTo>
                  <a:lnTo>
                    <a:pt x="946275" y="908693"/>
                  </a:lnTo>
                  <a:lnTo>
                    <a:pt x="959137" y="876775"/>
                  </a:lnTo>
                  <a:lnTo>
                    <a:pt x="966481" y="828881"/>
                  </a:lnTo>
                  <a:lnTo>
                    <a:pt x="975056" y="783259"/>
                  </a:lnTo>
                  <a:lnTo>
                    <a:pt x="964908" y="734456"/>
                  </a:lnTo>
                  <a:lnTo>
                    <a:pt x="954071" y="691596"/>
                  </a:lnTo>
                  <a:lnTo>
                    <a:pt x="953312" y="679004"/>
                  </a:lnTo>
                  <a:lnTo>
                    <a:pt x="981750" y="642843"/>
                  </a:lnTo>
                  <a:lnTo>
                    <a:pt x="990451" y="613433"/>
                  </a:lnTo>
                  <a:lnTo>
                    <a:pt x="999876" y="585438"/>
                  </a:lnTo>
                  <a:lnTo>
                    <a:pt x="1010278" y="575909"/>
                  </a:lnTo>
                  <a:lnTo>
                    <a:pt x="1025763" y="573738"/>
                  </a:lnTo>
                  <a:lnTo>
                    <a:pt x="1043799" y="568469"/>
                  </a:lnTo>
                  <a:lnTo>
                    <a:pt x="1066539" y="549732"/>
                  </a:lnTo>
                  <a:lnTo>
                    <a:pt x="1086926" y="524632"/>
                  </a:lnTo>
                  <a:lnTo>
                    <a:pt x="1102502" y="501619"/>
                  </a:lnTo>
                  <a:lnTo>
                    <a:pt x="1107785" y="456082"/>
                  </a:lnTo>
                  <a:lnTo>
                    <a:pt x="1108002" y="433204"/>
                  </a:lnTo>
                  <a:lnTo>
                    <a:pt x="1114858" y="416218"/>
                  </a:lnTo>
                  <a:lnTo>
                    <a:pt x="1121497" y="383037"/>
                  </a:lnTo>
                  <a:lnTo>
                    <a:pt x="1115039" y="350311"/>
                  </a:lnTo>
                  <a:lnTo>
                    <a:pt x="1094940" y="300666"/>
                  </a:lnTo>
                  <a:lnTo>
                    <a:pt x="1070736" y="230854"/>
                  </a:lnTo>
                  <a:lnTo>
                    <a:pt x="1067029" y="193667"/>
                  </a:lnTo>
                  <a:lnTo>
                    <a:pt x="1977664" y="193667"/>
                  </a:lnTo>
                  <a:lnTo>
                    <a:pt x="1978108" y="198549"/>
                  </a:lnTo>
                  <a:lnTo>
                    <a:pt x="1976262" y="210265"/>
                  </a:lnTo>
                  <a:lnTo>
                    <a:pt x="1990337" y="258429"/>
                  </a:lnTo>
                  <a:lnTo>
                    <a:pt x="1987062" y="275314"/>
                  </a:lnTo>
                  <a:lnTo>
                    <a:pt x="1985163" y="296828"/>
                  </a:lnTo>
                  <a:lnTo>
                    <a:pt x="2005334" y="317501"/>
                  </a:lnTo>
                  <a:lnTo>
                    <a:pt x="2023333" y="317164"/>
                  </a:lnTo>
                  <a:lnTo>
                    <a:pt x="2041568" y="316844"/>
                  </a:lnTo>
                  <a:lnTo>
                    <a:pt x="2048533" y="322029"/>
                  </a:lnTo>
                  <a:lnTo>
                    <a:pt x="2055516" y="336658"/>
                  </a:lnTo>
                  <a:lnTo>
                    <a:pt x="2061142" y="353931"/>
                  </a:lnTo>
                  <a:lnTo>
                    <a:pt x="2076157" y="352500"/>
                  </a:lnTo>
                  <a:lnTo>
                    <a:pt x="2100127" y="338443"/>
                  </a:lnTo>
                  <a:lnTo>
                    <a:pt x="2115720" y="335093"/>
                  </a:lnTo>
                  <a:lnTo>
                    <a:pt x="2126014" y="362112"/>
                  </a:lnTo>
                  <a:lnTo>
                    <a:pt x="2154017" y="397801"/>
                  </a:lnTo>
                  <a:lnTo>
                    <a:pt x="2170317" y="413794"/>
                  </a:lnTo>
                  <a:lnTo>
                    <a:pt x="2198013" y="422211"/>
                  </a:lnTo>
                  <a:lnTo>
                    <a:pt x="2227193" y="451015"/>
                  </a:lnTo>
                  <a:lnTo>
                    <a:pt x="2223104" y="485727"/>
                  </a:lnTo>
                  <a:lnTo>
                    <a:pt x="2235279" y="497326"/>
                  </a:lnTo>
                  <a:lnTo>
                    <a:pt x="2269705" y="511030"/>
                  </a:lnTo>
                  <a:lnTo>
                    <a:pt x="2281880" y="529514"/>
                  </a:lnTo>
                  <a:lnTo>
                    <a:pt x="2287723" y="545271"/>
                  </a:lnTo>
                  <a:lnTo>
                    <a:pt x="2296786" y="558334"/>
                  </a:lnTo>
                  <a:lnTo>
                    <a:pt x="2307387" y="597811"/>
                  </a:lnTo>
                  <a:lnTo>
                    <a:pt x="2303696" y="622137"/>
                  </a:lnTo>
                  <a:lnTo>
                    <a:pt x="2289821" y="630504"/>
                  </a:lnTo>
                  <a:lnTo>
                    <a:pt x="2257060" y="656563"/>
                  </a:lnTo>
                  <a:lnTo>
                    <a:pt x="2242461" y="676024"/>
                  </a:lnTo>
                  <a:lnTo>
                    <a:pt x="2231010" y="688145"/>
                  </a:lnTo>
                  <a:lnTo>
                    <a:pt x="2198465" y="714137"/>
                  </a:lnTo>
                  <a:lnTo>
                    <a:pt x="2186544" y="718800"/>
                  </a:lnTo>
                  <a:lnTo>
                    <a:pt x="2175129" y="732318"/>
                  </a:lnTo>
                  <a:lnTo>
                    <a:pt x="2164094" y="738227"/>
                  </a:lnTo>
                  <a:lnTo>
                    <a:pt x="2154216" y="734827"/>
                  </a:lnTo>
                  <a:lnTo>
                    <a:pt x="2117294" y="759304"/>
                  </a:lnTo>
                  <a:lnTo>
                    <a:pt x="2120171" y="769758"/>
                  </a:lnTo>
                  <a:lnTo>
                    <a:pt x="2148482" y="774185"/>
                  </a:lnTo>
                  <a:lnTo>
                    <a:pt x="2162918" y="768933"/>
                  </a:lnTo>
                  <a:lnTo>
                    <a:pt x="2174025" y="756627"/>
                  </a:lnTo>
                  <a:lnTo>
                    <a:pt x="2186164" y="753799"/>
                  </a:lnTo>
                  <a:lnTo>
                    <a:pt x="2197235" y="756122"/>
                  </a:lnTo>
                  <a:lnTo>
                    <a:pt x="2208976" y="746425"/>
                  </a:lnTo>
                  <a:lnTo>
                    <a:pt x="2218184" y="742554"/>
                  </a:lnTo>
                  <a:lnTo>
                    <a:pt x="2227699" y="747200"/>
                  </a:lnTo>
                  <a:lnTo>
                    <a:pt x="2238318" y="770448"/>
                  </a:lnTo>
                  <a:lnTo>
                    <a:pt x="2216284" y="782552"/>
                  </a:lnTo>
                  <a:lnTo>
                    <a:pt x="2200654" y="783108"/>
                  </a:lnTo>
                  <a:lnTo>
                    <a:pt x="2193020" y="821238"/>
                  </a:lnTo>
                  <a:lnTo>
                    <a:pt x="2183559" y="837618"/>
                  </a:lnTo>
                  <a:lnTo>
                    <a:pt x="2176775" y="845496"/>
                  </a:lnTo>
                  <a:lnTo>
                    <a:pt x="2142096" y="861725"/>
                  </a:lnTo>
                  <a:lnTo>
                    <a:pt x="2119212" y="882296"/>
                  </a:lnTo>
                  <a:lnTo>
                    <a:pt x="2092239" y="898861"/>
                  </a:lnTo>
                  <a:lnTo>
                    <a:pt x="2080462" y="895259"/>
                  </a:lnTo>
                  <a:lnTo>
                    <a:pt x="2062716" y="912093"/>
                  </a:lnTo>
                  <a:lnTo>
                    <a:pt x="2023279" y="932025"/>
                  </a:lnTo>
                  <a:lnTo>
                    <a:pt x="2003072" y="958876"/>
                  </a:lnTo>
                  <a:lnTo>
                    <a:pt x="1957720" y="982899"/>
                  </a:lnTo>
                  <a:lnTo>
                    <a:pt x="1934619" y="1002444"/>
                  </a:lnTo>
                  <a:lnTo>
                    <a:pt x="1871863" y="1003471"/>
                  </a:lnTo>
                  <a:lnTo>
                    <a:pt x="1811930" y="999178"/>
                  </a:lnTo>
                  <a:lnTo>
                    <a:pt x="1793117" y="1008470"/>
                  </a:lnTo>
                  <a:lnTo>
                    <a:pt x="1812346" y="1011349"/>
                  </a:lnTo>
                  <a:lnTo>
                    <a:pt x="1825824" y="1020473"/>
                  </a:lnTo>
                  <a:lnTo>
                    <a:pt x="1841978" y="1016669"/>
                  </a:lnTo>
                  <a:lnTo>
                    <a:pt x="1879950" y="1021231"/>
                  </a:lnTo>
                  <a:lnTo>
                    <a:pt x="1899487" y="1026197"/>
                  </a:lnTo>
                  <a:lnTo>
                    <a:pt x="1924560" y="1058149"/>
                  </a:lnTo>
                  <a:lnTo>
                    <a:pt x="1906126" y="1069512"/>
                  </a:lnTo>
                  <a:lnTo>
                    <a:pt x="1874197" y="1078232"/>
                  </a:lnTo>
                  <a:lnTo>
                    <a:pt x="1886173" y="1123551"/>
                  </a:lnTo>
                  <a:lnTo>
                    <a:pt x="1896050" y="1154105"/>
                  </a:lnTo>
                  <a:lnTo>
                    <a:pt x="1883116" y="1172539"/>
                  </a:lnTo>
                  <a:lnTo>
                    <a:pt x="1882157" y="1256408"/>
                  </a:lnTo>
                  <a:lnTo>
                    <a:pt x="1864012" y="1258007"/>
                  </a:lnTo>
                  <a:lnTo>
                    <a:pt x="1856306" y="1292703"/>
                  </a:lnTo>
                  <a:lnTo>
                    <a:pt x="1862022" y="1310396"/>
                  </a:lnTo>
                  <a:lnTo>
                    <a:pt x="1861570" y="1351489"/>
                  </a:lnTo>
                  <a:lnTo>
                    <a:pt x="1865351" y="1376808"/>
                  </a:lnTo>
                  <a:lnTo>
                    <a:pt x="1874251" y="1400124"/>
                  </a:lnTo>
                  <a:lnTo>
                    <a:pt x="1870290" y="1424432"/>
                  </a:lnTo>
                  <a:lnTo>
                    <a:pt x="1841598" y="1481333"/>
                  </a:lnTo>
                  <a:lnTo>
                    <a:pt x="1842250" y="1508032"/>
                  </a:lnTo>
                  <a:lnTo>
                    <a:pt x="1847405" y="1523890"/>
                  </a:lnTo>
                  <a:lnTo>
                    <a:pt x="1851222" y="1549243"/>
                  </a:lnTo>
                  <a:lnTo>
                    <a:pt x="1838179" y="1597979"/>
                  </a:lnTo>
                  <a:lnTo>
                    <a:pt x="1828971" y="1638701"/>
                  </a:lnTo>
                  <a:lnTo>
                    <a:pt x="1818027" y="1672976"/>
                  </a:lnTo>
                  <a:lnTo>
                    <a:pt x="1793533" y="1714103"/>
                  </a:lnTo>
                  <a:lnTo>
                    <a:pt x="1781340" y="1744842"/>
                  </a:lnTo>
                  <a:lnTo>
                    <a:pt x="1752811" y="1840765"/>
                  </a:lnTo>
                  <a:lnTo>
                    <a:pt x="1738665" y="1859805"/>
                  </a:lnTo>
                  <a:lnTo>
                    <a:pt x="1721316" y="1874434"/>
                  </a:lnTo>
                  <a:lnTo>
                    <a:pt x="1701978" y="1860899"/>
                  </a:lnTo>
                  <a:lnTo>
                    <a:pt x="1684249" y="1853526"/>
                  </a:lnTo>
                  <a:lnTo>
                    <a:pt x="1662595" y="1854418"/>
                  </a:lnTo>
                  <a:lnTo>
                    <a:pt x="1628676" y="1865512"/>
                  </a:lnTo>
                  <a:lnTo>
                    <a:pt x="1577661" y="1858138"/>
                  </a:lnTo>
                  <a:lnTo>
                    <a:pt x="1527805" y="1861690"/>
                  </a:lnTo>
                  <a:lnTo>
                    <a:pt x="1515196" y="1871269"/>
                  </a:lnTo>
                  <a:lnTo>
                    <a:pt x="1522757" y="1906083"/>
                  </a:lnTo>
                  <a:lnTo>
                    <a:pt x="1504378" y="1910645"/>
                  </a:lnTo>
                  <a:lnTo>
                    <a:pt x="1486414" y="1900746"/>
                  </a:lnTo>
                  <a:lnTo>
                    <a:pt x="1470603" y="1912564"/>
                  </a:lnTo>
                  <a:lnTo>
                    <a:pt x="1457397" y="1925526"/>
                  </a:lnTo>
                  <a:lnTo>
                    <a:pt x="1431456" y="1956283"/>
                  </a:lnTo>
                  <a:lnTo>
                    <a:pt x="1422772" y="1975222"/>
                  </a:lnTo>
                  <a:lnTo>
                    <a:pt x="1420529" y="2010894"/>
                  </a:lnTo>
                  <a:lnTo>
                    <a:pt x="1434151" y="2042879"/>
                  </a:lnTo>
                  <a:lnTo>
                    <a:pt x="1446235" y="2080336"/>
                  </a:lnTo>
                  <a:lnTo>
                    <a:pt x="1415120" y="2125536"/>
                  </a:lnTo>
                  <a:lnTo>
                    <a:pt x="1397754" y="2127068"/>
                  </a:lnTo>
                  <a:lnTo>
                    <a:pt x="1347065" y="2114527"/>
                  </a:lnTo>
                  <a:lnTo>
                    <a:pt x="1257228" y="2142859"/>
                  </a:lnTo>
                  <a:lnTo>
                    <a:pt x="1176546" y="2120452"/>
                  </a:lnTo>
                  <a:lnTo>
                    <a:pt x="1186694" y="2096244"/>
                  </a:lnTo>
                  <a:lnTo>
                    <a:pt x="1186351" y="2078450"/>
                  </a:lnTo>
                  <a:lnTo>
                    <a:pt x="1190909" y="2051078"/>
                  </a:lnTo>
                  <a:lnTo>
                    <a:pt x="1193623" y="2023082"/>
                  </a:lnTo>
                  <a:lnTo>
                    <a:pt x="1192863" y="2004345"/>
                  </a:lnTo>
                  <a:lnTo>
                    <a:pt x="1186948" y="1984380"/>
                  </a:lnTo>
                  <a:lnTo>
                    <a:pt x="1167048" y="1958253"/>
                  </a:lnTo>
                  <a:lnTo>
                    <a:pt x="1122221" y="1870074"/>
                  </a:lnTo>
                  <a:lnTo>
                    <a:pt x="1108960" y="1832853"/>
                  </a:lnTo>
                  <a:lnTo>
                    <a:pt x="1099734" y="1817348"/>
                  </a:lnTo>
                  <a:lnTo>
                    <a:pt x="1106373" y="1816507"/>
                  </a:lnTo>
                  <a:lnTo>
                    <a:pt x="1143296" y="1836489"/>
                  </a:lnTo>
                  <a:lnTo>
                    <a:pt x="1151907" y="1834031"/>
                  </a:lnTo>
                  <a:lnTo>
                    <a:pt x="1160952" y="1826523"/>
                  </a:lnTo>
                  <a:lnTo>
                    <a:pt x="1149935" y="1797921"/>
                  </a:lnTo>
                  <a:lnTo>
                    <a:pt x="1140474" y="1784976"/>
                  </a:lnTo>
                  <a:lnTo>
                    <a:pt x="1134052" y="1765616"/>
                  </a:lnTo>
                  <a:lnTo>
                    <a:pt x="1155669" y="1760381"/>
                  </a:lnTo>
                  <a:lnTo>
                    <a:pt x="1171281" y="1761542"/>
                  </a:lnTo>
                  <a:lnTo>
                    <a:pt x="1182787" y="1739758"/>
                  </a:lnTo>
                  <a:lnTo>
                    <a:pt x="1176148" y="1704541"/>
                  </a:lnTo>
                  <a:lnTo>
                    <a:pt x="1159378" y="1693699"/>
                  </a:lnTo>
                  <a:lnTo>
                    <a:pt x="1145376" y="1688986"/>
                  </a:lnTo>
                  <a:lnTo>
                    <a:pt x="1118530" y="1633668"/>
                  </a:lnTo>
                  <a:lnTo>
                    <a:pt x="1090526" y="1605016"/>
                  </a:lnTo>
                  <a:lnTo>
                    <a:pt x="1040579" y="1494497"/>
                  </a:lnTo>
                  <a:lnTo>
                    <a:pt x="1022308" y="1418641"/>
                  </a:lnTo>
                  <a:lnTo>
                    <a:pt x="1005321" y="1425847"/>
                  </a:lnTo>
                  <a:lnTo>
                    <a:pt x="997072" y="1392801"/>
                  </a:lnTo>
                  <a:lnTo>
                    <a:pt x="991157" y="1361505"/>
                  </a:lnTo>
                  <a:lnTo>
                    <a:pt x="989981" y="1338493"/>
                  </a:lnTo>
                  <a:lnTo>
                    <a:pt x="963352" y="1325311"/>
                  </a:lnTo>
                  <a:lnTo>
                    <a:pt x="962266" y="1309184"/>
                  </a:lnTo>
                  <a:lnTo>
                    <a:pt x="957472" y="1237217"/>
                  </a:lnTo>
                  <a:lnTo>
                    <a:pt x="928908" y="1227554"/>
                  </a:lnTo>
                  <a:lnTo>
                    <a:pt x="910438" y="1187168"/>
                  </a:lnTo>
                  <a:lnTo>
                    <a:pt x="907145" y="1110756"/>
                  </a:lnTo>
                  <a:lnTo>
                    <a:pt x="888331" y="1096851"/>
                  </a:lnTo>
                  <a:lnTo>
                    <a:pt x="873190" y="1100706"/>
                  </a:lnTo>
                  <a:lnTo>
                    <a:pt x="873895" y="1081767"/>
                  </a:lnTo>
                  <a:lnTo>
                    <a:pt x="877513" y="1063990"/>
                  </a:lnTo>
                  <a:lnTo>
                    <a:pt x="868667" y="993555"/>
                  </a:lnTo>
                  <a:lnTo>
                    <a:pt x="865719" y="929264"/>
                  </a:lnTo>
                  <a:lnTo>
                    <a:pt x="858537" y="909854"/>
                  </a:lnTo>
                  <a:lnTo>
                    <a:pt x="854466" y="887128"/>
                  </a:lnTo>
                  <a:lnTo>
                    <a:pt x="858121" y="867499"/>
                  </a:lnTo>
                  <a:lnTo>
                    <a:pt x="863475" y="856220"/>
                  </a:lnTo>
                  <a:lnTo>
                    <a:pt x="881909" y="853257"/>
                  </a:lnTo>
                  <a:lnTo>
                    <a:pt x="899131" y="870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3723782" y="1804293"/>
              <a:ext cx="950164" cy="914400"/>
            </a:xfrm>
            <a:custGeom>
              <a:avLst/>
              <a:pathLst>
                <a:path w="950164" h="914400">
                  <a:moveTo>
                    <a:pt x="914400" y="914400"/>
                  </a:moveTo>
                  <a:lnTo>
                    <a:pt x="904794" y="912767"/>
                  </a:lnTo>
                  <a:lnTo>
                    <a:pt x="896038" y="896892"/>
                  </a:lnTo>
                  <a:lnTo>
                    <a:pt x="913748" y="872650"/>
                  </a:lnTo>
                  <a:lnTo>
                    <a:pt x="940847" y="873963"/>
                  </a:lnTo>
                  <a:lnTo>
                    <a:pt x="950164" y="879014"/>
                  </a:lnTo>
                  <a:lnTo>
                    <a:pt x="917728" y="892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3581791" y="1404593"/>
              <a:ext cx="935457" cy="914399"/>
            </a:xfrm>
            <a:custGeom>
              <a:avLst/>
              <a:pathLst>
                <a:path w="935457" h="914399">
                  <a:moveTo>
                    <a:pt x="914400" y="914399"/>
                  </a:moveTo>
                  <a:lnTo>
                    <a:pt x="910329" y="913356"/>
                  </a:lnTo>
                  <a:lnTo>
                    <a:pt x="915394" y="897346"/>
                  </a:lnTo>
                  <a:lnTo>
                    <a:pt x="919157" y="890427"/>
                  </a:lnTo>
                  <a:lnTo>
                    <a:pt x="931640" y="883963"/>
                  </a:lnTo>
                  <a:lnTo>
                    <a:pt x="935457" y="885091"/>
                  </a:lnTo>
                  <a:lnTo>
                    <a:pt x="922612" y="9111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3618551" y="1260591"/>
              <a:ext cx="938134" cy="914400"/>
            </a:xfrm>
            <a:custGeom>
              <a:avLst/>
              <a:pathLst>
                <a:path w="938134" h="914400">
                  <a:moveTo>
                    <a:pt x="914400" y="914400"/>
                  </a:moveTo>
                  <a:lnTo>
                    <a:pt x="909732" y="900410"/>
                  </a:lnTo>
                  <a:lnTo>
                    <a:pt x="911596" y="897666"/>
                  </a:lnTo>
                  <a:lnTo>
                    <a:pt x="914779" y="883862"/>
                  </a:lnTo>
                  <a:lnTo>
                    <a:pt x="923770" y="876286"/>
                  </a:lnTo>
                  <a:lnTo>
                    <a:pt x="938134" y="880832"/>
                  </a:lnTo>
                  <a:lnTo>
                    <a:pt x="938043" y="884283"/>
                  </a:lnTo>
                  <a:lnTo>
                    <a:pt x="924313" y="895461"/>
                  </a:lnTo>
                  <a:lnTo>
                    <a:pt x="919049" y="9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3869372" y="2985566"/>
              <a:ext cx="928419" cy="915616"/>
            </a:xfrm>
            <a:custGeom>
              <a:avLst/>
              <a:pathLst>
                <a:path w="928419" h="915616">
                  <a:moveTo>
                    <a:pt x="914400" y="914400"/>
                  </a:moveTo>
                  <a:lnTo>
                    <a:pt x="862517" y="909888"/>
                  </a:lnTo>
                  <a:lnTo>
                    <a:pt x="855136" y="905713"/>
                  </a:lnTo>
                  <a:lnTo>
                    <a:pt x="883682" y="876185"/>
                  </a:lnTo>
                  <a:lnTo>
                    <a:pt x="902279" y="845496"/>
                  </a:lnTo>
                  <a:lnTo>
                    <a:pt x="918072" y="805447"/>
                  </a:lnTo>
                  <a:lnTo>
                    <a:pt x="919754" y="777704"/>
                  </a:lnTo>
                  <a:lnTo>
                    <a:pt x="923698" y="746425"/>
                  </a:lnTo>
                  <a:lnTo>
                    <a:pt x="928419" y="744095"/>
                  </a:lnTo>
                  <a:lnTo>
                    <a:pt x="928419" y="915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2904509" y="3128877"/>
              <a:ext cx="1893282" cy="920712"/>
            </a:xfrm>
            <a:custGeom>
              <a:avLst/>
              <a:pathLst>
                <a:path w="1893282" h="920712">
                  <a:moveTo>
                    <a:pt x="914400" y="914400"/>
                  </a:moveTo>
                  <a:lnTo>
                    <a:pt x="1020481" y="872482"/>
                  </a:lnTo>
                  <a:lnTo>
                    <a:pt x="1133780" y="833156"/>
                  </a:lnTo>
                  <a:lnTo>
                    <a:pt x="1160228" y="828881"/>
                  </a:lnTo>
                  <a:lnTo>
                    <a:pt x="1186821" y="820598"/>
                  </a:lnTo>
                  <a:lnTo>
                    <a:pt x="1196644" y="805885"/>
                  </a:lnTo>
                  <a:lnTo>
                    <a:pt x="1206449" y="796037"/>
                  </a:lnTo>
                  <a:lnTo>
                    <a:pt x="1221880" y="770095"/>
                  </a:lnTo>
                  <a:lnTo>
                    <a:pt x="1255998" y="729776"/>
                  </a:lnTo>
                  <a:lnTo>
                    <a:pt x="1316329" y="715097"/>
                  </a:lnTo>
                  <a:lnTo>
                    <a:pt x="1338852" y="695973"/>
                  </a:lnTo>
                  <a:lnTo>
                    <a:pt x="1386067" y="669189"/>
                  </a:lnTo>
                  <a:lnTo>
                    <a:pt x="1493704" y="639140"/>
                  </a:lnTo>
                  <a:lnTo>
                    <a:pt x="1538659" y="632540"/>
                  </a:lnTo>
                  <a:lnTo>
                    <a:pt x="1582709" y="631732"/>
                  </a:lnTo>
                  <a:lnTo>
                    <a:pt x="1621928" y="655435"/>
                  </a:lnTo>
                  <a:lnTo>
                    <a:pt x="1663445" y="684694"/>
                  </a:lnTo>
                  <a:lnTo>
                    <a:pt x="1670917" y="702353"/>
                  </a:lnTo>
                  <a:lnTo>
                    <a:pt x="1648449" y="691343"/>
                  </a:lnTo>
                  <a:lnTo>
                    <a:pt x="1615705" y="665065"/>
                  </a:lnTo>
                  <a:lnTo>
                    <a:pt x="1603603" y="663954"/>
                  </a:lnTo>
                  <a:lnTo>
                    <a:pt x="1631552" y="743883"/>
                  </a:lnTo>
                  <a:lnTo>
                    <a:pt x="1646839" y="772148"/>
                  </a:lnTo>
                  <a:lnTo>
                    <a:pt x="1677737" y="793293"/>
                  </a:lnTo>
                  <a:lnTo>
                    <a:pt x="1703642" y="800414"/>
                  </a:lnTo>
                  <a:lnTo>
                    <a:pt x="1783456" y="787603"/>
                  </a:lnTo>
                  <a:lnTo>
                    <a:pt x="1811804" y="770869"/>
                  </a:lnTo>
                  <a:lnTo>
                    <a:pt x="1819999" y="762401"/>
                  </a:lnTo>
                  <a:lnTo>
                    <a:pt x="1827379" y="766576"/>
                  </a:lnTo>
                  <a:lnTo>
                    <a:pt x="1879262" y="771088"/>
                  </a:lnTo>
                  <a:lnTo>
                    <a:pt x="1893282" y="772304"/>
                  </a:lnTo>
                  <a:lnTo>
                    <a:pt x="1893282" y="920712"/>
                  </a:lnTo>
                  <a:lnTo>
                    <a:pt x="902385" y="92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2459724" y="758992"/>
              <a:ext cx="965161" cy="1866109"/>
            </a:xfrm>
            <a:custGeom>
              <a:avLst/>
              <a:pathLst>
                <a:path w="965161" h="1866109">
                  <a:moveTo>
                    <a:pt x="914400" y="914400"/>
                  </a:moveTo>
                  <a:lnTo>
                    <a:pt x="938604" y="984212"/>
                  </a:lnTo>
                  <a:lnTo>
                    <a:pt x="958703" y="1033857"/>
                  </a:lnTo>
                  <a:lnTo>
                    <a:pt x="965161" y="1066583"/>
                  </a:lnTo>
                  <a:lnTo>
                    <a:pt x="958522" y="1099764"/>
                  </a:lnTo>
                  <a:lnTo>
                    <a:pt x="951665" y="1116749"/>
                  </a:lnTo>
                  <a:lnTo>
                    <a:pt x="951448" y="1139627"/>
                  </a:lnTo>
                  <a:lnTo>
                    <a:pt x="946166" y="1185165"/>
                  </a:lnTo>
                  <a:lnTo>
                    <a:pt x="930590" y="1208177"/>
                  </a:lnTo>
                  <a:lnTo>
                    <a:pt x="910203" y="1233277"/>
                  </a:lnTo>
                  <a:lnTo>
                    <a:pt x="887463" y="1252014"/>
                  </a:lnTo>
                  <a:lnTo>
                    <a:pt x="869427" y="1257283"/>
                  </a:lnTo>
                  <a:lnTo>
                    <a:pt x="853942" y="1259455"/>
                  </a:lnTo>
                  <a:lnTo>
                    <a:pt x="843540" y="1268983"/>
                  </a:lnTo>
                  <a:lnTo>
                    <a:pt x="834115" y="1296979"/>
                  </a:lnTo>
                  <a:lnTo>
                    <a:pt x="825413" y="1326389"/>
                  </a:lnTo>
                  <a:lnTo>
                    <a:pt x="796976" y="1362549"/>
                  </a:lnTo>
                  <a:lnTo>
                    <a:pt x="797735" y="1375141"/>
                  </a:lnTo>
                  <a:lnTo>
                    <a:pt x="808571" y="1418002"/>
                  </a:lnTo>
                  <a:lnTo>
                    <a:pt x="818720" y="1466805"/>
                  </a:lnTo>
                  <a:lnTo>
                    <a:pt x="810145" y="1512426"/>
                  </a:lnTo>
                  <a:lnTo>
                    <a:pt x="802801" y="1560320"/>
                  </a:lnTo>
                  <a:lnTo>
                    <a:pt x="789938" y="1592238"/>
                  </a:lnTo>
                  <a:lnTo>
                    <a:pt x="771559" y="1603635"/>
                  </a:lnTo>
                  <a:lnTo>
                    <a:pt x="758063" y="1597945"/>
                  </a:lnTo>
                  <a:lnTo>
                    <a:pt x="742795" y="1554159"/>
                  </a:lnTo>
                  <a:lnTo>
                    <a:pt x="742451" y="1544092"/>
                  </a:lnTo>
                  <a:lnTo>
                    <a:pt x="738652" y="1530708"/>
                  </a:lnTo>
                  <a:lnTo>
                    <a:pt x="695344" y="1517375"/>
                  </a:lnTo>
                  <a:lnTo>
                    <a:pt x="687692" y="1517864"/>
                  </a:lnTo>
                  <a:lnTo>
                    <a:pt x="670669" y="1510052"/>
                  </a:lnTo>
                  <a:lnTo>
                    <a:pt x="660683" y="1507847"/>
                  </a:lnTo>
                  <a:lnTo>
                    <a:pt x="640205" y="1503336"/>
                  </a:lnTo>
                  <a:lnTo>
                    <a:pt x="623182" y="1464700"/>
                  </a:lnTo>
                  <a:lnTo>
                    <a:pt x="605092" y="1432564"/>
                  </a:lnTo>
                  <a:lnTo>
                    <a:pt x="602523" y="1419130"/>
                  </a:lnTo>
                  <a:lnTo>
                    <a:pt x="603138" y="1359031"/>
                  </a:lnTo>
                  <a:lnTo>
                    <a:pt x="597603" y="1332298"/>
                  </a:lnTo>
                  <a:lnTo>
                    <a:pt x="595902" y="1303157"/>
                  </a:lnTo>
                  <a:lnTo>
                    <a:pt x="584523" y="1326860"/>
                  </a:lnTo>
                  <a:lnTo>
                    <a:pt x="591126" y="1364334"/>
                  </a:lnTo>
                  <a:lnTo>
                    <a:pt x="577088" y="1380057"/>
                  </a:lnTo>
                  <a:lnTo>
                    <a:pt x="559378" y="1387700"/>
                  </a:lnTo>
                  <a:lnTo>
                    <a:pt x="561042" y="1409652"/>
                  </a:lnTo>
                  <a:lnTo>
                    <a:pt x="568314" y="1413810"/>
                  </a:lnTo>
                  <a:lnTo>
                    <a:pt x="569834" y="1436604"/>
                  </a:lnTo>
                  <a:lnTo>
                    <a:pt x="565529" y="1470340"/>
                  </a:lnTo>
                  <a:lnTo>
                    <a:pt x="530669" y="1545354"/>
                  </a:lnTo>
                  <a:lnTo>
                    <a:pt x="523631" y="1553418"/>
                  </a:lnTo>
                  <a:lnTo>
                    <a:pt x="518856" y="1563552"/>
                  </a:lnTo>
                  <a:lnTo>
                    <a:pt x="501019" y="1556819"/>
                  </a:lnTo>
                  <a:lnTo>
                    <a:pt x="478134" y="1577710"/>
                  </a:lnTo>
                  <a:lnTo>
                    <a:pt x="456462" y="1581060"/>
                  </a:lnTo>
                  <a:lnTo>
                    <a:pt x="448611" y="1557425"/>
                  </a:lnTo>
                  <a:lnTo>
                    <a:pt x="418039" y="1526146"/>
                  </a:lnTo>
                  <a:lnTo>
                    <a:pt x="403603" y="1527897"/>
                  </a:lnTo>
                  <a:lnTo>
                    <a:pt x="416555" y="1543334"/>
                  </a:lnTo>
                  <a:lnTo>
                    <a:pt x="429327" y="1563401"/>
                  </a:lnTo>
                  <a:lnTo>
                    <a:pt x="422073" y="1576683"/>
                  </a:lnTo>
                  <a:lnTo>
                    <a:pt x="414945" y="1585353"/>
                  </a:lnTo>
                  <a:lnTo>
                    <a:pt x="402463" y="1589848"/>
                  </a:lnTo>
                  <a:lnTo>
                    <a:pt x="357798" y="1616109"/>
                  </a:lnTo>
                  <a:lnTo>
                    <a:pt x="373699" y="1633752"/>
                  </a:lnTo>
                  <a:lnTo>
                    <a:pt x="360204" y="1653785"/>
                  </a:lnTo>
                  <a:lnTo>
                    <a:pt x="344592" y="1656731"/>
                  </a:lnTo>
                  <a:lnTo>
                    <a:pt x="336271" y="1666091"/>
                  </a:lnTo>
                  <a:lnTo>
                    <a:pt x="333376" y="1678801"/>
                  </a:lnTo>
                  <a:lnTo>
                    <a:pt x="287119" y="1715012"/>
                  </a:lnTo>
                  <a:lnTo>
                    <a:pt x="211719" y="1807887"/>
                  </a:lnTo>
                  <a:lnTo>
                    <a:pt x="172970" y="1834132"/>
                  </a:lnTo>
                  <a:lnTo>
                    <a:pt x="145907" y="1861421"/>
                  </a:lnTo>
                  <a:lnTo>
                    <a:pt x="122064" y="1860747"/>
                  </a:lnTo>
                  <a:lnTo>
                    <a:pt x="115135" y="1866109"/>
                  </a:lnTo>
                  <a:lnTo>
                    <a:pt x="115135" y="877212"/>
                  </a:lnTo>
                  <a:lnTo>
                    <a:pt x="910693" y="877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827831" y="3135089"/>
              <a:ext cx="1314683" cy="914501"/>
            </a:xfrm>
            <a:custGeom>
              <a:avLst/>
              <a:pathLst>
                <a:path w="1314683" h="914501">
                  <a:moveTo>
                    <a:pt x="914400" y="914400"/>
                  </a:moveTo>
                  <a:lnTo>
                    <a:pt x="914978" y="824588"/>
                  </a:lnTo>
                  <a:lnTo>
                    <a:pt x="904775" y="811221"/>
                  </a:lnTo>
                  <a:lnTo>
                    <a:pt x="891588" y="806575"/>
                  </a:lnTo>
                  <a:lnTo>
                    <a:pt x="883375" y="812719"/>
                  </a:lnTo>
                  <a:lnTo>
                    <a:pt x="866496" y="812804"/>
                  </a:lnTo>
                  <a:lnTo>
                    <a:pt x="862951" y="792468"/>
                  </a:lnTo>
                  <a:lnTo>
                    <a:pt x="867075" y="777401"/>
                  </a:lnTo>
                  <a:lnTo>
                    <a:pt x="900995" y="767098"/>
                  </a:lnTo>
                  <a:lnTo>
                    <a:pt x="923354" y="753294"/>
                  </a:lnTo>
                  <a:lnTo>
                    <a:pt x="924349" y="728901"/>
                  </a:lnTo>
                  <a:lnTo>
                    <a:pt x="910221" y="709726"/>
                  </a:lnTo>
                  <a:lnTo>
                    <a:pt x="893306" y="674559"/>
                  </a:lnTo>
                  <a:lnTo>
                    <a:pt x="873425" y="641496"/>
                  </a:lnTo>
                  <a:lnTo>
                    <a:pt x="871272" y="603063"/>
                  </a:lnTo>
                  <a:lnTo>
                    <a:pt x="905825" y="603821"/>
                  </a:lnTo>
                  <a:lnTo>
                    <a:pt x="914291" y="605269"/>
                  </a:lnTo>
                  <a:lnTo>
                    <a:pt x="966698" y="623282"/>
                  </a:lnTo>
                  <a:lnTo>
                    <a:pt x="979506" y="635924"/>
                  </a:lnTo>
                  <a:lnTo>
                    <a:pt x="995625" y="636513"/>
                  </a:lnTo>
                  <a:lnTo>
                    <a:pt x="1024660" y="624746"/>
                  </a:lnTo>
                  <a:lnTo>
                    <a:pt x="1046350" y="619578"/>
                  </a:lnTo>
                  <a:lnTo>
                    <a:pt x="1054762" y="626834"/>
                  </a:lnTo>
                  <a:lnTo>
                    <a:pt x="1066575" y="629881"/>
                  </a:lnTo>
                  <a:lnTo>
                    <a:pt x="1069307" y="629881"/>
                  </a:lnTo>
                  <a:lnTo>
                    <a:pt x="1070446" y="636210"/>
                  </a:lnTo>
                  <a:lnTo>
                    <a:pt x="1097564" y="645368"/>
                  </a:lnTo>
                  <a:lnTo>
                    <a:pt x="1108960" y="659964"/>
                  </a:lnTo>
                  <a:lnTo>
                    <a:pt x="1121624" y="682152"/>
                  </a:lnTo>
                  <a:lnTo>
                    <a:pt x="1122854" y="714087"/>
                  </a:lnTo>
                  <a:lnTo>
                    <a:pt x="1106645" y="737066"/>
                  </a:lnTo>
                  <a:lnTo>
                    <a:pt x="1093186" y="751610"/>
                  </a:lnTo>
                  <a:lnTo>
                    <a:pt x="1144092" y="746106"/>
                  </a:lnTo>
                  <a:lnTo>
                    <a:pt x="1149157" y="759287"/>
                  </a:lnTo>
                  <a:lnTo>
                    <a:pt x="1156863" y="773512"/>
                  </a:lnTo>
                  <a:lnTo>
                    <a:pt x="1184288" y="763378"/>
                  </a:lnTo>
                  <a:lnTo>
                    <a:pt x="1253031" y="805464"/>
                  </a:lnTo>
                  <a:lnTo>
                    <a:pt x="1294603" y="784976"/>
                  </a:lnTo>
                  <a:lnTo>
                    <a:pt x="1305240" y="783781"/>
                  </a:lnTo>
                  <a:lnTo>
                    <a:pt x="1314683" y="817787"/>
                  </a:lnTo>
                  <a:lnTo>
                    <a:pt x="1304353" y="852045"/>
                  </a:lnTo>
                  <a:lnTo>
                    <a:pt x="1267703" y="888592"/>
                  </a:lnTo>
                  <a:lnTo>
                    <a:pt x="1275825" y="911117"/>
                  </a:lnTo>
                  <a:lnTo>
                    <a:pt x="1283746" y="914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2235513" y="3132025"/>
              <a:ext cx="922179" cy="917564"/>
            </a:xfrm>
            <a:custGeom>
              <a:avLst/>
              <a:pathLst>
                <a:path w="922179" h="917564">
                  <a:moveTo>
                    <a:pt x="914400" y="914400"/>
                  </a:moveTo>
                  <a:lnTo>
                    <a:pt x="922179" y="917564"/>
                  </a:lnTo>
                  <a:lnTo>
                    <a:pt x="891527" y="91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2345972" y="3096050"/>
              <a:ext cx="1308350" cy="953540"/>
            </a:xfrm>
            <a:custGeom>
              <a:avLst/>
              <a:pathLst>
                <a:path w="1308350" h="953540">
                  <a:moveTo>
                    <a:pt x="914400" y="914400"/>
                  </a:moveTo>
                  <a:lnTo>
                    <a:pt x="932128" y="903390"/>
                  </a:lnTo>
                  <a:lnTo>
                    <a:pt x="990487" y="895511"/>
                  </a:lnTo>
                  <a:lnTo>
                    <a:pt x="1001106" y="875663"/>
                  </a:lnTo>
                  <a:lnTo>
                    <a:pt x="1024750" y="855698"/>
                  </a:lnTo>
                  <a:lnTo>
                    <a:pt x="1039982" y="833897"/>
                  </a:lnTo>
                  <a:lnTo>
                    <a:pt x="1076452" y="792400"/>
                  </a:lnTo>
                  <a:lnTo>
                    <a:pt x="1114188" y="799875"/>
                  </a:lnTo>
                  <a:lnTo>
                    <a:pt x="1136222" y="807821"/>
                  </a:lnTo>
                  <a:lnTo>
                    <a:pt x="1160409" y="811827"/>
                  </a:lnTo>
                  <a:lnTo>
                    <a:pt x="1182425" y="856068"/>
                  </a:lnTo>
                  <a:lnTo>
                    <a:pt x="1238107" y="904972"/>
                  </a:lnTo>
                  <a:lnTo>
                    <a:pt x="1289266" y="900713"/>
                  </a:lnTo>
                  <a:lnTo>
                    <a:pt x="1307429" y="946974"/>
                  </a:lnTo>
                  <a:lnTo>
                    <a:pt x="1308350" y="953540"/>
                  </a:lnTo>
                  <a:lnTo>
                    <a:pt x="880553" y="953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2722684" y="3026440"/>
              <a:ext cx="914400" cy="938389"/>
            </a:xfrm>
            <a:custGeom>
              <a:avLst/>
              <a:pathLst>
                <a:path w="914400" h="938389">
                  <a:moveTo>
                    <a:pt x="914400" y="914400"/>
                  </a:moveTo>
                  <a:lnTo>
                    <a:pt x="909425" y="926217"/>
                  </a:lnTo>
                  <a:lnTo>
                    <a:pt x="888603" y="906555"/>
                  </a:lnTo>
                  <a:lnTo>
                    <a:pt x="867690" y="906824"/>
                  </a:lnTo>
                  <a:lnTo>
                    <a:pt x="855190" y="937109"/>
                  </a:lnTo>
                  <a:lnTo>
                    <a:pt x="845892" y="938389"/>
                  </a:lnTo>
                  <a:lnTo>
                    <a:pt x="813600" y="910881"/>
                  </a:lnTo>
                  <a:lnTo>
                    <a:pt x="808427" y="897464"/>
                  </a:lnTo>
                  <a:lnTo>
                    <a:pt x="807359" y="886303"/>
                  </a:lnTo>
                  <a:lnTo>
                    <a:pt x="811972" y="847668"/>
                  </a:lnTo>
                  <a:lnTo>
                    <a:pt x="811122" y="835513"/>
                  </a:lnTo>
                  <a:lnTo>
                    <a:pt x="821271" y="822231"/>
                  </a:lnTo>
                  <a:lnTo>
                    <a:pt x="822845" y="803040"/>
                  </a:lnTo>
                  <a:lnTo>
                    <a:pt x="840790" y="782805"/>
                  </a:lnTo>
                  <a:lnTo>
                    <a:pt x="856710" y="782047"/>
                  </a:lnTo>
                  <a:lnTo>
                    <a:pt x="861775" y="799185"/>
                  </a:lnTo>
                  <a:lnTo>
                    <a:pt x="869391" y="810986"/>
                  </a:lnTo>
                  <a:lnTo>
                    <a:pt x="896219" y="824217"/>
                  </a:lnTo>
                  <a:lnTo>
                    <a:pt x="900217" y="830227"/>
                  </a:lnTo>
                  <a:lnTo>
                    <a:pt x="902641" y="838544"/>
                  </a:lnTo>
                  <a:lnTo>
                    <a:pt x="890159" y="854839"/>
                  </a:lnTo>
                  <a:lnTo>
                    <a:pt x="885925" y="863189"/>
                  </a:lnTo>
                  <a:lnTo>
                    <a:pt x="889887" y="876573"/>
                  </a:lnTo>
                  <a:lnTo>
                    <a:pt x="909768" y="891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2748300" y="3122682"/>
              <a:ext cx="958345" cy="926907"/>
            </a:xfrm>
            <a:custGeom>
              <a:avLst/>
              <a:pathLst>
                <a:path w="958345" h="926907">
                  <a:moveTo>
                    <a:pt x="914399" y="914400"/>
                  </a:moveTo>
                  <a:lnTo>
                    <a:pt x="906006" y="906369"/>
                  </a:lnTo>
                  <a:lnTo>
                    <a:pt x="904757" y="894905"/>
                  </a:lnTo>
                  <a:lnTo>
                    <a:pt x="906114" y="883037"/>
                  </a:lnTo>
                  <a:lnTo>
                    <a:pt x="945225" y="914989"/>
                  </a:lnTo>
                  <a:lnTo>
                    <a:pt x="958345" y="926907"/>
                  </a:lnTo>
                  <a:lnTo>
                    <a:pt x="922742" y="926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2240144" y="2991761"/>
              <a:ext cx="942837" cy="914400"/>
            </a:xfrm>
            <a:custGeom>
              <a:avLst/>
              <a:pathLst>
                <a:path w="942837" h="914400">
                  <a:moveTo>
                    <a:pt x="914400" y="914400"/>
                  </a:moveTo>
                  <a:lnTo>
                    <a:pt x="903545" y="900612"/>
                  </a:lnTo>
                  <a:lnTo>
                    <a:pt x="892619" y="897111"/>
                  </a:lnTo>
                  <a:lnTo>
                    <a:pt x="898498" y="880108"/>
                  </a:lnTo>
                  <a:lnTo>
                    <a:pt x="906187" y="873930"/>
                  </a:lnTo>
                  <a:lnTo>
                    <a:pt x="933720" y="885007"/>
                  </a:lnTo>
                  <a:lnTo>
                    <a:pt x="942367" y="906689"/>
                  </a:lnTo>
                  <a:lnTo>
                    <a:pt x="942837" y="91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713192" y="2870721"/>
              <a:ext cx="978294" cy="914400"/>
            </a:xfrm>
            <a:custGeom>
              <a:avLst/>
              <a:pathLst>
                <a:path w="978294" h="914400">
                  <a:moveTo>
                    <a:pt x="914400" y="914400"/>
                  </a:moveTo>
                  <a:lnTo>
                    <a:pt x="916444" y="865714"/>
                  </a:lnTo>
                  <a:lnTo>
                    <a:pt x="936723" y="813847"/>
                  </a:lnTo>
                  <a:lnTo>
                    <a:pt x="945298" y="815009"/>
                  </a:lnTo>
                  <a:lnTo>
                    <a:pt x="936524" y="829015"/>
                  </a:lnTo>
                  <a:lnTo>
                    <a:pt x="933991" y="838830"/>
                  </a:lnTo>
                  <a:lnTo>
                    <a:pt x="930427" y="858442"/>
                  </a:lnTo>
                  <a:lnTo>
                    <a:pt x="932038" y="868627"/>
                  </a:lnTo>
                  <a:lnTo>
                    <a:pt x="978294" y="871421"/>
                  </a:lnTo>
                  <a:lnTo>
                    <a:pt x="972922" y="880512"/>
                  </a:lnTo>
                  <a:lnTo>
                    <a:pt x="926013" y="886640"/>
                  </a:lnTo>
                  <a:lnTo>
                    <a:pt x="918669" y="907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762145" y="2897925"/>
              <a:ext cx="921618" cy="914400"/>
            </a:xfrm>
            <a:custGeom>
              <a:avLst/>
              <a:pathLst>
                <a:path w="921618" h="914400">
                  <a:moveTo>
                    <a:pt x="914400" y="914400"/>
                  </a:moveTo>
                  <a:lnTo>
                    <a:pt x="896780" y="913406"/>
                  </a:lnTo>
                  <a:lnTo>
                    <a:pt x="886884" y="905460"/>
                  </a:lnTo>
                  <a:lnTo>
                    <a:pt x="890086" y="896993"/>
                  </a:lnTo>
                  <a:lnTo>
                    <a:pt x="899439" y="890528"/>
                  </a:lnTo>
                  <a:lnTo>
                    <a:pt x="907181" y="889535"/>
                  </a:lnTo>
                  <a:lnTo>
                    <a:pt x="918940" y="893525"/>
                  </a:lnTo>
                  <a:lnTo>
                    <a:pt x="921618" y="905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3883392" y="945535"/>
              <a:ext cx="914400" cy="1007258"/>
            </a:xfrm>
            <a:custGeom>
              <a:avLst/>
              <a:pathLst>
                <a:path w="914400" h="1007258">
                  <a:moveTo>
                    <a:pt x="914400" y="914400"/>
                  </a:moveTo>
                  <a:lnTo>
                    <a:pt x="914400" y="1003775"/>
                  </a:lnTo>
                  <a:lnTo>
                    <a:pt x="877314" y="1007258"/>
                  </a:lnTo>
                  <a:lnTo>
                    <a:pt x="867347" y="1001315"/>
                  </a:lnTo>
                  <a:lnTo>
                    <a:pt x="853689" y="955104"/>
                  </a:lnTo>
                  <a:lnTo>
                    <a:pt x="856402" y="943169"/>
                  </a:lnTo>
                  <a:lnTo>
                    <a:pt x="865592" y="938085"/>
                  </a:lnTo>
                  <a:lnTo>
                    <a:pt x="873461" y="936991"/>
                  </a:lnTo>
                  <a:lnTo>
                    <a:pt x="874619" y="961872"/>
                  </a:lnTo>
                  <a:lnTo>
                    <a:pt x="886179" y="959397"/>
                  </a:lnTo>
                  <a:lnTo>
                    <a:pt x="889797" y="943000"/>
                  </a:lnTo>
                  <a:lnTo>
                    <a:pt x="890611" y="931452"/>
                  </a:lnTo>
                  <a:lnTo>
                    <a:pt x="887481" y="925627"/>
                  </a:lnTo>
                  <a:lnTo>
                    <a:pt x="879630" y="921116"/>
                  </a:lnTo>
                  <a:lnTo>
                    <a:pt x="875089" y="913372"/>
                  </a:lnTo>
                  <a:lnTo>
                    <a:pt x="881620" y="900914"/>
                  </a:lnTo>
                  <a:lnTo>
                    <a:pt x="893704" y="895527"/>
                  </a:lnTo>
                  <a:lnTo>
                    <a:pt x="904124" y="912177"/>
                  </a:lnTo>
                  <a:lnTo>
                    <a:pt x="912464" y="914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3821795" y="1009775"/>
              <a:ext cx="914400" cy="924635"/>
            </a:xfrm>
            <a:custGeom>
              <a:avLst/>
              <a:pathLst>
                <a:path w="914400" h="924635">
                  <a:moveTo>
                    <a:pt x="914400" y="914400"/>
                  </a:moveTo>
                  <a:lnTo>
                    <a:pt x="907308" y="912464"/>
                  </a:lnTo>
                  <a:lnTo>
                    <a:pt x="901863" y="915107"/>
                  </a:lnTo>
                  <a:lnTo>
                    <a:pt x="898173" y="924635"/>
                  </a:lnTo>
                  <a:lnTo>
                    <a:pt x="890140" y="921217"/>
                  </a:lnTo>
                  <a:lnTo>
                    <a:pt x="886902" y="907565"/>
                  </a:lnTo>
                  <a:lnTo>
                    <a:pt x="892890" y="887128"/>
                  </a:lnTo>
                  <a:lnTo>
                    <a:pt x="907236" y="886353"/>
                  </a:lnTo>
                  <a:lnTo>
                    <a:pt x="913441" y="906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2507247" y="2554267"/>
              <a:ext cx="921292" cy="1228951"/>
            </a:xfrm>
            <a:custGeom>
              <a:avLst/>
              <a:pathLst>
                <a:path w="921292" h="1228951">
                  <a:moveTo>
                    <a:pt x="914400" y="914399"/>
                  </a:moveTo>
                  <a:lnTo>
                    <a:pt x="909587" y="924450"/>
                  </a:lnTo>
                  <a:lnTo>
                    <a:pt x="902514" y="931066"/>
                  </a:lnTo>
                  <a:lnTo>
                    <a:pt x="884008" y="938086"/>
                  </a:lnTo>
                  <a:lnTo>
                    <a:pt x="867980" y="947883"/>
                  </a:lnTo>
                  <a:lnTo>
                    <a:pt x="853689" y="965105"/>
                  </a:lnTo>
                  <a:lnTo>
                    <a:pt x="848424" y="989717"/>
                  </a:lnTo>
                  <a:lnTo>
                    <a:pt x="859604" y="1007730"/>
                  </a:lnTo>
                  <a:lnTo>
                    <a:pt x="879938" y="1017595"/>
                  </a:lnTo>
                  <a:lnTo>
                    <a:pt x="885111" y="1051886"/>
                  </a:lnTo>
                  <a:lnTo>
                    <a:pt x="868324" y="1068805"/>
                  </a:lnTo>
                  <a:lnTo>
                    <a:pt x="825251" y="1085690"/>
                  </a:lnTo>
                  <a:lnTo>
                    <a:pt x="820728" y="1126446"/>
                  </a:lnTo>
                  <a:lnTo>
                    <a:pt x="822121" y="1158566"/>
                  </a:lnTo>
                  <a:lnTo>
                    <a:pt x="821343" y="1181916"/>
                  </a:lnTo>
                  <a:lnTo>
                    <a:pt x="817924" y="1214221"/>
                  </a:lnTo>
                  <a:lnTo>
                    <a:pt x="783082" y="1228951"/>
                  </a:lnTo>
                  <a:lnTo>
                    <a:pt x="760596" y="1179744"/>
                  </a:lnTo>
                  <a:lnTo>
                    <a:pt x="760397" y="1160048"/>
                  </a:lnTo>
                  <a:lnTo>
                    <a:pt x="753685" y="1137052"/>
                  </a:lnTo>
                  <a:lnTo>
                    <a:pt x="752419" y="1117457"/>
                  </a:lnTo>
                  <a:lnTo>
                    <a:pt x="744459" y="1086111"/>
                  </a:lnTo>
                  <a:lnTo>
                    <a:pt x="711499" y="1077626"/>
                  </a:lnTo>
                  <a:lnTo>
                    <a:pt x="698709" y="1076515"/>
                  </a:lnTo>
                  <a:lnTo>
                    <a:pt x="680818" y="1082340"/>
                  </a:lnTo>
                  <a:lnTo>
                    <a:pt x="676386" y="1080067"/>
                  </a:lnTo>
                  <a:lnTo>
                    <a:pt x="654967" y="1037257"/>
                  </a:lnTo>
                  <a:lnTo>
                    <a:pt x="658494" y="990020"/>
                  </a:lnTo>
                  <a:lnTo>
                    <a:pt x="647061" y="966182"/>
                  </a:lnTo>
                  <a:lnTo>
                    <a:pt x="645488" y="955391"/>
                  </a:lnTo>
                  <a:lnTo>
                    <a:pt x="645759" y="943439"/>
                  </a:lnTo>
                  <a:lnTo>
                    <a:pt x="636370" y="933591"/>
                  </a:lnTo>
                  <a:lnTo>
                    <a:pt x="624973" y="928372"/>
                  </a:lnTo>
                  <a:lnTo>
                    <a:pt x="619438" y="901791"/>
                  </a:lnTo>
                  <a:lnTo>
                    <a:pt x="632535" y="895343"/>
                  </a:lnTo>
                  <a:lnTo>
                    <a:pt x="664917" y="898457"/>
                  </a:lnTo>
                  <a:lnTo>
                    <a:pt x="674378" y="896639"/>
                  </a:lnTo>
                  <a:lnTo>
                    <a:pt x="683043" y="891101"/>
                  </a:lnTo>
                  <a:lnTo>
                    <a:pt x="709238" y="847398"/>
                  </a:lnTo>
                  <a:lnTo>
                    <a:pt x="708478" y="837769"/>
                  </a:lnTo>
                  <a:lnTo>
                    <a:pt x="711282" y="825278"/>
                  </a:lnTo>
                  <a:lnTo>
                    <a:pt x="739629" y="820649"/>
                  </a:lnTo>
                  <a:lnTo>
                    <a:pt x="752256" y="837533"/>
                  </a:lnTo>
                  <a:lnTo>
                    <a:pt x="749724" y="864570"/>
                  </a:lnTo>
                  <a:lnTo>
                    <a:pt x="751334" y="899215"/>
                  </a:lnTo>
                  <a:lnTo>
                    <a:pt x="768501" y="908642"/>
                  </a:lnTo>
                  <a:lnTo>
                    <a:pt x="775195" y="910023"/>
                  </a:lnTo>
                  <a:lnTo>
                    <a:pt x="782340" y="884434"/>
                  </a:lnTo>
                  <a:lnTo>
                    <a:pt x="787352" y="871994"/>
                  </a:lnTo>
                  <a:lnTo>
                    <a:pt x="794153" y="865058"/>
                  </a:lnTo>
                  <a:lnTo>
                    <a:pt x="796469" y="841675"/>
                  </a:lnTo>
                  <a:lnTo>
                    <a:pt x="792435" y="827399"/>
                  </a:lnTo>
                  <a:lnTo>
                    <a:pt x="783842" y="816760"/>
                  </a:lnTo>
                  <a:lnTo>
                    <a:pt x="815934" y="787805"/>
                  </a:lnTo>
                  <a:lnTo>
                    <a:pt x="849148" y="764876"/>
                  </a:lnTo>
                  <a:lnTo>
                    <a:pt x="868468" y="763681"/>
                  </a:lnTo>
                  <a:lnTo>
                    <a:pt x="887915" y="769287"/>
                  </a:lnTo>
                  <a:lnTo>
                    <a:pt x="905988" y="777030"/>
                  </a:lnTo>
                  <a:lnTo>
                    <a:pt x="915792" y="783697"/>
                  </a:lnTo>
                  <a:lnTo>
                    <a:pt x="921292" y="794404"/>
                  </a:lnTo>
                  <a:lnTo>
                    <a:pt x="909171" y="819925"/>
                  </a:lnTo>
                  <a:lnTo>
                    <a:pt x="905807" y="833897"/>
                  </a:lnTo>
                  <a:lnTo>
                    <a:pt x="913947" y="87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980006" y="2761217"/>
              <a:ext cx="1136910" cy="1010386"/>
            </a:xfrm>
            <a:custGeom>
              <a:avLst/>
              <a:pathLst>
                <a:path w="1136910" h="1010386">
                  <a:moveTo>
                    <a:pt x="914400" y="1003753"/>
                  </a:moveTo>
                  <a:lnTo>
                    <a:pt x="902587" y="1000706"/>
                  </a:lnTo>
                  <a:lnTo>
                    <a:pt x="894175" y="993450"/>
                  </a:lnTo>
                  <a:lnTo>
                    <a:pt x="872484" y="998618"/>
                  </a:lnTo>
                  <a:lnTo>
                    <a:pt x="843449" y="1010386"/>
                  </a:lnTo>
                  <a:lnTo>
                    <a:pt x="827331" y="1009796"/>
                  </a:lnTo>
                  <a:lnTo>
                    <a:pt x="814523" y="997154"/>
                  </a:lnTo>
                  <a:lnTo>
                    <a:pt x="762116" y="979141"/>
                  </a:lnTo>
                  <a:lnTo>
                    <a:pt x="753649" y="977693"/>
                  </a:lnTo>
                  <a:lnTo>
                    <a:pt x="719025" y="976902"/>
                  </a:lnTo>
                  <a:lnTo>
                    <a:pt x="717378" y="948452"/>
                  </a:lnTo>
                  <a:lnTo>
                    <a:pt x="713091" y="927897"/>
                  </a:lnTo>
                  <a:lnTo>
                    <a:pt x="700989" y="897309"/>
                  </a:lnTo>
                  <a:lnTo>
                    <a:pt x="718934" y="889935"/>
                  </a:lnTo>
                  <a:lnTo>
                    <a:pt x="715461" y="830325"/>
                  </a:lnTo>
                  <a:lnTo>
                    <a:pt x="708948" y="799416"/>
                  </a:lnTo>
                  <a:lnTo>
                    <a:pt x="658820" y="767667"/>
                  </a:lnTo>
                  <a:lnTo>
                    <a:pt x="619329" y="736809"/>
                  </a:lnTo>
                  <a:lnTo>
                    <a:pt x="628447" y="632907"/>
                  </a:lnTo>
                  <a:lnTo>
                    <a:pt x="632336" y="604911"/>
                  </a:lnTo>
                  <a:lnTo>
                    <a:pt x="617357" y="550603"/>
                  </a:lnTo>
                  <a:lnTo>
                    <a:pt x="618913" y="488097"/>
                  </a:lnTo>
                  <a:lnTo>
                    <a:pt x="625226" y="389599"/>
                  </a:lnTo>
                  <a:lnTo>
                    <a:pt x="637781" y="385744"/>
                  </a:lnTo>
                  <a:lnTo>
                    <a:pt x="646989" y="386215"/>
                  </a:lnTo>
                  <a:lnTo>
                    <a:pt x="682500" y="403891"/>
                  </a:lnTo>
                  <a:lnTo>
                    <a:pt x="697280" y="405659"/>
                  </a:lnTo>
                  <a:lnTo>
                    <a:pt x="707411" y="421450"/>
                  </a:lnTo>
                  <a:lnTo>
                    <a:pt x="719278" y="427948"/>
                  </a:lnTo>
                  <a:lnTo>
                    <a:pt x="727871" y="411181"/>
                  </a:lnTo>
                  <a:lnTo>
                    <a:pt x="731217" y="382512"/>
                  </a:lnTo>
                  <a:lnTo>
                    <a:pt x="759366" y="345409"/>
                  </a:lnTo>
                  <a:lnTo>
                    <a:pt x="779084" y="331705"/>
                  </a:lnTo>
                  <a:lnTo>
                    <a:pt x="792525" y="325140"/>
                  </a:lnTo>
                  <a:lnTo>
                    <a:pt x="806093" y="340106"/>
                  </a:lnTo>
                  <a:lnTo>
                    <a:pt x="816477" y="356923"/>
                  </a:lnTo>
                  <a:lnTo>
                    <a:pt x="818937" y="320123"/>
                  </a:lnTo>
                  <a:lnTo>
                    <a:pt x="827313" y="250025"/>
                  </a:lnTo>
                  <a:lnTo>
                    <a:pt x="800557" y="239015"/>
                  </a:lnTo>
                  <a:lnTo>
                    <a:pt x="778759" y="248509"/>
                  </a:lnTo>
                  <a:lnTo>
                    <a:pt x="757141" y="292936"/>
                  </a:lnTo>
                  <a:lnTo>
                    <a:pt x="737857" y="348775"/>
                  </a:lnTo>
                  <a:lnTo>
                    <a:pt x="706578" y="353910"/>
                  </a:lnTo>
                  <a:lnTo>
                    <a:pt x="681614" y="369717"/>
                  </a:lnTo>
                  <a:lnTo>
                    <a:pt x="659073" y="353321"/>
                  </a:lnTo>
                  <a:lnTo>
                    <a:pt x="644547" y="338877"/>
                  </a:lnTo>
                  <a:lnTo>
                    <a:pt x="644185" y="317733"/>
                  </a:lnTo>
                  <a:lnTo>
                    <a:pt x="647477" y="304972"/>
                  </a:lnTo>
                  <a:lnTo>
                    <a:pt x="673962" y="259435"/>
                  </a:lnTo>
                  <a:lnTo>
                    <a:pt x="709437" y="215699"/>
                  </a:lnTo>
                  <a:lnTo>
                    <a:pt x="745183" y="216120"/>
                  </a:lnTo>
                  <a:lnTo>
                    <a:pt x="771251" y="202147"/>
                  </a:lnTo>
                  <a:lnTo>
                    <a:pt x="786827" y="200481"/>
                  </a:lnTo>
                  <a:lnTo>
                    <a:pt x="835454" y="203545"/>
                  </a:lnTo>
                  <a:lnTo>
                    <a:pt x="860418" y="193966"/>
                  </a:lnTo>
                  <a:lnTo>
                    <a:pt x="882778" y="173916"/>
                  </a:lnTo>
                  <a:lnTo>
                    <a:pt x="931097" y="89121"/>
                  </a:lnTo>
                  <a:lnTo>
                    <a:pt x="958359" y="53769"/>
                  </a:lnTo>
                  <a:lnTo>
                    <a:pt x="1013335" y="41328"/>
                  </a:lnTo>
                  <a:lnTo>
                    <a:pt x="1064133" y="521"/>
                  </a:lnTo>
                  <a:lnTo>
                    <a:pt x="1078334" y="0"/>
                  </a:lnTo>
                  <a:lnTo>
                    <a:pt x="1054436" y="30419"/>
                  </a:lnTo>
                  <a:lnTo>
                    <a:pt x="1050601" y="42187"/>
                  </a:lnTo>
                  <a:lnTo>
                    <a:pt x="1047707" y="60233"/>
                  </a:lnTo>
                  <a:lnTo>
                    <a:pt x="1064838" y="99424"/>
                  </a:lnTo>
                  <a:lnTo>
                    <a:pt x="1061220" y="123278"/>
                  </a:lnTo>
                  <a:lnTo>
                    <a:pt x="1062432" y="170213"/>
                  </a:lnTo>
                  <a:lnTo>
                    <a:pt x="1046278" y="194673"/>
                  </a:lnTo>
                  <a:lnTo>
                    <a:pt x="1028043" y="246708"/>
                  </a:lnTo>
                  <a:lnTo>
                    <a:pt x="1020191" y="254368"/>
                  </a:lnTo>
                  <a:lnTo>
                    <a:pt x="1018509" y="315107"/>
                  </a:lnTo>
                  <a:lnTo>
                    <a:pt x="1020300" y="329601"/>
                  </a:lnTo>
                  <a:lnTo>
                    <a:pt x="1017713" y="384902"/>
                  </a:lnTo>
                  <a:lnTo>
                    <a:pt x="1036400" y="407544"/>
                  </a:lnTo>
                  <a:lnTo>
                    <a:pt x="1056155" y="419379"/>
                  </a:lnTo>
                  <a:lnTo>
                    <a:pt x="1122040" y="418958"/>
                  </a:lnTo>
                  <a:lnTo>
                    <a:pt x="1128878" y="428907"/>
                  </a:lnTo>
                  <a:lnTo>
                    <a:pt x="1136910" y="446011"/>
                  </a:lnTo>
                  <a:lnTo>
                    <a:pt x="1131031" y="475051"/>
                  </a:lnTo>
                  <a:lnTo>
                    <a:pt x="1123993" y="496952"/>
                  </a:lnTo>
                  <a:lnTo>
                    <a:pt x="1104908" y="515403"/>
                  </a:lnTo>
                  <a:lnTo>
                    <a:pt x="1080414" y="529156"/>
                  </a:lnTo>
                  <a:lnTo>
                    <a:pt x="1065182" y="529762"/>
                  </a:lnTo>
                  <a:lnTo>
                    <a:pt x="1044432" y="503619"/>
                  </a:lnTo>
                  <a:lnTo>
                    <a:pt x="1034573" y="512103"/>
                  </a:lnTo>
                  <a:lnTo>
                    <a:pt x="1024388" y="525436"/>
                  </a:lnTo>
                  <a:lnTo>
                    <a:pt x="1007329" y="596982"/>
                  </a:lnTo>
                  <a:lnTo>
                    <a:pt x="999243" y="645314"/>
                  </a:lnTo>
                  <a:lnTo>
                    <a:pt x="994865" y="649236"/>
                  </a:lnTo>
                  <a:lnTo>
                    <a:pt x="985223" y="642115"/>
                  </a:lnTo>
                  <a:lnTo>
                    <a:pt x="968562" y="641560"/>
                  </a:lnTo>
                  <a:lnTo>
                    <a:pt x="947505" y="653024"/>
                  </a:lnTo>
                  <a:lnTo>
                    <a:pt x="958305" y="663276"/>
                  </a:lnTo>
                  <a:lnTo>
                    <a:pt x="969720" y="681087"/>
                  </a:lnTo>
                  <a:lnTo>
                    <a:pt x="965161" y="690009"/>
                  </a:lnTo>
                  <a:lnTo>
                    <a:pt x="946636" y="699656"/>
                  </a:lnTo>
                  <a:lnTo>
                    <a:pt x="930210" y="719167"/>
                  </a:lnTo>
                  <a:lnTo>
                    <a:pt x="923336" y="733931"/>
                  </a:lnTo>
                  <a:lnTo>
                    <a:pt x="902623" y="751405"/>
                  </a:lnTo>
                  <a:lnTo>
                    <a:pt x="889598" y="773559"/>
                  </a:lnTo>
                  <a:lnTo>
                    <a:pt x="895984" y="801016"/>
                  </a:lnTo>
                  <a:lnTo>
                    <a:pt x="898697" y="825123"/>
                  </a:lnTo>
                  <a:lnTo>
                    <a:pt x="904396" y="851755"/>
                  </a:lnTo>
                  <a:lnTo>
                    <a:pt x="899258" y="873017"/>
                  </a:lnTo>
                  <a:lnTo>
                    <a:pt x="873606" y="903521"/>
                  </a:lnTo>
                  <a:lnTo>
                    <a:pt x="864145" y="929968"/>
                  </a:lnTo>
                  <a:lnTo>
                    <a:pt x="886124" y="929631"/>
                  </a:lnTo>
                  <a:lnTo>
                    <a:pt x="899656" y="935742"/>
                  </a:lnTo>
                  <a:lnTo>
                    <a:pt x="907579" y="943553"/>
                  </a:lnTo>
                  <a:lnTo>
                    <a:pt x="915756" y="954630"/>
                  </a:lnTo>
                  <a:lnTo>
                    <a:pt x="910745" y="968316"/>
                  </a:lnTo>
                  <a:lnTo>
                    <a:pt x="917131" y="10037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2158177" y="2598171"/>
              <a:ext cx="938930" cy="1089831"/>
            </a:xfrm>
            <a:custGeom>
              <a:avLst/>
              <a:pathLst>
                <a:path w="938930" h="1089831">
                  <a:moveTo>
                    <a:pt x="914400" y="914400"/>
                  </a:moveTo>
                  <a:lnTo>
                    <a:pt x="923897" y="952765"/>
                  </a:lnTo>
                  <a:lnTo>
                    <a:pt x="938930" y="995676"/>
                  </a:lnTo>
                  <a:lnTo>
                    <a:pt x="932653" y="1013639"/>
                  </a:lnTo>
                  <a:lnTo>
                    <a:pt x="936922" y="1036651"/>
                  </a:lnTo>
                  <a:lnTo>
                    <a:pt x="932634" y="1060657"/>
                  </a:lnTo>
                  <a:lnTo>
                    <a:pt x="902731" y="1088569"/>
                  </a:lnTo>
                  <a:lnTo>
                    <a:pt x="869192" y="1089831"/>
                  </a:lnTo>
                  <a:lnTo>
                    <a:pt x="834332" y="1076347"/>
                  </a:lnTo>
                  <a:lnTo>
                    <a:pt x="785090" y="1050388"/>
                  </a:lnTo>
                  <a:lnTo>
                    <a:pt x="781128" y="1035809"/>
                  </a:lnTo>
                  <a:lnTo>
                    <a:pt x="774218" y="1027729"/>
                  </a:lnTo>
                  <a:lnTo>
                    <a:pt x="761048" y="983488"/>
                  </a:lnTo>
                  <a:lnTo>
                    <a:pt x="761356" y="928928"/>
                  </a:lnTo>
                  <a:lnTo>
                    <a:pt x="786103" y="922093"/>
                  </a:lnTo>
                  <a:lnTo>
                    <a:pt x="840175" y="896050"/>
                  </a:lnTo>
                  <a:lnTo>
                    <a:pt x="852675" y="900141"/>
                  </a:lnTo>
                  <a:lnTo>
                    <a:pt x="865719" y="913457"/>
                  </a:lnTo>
                  <a:lnTo>
                    <a:pt x="880733" y="914248"/>
                  </a:lnTo>
                  <a:lnTo>
                    <a:pt x="902532" y="895360"/>
                  </a:lnTo>
                  <a:lnTo>
                    <a:pt x="906675" y="896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2315924" y="2849173"/>
              <a:ext cx="956550" cy="983606"/>
            </a:xfrm>
            <a:custGeom>
              <a:avLst/>
              <a:pathLst>
                <a:path w="956550" h="983606">
                  <a:moveTo>
                    <a:pt x="914400" y="914400"/>
                  </a:moveTo>
                  <a:lnTo>
                    <a:pt x="936578" y="913171"/>
                  </a:lnTo>
                  <a:lnTo>
                    <a:pt x="951665" y="922042"/>
                  </a:lnTo>
                  <a:lnTo>
                    <a:pt x="955265" y="935746"/>
                  </a:lnTo>
                  <a:lnTo>
                    <a:pt x="956550" y="966165"/>
                  </a:lnTo>
                  <a:lnTo>
                    <a:pt x="940703" y="975037"/>
                  </a:lnTo>
                  <a:lnTo>
                    <a:pt x="923209" y="972024"/>
                  </a:lnTo>
                  <a:lnTo>
                    <a:pt x="899403" y="983606"/>
                  </a:lnTo>
                  <a:lnTo>
                    <a:pt x="821253" y="933877"/>
                  </a:lnTo>
                  <a:lnTo>
                    <a:pt x="822392" y="892414"/>
                  </a:lnTo>
                  <a:lnTo>
                    <a:pt x="825522" y="876135"/>
                  </a:lnTo>
                  <a:lnTo>
                    <a:pt x="862553" y="872263"/>
                  </a:lnTo>
                  <a:lnTo>
                    <a:pt x="881620" y="893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2158720" y="2878313"/>
              <a:ext cx="962809" cy="914399"/>
            </a:xfrm>
            <a:custGeom>
              <a:avLst/>
              <a:pathLst>
                <a:path w="962809" h="914399">
                  <a:moveTo>
                    <a:pt x="914400" y="914399"/>
                  </a:moveTo>
                  <a:lnTo>
                    <a:pt x="903238" y="886471"/>
                  </a:lnTo>
                  <a:lnTo>
                    <a:pt x="901791" y="877734"/>
                  </a:lnTo>
                  <a:lnTo>
                    <a:pt x="914906" y="859856"/>
                  </a:lnTo>
                  <a:lnTo>
                    <a:pt x="923390" y="839604"/>
                  </a:lnTo>
                  <a:lnTo>
                    <a:pt x="945334" y="808511"/>
                  </a:lnTo>
                  <a:lnTo>
                    <a:pt x="957979" y="772081"/>
                  </a:lnTo>
                  <a:lnTo>
                    <a:pt x="962809" y="772654"/>
                  </a:lnTo>
                  <a:lnTo>
                    <a:pt x="957201" y="805093"/>
                  </a:lnTo>
                  <a:lnTo>
                    <a:pt x="928383" y="895579"/>
                  </a:lnTo>
                  <a:lnTo>
                    <a:pt x="922612" y="912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2496103" y="2807356"/>
              <a:ext cx="921473" cy="934533"/>
            </a:xfrm>
            <a:custGeom>
              <a:avLst/>
              <a:pathLst>
                <a:path w="921473" h="934533">
                  <a:moveTo>
                    <a:pt x="914400" y="914400"/>
                  </a:moveTo>
                  <a:lnTo>
                    <a:pt x="885962" y="910629"/>
                  </a:lnTo>
                  <a:lnTo>
                    <a:pt x="853906" y="934533"/>
                  </a:lnTo>
                  <a:lnTo>
                    <a:pt x="841749" y="926975"/>
                  </a:lnTo>
                  <a:lnTo>
                    <a:pt x="846344" y="911706"/>
                  </a:lnTo>
                  <a:lnTo>
                    <a:pt x="849691" y="906151"/>
                  </a:lnTo>
                  <a:lnTo>
                    <a:pt x="860472" y="899669"/>
                  </a:lnTo>
                  <a:lnTo>
                    <a:pt x="867672" y="890192"/>
                  </a:lnTo>
                  <a:lnTo>
                    <a:pt x="870494" y="875360"/>
                  </a:lnTo>
                  <a:lnTo>
                    <a:pt x="877170" y="883357"/>
                  </a:lnTo>
                  <a:lnTo>
                    <a:pt x="897015" y="886707"/>
                  </a:lnTo>
                  <a:lnTo>
                    <a:pt x="906711" y="891437"/>
                  </a:lnTo>
                  <a:lnTo>
                    <a:pt x="914816" y="898390"/>
                  </a:lnTo>
                  <a:lnTo>
                    <a:pt x="921473" y="9092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2507319" y="2599417"/>
              <a:ext cx="931839" cy="914399"/>
            </a:xfrm>
            <a:custGeom>
              <a:avLst/>
              <a:pathLst>
                <a:path w="931839" h="914399">
                  <a:moveTo>
                    <a:pt x="914400" y="914399"/>
                  </a:moveTo>
                  <a:lnTo>
                    <a:pt x="910564" y="913625"/>
                  </a:lnTo>
                  <a:lnTo>
                    <a:pt x="904902" y="893508"/>
                  </a:lnTo>
                  <a:lnTo>
                    <a:pt x="914092" y="881269"/>
                  </a:lnTo>
                  <a:lnTo>
                    <a:pt x="919519" y="870882"/>
                  </a:lnTo>
                  <a:lnTo>
                    <a:pt x="923372" y="871185"/>
                  </a:lnTo>
                  <a:lnTo>
                    <a:pt x="928637" y="882414"/>
                  </a:lnTo>
                  <a:lnTo>
                    <a:pt x="931839" y="899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2108248" y="2846564"/>
              <a:ext cx="930626" cy="914400"/>
            </a:xfrm>
            <a:custGeom>
              <a:avLst/>
              <a:pathLst>
                <a:path w="930626" h="914400">
                  <a:moveTo>
                    <a:pt x="914400" y="914400"/>
                  </a:moveTo>
                  <a:lnTo>
                    <a:pt x="900181" y="906891"/>
                  </a:lnTo>
                  <a:lnTo>
                    <a:pt x="877043" y="878609"/>
                  </a:lnTo>
                  <a:lnTo>
                    <a:pt x="874131" y="871101"/>
                  </a:lnTo>
                  <a:lnTo>
                    <a:pt x="886287" y="875899"/>
                  </a:lnTo>
                  <a:lnTo>
                    <a:pt x="901375" y="890680"/>
                  </a:lnTo>
                  <a:lnTo>
                    <a:pt x="913730" y="893828"/>
                  </a:lnTo>
                  <a:lnTo>
                    <a:pt x="930626" y="906336"/>
                  </a:lnTo>
                  <a:lnTo>
                    <a:pt x="926828" y="910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2023007" y="2834392"/>
              <a:ext cx="933684" cy="914399"/>
            </a:xfrm>
            <a:custGeom>
              <a:avLst/>
              <a:pathLst>
                <a:path w="933684" h="914399">
                  <a:moveTo>
                    <a:pt x="914400" y="914399"/>
                  </a:moveTo>
                  <a:lnTo>
                    <a:pt x="904540" y="906066"/>
                  </a:lnTo>
                  <a:lnTo>
                    <a:pt x="886450" y="902834"/>
                  </a:lnTo>
                  <a:lnTo>
                    <a:pt x="879956" y="849772"/>
                  </a:lnTo>
                  <a:lnTo>
                    <a:pt x="881819" y="846624"/>
                  </a:lnTo>
                  <a:lnTo>
                    <a:pt x="890918" y="850344"/>
                  </a:lnTo>
                  <a:lnTo>
                    <a:pt x="922124" y="875091"/>
                  </a:lnTo>
                  <a:lnTo>
                    <a:pt x="933032" y="902178"/>
                  </a:lnTo>
                  <a:lnTo>
                    <a:pt x="933684" y="909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2140304" y="2526642"/>
              <a:ext cx="927623" cy="914400"/>
            </a:xfrm>
            <a:custGeom>
              <a:avLst/>
              <a:pathLst>
                <a:path w="927623" h="914400">
                  <a:moveTo>
                    <a:pt x="914400" y="914400"/>
                  </a:moveTo>
                  <a:lnTo>
                    <a:pt x="902659" y="907952"/>
                  </a:lnTo>
                  <a:lnTo>
                    <a:pt x="901429" y="885646"/>
                  </a:lnTo>
                  <a:lnTo>
                    <a:pt x="905879" y="865613"/>
                  </a:lnTo>
                  <a:lnTo>
                    <a:pt x="900651" y="847701"/>
                  </a:lnTo>
                  <a:lnTo>
                    <a:pt x="906404" y="836187"/>
                  </a:lnTo>
                  <a:lnTo>
                    <a:pt x="922920" y="863004"/>
                  </a:lnTo>
                  <a:lnTo>
                    <a:pt x="927623" y="875613"/>
                  </a:lnTo>
                  <a:lnTo>
                    <a:pt x="921256" y="890680"/>
                  </a:lnTo>
                  <a:lnTo>
                    <a:pt x="917547" y="908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2218309" y="2021895"/>
              <a:ext cx="944610" cy="914400"/>
            </a:xfrm>
            <a:custGeom>
              <a:avLst/>
              <a:pathLst>
                <a:path w="944610" h="914400">
                  <a:moveTo>
                    <a:pt x="914400" y="914400"/>
                  </a:moveTo>
                  <a:lnTo>
                    <a:pt x="888910" y="902969"/>
                  </a:lnTo>
                  <a:lnTo>
                    <a:pt x="900162" y="886993"/>
                  </a:lnTo>
                  <a:lnTo>
                    <a:pt x="928166" y="879636"/>
                  </a:lnTo>
                  <a:lnTo>
                    <a:pt x="944610" y="882061"/>
                  </a:lnTo>
                  <a:lnTo>
                    <a:pt x="926520" y="897919"/>
                  </a:lnTo>
                  <a:lnTo>
                    <a:pt x="921943" y="906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2966577" y="2788720"/>
              <a:ext cx="930391" cy="914400"/>
            </a:xfrm>
            <a:custGeom>
              <a:avLst/>
              <a:pathLst>
                <a:path w="930391" h="914400">
                  <a:moveTo>
                    <a:pt x="914400" y="914400"/>
                  </a:moveTo>
                  <a:lnTo>
                    <a:pt x="883791" y="904737"/>
                  </a:lnTo>
                  <a:lnTo>
                    <a:pt x="846489" y="880848"/>
                  </a:lnTo>
                  <a:lnTo>
                    <a:pt x="851952" y="834032"/>
                  </a:lnTo>
                  <a:lnTo>
                    <a:pt x="861522" y="813797"/>
                  </a:lnTo>
                  <a:lnTo>
                    <a:pt x="929559" y="866270"/>
                  </a:lnTo>
                  <a:lnTo>
                    <a:pt x="930391" y="886050"/>
                  </a:lnTo>
                  <a:lnTo>
                    <a:pt x="921238" y="9085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3424205" y="3385721"/>
              <a:ext cx="117405" cy="117405"/>
            </a:xfrm>
            <a:prstGeom prst="ellipse">
              <a:avLst/>
            </a:prstGeom>
            <a:solidFill>
              <a:srgbClr val="E95F3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3177166" y="2593700"/>
              <a:ext cx="117405" cy="117405"/>
            </a:xfrm>
            <a:prstGeom prst="ellipse">
              <a:avLst/>
            </a:prstGeom>
            <a:solidFill>
              <a:srgbClr val="EAF6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3359280" y="3233464"/>
              <a:ext cx="117405" cy="117405"/>
            </a:xfrm>
            <a:prstGeom prst="ellipse">
              <a:avLst/>
            </a:prstGeom>
            <a:solidFill>
              <a:srgbClr val="FD925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3093313" y="2309346"/>
              <a:ext cx="117405" cy="117405"/>
            </a:xfrm>
            <a:prstGeom prst="ellipse">
              <a:avLst/>
            </a:prstGeom>
            <a:solidFill>
              <a:srgbClr val="E9F6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4133456" y="2716913"/>
              <a:ext cx="117405" cy="117405"/>
            </a:xfrm>
            <a:prstGeom prst="ellipse">
              <a:avLst/>
            </a:prstGeom>
            <a:solidFill>
              <a:srgbClr val="81C65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4063301" y="3075721"/>
              <a:ext cx="117405" cy="117405"/>
            </a:xfrm>
            <a:prstGeom prst="ellipse">
              <a:avLst/>
            </a:prstGeom>
            <a:solidFill>
              <a:srgbClr val="5AB15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4568420" y="1979213"/>
              <a:ext cx="117405" cy="117405"/>
            </a:xfrm>
            <a:prstGeom prst="ellipse">
              <a:avLst/>
            </a:prstGeom>
            <a:solidFill>
              <a:srgbClr val="94D06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3439204" y="3509599"/>
              <a:ext cx="117405" cy="117405"/>
            </a:xfrm>
            <a:prstGeom prst="ellipse">
              <a:avLst/>
            </a:prstGeom>
            <a:solidFill>
              <a:srgbClr val="91CF6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g9120"/>
            <p:cNvSpPr/>
            <p:nvPr/>
          </p:nvSpPr>
          <p:spPr>
            <a:xfrm>
              <a:off x="3554883" y="3323544"/>
              <a:ext cx="379475" cy="191749"/>
            </a:xfrm>
            <a:custGeom>
              <a:avLst/>
              <a:pathLst>
                <a:path w="379475" h="191749">
                  <a:moveTo>
                    <a:pt x="27431" y="191749"/>
                  </a:moveTo>
                  <a:lnTo>
                    <a:pt x="352043" y="191749"/>
                  </a:lnTo>
                  <a:lnTo>
                    <a:pt x="350939" y="191727"/>
                  </a:lnTo>
                  <a:lnTo>
                    <a:pt x="355350" y="191549"/>
                  </a:lnTo>
                  <a:lnTo>
                    <a:pt x="359676" y="190666"/>
                  </a:lnTo>
                  <a:lnTo>
                    <a:pt x="363803" y="189101"/>
                  </a:lnTo>
                  <a:lnTo>
                    <a:pt x="367627" y="186893"/>
                  </a:lnTo>
                  <a:lnTo>
                    <a:pt x="371046" y="184101"/>
                  </a:lnTo>
                  <a:lnTo>
                    <a:pt x="373974" y="180797"/>
                  </a:lnTo>
                  <a:lnTo>
                    <a:pt x="376333" y="177065"/>
                  </a:lnTo>
                  <a:lnTo>
                    <a:pt x="378064" y="173004"/>
                  </a:lnTo>
                  <a:lnTo>
                    <a:pt x="379120" y="168718"/>
                  </a:lnTo>
                  <a:lnTo>
                    <a:pt x="379475" y="164317"/>
                  </a:lnTo>
                  <a:lnTo>
                    <a:pt x="379475" y="27431"/>
                  </a:lnTo>
                  <a:lnTo>
                    <a:pt x="379120" y="23031"/>
                  </a:lnTo>
                  <a:lnTo>
                    <a:pt x="378064" y="18745"/>
                  </a:lnTo>
                  <a:lnTo>
                    <a:pt x="376333" y="14683"/>
                  </a:lnTo>
                  <a:lnTo>
                    <a:pt x="373974" y="10952"/>
                  </a:lnTo>
                  <a:lnTo>
                    <a:pt x="371046" y="7647"/>
                  </a:lnTo>
                  <a:lnTo>
                    <a:pt x="367627" y="4855"/>
                  </a:lnTo>
                  <a:lnTo>
                    <a:pt x="363803" y="2648"/>
                  </a:lnTo>
                  <a:lnTo>
                    <a:pt x="359676" y="1083"/>
                  </a:lnTo>
                  <a:lnTo>
                    <a:pt x="355350" y="200"/>
                  </a:lnTo>
                  <a:lnTo>
                    <a:pt x="35204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tx9121"/>
            <p:cNvSpPr/>
            <p:nvPr/>
          </p:nvSpPr>
          <p:spPr>
            <a:xfrm>
              <a:off x="3600603" y="3369264"/>
              <a:ext cx="28803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9122" name="pg9122"/>
            <p:cNvSpPr/>
            <p:nvPr/>
          </p:nvSpPr>
          <p:spPr>
            <a:xfrm>
              <a:off x="3210421" y="2401346"/>
              <a:ext cx="343082" cy="191749"/>
            </a:xfrm>
            <a:custGeom>
              <a:avLst/>
              <a:pathLst>
                <a:path w="343082" h="191749">
                  <a:moveTo>
                    <a:pt x="27431" y="191749"/>
                  </a:moveTo>
                  <a:lnTo>
                    <a:pt x="315650" y="191749"/>
                  </a:lnTo>
                  <a:lnTo>
                    <a:pt x="314546" y="191727"/>
                  </a:lnTo>
                  <a:lnTo>
                    <a:pt x="318957" y="191549"/>
                  </a:lnTo>
                  <a:lnTo>
                    <a:pt x="323282" y="190666"/>
                  </a:lnTo>
                  <a:lnTo>
                    <a:pt x="327410" y="189101"/>
                  </a:lnTo>
                  <a:lnTo>
                    <a:pt x="331234" y="186893"/>
                  </a:lnTo>
                  <a:lnTo>
                    <a:pt x="334653" y="184101"/>
                  </a:lnTo>
                  <a:lnTo>
                    <a:pt x="337581" y="180797"/>
                  </a:lnTo>
                  <a:lnTo>
                    <a:pt x="339940" y="177065"/>
                  </a:lnTo>
                  <a:lnTo>
                    <a:pt x="341671" y="173004"/>
                  </a:lnTo>
                  <a:lnTo>
                    <a:pt x="342727" y="168718"/>
                  </a:lnTo>
                  <a:lnTo>
                    <a:pt x="343082" y="164317"/>
                  </a:lnTo>
                  <a:lnTo>
                    <a:pt x="343082" y="27432"/>
                  </a:lnTo>
                  <a:lnTo>
                    <a:pt x="342727" y="23031"/>
                  </a:lnTo>
                  <a:lnTo>
                    <a:pt x="341671" y="18745"/>
                  </a:lnTo>
                  <a:lnTo>
                    <a:pt x="339940" y="14683"/>
                  </a:lnTo>
                  <a:lnTo>
                    <a:pt x="337581" y="10952"/>
                  </a:lnTo>
                  <a:lnTo>
                    <a:pt x="334653" y="7647"/>
                  </a:lnTo>
                  <a:lnTo>
                    <a:pt x="331234" y="4855"/>
                  </a:lnTo>
                  <a:lnTo>
                    <a:pt x="327410" y="2648"/>
                  </a:lnTo>
                  <a:lnTo>
                    <a:pt x="323282" y="1083"/>
                  </a:lnTo>
                  <a:lnTo>
                    <a:pt x="318957" y="200"/>
                  </a:lnTo>
                  <a:lnTo>
                    <a:pt x="31565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tx9123"/>
            <p:cNvSpPr/>
            <p:nvPr/>
          </p:nvSpPr>
          <p:spPr>
            <a:xfrm>
              <a:off x="3256141" y="2447066"/>
              <a:ext cx="251642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9124" name="pg9124"/>
            <p:cNvSpPr/>
            <p:nvPr/>
          </p:nvSpPr>
          <p:spPr>
            <a:xfrm>
              <a:off x="3069140" y="3040374"/>
              <a:ext cx="410565" cy="191749"/>
            </a:xfrm>
            <a:custGeom>
              <a:avLst/>
              <a:pathLst>
                <a:path w="410565" h="191749">
                  <a:moveTo>
                    <a:pt x="27431" y="191749"/>
                  </a:moveTo>
                  <a:lnTo>
                    <a:pt x="383133" y="191749"/>
                  </a:lnTo>
                  <a:lnTo>
                    <a:pt x="382029" y="191727"/>
                  </a:lnTo>
                  <a:lnTo>
                    <a:pt x="386440" y="191549"/>
                  </a:lnTo>
                  <a:lnTo>
                    <a:pt x="390765" y="190666"/>
                  </a:lnTo>
                  <a:lnTo>
                    <a:pt x="394893" y="189101"/>
                  </a:lnTo>
                  <a:lnTo>
                    <a:pt x="398716" y="186893"/>
                  </a:lnTo>
                  <a:lnTo>
                    <a:pt x="402136" y="184101"/>
                  </a:lnTo>
                  <a:lnTo>
                    <a:pt x="405063" y="180797"/>
                  </a:lnTo>
                  <a:lnTo>
                    <a:pt x="407423" y="177065"/>
                  </a:lnTo>
                  <a:lnTo>
                    <a:pt x="409153" y="173004"/>
                  </a:lnTo>
                  <a:lnTo>
                    <a:pt x="410210" y="168718"/>
                  </a:lnTo>
                  <a:lnTo>
                    <a:pt x="410565" y="164317"/>
                  </a:lnTo>
                  <a:lnTo>
                    <a:pt x="410565" y="27432"/>
                  </a:lnTo>
                  <a:lnTo>
                    <a:pt x="410210" y="23031"/>
                  </a:lnTo>
                  <a:lnTo>
                    <a:pt x="409153" y="18745"/>
                  </a:lnTo>
                  <a:lnTo>
                    <a:pt x="407423" y="14683"/>
                  </a:lnTo>
                  <a:lnTo>
                    <a:pt x="405063" y="10952"/>
                  </a:lnTo>
                  <a:lnTo>
                    <a:pt x="402136" y="7647"/>
                  </a:lnTo>
                  <a:lnTo>
                    <a:pt x="398716" y="4855"/>
                  </a:lnTo>
                  <a:lnTo>
                    <a:pt x="394893" y="2648"/>
                  </a:lnTo>
                  <a:lnTo>
                    <a:pt x="390765" y="1083"/>
                  </a:lnTo>
                  <a:lnTo>
                    <a:pt x="386440" y="200"/>
                  </a:lnTo>
                  <a:lnTo>
                    <a:pt x="38313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tx9125"/>
            <p:cNvSpPr/>
            <p:nvPr/>
          </p:nvSpPr>
          <p:spPr>
            <a:xfrm>
              <a:off x="3114860" y="3086094"/>
              <a:ext cx="319125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9126" name="pg9126"/>
            <p:cNvSpPr/>
            <p:nvPr/>
          </p:nvSpPr>
          <p:spPr>
            <a:xfrm>
              <a:off x="2850435" y="2116910"/>
              <a:ext cx="317296" cy="191749"/>
            </a:xfrm>
            <a:custGeom>
              <a:avLst/>
              <a:pathLst>
                <a:path w="317296" h="191749">
                  <a:moveTo>
                    <a:pt x="27431" y="191749"/>
                  </a:moveTo>
                  <a:lnTo>
                    <a:pt x="289864" y="191749"/>
                  </a:lnTo>
                  <a:lnTo>
                    <a:pt x="288760" y="191727"/>
                  </a:lnTo>
                  <a:lnTo>
                    <a:pt x="293171" y="191549"/>
                  </a:lnTo>
                  <a:lnTo>
                    <a:pt x="297496" y="190666"/>
                  </a:lnTo>
                  <a:lnTo>
                    <a:pt x="301624" y="189101"/>
                  </a:lnTo>
                  <a:lnTo>
                    <a:pt x="305447" y="186893"/>
                  </a:lnTo>
                  <a:lnTo>
                    <a:pt x="308867" y="184101"/>
                  </a:lnTo>
                  <a:lnTo>
                    <a:pt x="311795" y="180797"/>
                  </a:lnTo>
                  <a:lnTo>
                    <a:pt x="314154" y="177065"/>
                  </a:lnTo>
                  <a:lnTo>
                    <a:pt x="315885" y="173004"/>
                  </a:lnTo>
                  <a:lnTo>
                    <a:pt x="316941" y="168718"/>
                  </a:lnTo>
                  <a:lnTo>
                    <a:pt x="317296" y="164317"/>
                  </a:lnTo>
                  <a:lnTo>
                    <a:pt x="317296" y="27432"/>
                  </a:lnTo>
                  <a:lnTo>
                    <a:pt x="316941" y="23031"/>
                  </a:lnTo>
                  <a:lnTo>
                    <a:pt x="315885" y="18745"/>
                  </a:lnTo>
                  <a:lnTo>
                    <a:pt x="314154" y="14683"/>
                  </a:lnTo>
                  <a:lnTo>
                    <a:pt x="311795" y="10952"/>
                  </a:lnTo>
                  <a:lnTo>
                    <a:pt x="308867" y="7647"/>
                  </a:lnTo>
                  <a:lnTo>
                    <a:pt x="305447" y="4855"/>
                  </a:lnTo>
                  <a:lnTo>
                    <a:pt x="301624" y="2648"/>
                  </a:lnTo>
                  <a:lnTo>
                    <a:pt x="297496" y="1083"/>
                  </a:lnTo>
                  <a:lnTo>
                    <a:pt x="293171" y="200"/>
                  </a:lnTo>
                  <a:lnTo>
                    <a:pt x="28986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tx9127"/>
            <p:cNvSpPr/>
            <p:nvPr/>
          </p:nvSpPr>
          <p:spPr>
            <a:xfrm>
              <a:off x="2896155" y="2162630"/>
              <a:ext cx="22585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9128" name="pg9128"/>
            <p:cNvSpPr/>
            <p:nvPr/>
          </p:nvSpPr>
          <p:spPr>
            <a:xfrm>
              <a:off x="3847720" y="2524416"/>
              <a:ext cx="402701" cy="191749"/>
            </a:xfrm>
            <a:custGeom>
              <a:avLst/>
              <a:pathLst>
                <a:path w="402701" h="191749">
                  <a:moveTo>
                    <a:pt x="27431" y="191749"/>
                  </a:moveTo>
                  <a:lnTo>
                    <a:pt x="375269" y="191749"/>
                  </a:lnTo>
                  <a:lnTo>
                    <a:pt x="374165" y="191727"/>
                  </a:lnTo>
                  <a:lnTo>
                    <a:pt x="378576" y="191549"/>
                  </a:lnTo>
                  <a:lnTo>
                    <a:pt x="382901" y="190666"/>
                  </a:lnTo>
                  <a:lnTo>
                    <a:pt x="387029" y="189101"/>
                  </a:lnTo>
                  <a:lnTo>
                    <a:pt x="390852" y="186893"/>
                  </a:lnTo>
                  <a:lnTo>
                    <a:pt x="394272" y="184101"/>
                  </a:lnTo>
                  <a:lnTo>
                    <a:pt x="397200" y="180797"/>
                  </a:lnTo>
                  <a:lnTo>
                    <a:pt x="399559" y="177065"/>
                  </a:lnTo>
                  <a:lnTo>
                    <a:pt x="401290" y="173004"/>
                  </a:lnTo>
                  <a:lnTo>
                    <a:pt x="402346" y="168718"/>
                  </a:lnTo>
                  <a:lnTo>
                    <a:pt x="402701" y="164317"/>
                  </a:lnTo>
                  <a:lnTo>
                    <a:pt x="402701" y="27432"/>
                  </a:lnTo>
                  <a:lnTo>
                    <a:pt x="402346" y="23031"/>
                  </a:lnTo>
                  <a:lnTo>
                    <a:pt x="401290" y="18745"/>
                  </a:lnTo>
                  <a:lnTo>
                    <a:pt x="399559" y="14683"/>
                  </a:lnTo>
                  <a:lnTo>
                    <a:pt x="397200" y="10952"/>
                  </a:lnTo>
                  <a:lnTo>
                    <a:pt x="394272" y="7647"/>
                  </a:lnTo>
                  <a:lnTo>
                    <a:pt x="390852" y="4855"/>
                  </a:lnTo>
                  <a:lnTo>
                    <a:pt x="387029" y="2648"/>
                  </a:lnTo>
                  <a:lnTo>
                    <a:pt x="382901" y="1083"/>
                  </a:lnTo>
                  <a:lnTo>
                    <a:pt x="378576" y="200"/>
                  </a:lnTo>
                  <a:lnTo>
                    <a:pt x="37526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tx9129"/>
            <p:cNvSpPr/>
            <p:nvPr/>
          </p:nvSpPr>
          <p:spPr>
            <a:xfrm>
              <a:off x="3893440" y="2570136"/>
              <a:ext cx="31126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9130" name="pg9130"/>
            <p:cNvSpPr/>
            <p:nvPr/>
          </p:nvSpPr>
          <p:spPr>
            <a:xfrm>
              <a:off x="4499103" y="1786618"/>
              <a:ext cx="363931" cy="191749"/>
            </a:xfrm>
            <a:custGeom>
              <a:avLst/>
              <a:pathLst>
                <a:path w="363931" h="191749">
                  <a:moveTo>
                    <a:pt x="27431" y="191749"/>
                  </a:moveTo>
                  <a:lnTo>
                    <a:pt x="336499" y="191749"/>
                  </a:lnTo>
                  <a:lnTo>
                    <a:pt x="335394" y="191727"/>
                  </a:lnTo>
                  <a:lnTo>
                    <a:pt x="339805" y="191549"/>
                  </a:lnTo>
                  <a:lnTo>
                    <a:pt x="344131" y="190666"/>
                  </a:lnTo>
                  <a:lnTo>
                    <a:pt x="348259" y="189101"/>
                  </a:lnTo>
                  <a:lnTo>
                    <a:pt x="352082" y="186893"/>
                  </a:lnTo>
                  <a:lnTo>
                    <a:pt x="355502" y="184101"/>
                  </a:lnTo>
                  <a:lnTo>
                    <a:pt x="358429" y="180797"/>
                  </a:lnTo>
                  <a:lnTo>
                    <a:pt x="360789" y="177065"/>
                  </a:lnTo>
                  <a:lnTo>
                    <a:pt x="362519" y="173004"/>
                  </a:lnTo>
                  <a:lnTo>
                    <a:pt x="363575" y="168718"/>
                  </a:lnTo>
                  <a:lnTo>
                    <a:pt x="363931" y="164317"/>
                  </a:lnTo>
                  <a:lnTo>
                    <a:pt x="363931" y="27431"/>
                  </a:lnTo>
                  <a:lnTo>
                    <a:pt x="363575" y="23031"/>
                  </a:lnTo>
                  <a:lnTo>
                    <a:pt x="362519" y="18745"/>
                  </a:lnTo>
                  <a:lnTo>
                    <a:pt x="360789" y="14683"/>
                  </a:lnTo>
                  <a:lnTo>
                    <a:pt x="358429" y="10952"/>
                  </a:lnTo>
                  <a:lnTo>
                    <a:pt x="355502" y="7647"/>
                  </a:lnTo>
                  <a:lnTo>
                    <a:pt x="352082" y="4855"/>
                  </a:lnTo>
                  <a:lnTo>
                    <a:pt x="348259" y="2648"/>
                  </a:lnTo>
                  <a:lnTo>
                    <a:pt x="344131" y="1083"/>
                  </a:lnTo>
                  <a:lnTo>
                    <a:pt x="339805" y="200"/>
                  </a:lnTo>
                  <a:lnTo>
                    <a:pt x="33649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tx9131"/>
            <p:cNvSpPr/>
            <p:nvPr/>
          </p:nvSpPr>
          <p:spPr>
            <a:xfrm>
              <a:off x="4544823" y="1832338"/>
              <a:ext cx="27249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9132" name="pg9132"/>
            <p:cNvSpPr/>
            <p:nvPr/>
          </p:nvSpPr>
          <p:spPr>
            <a:xfrm>
              <a:off x="4087037" y="2883134"/>
              <a:ext cx="356250" cy="191749"/>
            </a:xfrm>
            <a:custGeom>
              <a:avLst/>
              <a:pathLst>
                <a:path w="356250" h="191749">
                  <a:moveTo>
                    <a:pt x="27432" y="191749"/>
                  </a:moveTo>
                  <a:lnTo>
                    <a:pt x="328818" y="191749"/>
                  </a:lnTo>
                  <a:lnTo>
                    <a:pt x="327713" y="191727"/>
                  </a:lnTo>
                  <a:lnTo>
                    <a:pt x="332124" y="191549"/>
                  </a:lnTo>
                  <a:lnTo>
                    <a:pt x="336450" y="190666"/>
                  </a:lnTo>
                  <a:lnTo>
                    <a:pt x="340578" y="189101"/>
                  </a:lnTo>
                  <a:lnTo>
                    <a:pt x="344401" y="186893"/>
                  </a:lnTo>
                  <a:lnTo>
                    <a:pt x="347821" y="184101"/>
                  </a:lnTo>
                  <a:lnTo>
                    <a:pt x="350748" y="180797"/>
                  </a:lnTo>
                  <a:lnTo>
                    <a:pt x="353108" y="177065"/>
                  </a:lnTo>
                  <a:lnTo>
                    <a:pt x="354838" y="173004"/>
                  </a:lnTo>
                  <a:lnTo>
                    <a:pt x="355895" y="168718"/>
                  </a:lnTo>
                  <a:lnTo>
                    <a:pt x="356250" y="164317"/>
                  </a:lnTo>
                  <a:lnTo>
                    <a:pt x="356250" y="27431"/>
                  </a:lnTo>
                  <a:lnTo>
                    <a:pt x="355895" y="23031"/>
                  </a:lnTo>
                  <a:lnTo>
                    <a:pt x="354838" y="18745"/>
                  </a:lnTo>
                  <a:lnTo>
                    <a:pt x="353108" y="14683"/>
                  </a:lnTo>
                  <a:lnTo>
                    <a:pt x="350748" y="10952"/>
                  </a:lnTo>
                  <a:lnTo>
                    <a:pt x="347821" y="7647"/>
                  </a:lnTo>
                  <a:lnTo>
                    <a:pt x="344401" y="4855"/>
                  </a:lnTo>
                  <a:lnTo>
                    <a:pt x="340578" y="2648"/>
                  </a:lnTo>
                  <a:lnTo>
                    <a:pt x="336450" y="1083"/>
                  </a:lnTo>
                  <a:lnTo>
                    <a:pt x="332124" y="200"/>
                  </a:lnTo>
                  <a:lnTo>
                    <a:pt x="32881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tx9133"/>
            <p:cNvSpPr/>
            <p:nvPr/>
          </p:nvSpPr>
          <p:spPr>
            <a:xfrm>
              <a:off x="4132757" y="2928854"/>
              <a:ext cx="264810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9134" name="pg9134"/>
            <p:cNvSpPr/>
            <p:nvPr/>
          </p:nvSpPr>
          <p:spPr>
            <a:xfrm>
              <a:off x="3447837" y="3628196"/>
              <a:ext cx="387156" cy="191749"/>
            </a:xfrm>
            <a:custGeom>
              <a:avLst/>
              <a:pathLst>
                <a:path w="387156" h="191749">
                  <a:moveTo>
                    <a:pt x="27432" y="191749"/>
                  </a:moveTo>
                  <a:lnTo>
                    <a:pt x="359724" y="191749"/>
                  </a:lnTo>
                  <a:lnTo>
                    <a:pt x="358620" y="191727"/>
                  </a:lnTo>
                  <a:lnTo>
                    <a:pt x="363031" y="191549"/>
                  </a:lnTo>
                  <a:lnTo>
                    <a:pt x="367357" y="190666"/>
                  </a:lnTo>
                  <a:lnTo>
                    <a:pt x="371484" y="189101"/>
                  </a:lnTo>
                  <a:lnTo>
                    <a:pt x="375308" y="186893"/>
                  </a:lnTo>
                  <a:lnTo>
                    <a:pt x="378727" y="184101"/>
                  </a:lnTo>
                  <a:lnTo>
                    <a:pt x="381655" y="180797"/>
                  </a:lnTo>
                  <a:lnTo>
                    <a:pt x="384014" y="177065"/>
                  </a:lnTo>
                  <a:lnTo>
                    <a:pt x="385745" y="173004"/>
                  </a:lnTo>
                  <a:lnTo>
                    <a:pt x="386801" y="168718"/>
                  </a:lnTo>
                  <a:lnTo>
                    <a:pt x="387156" y="164317"/>
                  </a:lnTo>
                  <a:lnTo>
                    <a:pt x="387156" y="27431"/>
                  </a:lnTo>
                  <a:lnTo>
                    <a:pt x="386801" y="23031"/>
                  </a:lnTo>
                  <a:lnTo>
                    <a:pt x="385745" y="18745"/>
                  </a:lnTo>
                  <a:lnTo>
                    <a:pt x="384014" y="14683"/>
                  </a:lnTo>
                  <a:lnTo>
                    <a:pt x="381655" y="10952"/>
                  </a:lnTo>
                  <a:lnTo>
                    <a:pt x="378727" y="7647"/>
                  </a:lnTo>
                  <a:lnTo>
                    <a:pt x="375308" y="4855"/>
                  </a:lnTo>
                  <a:lnTo>
                    <a:pt x="371484" y="2648"/>
                  </a:lnTo>
                  <a:lnTo>
                    <a:pt x="367357" y="1083"/>
                  </a:lnTo>
                  <a:lnTo>
                    <a:pt x="363031" y="200"/>
                  </a:lnTo>
                  <a:lnTo>
                    <a:pt x="359724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tx9135"/>
            <p:cNvSpPr/>
            <p:nvPr/>
          </p:nvSpPr>
          <p:spPr>
            <a:xfrm>
              <a:off x="3493557" y="3673916"/>
              <a:ext cx="29571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9136" name="tx91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7" name="tx91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38" name="tx91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9" name="tx91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0" name="tx91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1" name="tx91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2" name="tx91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3" name="tx91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4" name="tx91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5" name="tx91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6" name="tx91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7" name="tx91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8" name="tx91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9" name="tx91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0" name="tx91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1" name="tx91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2" name="tx91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3" name="tx91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4" name="tx91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5" name="tx91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6" name="tx91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7" name="tx91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8" name="tx91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9" name="tx91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0" name="tx91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1" name="tx91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2" name="tx91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3" name="tx91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4" name="tx91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5" name="tx91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6" name="tx91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7" name="tx91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8" name="tx91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9" name="tx91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0" name="tx91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1" name="tx91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2" name="tx91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3" name="tx91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4" name="tx91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5" name="tx91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6" name="tx91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7" name="tx91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8" name="tx91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9" name="tx91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0" name="tx91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1" name="tx91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2" name="tx91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3" name="tx91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4" name="tx91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5" name="tx91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6" name="tx91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7" name="tx91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8" name="tx91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9" name="tx91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0" name="tx91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1" name="tx91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2" name="tx91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3" name="tx91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4" name="tx91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5" name="tx91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6" name="tx91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7" name="tx91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8" name="tx91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9" name="tx91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0" name="tx92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1" name="tx92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2" name="tx92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3" name="tx92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4" name="tx92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5" name="tx92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6" name="tx92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7" name="tx92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8" name="tx92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9" name="tx92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0" name="tx92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1" name="tx92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2" name="tx92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3" name="tx92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4" name="tx92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5" name="tx92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6" name="tx92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7" name="tx92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8" name="tx92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9" name="tx92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0" name="tx92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1" name="tx92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2" name="tx92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3" name="tx92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4" name="tx92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5" name="tx92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6" name="tx92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7" name="tx92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8" name="tx92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9" name="tx92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0" name="tx92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1" name="tx92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2" name="tx92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3" name="tx92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4" name="tx92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5" name="tx92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6" name="tx92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7" name="tx92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8" name="tx92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9" name="tx92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0" name="tx92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1" name="tx92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2" name="tx92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3" name="tx92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4" name="tx92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5" name="tx92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6" name="tx92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7" name="tx92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8" name="tx92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9" name="tx92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0" name="tx92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1" name="tx92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2" name="tx92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3" name="tx92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4" name="tx92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5" name="tx92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6" name="tx92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7" name="tx92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8" name="tx92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9" name="tx92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0" name="tx92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1" name="tx92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2" name="tx92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3" name="tx92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4" name="tx92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5" name="tx92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6" name="tx92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7" name="tx92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8" name="tx92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9" name="tx92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0" name="tx92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1" name="tx92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2" name="tx92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3" name="tx92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4" name="tx92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5" name="tx92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6" name="tx92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7" name="tx92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8" name="tx92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9" name="tx92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0" name="tx92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1" name="tx92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2" name="tx92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3" name="tx92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4" name="tx92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5" name="tx92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6" name="tx92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7" name="tx92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8" name="tx92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9" name="tx92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0" name="tx92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1" name="tx92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2" name="tx92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3" name="tx92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4" name="tx92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5" name="tx92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6" name="tx92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7" name="tx92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8" name="tx92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9" name="tx92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0" name="tx93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1" name="tx93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2" name="tx93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3" name="tx93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4" name="tx93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5" name="tx93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6" name="tx93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7" name="tx93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8" name="tx93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9" name="tx93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0" name="tx93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1" name="tx93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2" name="tx93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3" name="tx93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4" name="tx93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5" name="tx93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6" name="tx93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7" name="tx93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8" name="tx93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9" name="tx93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0" name="tx93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1" name="tx93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2" name="tx93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3" name="tx93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4" name="tx93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5" name="tx93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6" name="tx93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7" name="tx93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8" name="tx93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9" name="tx93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0" name="tx93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1" name="tx93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2" name="tx93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3" name="tx93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4" name="tx93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5" name="tx93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6" name="tx93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7" name="tx93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8" name="tx93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9" name="tx93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0" name="tx93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1" name="tx93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2" name="tx93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3" name="tx93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4" name="tx93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5" name="tx93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6" name="tx93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7" name="tx93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8" name="tx93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9" name="tx93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0" name="tx93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1" name="tx93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2" name="tx93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3" name="tx93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4" name="tx93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5" name="tx93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6" name="tx93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7" name="tx93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8" name="tx93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9" name="tx93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0" name="tx93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1" name="tx93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2" name="tx93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3" name="tx93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4" name="tx93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5" name="tx93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6" name="tx93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7" name="tx93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8" name="tx93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9" name="tx93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0" name="tx93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1" name="tx93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2" name="tx93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3" name="tx93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4" name="tx93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5" name="tx93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6" name="tx93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7" name="tx93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8" name="tx93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9" name="tx93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0" name="tx93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1" name="tx93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2" name="tx93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3" name="tx93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4" name="tx93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5" name="tx93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6" name="tx93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7" name="tx93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8" name="tx93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9" name="tx93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0" name="tx93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1" name="tx93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2" name="tx93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3" name="tx93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4" name="tx93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5" name="tx93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6" name="tx93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7" name="tx93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8" name="tx93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9" name="tx93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0" name="tx94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1" name="tx94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2" name="tx94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3" name="tx94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4" name="tx94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5" name="tx94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6" name="tx94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7" name="tx94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8" name="tx94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9" name="tx94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0" name="tx94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1" name="tx94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2" name="tx94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3" name="tx94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4" name="tx94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5" name="tx94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6" name="tx94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7" name="tx94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8" name="tx94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9" name="tx94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0" name="tx94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1" name="tx94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2" name="tx94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3" name="tx94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4" name="tx94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5" name="tx94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6" name="tx94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7" name="tx94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8" name="tx94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9" name="tx94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0" name="tx94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1" name="tx94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2" name="tx94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3" name="tx94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4" name="tx94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5" name="tx94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6" name="tx94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7" name="tx94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8" name="tx94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9" name="tx94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0" name="tx94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1" name="tx94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2" name="tx94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3" name="tx94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4" name="tx94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5" name="tx94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6" name="tx94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7" name="tx94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8" name="tx94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9" name="tx94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0" name="tx94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1" name="tx94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2" name="tx94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3" name="tx94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4" name="tx94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5" name="tx94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6" name="tx94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7" name="tx94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8" name="tx94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9" name="tx94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0" name="tx94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1" name="tx94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2" name="tx94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3" name="tx94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4" name="tx94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5" name="tx94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6" name="tx94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7" name="tx94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8" name="tx94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9" name="tx94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0" name="tx94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1" name="tx94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2" name="tx94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3" name="tx94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4" name="tx94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5" name="tx94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6" name="tx94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7" name="tx94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8" name="tx94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9" name="tx94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0" name="tx94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1" name="tx94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2" name="tx94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3" name="tx94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4" name="tx94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5" name="tx94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6" name="tx94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7" name="tx94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8" name="tx94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9" name="tx94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0" name="tx94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1" name="tx94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2" name="tx94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3" name="tx94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4" name="tx94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5" name="tx94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6" name="tx94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7" name="tx94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8" name="tx94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9" name="tx94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0" name="tx95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1" name="tx95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2" name="tx95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3" name="tx95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4" name="tx95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5" name="tx95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6" name="tx95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7" name="tx95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8" name="tx95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9" name="tx95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0" name="tx95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1" name="tx95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2" name="tx95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3" name="tx95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4" name="tx95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5" name="tx95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6" name="tx95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7" name="tx95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8" name="tx95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9" name="tx95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0" name="tx95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1" name="tx95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2" name="tx95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3" name="tx95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4" name="tx95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5" name="tx95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6" name="tx95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7" name="tx95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8" name="tx95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9" name="tx95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0" name="tx95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1" name="tx95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2" name="tx95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3" name="tx95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4" name="tx95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5" name="tx95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6" name="tx95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7" name="tx95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8" name="tx95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9" name="tx95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0" name="tx95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1" name="tx95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2" name="tx95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3" name="tx95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4" name="tx95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5" name="tx95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6" name="tx95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7" name="tx95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8" name="tx95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9" name="tx95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0" name="tx95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1" name="tx95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2" name="tx95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3" name="tx95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4" name="tx95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5" name="tx95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6" name="tx95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7" name="tx95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8" name="tx95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9" name="tx95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0" name="tx95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1" name="tx95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2" name="tx95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3" name="tx95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4" name="tx95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5" name="tx95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6" name="tx95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7" name="tx95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8" name="tx95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9" name="tx95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0" name="tx95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1" name="tx95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2" name="tx95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3" name="tx95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4" name="tx95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5" name="tx95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6" name="tx95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7" name="tx95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8" name="tx95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9" name="tx95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0" name="tx95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1" name="tx95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2" name="tx95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3" name="tx95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4" name="tx95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5" name="tx95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6" name="tx95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7" name="tx95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8" name="tx95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9" name="tx95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0" name="tx95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1" name="tx95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2" name="tx95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3" name="tx95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4" name="tx95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5" name="tx95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6" name="tx95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7" name="tx95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8" name="tx95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9" name="tx95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0" name="tx96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1" name="tx96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2" name="tx96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3" name="tx96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4" name="tx96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5" name="tx96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6" name="tx96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7" name="tx96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8" name="tx96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9" name="tx96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0" name="tx96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1" name="tx96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2" name="tx96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3" name="tx96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4" name="tx96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5" name="tx96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6" name="tx96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7" name="tx96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8" name="tx96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9" name="tx96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0" name="tx96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1" name="tx96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2" name="tx96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3" name="tx96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4" name="tx96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5" name="tx96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6" name="tx96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7" name="tx96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8" name="tx96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9" name="tx96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0" name="tx96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1" name="tx96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2" name="tx96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3" name="tx96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4" name="tx96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5" name="tx96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6" name="tx96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7" name="tx96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8" name="tx96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9" name="tx96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0" name="tx96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1" name="tx96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2" name="tx96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3" name="tx96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4" name="tx96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5" name="tx96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6" name="tx96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7" name="tx96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8" name="tx96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9" name="tx96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0" name="tx96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1" name="tx96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2" name="tx96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3" name="tx96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4" name="tx96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5" name="tx96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6" name="tx96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7" name="tx96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8" name="tx96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9" name="tx96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0" name="tx96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1" name="tx96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2" name="tx96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3" name="tx96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4" name="tx96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5" name="tx96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6" name="tx96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7" name="tx96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8" name="tx96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9" name="tx96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0" name="tx96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1" name="tx96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3" name="tx96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4" name="tx96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5" name="tx96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6" name="tx96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7" name="tx96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8" name="tx96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9" name="tx96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0" name="tx96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1" name="tx96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2" name="tx96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3" name="tx96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4" name="tx96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5" name="tx96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6" name="tx96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7" name="tx96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8" name="tx96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9" name="tx96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0" name="tx96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1" name="tx96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2" name="tx96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3" name="tx96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4" name="tx96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5" name="tx96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6" name="tx96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7" name="tx96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8" name="tx96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9" name="tx96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0" name="tx97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1" name="tx97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2" name="tx97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3" name="tx97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4" name="tx97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5" name="tx97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6" name="tx97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7" name="tx97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8" name="tx97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9" name="tx97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0" name="tx97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1" name="tx97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2" name="tx97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3" name="tx97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4" name="tx97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5" name="tx97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6" name="tx97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7" name="tx97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8" name="tx97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9" name="tx97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0" name="tx97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1" name="tx97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2" name="tx97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3" name="tx97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4" name="tx97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5" name="tx97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6" name="tx97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7" name="tx97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8" name="tx97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9" name="tx97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0" name="tx97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1" name="tx97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2" name="tx97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3" name="tx97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4" name="tx97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5" name="tx97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6" name="tx97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7" name="tx97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8" name="tx97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9" name="tx97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0" name="tx97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1" name="tx97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2" name="tx97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3" name="tx97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4" name="tx97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5" name="tx97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6" name="tx97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7" name="tx97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8" name="tx97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9" name="tx97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0" name="tx97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1" name="tx97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2" name="tx97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3" name="tx97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4" name="tx97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5" name="tx97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6" name="tx97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7" name="tx97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8" name="tx97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9" name="tx97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0" name="tx97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1" name="tx97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2" name="tx97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3" name="tx97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4" name="tx97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5" name="tx97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6" name="tx97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7" name="tx97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8" name="tx97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9" name="tx97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0" name="tx97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1" name="tx97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2" name="tx97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3" name="tx97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4" name="tx97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5" name="tx97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6" name="tx97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7" name="tx97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8" name="tx97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9" name="tx97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0" name="tx97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1" name="tx97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2" name="tx97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3" name="tx97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4" name="tx97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5" name="tx97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6" name="tx97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7" name="tx97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8" name="tx97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9" name="tx97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0" name="tx97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1" name="tx97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2" name="tx97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3" name="tx97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4" name="tx97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5" name="tx97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6" name="tx97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7" name="tx97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8" name="tx97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9" name="tx97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0" name="tx98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1" name="tx98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2" name="tx98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3" name="tx98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4" name="tx98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5" name="tx98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6" name="tx98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7" name="tx98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8" name="tx98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9" name="tx98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0" name="tx98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1" name="tx98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2" name="tx98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3" name="tx98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4" name="tx98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5" name="tx98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6" name="tx98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7" name="tx98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8" name="tx98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9" name="tx98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0" name="tx98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1" name="tx98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2" name="tx98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3" name="tx98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4" name="tx98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5" name="tx98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6" name="tx98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7" name="tx98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8" name="tx98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9" name="tx98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0" name="tx98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1" name="tx98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2" name="tx98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3" name="tx98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4" name="tx98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5" name="tx98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6" name="tx98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7" name="tx98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8" name="tx98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9" name="tx98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0" name="tx98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1" name="tx98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2" name="tx98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3" name="tx98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4" name="tx98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5" name="tx98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6" name="tx98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7" name="tx98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8" name="tx98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9" name="tx98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0" name="tx98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1" name="tx98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2" name="tx98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3" name="tx98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4" name="tx98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5" name="tx98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6" name="tx98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7" name="tx98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8" name="tx98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9" name="tx98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0" name="tx98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1" name="tx98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2" name="tx98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3" name="tx98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4" name="tx98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5" name="tx98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6" name="tx98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7" name="tx98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8" name="tx98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9" name="tx98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0" name="tx98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1" name="tx98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2" name="tx98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3" name="tx98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4" name="tx98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5" name="tx98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6" name="tx98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7" name="tx98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8" name="tx98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9" name="tx98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0" name="tx98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1" name="tx98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2" name="tx98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3" name="tx98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4" name="tx98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5" name="tx98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6" name="tx98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7" name="tx98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8" name="tx98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9" name="tx98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0" name="tx98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1" name="tx98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2" name="tx98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3" name="tx98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4" name="tx98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5" name="tx98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6" name="tx98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7" name="tx98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8" name="tx98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9" name="tx98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0" name="tx99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1" name="tx99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2" name="tx99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3" name="tx99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4" name="tx99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5" name="tx99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6" name="tx99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7" name="tx99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8" name="tx99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9" name="tx99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0" name="tx99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1" name="tx99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2" name="tx99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3" name="tx99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4" name="tx99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5" name="tx99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6" name="tx99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7" name="tx99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8" name="tx99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9" name="tx99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0" name="tx99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1" name="tx99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2" name="tx99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3" name="tx99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4" name="tx99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5" name="tx99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6" name="tx99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7" name="tx99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8" name="tx99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9" name="tx99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0" name="tx99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1" name="tx99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2" name="tx99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3" name="tx99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4" name="tx99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5" name="tx99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6" name="tx99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7" name="tx99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8" name="tx99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9" name="tx99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0" name="tx99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1" name="tx99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2" name="tx99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3" name="tx99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4" name="tx99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5" name="tx99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6" name="tx99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7" name="tx99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8" name="tx99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9" name="tx99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0" name="tx99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1" name="tx99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2" name="tx99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3" name="tx99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4" name="tx99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5" name="tx99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6" name="tx99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7" name="tx99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8" name="tx99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9" name="tx99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0" name="tx99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1" name="tx99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2" name="tx99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3" name="tx99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4" name="tx99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5" name="tx99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6" name="tx99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7" name="tx99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8" name="tx99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9" name="tx99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0" name="tx99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1" name="tx99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2" name="tx99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3" name="tx99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4" name="tx99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5" name="tx99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6" name="tx99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7" name="tx99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8" name="tx99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9" name="tx99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0" name="tx99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1" name="tx99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2" name="tx99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3" name="tx99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4" name="tx99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5" name="tx99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6" name="tx99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7" name="tx99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8" name="tx99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9" name="tx99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0" name="tx99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1" name="tx99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2" name="tx99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3" name="tx99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4" name="tx99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5" name="tx99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6" name="tx99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7" name="tx99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8" name="tx99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9" name="tx99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0" name="tx100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1" name="tx100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2" name="tx100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3" name="tx100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4" name="tx100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5" name="tx100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6" name="tx100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7" name="tx100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8" name="tx100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9" name="tx100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0" name="tx100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1" name="tx100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2" name="tx100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3" name="tx100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4" name="tx100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5" name="tx100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6" name="tx100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7" name="tx100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8" name="tx100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9" name="tx100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0" name="tx100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1" name="tx100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2" name="tx100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3" name="tx100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4" name="tx100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5" name="tx100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6" name="tx100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7" name="tx100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8" name="tx100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9" name="tx100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0" name="tx100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1" name="tx100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2" name="tx100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3" name="tx100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4" name="tx100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5" name="tx100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6" name="tx100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7" name="tx100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8" name="tx100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9" name="tx100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0" name="tx100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1" name="tx100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2" name="tx100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3" name="tx100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4" name="tx100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5" name="tx100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6" name="tx100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7" name="tx100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8" name="tx100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9" name="tx100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0" name="tx100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1" name="tx100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2" name="tx100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3" name="tx100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4" name="tx100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5" name="tx100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6" name="tx100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7" name="tx100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8" name="tx100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9" name="tx100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0" name="tx100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1" name="tx100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2" name="tx100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3" name="tx100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4" name="tx100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5" name="tx100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6" name="tx100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7" name="tx100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8" name="tx100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9" name="tx100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0" name="tx100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1" name="tx100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2" name="tx100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3" name="tx100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4" name="tx100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5" name="tx100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6" name="tx100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7" name="tx100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8" name="tx100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9" name="tx100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0" name="tx100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1" name="tx100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2" name="tx100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3" name="tx100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4" name="tx100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5" name="tx100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6" name="tx100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7" name="tx100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8" name="tx100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9" name="tx100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0" name="tx100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1" name="tx100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2" name="tx100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3" name="tx100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4" name="tx100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5" name="tx100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6" name="tx100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7" name="tx100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8" name="tx100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9" name="tx100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0" name="tx101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1" name="tx101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2" name="tx101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3" name="tx101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4" name="rc10104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5" name="tx10105"/>
            <p:cNvSpPr/>
            <p:nvPr/>
          </p:nvSpPr>
          <p:spPr>
            <a:xfrm>
              <a:off x="2151360" y="400889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10106" name="tx10106"/>
            <p:cNvSpPr/>
            <p:nvPr/>
          </p:nvSpPr>
          <p:spPr>
            <a:xfrm>
              <a:off x="2275718" y="399042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07" name="tx10107"/>
            <p:cNvSpPr/>
            <p:nvPr/>
          </p:nvSpPr>
          <p:spPr>
            <a:xfrm>
              <a:off x="2320432" y="4008899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08" name="tx10108"/>
            <p:cNvSpPr/>
            <p:nvPr/>
          </p:nvSpPr>
          <p:spPr>
            <a:xfrm>
              <a:off x="2151360" y="366413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10109" name="tx10109"/>
            <p:cNvSpPr/>
            <p:nvPr/>
          </p:nvSpPr>
          <p:spPr>
            <a:xfrm>
              <a:off x="2275718" y="364565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0" name="tx10110"/>
            <p:cNvSpPr/>
            <p:nvPr/>
          </p:nvSpPr>
          <p:spPr>
            <a:xfrm>
              <a:off x="2320432" y="3664130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1" name="tx10111"/>
            <p:cNvSpPr/>
            <p:nvPr/>
          </p:nvSpPr>
          <p:spPr>
            <a:xfrm>
              <a:off x="2151360" y="331954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56</a:t>
              </a:r>
            </a:p>
          </p:txBody>
        </p:sp>
        <p:sp>
          <p:nvSpPr>
            <p:cNvPr id="10112" name="tx10112"/>
            <p:cNvSpPr/>
            <p:nvPr/>
          </p:nvSpPr>
          <p:spPr>
            <a:xfrm>
              <a:off x="2275718" y="3301073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3" name="tx10113"/>
            <p:cNvSpPr/>
            <p:nvPr/>
          </p:nvSpPr>
          <p:spPr>
            <a:xfrm>
              <a:off x="2320432" y="3319544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4" name="tx10114"/>
            <p:cNvSpPr/>
            <p:nvPr/>
          </p:nvSpPr>
          <p:spPr>
            <a:xfrm>
              <a:off x="2151360" y="297459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57</a:t>
              </a:r>
            </a:p>
          </p:txBody>
        </p:sp>
        <p:sp>
          <p:nvSpPr>
            <p:cNvPr id="10115" name="tx10115"/>
            <p:cNvSpPr/>
            <p:nvPr/>
          </p:nvSpPr>
          <p:spPr>
            <a:xfrm>
              <a:off x="2275718" y="295612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6" name="tx10116"/>
            <p:cNvSpPr/>
            <p:nvPr/>
          </p:nvSpPr>
          <p:spPr>
            <a:xfrm>
              <a:off x="2320432" y="297459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7" name="tx10117"/>
            <p:cNvSpPr/>
            <p:nvPr/>
          </p:nvSpPr>
          <p:spPr>
            <a:xfrm>
              <a:off x="2151360" y="263000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58</a:t>
              </a:r>
            </a:p>
          </p:txBody>
        </p:sp>
        <p:sp>
          <p:nvSpPr>
            <p:cNvPr id="10118" name="tx10118"/>
            <p:cNvSpPr/>
            <p:nvPr/>
          </p:nvSpPr>
          <p:spPr>
            <a:xfrm>
              <a:off x="2275718" y="261153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9" name="tx10119"/>
            <p:cNvSpPr/>
            <p:nvPr/>
          </p:nvSpPr>
          <p:spPr>
            <a:xfrm>
              <a:off x="2320432" y="263000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0" name="tx10120"/>
            <p:cNvSpPr/>
            <p:nvPr/>
          </p:nvSpPr>
          <p:spPr>
            <a:xfrm>
              <a:off x="2151360" y="228523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59</a:t>
              </a:r>
            </a:p>
          </p:txBody>
        </p:sp>
        <p:sp>
          <p:nvSpPr>
            <p:cNvPr id="10121" name="tx10121"/>
            <p:cNvSpPr/>
            <p:nvPr/>
          </p:nvSpPr>
          <p:spPr>
            <a:xfrm>
              <a:off x="2275718" y="226676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2" name="tx10122"/>
            <p:cNvSpPr/>
            <p:nvPr/>
          </p:nvSpPr>
          <p:spPr>
            <a:xfrm>
              <a:off x="2320432" y="228523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3" name="tx10123"/>
            <p:cNvSpPr/>
            <p:nvPr/>
          </p:nvSpPr>
          <p:spPr>
            <a:xfrm>
              <a:off x="2151360" y="194046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0124" name="tx10124"/>
            <p:cNvSpPr/>
            <p:nvPr/>
          </p:nvSpPr>
          <p:spPr>
            <a:xfrm>
              <a:off x="2275718" y="192199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5" name="tx10125"/>
            <p:cNvSpPr/>
            <p:nvPr/>
          </p:nvSpPr>
          <p:spPr>
            <a:xfrm>
              <a:off x="2320432" y="194046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6" name="tx10126"/>
            <p:cNvSpPr/>
            <p:nvPr/>
          </p:nvSpPr>
          <p:spPr>
            <a:xfrm>
              <a:off x="2151360" y="1595697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61</a:t>
              </a:r>
            </a:p>
          </p:txBody>
        </p:sp>
        <p:sp>
          <p:nvSpPr>
            <p:cNvPr id="10127" name="tx10127"/>
            <p:cNvSpPr/>
            <p:nvPr/>
          </p:nvSpPr>
          <p:spPr>
            <a:xfrm>
              <a:off x="2275718" y="157722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8" name="tx10128"/>
            <p:cNvSpPr/>
            <p:nvPr/>
          </p:nvSpPr>
          <p:spPr>
            <a:xfrm>
              <a:off x="2320432" y="1595697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9" name="pl10129"/>
            <p:cNvSpPr/>
            <p:nvPr/>
          </p:nvSpPr>
          <p:spPr>
            <a:xfrm>
              <a:off x="2428918" y="40495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0" name="pl10130"/>
            <p:cNvSpPr/>
            <p:nvPr/>
          </p:nvSpPr>
          <p:spPr>
            <a:xfrm>
              <a:off x="2428918" y="37048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1" name="pl10131"/>
            <p:cNvSpPr/>
            <p:nvPr/>
          </p:nvSpPr>
          <p:spPr>
            <a:xfrm>
              <a:off x="2428918" y="33600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2" name="pl10132"/>
            <p:cNvSpPr/>
            <p:nvPr/>
          </p:nvSpPr>
          <p:spPr>
            <a:xfrm>
              <a:off x="2428918" y="30152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3" name="pl10133"/>
            <p:cNvSpPr/>
            <p:nvPr/>
          </p:nvSpPr>
          <p:spPr>
            <a:xfrm>
              <a:off x="2428918" y="26705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4" name="pl10134"/>
            <p:cNvSpPr/>
            <p:nvPr/>
          </p:nvSpPr>
          <p:spPr>
            <a:xfrm>
              <a:off x="2428918" y="23257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5" name="pl10135"/>
            <p:cNvSpPr/>
            <p:nvPr/>
          </p:nvSpPr>
          <p:spPr>
            <a:xfrm>
              <a:off x="2428918" y="19809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6" name="pl10136"/>
            <p:cNvSpPr/>
            <p:nvPr/>
          </p:nvSpPr>
          <p:spPr>
            <a:xfrm>
              <a:off x="2428918" y="163620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7" name="pl10137"/>
            <p:cNvSpPr/>
            <p:nvPr/>
          </p:nvSpPr>
          <p:spPr>
            <a:xfrm>
              <a:off x="2574859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8" name="pl10138"/>
            <p:cNvSpPr/>
            <p:nvPr/>
          </p:nvSpPr>
          <p:spPr>
            <a:xfrm>
              <a:off x="2945348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9" name="pl10139"/>
            <p:cNvSpPr/>
            <p:nvPr/>
          </p:nvSpPr>
          <p:spPr>
            <a:xfrm>
              <a:off x="3315837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0" name="pl10140"/>
            <p:cNvSpPr/>
            <p:nvPr/>
          </p:nvSpPr>
          <p:spPr>
            <a:xfrm>
              <a:off x="3686326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1" name="pl10141"/>
            <p:cNvSpPr/>
            <p:nvPr/>
          </p:nvSpPr>
          <p:spPr>
            <a:xfrm>
              <a:off x="405681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2" name="pl10142"/>
            <p:cNvSpPr/>
            <p:nvPr/>
          </p:nvSpPr>
          <p:spPr>
            <a:xfrm>
              <a:off x="4427303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3" name="pl10143"/>
            <p:cNvSpPr/>
            <p:nvPr/>
          </p:nvSpPr>
          <p:spPr>
            <a:xfrm>
              <a:off x="4797792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4" name="tx10144"/>
            <p:cNvSpPr/>
            <p:nvPr/>
          </p:nvSpPr>
          <p:spPr>
            <a:xfrm>
              <a:off x="2468606" y="4233255"/>
              <a:ext cx="9326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</a:t>
              </a:r>
            </a:p>
          </p:txBody>
        </p:sp>
        <p:sp>
          <p:nvSpPr>
            <p:cNvPr id="10145" name="tx10145"/>
            <p:cNvSpPr/>
            <p:nvPr/>
          </p:nvSpPr>
          <p:spPr>
            <a:xfrm>
              <a:off x="25618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6" name="tx10146"/>
            <p:cNvSpPr/>
            <p:nvPr/>
          </p:nvSpPr>
          <p:spPr>
            <a:xfrm>
              <a:off x="26065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47" name="tx10147"/>
            <p:cNvSpPr/>
            <p:nvPr/>
          </p:nvSpPr>
          <p:spPr>
            <a:xfrm>
              <a:off x="2823550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148" name="tx10148"/>
            <p:cNvSpPr/>
            <p:nvPr/>
          </p:nvSpPr>
          <p:spPr>
            <a:xfrm>
              <a:off x="2947908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9" name="tx10149"/>
            <p:cNvSpPr/>
            <p:nvPr/>
          </p:nvSpPr>
          <p:spPr>
            <a:xfrm>
              <a:off x="2992623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0" name="tx10150"/>
            <p:cNvSpPr/>
            <p:nvPr/>
          </p:nvSpPr>
          <p:spPr>
            <a:xfrm>
              <a:off x="3194039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10151" name="tx10151"/>
            <p:cNvSpPr/>
            <p:nvPr/>
          </p:nvSpPr>
          <p:spPr>
            <a:xfrm>
              <a:off x="3318397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2" name="tx10152"/>
            <p:cNvSpPr/>
            <p:nvPr/>
          </p:nvSpPr>
          <p:spPr>
            <a:xfrm>
              <a:off x="3363111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3" name="tx10153"/>
            <p:cNvSpPr/>
            <p:nvPr/>
          </p:nvSpPr>
          <p:spPr>
            <a:xfrm>
              <a:off x="3564528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0154" name="tx10154"/>
            <p:cNvSpPr/>
            <p:nvPr/>
          </p:nvSpPr>
          <p:spPr>
            <a:xfrm>
              <a:off x="3688886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5" name="tx10155"/>
            <p:cNvSpPr/>
            <p:nvPr/>
          </p:nvSpPr>
          <p:spPr>
            <a:xfrm>
              <a:off x="3733600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6" name="tx10156"/>
            <p:cNvSpPr/>
            <p:nvPr/>
          </p:nvSpPr>
          <p:spPr>
            <a:xfrm>
              <a:off x="3935017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0157" name="tx10157"/>
            <p:cNvSpPr/>
            <p:nvPr/>
          </p:nvSpPr>
          <p:spPr>
            <a:xfrm>
              <a:off x="40593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8" name="tx10158"/>
            <p:cNvSpPr/>
            <p:nvPr/>
          </p:nvSpPr>
          <p:spPr>
            <a:xfrm>
              <a:off x="41040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9" name="tx10159"/>
            <p:cNvSpPr/>
            <p:nvPr/>
          </p:nvSpPr>
          <p:spPr>
            <a:xfrm>
              <a:off x="4305505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10160" name="tx10160"/>
            <p:cNvSpPr/>
            <p:nvPr/>
          </p:nvSpPr>
          <p:spPr>
            <a:xfrm>
              <a:off x="4429864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1" name="tx10161"/>
            <p:cNvSpPr/>
            <p:nvPr/>
          </p:nvSpPr>
          <p:spPr>
            <a:xfrm>
              <a:off x="4474578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2" name="tx10162"/>
            <p:cNvSpPr/>
            <p:nvPr/>
          </p:nvSpPr>
          <p:spPr>
            <a:xfrm>
              <a:off x="4675994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163" name="tx10163"/>
            <p:cNvSpPr/>
            <p:nvPr/>
          </p:nvSpPr>
          <p:spPr>
            <a:xfrm>
              <a:off x="4800353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4" name="tx10164"/>
            <p:cNvSpPr/>
            <p:nvPr/>
          </p:nvSpPr>
          <p:spPr>
            <a:xfrm>
              <a:off x="4845067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5" name="tx10165"/>
            <p:cNvSpPr/>
            <p:nvPr/>
          </p:nvSpPr>
          <p:spPr>
            <a:xfrm>
              <a:off x="3379362" y="4372931"/>
              <a:ext cx="61392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10166" name="tx10166"/>
            <p:cNvSpPr/>
            <p:nvPr/>
          </p:nvSpPr>
          <p:spPr>
            <a:xfrm rot="-5400000">
              <a:off x="1788433" y="2792880"/>
              <a:ext cx="49734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10167" name="rc10167"/>
            <p:cNvSpPr/>
            <p:nvPr/>
          </p:nvSpPr>
          <p:spPr>
            <a:xfrm>
              <a:off x="5048117" y="2049696"/>
              <a:ext cx="737195" cy="15864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68" name="tx10168"/>
            <p:cNvSpPr/>
            <p:nvPr/>
          </p:nvSpPr>
          <p:spPr>
            <a:xfrm>
              <a:off x="5117706" y="2134007"/>
              <a:ext cx="5980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</a:t>
              </a:r>
            </a:p>
          </p:txBody>
        </p:sp>
        <p:sp>
          <p:nvSpPr>
            <p:cNvPr id="10169" name="tx10169"/>
            <p:cNvSpPr/>
            <p:nvPr/>
          </p:nvSpPr>
          <p:spPr>
            <a:xfrm>
              <a:off x="5117706" y="2284883"/>
              <a:ext cx="3703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Offset</a:t>
              </a:r>
            </a:p>
          </p:txBody>
        </p:sp>
        <p:pic>
          <p:nvPicPr>
            <p:cNvPr id="10170" name="pic101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17706" y="2469230"/>
              <a:ext cx="219455" cy="1097280"/>
            </a:xfrm>
            <a:prstGeom prst="rect">
              <a:avLst/>
            </a:prstGeom>
          </p:spPr>
        </p:pic>
        <p:sp>
          <p:nvSpPr>
            <p:cNvPr id="10171" name="pl10171"/>
            <p:cNvSpPr/>
            <p:nvPr/>
          </p:nvSpPr>
          <p:spPr>
            <a:xfrm>
              <a:off x="5293271" y="356468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2" name="pl10172"/>
            <p:cNvSpPr/>
            <p:nvPr/>
          </p:nvSpPr>
          <p:spPr>
            <a:xfrm>
              <a:off x="5293271" y="329127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3" name="pl10173"/>
            <p:cNvSpPr/>
            <p:nvPr/>
          </p:nvSpPr>
          <p:spPr>
            <a:xfrm>
              <a:off x="5293271" y="301787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4" name="pl10174"/>
            <p:cNvSpPr/>
            <p:nvPr/>
          </p:nvSpPr>
          <p:spPr>
            <a:xfrm>
              <a:off x="5293271" y="274446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5" name="pl10175"/>
            <p:cNvSpPr/>
            <p:nvPr/>
          </p:nvSpPr>
          <p:spPr>
            <a:xfrm>
              <a:off x="5293271" y="2471058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6" name="pl10176"/>
            <p:cNvSpPr/>
            <p:nvPr/>
          </p:nvSpPr>
          <p:spPr>
            <a:xfrm>
              <a:off x="5117706" y="356468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7" name="pl10177"/>
            <p:cNvSpPr/>
            <p:nvPr/>
          </p:nvSpPr>
          <p:spPr>
            <a:xfrm>
              <a:off x="5117706" y="329127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8" name="pl10178"/>
            <p:cNvSpPr/>
            <p:nvPr/>
          </p:nvSpPr>
          <p:spPr>
            <a:xfrm>
              <a:off x="5117706" y="301787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9" name="pl10179"/>
            <p:cNvSpPr/>
            <p:nvPr/>
          </p:nvSpPr>
          <p:spPr>
            <a:xfrm>
              <a:off x="5117706" y="274446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0" name="pl10180"/>
            <p:cNvSpPr/>
            <p:nvPr/>
          </p:nvSpPr>
          <p:spPr>
            <a:xfrm>
              <a:off x="5117706" y="2471058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1" name="tx10181"/>
            <p:cNvSpPr/>
            <p:nvPr/>
          </p:nvSpPr>
          <p:spPr>
            <a:xfrm>
              <a:off x="5406751" y="3524676"/>
              <a:ext cx="15544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0182" name="tx10182"/>
            <p:cNvSpPr/>
            <p:nvPr/>
          </p:nvSpPr>
          <p:spPr>
            <a:xfrm>
              <a:off x="5406751" y="3251270"/>
              <a:ext cx="15544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0183" name="tx10183"/>
            <p:cNvSpPr/>
            <p:nvPr/>
          </p:nvSpPr>
          <p:spPr>
            <a:xfrm>
              <a:off x="5406751" y="2977865"/>
              <a:ext cx="15544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0184" name="tx10184"/>
            <p:cNvSpPr/>
            <p:nvPr/>
          </p:nvSpPr>
          <p:spPr>
            <a:xfrm>
              <a:off x="5406751" y="2704459"/>
              <a:ext cx="15544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1.5</a:t>
              </a:r>
            </a:p>
          </p:txBody>
        </p:sp>
        <p:sp>
          <p:nvSpPr>
            <p:cNvPr id="10185" name="tx10185"/>
            <p:cNvSpPr/>
            <p:nvPr/>
          </p:nvSpPr>
          <p:spPr>
            <a:xfrm>
              <a:off x="5406751" y="2431053"/>
              <a:ext cx="15544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2.0</a:t>
              </a:r>
            </a:p>
          </p:txBody>
        </p:sp>
        <p:sp>
          <p:nvSpPr>
            <p:cNvPr id="10186" name="tx10186"/>
            <p:cNvSpPr/>
            <p:nvPr/>
          </p:nvSpPr>
          <p:spPr>
            <a:xfrm>
              <a:off x="2463713" y="1316468"/>
              <a:ext cx="11339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Current Treatment</a:t>
              </a:r>
            </a:p>
          </p:txBody>
        </p:sp>
        <p:sp>
          <p:nvSpPr>
            <p:cNvPr id="10187" name="tx10187"/>
            <p:cNvSpPr/>
            <p:nvPr/>
          </p:nvSpPr>
          <p:spPr>
            <a:xfrm>
              <a:off x="2463713" y="986823"/>
              <a:ext cx="1410096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(C) Predicted </a:t>
              </a:r>
            </a:p>
          </p:txBody>
        </p:sp>
        <p:sp>
          <p:nvSpPr>
            <p:cNvPr id="10188" name="tx10188"/>
            <p:cNvSpPr/>
            <p:nvPr/>
          </p:nvSpPr>
          <p:spPr>
            <a:xfrm>
              <a:off x="3873809" y="986823"/>
              <a:ext cx="165049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</a:t>
              </a:r>
            </a:p>
          </p:txBody>
        </p:sp>
        <p:sp>
          <p:nvSpPr>
            <p:cNvPr id="10189" name="tx10189"/>
            <p:cNvSpPr/>
            <p:nvPr/>
          </p:nvSpPr>
          <p:spPr>
            <a:xfrm>
              <a:off x="4038858" y="986823"/>
              <a:ext cx="165049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10190" name="tx10190"/>
            <p:cNvSpPr/>
            <p:nvPr/>
          </p:nvSpPr>
          <p:spPr>
            <a:xfrm>
              <a:off x="4203907" y="986823"/>
              <a:ext cx="152430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191" name="tx10191"/>
            <p:cNvSpPr/>
            <p:nvPr/>
          </p:nvSpPr>
          <p:spPr>
            <a:xfrm>
              <a:off x="4356338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10192" name="tx10192"/>
            <p:cNvSpPr/>
            <p:nvPr/>
          </p:nvSpPr>
          <p:spPr>
            <a:xfrm>
              <a:off x="4445309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3" name="tx10193"/>
            <p:cNvSpPr/>
            <p:nvPr/>
          </p:nvSpPr>
          <p:spPr>
            <a:xfrm>
              <a:off x="4489749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4" name="tx10194"/>
            <p:cNvSpPr/>
            <p:nvPr/>
          </p:nvSpPr>
          <p:spPr>
            <a:xfrm>
              <a:off x="4534189" y="1077527"/>
              <a:ext cx="80010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</a:t>
              </a:r>
            </a:p>
          </p:txBody>
        </p:sp>
        <p:sp>
          <p:nvSpPr>
            <p:cNvPr id="10195" name="tx10195"/>
            <p:cNvSpPr/>
            <p:nvPr/>
          </p:nvSpPr>
          <p:spPr>
            <a:xfrm>
              <a:off x="4614199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96" name="tx10196"/>
            <p:cNvSpPr/>
            <p:nvPr/>
          </p:nvSpPr>
          <p:spPr>
            <a:xfrm>
              <a:off x="4703170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914400" y="914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917497" y="914400"/>
              <a:ext cx="3937404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574859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45348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15837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6326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6815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427303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97792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463713" y="4049590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63713" y="370482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3713" y="336005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63713" y="3015282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63713" y="2670513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3713" y="232574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63713" y="198097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63713" y="1636205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2577439" y="2860610"/>
              <a:ext cx="914400" cy="914769"/>
            </a:xfrm>
            <a:custGeom>
              <a:avLst/>
              <a:pathLst>
                <a:path w="914400" h="914769">
                  <a:moveTo>
                    <a:pt x="914400" y="914400"/>
                  </a:moveTo>
                  <a:lnTo>
                    <a:pt x="914400" y="914769"/>
                  </a:lnTo>
                  <a:lnTo>
                    <a:pt x="913610" y="914551"/>
                  </a:lnTo>
                  <a:lnTo>
                    <a:pt x="913063" y="914400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2577439" y="2860610"/>
              <a:ext cx="923662" cy="917330"/>
            </a:xfrm>
            <a:custGeom>
              <a:avLst/>
              <a:pathLst>
                <a:path w="923662" h="917330">
                  <a:moveTo>
                    <a:pt x="914400" y="914400"/>
                  </a:moveTo>
                  <a:lnTo>
                    <a:pt x="923662" y="914400"/>
                  </a:lnTo>
                  <a:lnTo>
                    <a:pt x="923644" y="917330"/>
                  </a:lnTo>
                  <a:lnTo>
                    <a:pt x="922390" y="916982"/>
                  </a:lnTo>
                  <a:lnTo>
                    <a:pt x="921136" y="916634"/>
                  </a:lnTo>
                  <a:lnTo>
                    <a:pt x="919882" y="916287"/>
                  </a:lnTo>
                  <a:lnTo>
                    <a:pt x="918628" y="915939"/>
                  </a:lnTo>
                  <a:lnTo>
                    <a:pt x="917373" y="915592"/>
                  </a:lnTo>
                  <a:lnTo>
                    <a:pt x="916119" y="915245"/>
                  </a:lnTo>
                  <a:lnTo>
                    <a:pt x="914865" y="914898"/>
                  </a:lnTo>
                  <a:lnTo>
                    <a:pt x="914400" y="9147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2586701" y="2860610"/>
              <a:ext cx="923662" cy="919909"/>
            </a:xfrm>
            <a:custGeom>
              <a:avLst/>
              <a:pathLst>
                <a:path w="923662" h="919909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19909"/>
                  </a:lnTo>
                  <a:lnTo>
                    <a:pt x="923159" y="919769"/>
                  </a:lnTo>
                  <a:lnTo>
                    <a:pt x="921905" y="919420"/>
                  </a:lnTo>
                  <a:lnTo>
                    <a:pt x="920651" y="919071"/>
                  </a:lnTo>
                  <a:lnTo>
                    <a:pt x="919398" y="918723"/>
                  </a:lnTo>
                  <a:lnTo>
                    <a:pt x="918144" y="918374"/>
                  </a:lnTo>
                  <a:lnTo>
                    <a:pt x="916890" y="918026"/>
                  </a:lnTo>
                  <a:lnTo>
                    <a:pt x="915636" y="917678"/>
                  </a:lnTo>
                  <a:lnTo>
                    <a:pt x="914399" y="917335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2595963" y="2860610"/>
              <a:ext cx="923662" cy="922491"/>
            </a:xfrm>
            <a:custGeom>
              <a:avLst/>
              <a:pathLst>
                <a:path w="923662" h="92249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491"/>
                  </a:lnTo>
                  <a:lnTo>
                    <a:pt x="922670" y="922214"/>
                  </a:lnTo>
                  <a:lnTo>
                    <a:pt x="921417" y="921864"/>
                  </a:lnTo>
                  <a:lnTo>
                    <a:pt x="920163" y="921514"/>
                  </a:lnTo>
                  <a:lnTo>
                    <a:pt x="918910" y="921165"/>
                  </a:lnTo>
                  <a:lnTo>
                    <a:pt x="917657" y="920816"/>
                  </a:lnTo>
                  <a:lnTo>
                    <a:pt x="916403" y="920467"/>
                  </a:lnTo>
                  <a:lnTo>
                    <a:pt x="915150" y="920118"/>
                  </a:lnTo>
                  <a:lnTo>
                    <a:pt x="914400" y="91990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2605226" y="2860610"/>
              <a:ext cx="923662" cy="925080"/>
            </a:xfrm>
            <a:custGeom>
              <a:avLst/>
              <a:pathLst>
                <a:path w="923662" h="92508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5080"/>
                  </a:lnTo>
                  <a:lnTo>
                    <a:pt x="923430" y="925016"/>
                  </a:lnTo>
                  <a:lnTo>
                    <a:pt x="922178" y="924665"/>
                  </a:lnTo>
                  <a:lnTo>
                    <a:pt x="920925" y="924314"/>
                  </a:lnTo>
                  <a:lnTo>
                    <a:pt x="919672" y="923964"/>
                  </a:lnTo>
                  <a:lnTo>
                    <a:pt x="918419" y="923614"/>
                  </a:lnTo>
                  <a:lnTo>
                    <a:pt x="917167" y="923263"/>
                  </a:lnTo>
                  <a:lnTo>
                    <a:pt x="915914" y="922913"/>
                  </a:lnTo>
                  <a:lnTo>
                    <a:pt x="914661" y="922563"/>
                  </a:lnTo>
                  <a:lnTo>
                    <a:pt x="914400" y="922491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2614488" y="2860610"/>
              <a:ext cx="923662" cy="927678"/>
            </a:xfrm>
            <a:custGeom>
              <a:avLst/>
              <a:pathLst>
                <a:path w="923662" h="92767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678"/>
                  </a:lnTo>
                  <a:lnTo>
                    <a:pt x="922935" y="927474"/>
                  </a:lnTo>
                  <a:lnTo>
                    <a:pt x="921682" y="927123"/>
                  </a:lnTo>
                  <a:lnTo>
                    <a:pt x="920430" y="926771"/>
                  </a:lnTo>
                  <a:lnTo>
                    <a:pt x="919178" y="926420"/>
                  </a:lnTo>
                  <a:lnTo>
                    <a:pt x="917926" y="926069"/>
                  </a:lnTo>
                  <a:lnTo>
                    <a:pt x="916673" y="925717"/>
                  </a:lnTo>
                  <a:lnTo>
                    <a:pt x="915421" y="925366"/>
                  </a:lnTo>
                  <a:lnTo>
                    <a:pt x="914400" y="925080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2623750" y="2860610"/>
              <a:ext cx="923662" cy="930111"/>
            </a:xfrm>
            <a:custGeom>
              <a:avLst/>
              <a:pathLst>
                <a:path w="923662" h="93011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111"/>
                  </a:lnTo>
                  <a:lnTo>
                    <a:pt x="920246" y="929323"/>
                  </a:lnTo>
                  <a:lnTo>
                    <a:pt x="919933" y="929235"/>
                  </a:lnTo>
                  <a:lnTo>
                    <a:pt x="918680" y="928882"/>
                  </a:lnTo>
                  <a:lnTo>
                    <a:pt x="917428" y="928530"/>
                  </a:lnTo>
                  <a:lnTo>
                    <a:pt x="916176" y="928178"/>
                  </a:lnTo>
                  <a:lnTo>
                    <a:pt x="914924" y="927826"/>
                  </a:lnTo>
                  <a:lnTo>
                    <a:pt x="914400" y="92767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2633012" y="2860610"/>
              <a:ext cx="923662" cy="931481"/>
            </a:xfrm>
            <a:custGeom>
              <a:avLst/>
              <a:pathLst>
                <a:path w="923662" h="93148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481"/>
                  </a:lnTo>
                  <a:lnTo>
                    <a:pt x="922785" y="931454"/>
                  </a:lnTo>
                  <a:lnTo>
                    <a:pt x="916869" y="930681"/>
                  </a:lnTo>
                  <a:lnTo>
                    <a:pt x="914400" y="930111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2642274" y="28606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50"/>
                  </a:lnTo>
                  <a:lnTo>
                    <a:pt x="919453" y="931638"/>
                  </a:lnTo>
                  <a:lnTo>
                    <a:pt x="914400" y="931481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2651537" y="2860610"/>
              <a:ext cx="923662" cy="931350"/>
            </a:xfrm>
            <a:custGeom>
              <a:avLst/>
              <a:pathLst>
                <a:path w="923662" h="93135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00"/>
                  </a:lnTo>
                  <a:lnTo>
                    <a:pt x="922024" y="930241"/>
                  </a:lnTo>
                  <a:lnTo>
                    <a:pt x="916117" y="931233"/>
                  </a:lnTo>
                  <a:lnTo>
                    <a:pt x="914400" y="931350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2660799" y="2860610"/>
              <a:ext cx="923662" cy="929800"/>
            </a:xfrm>
            <a:custGeom>
              <a:avLst/>
              <a:pathLst>
                <a:path w="923662" h="92980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056"/>
                  </a:lnTo>
                  <a:lnTo>
                    <a:pt x="922814" y="927327"/>
                  </a:lnTo>
                  <a:lnTo>
                    <a:pt x="921421" y="927772"/>
                  </a:lnTo>
                  <a:lnTo>
                    <a:pt x="920028" y="928217"/>
                  </a:lnTo>
                  <a:lnTo>
                    <a:pt x="918631" y="928663"/>
                  </a:lnTo>
                  <a:lnTo>
                    <a:pt x="914400" y="929800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2670061" y="2860610"/>
              <a:ext cx="923662" cy="927056"/>
            </a:xfrm>
            <a:custGeom>
              <a:avLst/>
              <a:pathLst>
                <a:path w="923662" h="92705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03"/>
                  </a:lnTo>
                  <a:lnTo>
                    <a:pt x="923307" y="924216"/>
                  </a:lnTo>
                  <a:lnTo>
                    <a:pt x="921913" y="924660"/>
                  </a:lnTo>
                  <a:lnTo>
                    <a:pt x="920520" y="925104"/>
                  </a:lnTo>
                  <a:lnTo>
                    <a:pt x="919126" y="925548"/>
                  </a:lnTo>
                  <a:lnTo>
                    <a:pt x="917732" y="925993"/>
                  </a:lnTo>
                  <a:lnTo>
                    <a:pt x="916339" y="926437"/>
                  </a:lnTo>
                  <a:lnTo>
                    <a:pt x="914945" y="926882"/>
                  </a:lnTo>
                  <a:lnTo>
                    <a:pt x="914400" y="927056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2679323" y="2860610"/>
              <a:ext cx="923662" cy="924103"/>
            </a:xfrm>
            <a:custGeom>
              <a:avLst/>
              <a:pathLst>
                <a:path w="923662" h="92410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159"/>
                  </a:lnTo>
                  <a:lnTo>
                    <a:pt x="922410" y="921556"/>
                  </a:lnTo>
                  <a:lnTo>
                    <a:pt x="921016" y="921999"/>
                  </a:lnTo>
                  <a:lnTo>
                    <a:pt x="919621" y="922442"/>
                  </a:lnTo>
                  <a:lnTo>
                    <a:pt x="918227" y="922886"/>
                  </a:lnTo>
                  <a:lnTo>
                    <a:pt x="916833" y="923329"/>
                  </a:lnTo>
                  <a:lnTo>
                    <a:pt x="915439" y="923773"/>
                  </a:lnTo>
                  <a:lnTo>
                    <a:pt x="914400" y="924103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2688586" y="2860610"/>
              <a:ext cx="923662" cy="921159"/>
            </a:xfrm>
            <a:custGeom>
              <a:avLst/>
              <a:pathLst>
                <a:path w="923662" h="92115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223"/>
                  </a:lnTo>
                  <a:lnTo>
                    <a:pt x="922912" y="918461"/>
                  </a:lnTo>
                  <a:lnTo>
                    <a:pt x="921516" y="918902"/>
                  </a:lnTo>
                  <a:lnTo>
                    <a:pt x="920122" y="919344"/>
                  </a:lnTo>
                  <a:lnTo>
                    <a:pt x="918727" y="919786"/>
                  </a:lnTo>
                  <a:lnTo>
                    <a:pt x="917332" y="920229"/>
                  </a:lnTo>
                  <a:lnTo>
                    <a:pt x="915937" y="920671"/>
                  </a:lnTo>
                  <a:lnTo>
                    <a:pt x="914543" y="921114"/>
                  </a:lnTo>
                  <a:lnTo>
                    <a:pt x="914400" y="92115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2697848" y="2860610"/>
              <a:ext cx="923662" cy="918223"/>
            </a:xfrm>
            <a:custGeom>
              <a:avLst/>
              <a:pathLst>
                <a:path w="923662" h="9182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296"/>
                  </a:lnTo>
                  <a:lnTo>
                    <a:pt x="923417" y="915373"/>
                  </a:lnTo>
                  <a:lnTo>
                    <a:pt x="922022" y="915813"/>
                  </a:lnTo>
                  <a:lnTo>
                    <a:pt x="920626" y="916254"/>
                  </a:lnTo>
                  <a:lnTo>
                    <a:pt x="919231" y="916695"/>
                  </a:lnTo>
                  <a:lnTo>
                    <a:pt x="917835" y="917136"/>
                  </a:lnTo>
                  <a:lnTo>
                    <a:pt x="916440" y="917578"/>
                  </a:lnTo>
                  <a:lnTo>
                    <a:pt x="915044" y="918019"/>
                  </a:lnTo>
                  <a:lnTo>
                    <a:pt x="914400" y="918223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2707110" y="2860610"/>
              <a:ext cx="917240" cy="915296"/>
            </a:xfrm>
            <a:custGeom>
              <a:avLst/>
              <a:pathLst>
                <a:path w="917240" h="915296">
                  <a:moveTo>
                    <a:pt x="914400" y="914400"/>
                  </a:moveTo>
                  <a:lnTo>
                    <a:pt x="917240" y="914400"/>
                  </a:lnTo>
                  <a:lnTo>
                    <a:pt x="916947" y="914492"/>
                  </a:lnTo>
                  <a:lnTo>
                    <a:pt x="915551" y="914932"/>
                  </a:lnTo>
                  <a:lnTo>
                    <a:pt x="914400" y="915296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2781208" y="2860610"/>
              <a:ext cx="914400" cy="915512"/>
            </a:xfrm>
            <a:custGeom>
              <a:avLst/>
              <a:pathLst>
                <a:path w="914400" h="915512">
                  <a:moveTo>
                    <a:pt x="914400" y="914400"/>
                  </a:moveTo>
                  <a:lnTo>
                    <a:pt x="914400" y="915512"/>
                  </a:lnTo>
                  <a:lnTo>
                    <a:pt x="911827" y="915307"/>
                  </a:lnTo>
                  <a:lnTo>
                    <a:pt x="907119" y="914400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2781208" y="2860610"/>
              <a:ext cx="923662" cy="915841"/>
            </a:xfrm>
            <a:custGeom>
              <a:avLst/>
              <a:pathLst>
                <a:path w="923662" h="91584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74"/>
                  </a:lnTo>
                  <a:lnTo>
                    <a:pt x="918528" y="915841"/>
                  </a:lnTo>
                  <a:lnTo>
                    <a:pt x="914400" y="915512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2790470" y="2860610"/>
              <a:ext cx="923662" cy="915674"/>
            </a:xfrm>
            <a:custGeom>
              <a:avLst/>
              <a:pathLst>
                <a:path w="923662" h="91567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41"/>
                  </a:lnTo>
                  <a:lnTo>
                    <a:pt x="922456" y="915047"/>
                  </a:lnTo>
                  <a:lnTo>
                    <a:pt x="920296" y="915238"/>
                  </a:lnTo>
                  <a:lnTo>
                    <a:pt x="918136" y="915430"/>
                  </a:lnTo>
                  <a:lnTo>
                    <a:pt x="915971" y="915622"/>
                  </a:lnTo>
                  <a:lnTo>
                    <a:pt x="914400" y="915674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2799732" y="2860610"/>
              <a:ext cx="920549" cy="914941"/>
            </a:xfrm>
            <a:custGeom>
              <a:avLst/>
              <a:pathLst>
                <a:path w="920549" h="914941">
                  <a:moveTo>
                    <a:pt x="914400" y="914400"/>
                  </a:moveTo>
                  <a:lnTo>
                    <a:pt x="920549" y="914400"/>
                  </a:lnTo>
                  <a:lnTo>
                    <a:pt x="919674" y="914476"/>
                  </a:lnTo>
                  <a:lnTo>
                    <a:pt x="917514" y="914666"/>
                  </a:lnTo>
                  <a:lnTo>
                    <a:pt x="915354" y="914857"/>
                  </a:lnTo>
                  <a:lnTo>
                    <a:pt x="914400" y="914941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2531128" y="2843372"/>
              <a:ext cx="914400" cy="916267"/>
            </a:xfrm>
            <a:custGeom>
              <a:avLst/>
              <a:pathLst>
                <a:path w="914400" h="916267">
                  <a:moveTo>
                    <a:pt x="914400" y="914399"/>
                  </a:moveTo>
                  <a:lnTo>
                    <a:pt x="914400" y="916267"/>
                  </a:lnTo>
                  <a:lnTo>
                    <a:pt x="911459" y="91439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2531128" y="2843372"/>
              <a:ext cx="923662" cy="921047"/>
            </a:xfrm>
            <a:custGeom>
              <a:avLst/>
              <a:pathLst>
                <a:path w="923662" h="92104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1047"/>
                  </a:lnTo>
                  <a:lnTo>
                    <a:pt x="921255" y="920024"/>
                  </a:lnTo>
                  <a:lnTo>
                    <a:pt x="915678" y="917078"/>
                  </a:lnTo>
                  <a:lnTo>
                    <a:pt x="914400" y="916267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2540390" y="2843372"/>
              <a:ext cx="923662" cy="924358"/>
            </a:xfrm>
            <a:custGeom>
              <a:avLst/>
              <a:pathLst>
                <a:path w="923662" h="92435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8"/>
                  </a:lnTo>
                  <a:lnTo>
                    <a:pt x="923354" y="924274"/>
                  </a:lnTo>
                  <a:lnTo>
                    <a:pt x="917643" y="922425"/>
                  </a:lnTo>
                  <a:lnTo>
                    <a:pt x="914400" y="921047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2549652" y="2843372"/>
              <a:ext cx="923662" cy="926900"/>
            </a:xfrm>
            <a:custGeom>
              <a:avLst/>
              <a:pathLst>
                <a:path w="923662" h="92690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900"/>
                  </a:lnTo>
                  <a:lnTo>
                    <a:pt x="922885" y="926687"/>
                  </a:lnTo>
                  <a:lnTo>
                    <a:pt x="921630" y="926342"/>
                  </a:lnTo>
                  <a:lnTo>
                    <a:pt x="920374" y="925997"/>
                  </a:lnTo>
                  <a:lnTo>
                    <a:pt x="919118" y="925652"/>
                  </a:lnTo>
                  <a:lnTo>
                    <a:pt x="917863" y="925308"/>
                  </a:lnTo>
                  <a:lnTo>
                    <a:pt x="916607" y="924963"/>
                  </a:lnTo>
                  <a:lnTo>
                    <a:pt x="915351" y="924619"/>
                  </a:lnTo>
                  <a:lnTo>
                    <a:pt x="914400" y="92435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2558914" y="2843372"/>
              <a:ext cx="923662" cy="929450"/>
            </a:xfrm>
            <a:custGeom>
              <a:avLst/>
              <a:pathLst>
                <a:path w="923662" h="92945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450"/>
                  </a:lnTo>
                  <a:lnTo>
                    <a:pt x="923350" y="929364"/>
                  </a:lnTo>
                  <a:lnTo>
                    <a:pt x="923037" y="929277"/>
                  </a:lnTo>
                  <a:lnTo>
                    <a:pt x="922881" y="929227"/>
                  </a:lnTo>
                  <a:lnTo>
                    <a:pt x="922724" y="929191"/>
                  </a:lnTo>
                  <a:lnTo>
                    <a:pt x="922411" y="929105"/>
                  </a:lnTo>
                  <a:lnTo>
                    <a:pt x="921155" y="928759"/>
                  </a:lnTo>
                  <a:lnTo>
                    <a:pt x="919900" y="928413"/>
                  </a:lnTo>
                  <a:lnTo>
                    <a:pt x="918644" y="928068"/>
                  </a:lnTo>
                  <a:lnTo>
                    <a:pt x="917389" y="927722"/>
                  </a:lnTo>
                  <a:lnTo>
                    <a:pt x="916134" y="927377"/>
                  </a:lnTo>
                  <a:lnTo>
                    <a:pt x="914878" y="927032"/>
                  </a:lnTo>
                  <a:lnTo>
                    <a:pt x="914400" y="926900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256817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2325" y="931638"/>
                  </a:lnTo>
                  <a:lnTo>
                    <a:pt x="921618" y="931442"/>
                  </a:lnTo>
                  <a:lnTo>
                    <a:pt x="920363" y="931096"/>
                  </a:lnTo>
                  <a:lnTo>
                    <a:pt x="919108" y="930749"/>
                  </a:lnTo>
                  <a:lnTo>
                    <a:pt x="917854" y="930403"/>
                  </a:lnTo>
                  <a:lnTo>
                    <a:pt x="916599" y="930056"/>
                  </a:lnTo>
                  <a:lnTo>
                    <a:pt x="915344" y="929710"/>
                  </a:lnTo>
                  <a:lnTo>
                    <a:pt x="914400" y="929450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257743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2586701" y="284337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259596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260522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261448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262375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2633012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2642274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265153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266079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2670061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267932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268858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269784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2707110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376"/>
                  </a:lnTo>
                  <a:lnTo>
                    <a:pt x="922531" y="912732"/>
                  </a:lnTo>
                  <a:lnTo>
                    <a:pt x="921135" y="913172"/>
                  </a:lnTo>
                  <a:lnTo>
                    <a:pt x="919739" y="913612"/>
                  </a:lnTo>
                  <a:lnTo>
                    <a:pt x="918343" y="914052"/>
                  </a:lnTo>
                  <a:lnTo>
                    <a:pt x="917240" y="914400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2716372" y="2843372"/>
              <a:ext cx="923662" cy="929615"/>
            </a:xfrm>
            <a:custGeom>
              <a:avLst/>
              <a:pathLst>
                <a:path w="923662" h="9296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704"/>
                  </a:lnTo>
                  <a:lnTo>
                    <a:pt x="923045" y="926897"/>
                  </a:lnTo>
                  <a:lnTo>
                    <a:pt x="921649" y="927336"/>
                  </a:lnTo>
                  <a:lnTo>
                    <a:pt x="920252" y="927775"/>
                  </a:lnTo>
                  <a:lnTo>
                    <a:pt x="918855" y="928214"/>
                  </a:lnTo>
                  <a:lnTo>
                    <a:pt x="917458" y="928653"/>
                  </a:lnTo>
                  <a:lnTo>
                    <a:pt x="916062" y="929092"/>
                  </a:lnTo>
                  <a:lnTo>
                    <a:pt x="914665" y="929531"/>
                  </a:lnTo>
                  <a:lnTo>
                    <a:pt x="914400" y="929615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2725634" y="2843372"/>
              <a:ext cx="923662" cy="926704"/>
            </a:xfrm>
            <a:custGeom>
              <a:avLst/>
              <a:pathLst>
                <a:path w="923662" h="926704">
                  <a:moveTo>
                    <a:pt x="914400" y="914399"/>
                  </a:moveTo>
                  <a:lnTo>
                    <a:pt x="923662" y="914399"/>
                  </a:lnTo>
                  <a:lnTo>
                    <a:pt x="923564" y="923832"/>
                  </a:lnTo>
                  <a:lnTo>
                    <a:pt x="922167" y="924269"/>
                  </a:lnTo>
                  <a:lnTo>
                    <a:pt x="920769" y="924707"/>
                  </a:lnTo>
                  <a:lnTo>
                    <a:pt x="919372" y="925145"/>
                  </a:lnTo>
                  <a:lnTo>
                    <a:pt x="917974" y="925583"/>
                  </a:lnTo>
                  <a:lnTo>
                    <a:pt x="916577" y="926021"/>
                  </a:lnTo>
                  <a:lnTo>
                    <a:pt x="915180" y="926459"/>
                  </a:lnTo>
                  <a:lnTo>
                    <a:pt x="914400" y="926704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2734897" y="2843372"/>
              <a:ext cx="923662" cy="924351"/>
            </a:xfrm>
            <a:custGeom>
              <a:avLst/>
              <a:pathLst>
                <a:path w="923662" h="92435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1"/>
                  </a:lnTo>
                  <a:lnTo>
                    <a:pt x="923113" y="924216"/>
                  </a:lnTo>
                  <a:lnTo>
                    <a:pt x="921537" y="923826"/>
                  </a:lnTo>
                  <a:lnTo>
                    <a:pt x="919961" y="923437"/>
                  </a:lnTo>
                  <a:lnTo>
                    <a:pt x="918385" y="923048"/>
                  </a:lnTo>
                  <a:lnTo>
                    <a:pt x="917503" y="922831"/>
                  </a:lnTo>
                  <a:lnTo>
                    <a:pt x="917097" y="922958"/>
                  </a:lnTo>
                  <a:lnTo>
                    <a:pt x="915699" y="923395"/>
                  </a:lnTo>
                  <a:lnTo>
                    <a:pt x="914400" y="923801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2744159" y="2843372"/>
              <a:ext cx="923662" cy="926645"/>
            </a:xfrm>
            <a:custGeom>
              <a:avLst/>
              <a:pathLst>
                <a:path w="923662" h="92664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645"/>
                  </a:lnTo>
                  <a:lnTo>
                    <a:pt x="923304" y="926556"/>
                  </a:lnTo>
                  <a:lnTo>
                    <a:pt x="921729" y="926165"/>
                  </a:lnTo>
                  <a:lnTo>
                    <a:pt x="920154" y="925775"/>
                  </a:lnTo>
                  <a:lnTo>
                    <a:pt x="918578" y="925385"/>
                  </a:lnTo>
                  <a:lnTo>
                    <a:pt x="917002" y="924995"/>
                  </a:lnTo>
                  <a:lnTo>
                    <a:pt x="915427" y="924605"/>
                  </a:lnTo>
                  <a:lnTo>
                    <a:pt x="914400" y="924351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2753421" y="2843372"/>
              <a:ext cx="923662" cy="928946"/>
            </a:xfrm>
            <a:custGeom>
              <a:avLst/>
              <a:pathLst>
                <a:path w="923662" h="928946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8946"/>
                  </a:lnTo>
                  <a:lnTo>
                    <a:pt x="923492" y="928904"/>
                  </a:lnTo>
                  <a:lnTo>
                    <a:pt x="921917" y="928512"/>
                  </a:lnTo>
                  <a:lnTo>
                    <a:pt x="920342" y="928120"/>
                  </a:lnTo>
                  <a:lnTo>
                    <a:pt x="918768" y="927729"/>
                  </a:lnTo>
                  <a:lnTo>
                    <a:pt x="917192" y="927338"/>
                  </a:lnTo>
                  <a:lnTo>
                    <a:pt x="915617" y="926947"/>
                  </a:lnTo>
                  <a:lnTo>
                    <a:pt x="914400" y="926645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2762683" y="2843372"/>
              <a:ext cx="923662" cy="931255"/>
            </a:xfrm>
            <a:custGeom>
              <a:avLst/>
              <a:pathLst>
                <a:path w="923662" h="93125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255"/>
                  </a:lnTo>
                  <a:lnTo>
                    <a:pt x="922102" y="930866"/>
                  </a:lnTo>
                  <a:lnTo>
                    <a:pt x="920528" y="930473"/>
                  </a:lnTo>
                  <a:lnTo>
                    <a:pt x="918954" y="930080"/>
                  </a:lnTo>
                  <a:lnTo>
                    <a:pt x="917379" y="929688"/>
                  </a:lnTo>
                  <a:lnTo>
                    <a:pt x="915805" y="929296"/>
                  </a:lnTo>
                  <a:lnTo>
                    <a:pt x="914400" y="928946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277194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382" y="931638"/>
                  </a:lnTo>
                  <a:lnTo>
                    <a:pt x="914400" y="931255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278120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279047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2799732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127"/>
                  </a:lnTo>
                  <a:lnTo>
                    <a:pt x="921834" y="914287"/>
                  </a:lnTo>
                  <a:lnTo>
                    <a:pt x="920549" y="914400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2808994" y="2843372"/>
              <a:ext cx="923662" cy="931365"/>
            </a:xfrm>
            <a:custGeom>
              <a:avLst/>
              <a:pathLst>
                <a:path w="923662" h="9313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813"/>
                  </a:lnTo>
                  <a:lnTo>
                    <a:pt x="920443" y="930561"/>
                  </a:lnTo>
                  <a:lnTo>
                    <a:pt x="914738" y="931335"/>
                  </a:lnTo>
                  <a:lnTo>
                    <a:pt x="914400" y="931365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2818257" y="2843372"/>
              <a:ext cx="923662" cy="929813"/>
            </a:xfrm>
            <a:custGeom>
              <a:avLst/>
              <a:pathLst>
                <a:path w="923662" h="929813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877"/>
                  </a:lnTo>
                  <a:lnTo>
                    <a:pt x="922490" y="927381"/>
                  </a:lnTo>
                  <a:lnTo>
                    <a:pt x="916858" y="929242"/>
                  </a:lnTo>
                  <a:lnTo>
                    <a:pt x="914400" y="929813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2827519" y="2843372"/>
              <a:ext cx="923662" cy="926877"/>
            </a:xfrm>
            <a:custGeom>
              <a:avLst/>
              <a:pathLst>
                <a:path w="923662" h="9268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2395"/>
                  </a:lnTo>
                  <a:lnTo>
                    <a:pt x="918802" y="924983"/>
                  </a:lnTo>
                  <a:lnTo>
                    <a:pt x="914400" y="926877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2836781" y="2843372"/>
              <a:ext cx="923662" cy="922395"/>
            </a:xfrm>
            <a:custGeom>
              <a:avLst/>
              <a:pathLst>
                <a:path w="923662" h="92239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6205"/>
                  </a:lnTo>
                  <a:lnTo>
                    <a:pt x="920451" y="918603"/>
                  </a:lnTo>
                  <a:lnTo>
                    <a:pt x="915040" y="922054"/>
                  </a:lnTo>
                  <a:lnTo>
                    <a:pt x="914400" y="922395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2846043" y="2843372"/>
              <a:ext cx="916775" cy="916205"/>
            </a:xfrm>
            <a:custGeom>
              <a:avLst/>
              <a:pathLst>
                <a:path w="916775" h="916205">
                  <a:moveTo>
                    <a:pt x="914400" y="914399"/>
                  </a:moveTo>
                  <a:lnTo>
                    <a:pt x="916775" y="914399"/>
                  </a:lnTo>
                  <a:lnTo>
                    <a:pt x="916498" y="914638"/>
                  </a:lnTo>
                  <a:lnTo>
                    <a:pt x="914400" y="916205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2512603" y="2826133"/>
              <a:ext cx="914400" cy="918691"/>
            </a:xfrm>
            <a:custGeom>
              <a:avLst/>
              <a:pathLst>
                <a:path w="914400" h="918691">
                  <a:moveTo>
                    <a:pt x="914400" y="914399"/>
                  </a:moveTo>
                  <a:lnTo>
                    <a:pt x="914400" y="918691"/>
                  </a:lnTo>
                  <a:lnTo>
                    <a:pt x="912947" y="917266"/>
                  </a:lnTo>
                  <a:lnTo>
                    <a:pt x="910363" y="91439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2512603" y="2826133"/>
              <a:ext cx="923662" cy="927067"/>
            </a:xfrm>
            <a:custGeom>
              <a:avLst/>
              <a:pathLst>
                <a:path w="923662" h="92706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7067"/>
                  </a:lnTo>
                  <a:lnTo>
                    <a:pt x="923336" y="926824"/>
                  </a:lnTo>
                  <a:lnTo>
                    <a:pt x="918075" y="922297"/>
                  </a:lnTo>
                  <a:lnTo>
                    <a:pt x="914400" y="918691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252186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0721" y="931638"/>
                  </a:lnTo>
                  <a:lnTo>
                    <a:pt x="919455" y="930834"/>
                  </a:lnTo>
                  <a:lnTo>
                    <a:pt x="914400" y="927067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253112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254039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254965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255891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256817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257743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2586701" y="28261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259596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260522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261448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262375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263301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264227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265153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266079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267006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267932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268858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269784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270711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271637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272563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273489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274415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275342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276268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277194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278120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279047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279973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280899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281825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282751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283678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2846043" y="284337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38"/>
                  </a:lnTo>
                  <a:lnTo>
                    <a:pt x="921691" y="910169"/>
                  </a:lnTo>
                  <a:lnTo>
                    <a:pt x="916775" y="91439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2855306" y="2826133"/>
              <a:ext cx="923662" cy="925477"/>
            </a:xfrm>
            <a:custGeom>
              <a:avLst/>
              <a:pathLst>
                <a:path w="923662" h="9254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457"/>
                  </a:lnTo>
                  <a:lnTo>
                    <a:pt x="922409" y="917010"/>
                  </a:lnTo>
                  <a:lnTo>
                    <a:pt x="917491" y="922448"/>
                  </a:lnTo>
                  <a:lnTo>
                    <a:pt x="914400" y="925477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2864568" y="2826133"/>
              <a:ext cx="915253" cy="915457"/>
            </a:xfrm>
            <a:custGeom>
              <a:avLst/>
              <a:pathLst>
                <a:path w="915253" h="915457">
                  <a:moveTo>
                    <a:pt x="914400" y="914399"/>
                  </a:moveTo>
                  <a:lnTo>
                    <a:pt x="915253" y="914399"/>
                  </a:lnTo>
                  <a:lnTo>
                    <a:pt x="914400" y="915457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2503341" y="2808895"/>
              <a:ext cx="914400" cy="925459"/>
            </a:xfrm>
            <a:custGeom>
              <a:avLst/>
              <a:pathLst>
                <a:path w="914400" h="925459">
                  <a:moveTo>
                    <a:pt x="914400" y="914400"/>
                  </a:moveTo>
                  <a:lnTo>
                    <a:pt x="914400" y="925459"/>
                  </a:lnTo>
                  <a:lnTo>
                    <a:pt x="912412" y="922984"/>
                  </a:lnTo>
                  <a:lnTo>
                    <a:pt x="907768" y="916527"/>
                  </a:lnTo>
                  <a:lnTo>
                    <a:pt x="906394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250334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25" y="931638"/>
                  </a:lnTo>
                  <a:lnTo>
                    <a:pt x="917230" y="928982"/>
                  </a:lnTo>
                  <a:lnTo>
                    <a:pt x="914400" y="92545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251260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252186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253112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254039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254965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255891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256817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257743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2586701" y="28088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259596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260522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261448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262375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263301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264227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265153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266079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267006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267932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268858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269784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270711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271637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272563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273489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274415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275342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276268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277194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278120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279047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279973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280899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281825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282751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283678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284604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285530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2864568" y="28261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065"/>
                  </a:lnTo>
                  <a:lnTo>
                    <a:pt x="923464" y="903353"/>
                  </a:lnTo>
                  <a:lnTo>
                    <a:pt x="922500" y="904759"/>
                  </a:lnTo>
                  <a:lnTo>
                    <a:pt x="917908" y="911109"/>
                  </a:lnTo>
                  <a:lnTo>
                    <a:pt x="915253" y="91439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2873830" y="2808895"/>
              <a:ext cx="918450" cy="920303"/>
            </a:xfrm>
            <a:custGeom>
              <a:avLst/>
              <a:pathLst>
                <a:path w="918450" h="920303">
                  <a:moveTo>
                    <a:pt x="914400" y="914400"/>
                  </a:moveTo>
                  <a:lnTo>
                    <a:pt x="918450" y="914400"/>
                  </a:lnTo>
                  <a:lnTo>
                    <a:pt x="918036" y="915003"/>
                  </a:lnTo>
                  <a:lnTo>
                    <a:pt x="917077" y="916400"/>
                  </a:lnTo>
                  <a:lnTo>
                    <a:pt x="916118" y="917797"/>
                  </a:lnTo>
                  <a:lnTo>
                    <a:pt x="915160" y="919194"/>
                  </a:lnTo>
                  <a:lnTo>
                    <a:pt x="914400" y="920303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2494079" y="2791656"/>
              <a:ext cx="914400" cy="929693"/>
            </a:xfrm>
            <a:custGeom>
              <a:avLst/>
              <a:pathLst>
                <a:path w="914400" h="929693">
                  <a:moveTo>
                    <a:pt x="914400" y="914400"/>
                  </a:moveTo>
                  <a:lnTo>
                    <a:pt x="914400" y="929693"/>
                  </a:lnTo>
                  <a:lnTo>
                    <a:pt x="912574" y="926867"/>
                  </a:lnTo>
                  <a:lnTo>
                    <a:pt x="908317" y="919545"/>
                  </a:lnTo>
                  <a:lnTo>
                    <a:pt x="905622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249407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56" y="931638"/>
                  </a:lnTo>
                  <a:lnTo>
                    <a:pt x="914400" y="929693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250334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251260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252186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253112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254039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254965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255891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256817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257743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586701" y="27916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59596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60522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61448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62375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63301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64227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65153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66079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67006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67932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68858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69784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70711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71637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72563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73489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74415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75342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76268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77194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78120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79047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79973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80899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81825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82751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83678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84604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85530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286456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873830" y="28088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13"/>
                  </a:lnTo>
                  <a:lnTo>
                    <a:pt x="922833" y="908018"/>
                  </a:lnTo>
                  <a:lnTo>
                    <a:pt x="921874" y="909415"/>
                  </a:lnTo>
                  <a:lnTo>
                    <a:pt x="920914" y="910811"/>
                  </a:lnTo>
                  <a:lnTo>
                    <a:pt x="919954" y="912208"/>
                  </a:lnTo>
                  <a:lnTo>
                    <a:pt x="918995" y="913605"/>
                  </a:lnTo>
                  <a:lnTo>
                    <a:pt x="918450" y="914400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883092" y="2791656"/>
              <a:ext cx="921041" cy="924051"/>
            </a:xfrm>
            <a:custGeom>
              <a:avLst/>
              <a:pathLst>
                <a:path w="921041" h="924051">
                  <a:moveTo>
                    <a:pt x="914400" y="914400"/>
                  </a:moveTo>
                  <a:lnTo>
                    <a:pt x="921041" y="914400"/>
                  </a:lnTo>
                  <a:lnTo>
                    <a:pt x="920296" y="915481"/>
                  </a:lnTo>
                  <a:lnTo>
                    <a:pt x="919335" y="916877"/>
                  </a:lnTo>
                  <a:lnTo>
                    <a:pt x="918374" y="918273"/>
                  </a:lnTo>
                  <a:lnTo>
                    <a:pt x="917413" y="919670"/>
                  </a:lnTo>
                  <a:lnTo>
                    <a:pt x="916452" y="921066"/>
                  </a:lnTo>
                  <a:lnTo>
                    <a:pt x="915492" y="922463"/>
                  </a:lnTo>
                  <a:lnTo>
                    <a:pt x="914531" y="923860"/>
                  </a:lnTo>
                  <a:lnTo>
                    <a:pt x="914400" y="924051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484817" y="2774418"/>
              <a:ext cx="914400" cy="930713"/>
            </a:xfrm>
            <a:custGeom>
              <a:avLst/>
              <a:pathLst>
                <a:path w="914400" h="930713">
                  <a:moveTo>
                    <a:pt x="914400" y="914399"/>
                  </a:moveTo>
                  <a:lnTo>
                    <a:pt x="914400" y="930713"/>
                  </a:lnTo>
                  <a:lnTo>
                    <a:pt x="913533" y="929059"/>
                  </a:lnTo>
                  <a:lnTo>
                    <a:pt x="909709" y="920952"/>
                  </a:lnTo>
                  <a:lnTo>
                    <a:pt x="906929" y="91439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48481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884" y="931638"/>
                  </a:lnTo>
                  <a:lnTo>
                    <a:pt x="914400" y="930713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49407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50334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51260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52186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253112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254039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254965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255891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256817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257743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2586701" y="277441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259596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260522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261448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262375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263301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264227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265153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266079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267006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267932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268858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269784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270711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271637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272563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273489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274415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275342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276268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277194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278120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279047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279973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280899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281825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282751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283678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284604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285530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286456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287383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2883092" y="27916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595"/>
                  </a:lnTo>
                  <a:lnTo>
                    <a:pt x="923181" y="911292"/>
                  </a:lnTo>
                  <a:lnTo>
                    <a:pt x="922219" y="912688"/>
                  </a:lnTo>
                  <a:lnTo>
                    <a:pt x="921258" y="914085"/>
                  </a:lnTo>
                  <a:lnTo>
                    <a:pt x="921041" y="914400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2892354" y="2774418"/>
              <a:ext cx="923662" cy="927834"/>
            </a:xfrm>
            <a:custGeom>
              <a:avLst/>
              <a:pathLst>
                <a:path w="923662" h="927834">
                  <a:moveTo>
                    <a:pt x="914400" y="914399"/>
                  </a:moveTo>
                  <a:lnTo>
                    <a:pt x="923662" y="914411"/>
                  </a:lnTo>
                  <a:lnTo>
                    <a:pt x="923549" y="914575"/>
                  </a:lnTo>
                  <a:lnTo>
                    <a:pt x="922585" y="915970"/>
                  </a:lnTo>
                  <a:lnTo>
                    <a:pt x="921621" y="917365"/>
                  </a:lnTo>
                  <a:lnTo>
                    <a:pt x="920658" y="918761"/>
                  </a:lnTo>
                  <a:lnTo>
                    <a:pt x="919694" y="920156"/>
                  </a:lnTo>
                  <a:lnTo>
                    <a:pt x="918731" y="921552"/>
                  </a:lnTo>
                  <a:lnTo>
                    <a:pt x="917769" y="922948"/>
                  </a:lnTo>
                  <a:lnTo>
                    <a:pt x="916806" y="924343"/>
                  </a:lnTo>
                  <a:lnTo>
                    <a:pt x="915843" y="925739"/>
                  </a:lnTo>
                  <a:lnTo>
                    <a:pt x="914881" y="927135"/>
                  </a:lnTo>
                  <a:lnTo>
                    <a:pt x="914400" y="927834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2475555" y="2757179"/>
              <a:ext cx="914399" cy="927148"/>
            </a:xfrm>
            <a:custGeom>
              <a:avLst/>
              <a:pathLst>
                <a:path w="914399" h="927148">
                  <a:moveTo>
                    <a:pt x="914399" y="914400"/>
                  </a:moveTo>
                  <a:lnTo>
                    <a:pt x="914399" y="927148"/>
                  </a:lnTo>
                  <a:lnTo>
                    <a:pt x="912029" y="920920"/>
                  </a:lnTo>
                  <a:lnTo>
                    <a:pt x="909813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2475555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191" y="931638"/>
                  </a:lnTo>
                  <a:lnTo>
                    <a:pt x="915379" y="929724"/>
                  </a:lnTo>
                  <a:lnTo>
                    <a:pt x="914399" y="92714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248481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249407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250334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251260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252186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253112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254039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254965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255891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256817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257743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2586701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259596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260522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261448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262375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263301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264227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265153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266079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267006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267932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268858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269784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270711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271637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272563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273489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274415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275342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276268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277194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278120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279047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279973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280899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281825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282751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283678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284604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285530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286456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287383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288309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289235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2901617" y="277441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920"/>
                  </a:lnTo>
                  <a:lnTo>
                    <a:pt x="920670" y="904988"/>
                  </a:lnTo>
                  <a:lnTo>
                    <a:pt x="916221" y="911776"/>
                  </a:lnTo>
                  <a:lnTo>
                    <a:pt x="915251" y="913180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2910879" y="2757179"/>
              <a:ext cx="915992" cy="917158"/>
            </a:xfrm>
            <a:custGeom>
              <a:avLst/>
              <a:pathLst>
                <a:path w="915992" h="917158">
                  <a:moveTo>
                    <a:pt x="914400" y="914400"/>
                  </a:moveTo>
                  <a:lnTo>
                    <a:pt x="915992" y="914400"/>
                  </a:lnTo>
                  <a:lnTo>
                    <a:pt x="915662" y="915019"/>
                  </a:lnTo>
                  <a:lnTo>
                    <a:pt x="914400" y="91715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2466292" y="2739941"/>
              <a:ext cx="914400" cy="916049"/>
            </a:xfrm>
            <a:custGeom>
              <a:avLst/>
              <a:pathLst>
                <a:path w="914400" h="916049">
                  <a:moveTo>
                    <a:pt x="914400" y="914399"/>
                  </a:moveTo>
                  <a:lnTo>
                    <a:pt x="914400" y="916049"/>
                  </a:lnTo>
                  <a:lnTo>
                    <a:pt x="913961" y="91439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24662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076" y="931638"/>
                  </a:lnTo>
                  <a:lnTo>
                    <a:pt x="918193" y="929041"/>
                  </a:lnTo>
                  <a:lnTo>
                    <a:pt x="915354" y="919636"/>
                  </a:lnTo>
                  <a:lnTo>
                    <a:pt x="914400" y="91604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2475555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24848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249407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250334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251260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252186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253112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254039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254965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255891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256817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257743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2586701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259596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260522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261448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262375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263301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264227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265153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266079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267006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267932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268858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269784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270711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271637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272563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273489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274415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275342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276268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277194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278120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279047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279973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280899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281825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282751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283678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284604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285530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286456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287383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28830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289235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29016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2910879" y="27571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148"/>
                  </a:lnTo>
                  <a:lnTo>
                    <a:pt x="923542" y="899424"/>
                  </a:lnTo>
                  <a:lnTo>
                    <a:pt x="919711" y="907411"/>
                  </a:lnTo>
                  <a:lnTo>
                    <a:pt x="915992" y="914400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2920141" y="2739941"/>
              <a:ext cx="915258" cy="916386"/>
            </a:xfrm>
            <a:custGeom>
              <a:avLst/>
              <a:pathLst>
                <a:path w="915258" h="916386">
                  <a:moveTo>
                    <a:pt x="914400" y="914399"/>
                  </a:moveTo>
                  <a:lnTo>
                    <a:pt x="915258" y="914399"/>
                  </a:lnTo>
                  <a:lnTo>
                    <a:pt x="914400" y="916386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2466292" y="27227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961" y="931638"/>
                  </a:lnTo>
                  <a:lnTo>
                    <a:pt x="912782" y="927207"/>
                  </a:lnTo>
                  <a:lnTo>
                    <a:pt x="910484" y="917302"/>
                  </a:lnTo>
                  <a:lnTo>
                    <a:pt x="909906" y="914400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24662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2475555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24848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24940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250334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251260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252186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253112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254039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254965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255891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256817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257743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2586701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259596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260522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261448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262375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263301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264227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265153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266079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267006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267932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268858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269784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270711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271637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272563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273489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274415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275342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276268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277194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278120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279047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279973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280899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281825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282751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283678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284604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285530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286456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287383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28830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289235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29016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29108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2920141" y="2739941"/>
              <a:ext cx="922111" cy="914399"/>
            </a:xfrm>
            <a:custGeom>
              <a:avLst/>
              <a:pathLst>
                <a:path w="922111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2111" y="897161"/>
                  </a:lnTo>
                  <a:lnTo>
                    <a:pt x="921252" y="899635"/>
                  </a:lnTo>
                  <a:lnTo>
                    <a:pt x="917885" y="908317"/>
                  </a:lnTo>
                  <a:lnTo>
                    <a:pt x="915258" y="914399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2466292" y="27054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6" y="931638"/>
                  </a:lnTo>
                  <a:lnTo>
                    <a:pt x="908467" y="924427"/>
                  </a:lnTo>
                  <a:lnTo>
                    <a:pt x="906782" y="914400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24662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2475555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24848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24940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250334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251260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252186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253112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254039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EBA">
                <a:alpha val="100000"/>
              </a:srgbClr>
            </a:solidFill>
            <a:ln w="5420" cap="flat">
              <a:solidFill>
                <a:srgbClr val="FB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254965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255891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256817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257743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2586701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259596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60522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61448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62375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63301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64227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65153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66079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67006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67932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68858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69784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70711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71637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72563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73489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74415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75342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276268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277194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278120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279047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79973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280899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281825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282751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283678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284604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285530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86456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87383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28830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289235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29016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29108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2920141" y="272270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931"/>
                  </a:lnTo>
                  <a:lnTo>
                    <a:pt x="922111" y="914400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2929403" y="2705464"/>
              <a:ext cx="918371" cy="927170"/>
            </a:xfrm>
            <a:custGeom>
              <a:avLst/>
              <a:pathLst>
                <a:path w="918371" h="927170">
                  <a:moveTo>
                    <a:pt x="914400" y="914400"/>
                  </a:moveTo>
                  <a:lnTo>
                    <a:pt x="918371" y="914400"/>
                  </a:lnTo>
                  <a:lnTo>
                    <a:pt x="917979" y="915835"/>
                  </a:lnTo>
                  <a:lnTo>
                    <a:pt x="915112" y="925118"/>
                  </a:lnTo>
                  <a:lnTo>
                    <a:pt x="914400" y="927170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2457030" y="2688225"/>
              <a:ext cx="914400" cy="919452"/>
            </a:xfrm>
            <a:custGeom>
              <a:avLst/>
              <a:pathLst>
                <a:path w="914400" h="919452">
                  <a:moveTo>
                    <a:pt x="914400" y="914400"/>
                  </a:moveTo>
                  <a:lnTo>
                    <a:pt x="914400" y="919452"/>
                  </a:lnTo>
                  <a:lnTo>
                    <a:pt x="913852" y="914400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24570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044" y="931638"/>
                  </a:lnTo>
                  <a:lnTo>
                    <a:pt x="915999" y="931370"/>
                  </a:lnTo>
                  <a:lnTo>
                    <a:pt x="914559" y="920920"/>
                  </a:lnTo>
                  <a:lnTo>
                    <a:pt x="914400" y="919452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24662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2475555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24848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24940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25033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251260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252186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253112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254039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254965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255891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256817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257743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2586701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259596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260522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261448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62375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63301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64227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65153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66079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67006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67932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68858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69784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70711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71637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72563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73489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74415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75342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76268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77194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78120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79047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79973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80899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81825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82751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83678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84604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85530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86456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8738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8830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89235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9016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9108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9201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929403" y="2705464"/>
              <a:ext cx="922764" cy="914400"/>
            </a:xfrm>
            <a:custGeom>
              <a:avLst/>
              <a:pathLst>
                <a:path w="9227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64" y="897161"/>
                  </a:lnTo>
                  <a:lnTo>
                    <a:pt x="920585" y="906289"/>
                  </a:lnTo>
                  <a:lnTo>
                    <a:pt x="918371" y="914400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457030" y="26709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52" y="931638"/>
                  </a:lnTo>
                  <a:lnTo>
                    <a:pt x="913413" y="927583"/>
                  </a:lnTo>
                  <a:lnTo>
                    <a:pt x="912565" y="916911"/>
                  </a:lnTo>
                  <a:lnTo>
                    <a:pt x="912437" y="914400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4570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4662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475555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848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4940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5033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51260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52186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53112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54039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54965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5891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56817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7743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586701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59596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60522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61448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62375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63301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64227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65153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66079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67006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67932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68858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69784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70711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71637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72563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73489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74415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75342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76268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77194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78120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79047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79973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80899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81825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82751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83678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84604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85530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86456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8738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8830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89235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9016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9108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9201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929403" y="26882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151"/>
                  </a:lnTo>
                  <a:lnTo>
                    <a:pt x="922921" y="913742"/>
                  </a:lnTo>
                  <a:lnTo>
                    <a:pt x="922764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938666" y="2670987"/>
              <a:ext cx="916872" cy="927390"/>
            </a:xfrm>
            <a:custGeom>
              <a:avLst/>
              <a:pathLst>
                <a:path w="916872" h="927390">
                  <a:moveTo>
                    <a:pt x="914400" y="914400"/>
                  </a:moveTo>
                  <a:lnTo>
                    <a:pt x="916872" y="914400"/>
                  </a:lnTo>
                  <a:lnTo>
                    <a:pt x="915720" y="920984"/>
                  </a:lnTo>
                  <a:lnTo>
                    <a:pt x="914400" y="92739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457030" y="26537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437" y="931638"/>
                  </a:lnTo>
                  <a:lnTo>
                    <a:pt x="912018" y="923410"/>
                  </a:lnTo>
                  <a:lnTo>
                    <a:pt x="911812" y="914400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4570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4662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475555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4848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4940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5033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126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EBA">
                <a:alpha val="100000"/>
              </a:srgbClr>
            </a:solidFill>
            <a:ln w="5420" cap="flat">
              <a:solidFill>
                <a:srgbClr val="FB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2186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3112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54039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54965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55891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6817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57743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586701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9596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60522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61448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62375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63301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64227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65153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66079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67006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67932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68858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69784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70711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71637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72563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73489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74415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75342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76268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77194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78120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79047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79973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80899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81825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82751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83678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84604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85530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86456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8738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8830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89235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9016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9108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9201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9294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938666" y="2670987"/>
              <a:ext cx="919377" cy="914400"/>
            </a:xfrm>
            <a:custGeom>
              <a:avLst/>
              <a:pathLst>
                <a:path w="91937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77" y="897161"/>
                  </a:lnTo>
                  <a:lnTo>
                    <a:pt x="918996" y="900463"/>
                  </a:lnTo>
                  <a:lnTo>
                    <a:pt x="917501" y="910802"/>
                  </a:lnTo>
                  <a:lnTo>
                    <a:pt x="916872" y="914400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457030" y="26365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812" y="931638"/>
                  </a:lnTo>
                  <a:lnTo>
                    <a:pt x="911772" y="929870"/>
                  </a:lnTo>
                  <a:lnTo>
                    <a:pt x="911828" y="919083"/>
                  </a:lnTo>
                  <a:lnTo>
                    <a:pt x="911984" y="914400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570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4662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475555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4848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4940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5033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126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2186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3112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4039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4965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5891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6817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7743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86701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59596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60522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61448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62375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63301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64227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65153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66079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67006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67932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68858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69784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70711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71637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72563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73489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74415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75342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76268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77194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78120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79047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79973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80899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81825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82751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83678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84604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85530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86456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8738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8830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89235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9016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9108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9201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9294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938666" y="2653748"/>
              <a:ext cx="921072" cy="914400"/>
            </a:xfrm>
            <a:custGeom>
              <a:avLst/>
              <a:pathLst>
                <a:path w="9210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072" y="897161"/>
                  </a:lnTo>
                  <a:lnTo>
                    <a:pt x="920202" y="907232"/>
                  </a:lnTo>
                  <a:lnTo>
                    <a:pt x="919377" y="914400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457030" y="261927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84" y="931638"/>
                  </a:lnTo>
                  <a:lnTo>
                    <a:pt x="912186" y="925554"/>
                  </a:lnTo>
                  <a:lnTo>
                    <a:pt x="912845" y="914836"/>
                  </a:lnTo>
                  <a:lnTo>
                    <a:pt x="912885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570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4662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475555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4848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4940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5033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126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2186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53112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4039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4965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55891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6817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7743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6701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59596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60522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61448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62375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63301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EBA">
                <a:alpha val="100000"/>
              </a:srgbClr>
            </a:solidFill>
            <a:ln w="5420" cap="flat">
              <a:solidFill>
                <a:srgbClr val="FB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64227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265153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266079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67006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67932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268858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69784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70711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71637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272563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273489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74415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75342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276268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77194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278120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79047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279973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280899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281825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282751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283678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284604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285530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286456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28738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28830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289235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29016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29108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29201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29294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2938666" y="26365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649"/>
                  </a:lnTo>
                  <a:lnTo>
                    <a:pt x="921398" y="909034"/>
                  </a:lnTo>
                  <a:lnTo>
                    <a:pt x="921115" y="913898"/>
                  </a:lnTo>
                  <a:lnTo>
                    <a:pt x="921072" y="914400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2947928" y="2619272"/>
              <a:ext cx="923662" cy="924887"/>
            </a:xfrm>
            <a:custGeom>
              <a:avLst/>
              <a:pathLst>
                <a:path w="923662" h="92488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050"/>
                  </a:lnTo>
                  <a:lnTo>
                    <a:pt x="921206" y="920111"/>
                  </a:lnTo>
                  <a:lnTo>
                    <a:pt x="915717" y="924081"/>
                  </a:lnTo>
                  <a:lnTo>
                    <a:pt x="914400" y="924887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2957190" y="2619272"/>
              <a:ext cx="918568" cy="918050"/>
            </a:xfrm>
            <a:custGeom>
              <a:avLst/>
              <a:pathLst>
                <a:path w="918568" h="918050">
                  <a:moveTo>
                    <a:pt x="914400" y="914400"/>
                  </a:moveTo>
                  <a:lnTo>
                    <a:pt x="918568" y="914400"/>
                  </a:lnTo>
                  <a:lnTo>
                    <a:pt x="917312" y="915606"/>
                  </a:lnTo>
                  <a:lnTo>
                    <a:pt x="914400" y="91805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2457030" y="261927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5" y="914400"/>
                  </a:lnTo>
                  <a:lnTo>
                    <a:pt x="913804" y="904196"/>
                  </a:lnTo>
                  <a:lnTo>
                    <a:pt x="914400" y="899201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2466292" y="26020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40"/>
                  </a:lnTo>
                  <a:lnTo>
                    <a:pt x="905380" y="914400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24662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2475555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24848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24940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25033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25126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5218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25311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54039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54965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255891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256817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257743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586701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59596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60522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61448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62375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EBA">
                <a:alpha val="100000"/>
              </a:srgbClr>
            </a:solidFill>
            <a:ln w="5420" cap="flat">
              <a:solidFill>
                <a:srgbClr val="FB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63301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64227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265153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266079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67006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67932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68858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69784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270711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271637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272563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273489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74415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75342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276268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277194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78120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279047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79973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80899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81825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82751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283678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84604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285530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86456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87383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8830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289235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9016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9108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29201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29294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29386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9479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2957190" y="261927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361"/>
                  </a:lnTo>
                  <a:lnTo>
                    <a:pt x="922545" y="910577"/>
                  </a:lnTo>
                  <a:lnTo>
                    <a:pt x="918568" y="914400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2966452" y="2602033"/>
              <a:ext cx="923662" cy="926599"/>
            </a:xfrm>
            <a:custGeom>
              <a:avLst/>
              <a:pathLst>
                <a:path w="923662" h="9265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728"/>
                  </a:lnTo>
                  <a:lnTo>
                    <a:pt x="923283" y="916248"/>
                  </a:lnTo>
                  <a:lnTo>
                    <a:pt x="918365" y="922278"/>
                  </a:lnTo>
                  <a:lnTo>
                    <a:pt x="914400" y="926599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2975714" y="2602033"/>
              <a:ext cx="915367" cy="915728"/>
            </a:xfrm>
            <a:custGeom>
              <a:avLst/>
              <a:pathLst>
                <a:path w="915367" h="915728">
                  <a:moveTo>
                    <a:pt x="914400" y="914400"/>
                  </a:moveTo>
                  <a:lnTo>
                    <a:pt x="915367" y="914400"/>
                  </a:lnTo>
                  <a:lnTo>
                    <a:pt x="914400" y="91572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3086861" y="2602033"/>
              <a:ext cx="914400" cy="917103"/>
            </a:xfrm>
            <a:custGeom>
              <a:avLst/>
              <a:pathLst>
                <a:path w="914400" h="917103">
                  <a:moveTo>
                    <a:pt x="914400" y="914400"/>
                  </a:moveTo>
                  <a:lnTo>
                    <a:pt x="914400" y="917103"/>
                  </a:lnTo>
                  <a:lnTo>
                    <a:pt x="909753" y="915085"/>
                  </a:lnTo>
                  <a:lnTo>
                    <a:pt x="908481" y="914400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3086861" y="2602033"/>
              <a:ext cx="923662" cy="920039"/>
            </a:xfrm>
            <a:custGeom>
              <a:avLst/>
              <a:pathLst>
                <a:path w="923662" h="92003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039"/>
                  </a:lnTo>
                  <a:lnTo>
                    <a:pt x="921163" y="919458"/>
                  </a:lnTo>
                  <a:lnTo>
                    <a:pt x="915428" y="917550"/>
                  </a:lnTo>
                  <a:lnTo>
                    <a:pt x="914400" y="917103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3096123" y="2602033"/>
              <a:ext cx="923662" cy="921590"/>
            </a:xfrm>
            <a:custGeom>
              <a:avLst/>
              <a:pathLst>
                <a:path w="923662" h="9215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90"/>
                  </a:lnTo>
                  <a:lnTo>
                    <a:pt x="923495" y="921583"/>
                  </a:lnTo>
                  <a:lnTo>
                    <a:pt x="917683" y="920803"/>
                  </a:lnTo>
                  <a:lnTo>
                    <a:pt x="914400" y="92003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3105386" y="2602033"/>
              <a:ext cx="923662" cy="921796"/>
            </a:xfrm>
            <a:custGeom>
              <a:avLst/>
              <a:pathLst>
                <a:path w="923662" h="921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75"/>
                  </a:lnTo>
                  <a:lnTo>
                    <a:pt x="920058" y="921796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3114648" y="2602033"/>
              <a:ext cx="923662" cy="921575"/>
            </a:xfrm>
            <a:custGeom>
              <a:avLst/>
              <a:pathLst>
                <a:path w="923662" h="92157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96"/>
                  </a:lnTo>
                  <a:lnTo>
                    <a:pt x="922425" y="920515"/>
                  </a:lnTo>
                  <a:lnTo>
                    <a:pt x="916619" y="921439"/>
                  </a:lnTo>
                  <a:lnTo>
                    <a:pt x="914400" y="921575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3123910" y="2602033"/>
              <a:ext cx="923662" cy="920196"/>
            </a:xfrm>
            <a:custGeom>
              <a:avLst/>
              <a:pathLst>
                <a:path w="923662" h="9201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33"/>
                  </a:lnTo>
                  <a:lnTo>
                    <a:pt x="918934" y="919026"/>
                  </a:lnTo>
                  <a:lnTo>
                    <a:pt x="914400" y="920196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3133172" y="2602033"/>
              <a:ext cx="920989" cy="917333"/>
            </a:xfrm>
            <a:custGeom>
              <a:avLst/>
              <a:pathLst>
                <a:path w="920989" h="917333">
                  <a:moveTo>
                    <a:pt x="914400" y="914400"/>
                  </a:moveTo>
                  <a:lnTo>
                    <a:pt x="920989" y="914400"/>
                  </a:lnTo>
                  <a:lnTo>
                    <a:pt x="915394" y="916977"/>
                  </a:lnTo>
                  <a:lnTo>
                    <a:pt x="914400" y="917333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457030" y="2584795"/>
              <a:ext cx="914400" cy="922068"/>
            </a:xfrm>
            <a:custGeom>
              <a:avLst/>
              <a:pathLst>
                <a:path w="914400" h="922068">
                  <a:moveTo>
                    <a:pt x="914400" y="914400"/>
                  </a:moveTo>
                  <a:lnTo>
                    <a:pt x="914400" y="922068"/>
                  </a:lnTo>
                  <a:lnTo>
                    <a:pt x="913095" y="919498"/>
                  </a:lnTo>
                  <a:lnTo>
                    <a:pt x="911713" y="916778"/>
                  </a:lnTo>
                  <a:lnTo>
                    <a:pt x="910504" y="914400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24570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43" y="931638"/>
                  </a:lnTo>
                  <a:lnTo>
                    <a:pt x="915059" y="928141"/>
                  </a:lnTo>
                  <a:lnTo>
                    <a:pt x="915609" y="924452"/>
                  </a:lnTo>
                  <a:lnTo>
                    <a:pt x="914476" y="922219"/>
                  </a:lnTo>
                  <a:lnTo>
                    <a:pt x="914400" y="92206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24662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2475555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4848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24940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5033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5126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25218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25311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5403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25496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55891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56817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257743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586701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59596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260522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61448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262375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63301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264227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65153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26607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6700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6793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6885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6978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7071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271637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72563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273489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274415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275342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276268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77194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278120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79047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279973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80899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281825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82751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283678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284604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85530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286456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8738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28830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289235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29016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9108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9201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9294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9386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9479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9571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9664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975714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49"/>
                  </a:lnTo>
                  <a:lnTo>
                    <a:pt x="922640" y="908601"/>
                  </a:lnTo>
                  <a:lnTo>
                    <a:pt x="921054" y="908372"/>
                  </a:lnTo>
                  <a:lnTo>
                    <a:pt x="919774" y="908187"/>
                  </a:lnTo>
                  <a:lnTo>
                    <a:pt x="918760" y="909741"/>
                  </a:lnTo>
                  <a:lnTo>
                    <a:pt x="915367" y="914400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984977" y="2584795"/>
              <a:ext cx="923662" cy="927331"/>
            </a:xfrm>
            <a:custGeom>
              <a:avLst/>
              <a:pathLst>
                <a:path w="923662" h="92733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331"/>
                  </a:lnTo>
                  <a:lnTo>
                    <a:pt x="922894" y="927219"/>
                  </a:lnTo>
                  <a:lnTo>
                    <a:pt x="921308" y="926989"/>
                  </a:lnTo>
                  <a:lnTo>
                    <a:pt x="919722" y="926759"/>
                  </a:lnTo>
                  <a:lnTo>
                    <a:pt x="918136" y="926528"/>
                  </a:lnTo>
                  <a:lnTo>
                    <a:pt x="916550" y="926299"/>
                  </a:lnTo>
                  <a:lnTo>
                    <a:pt x="914964" y="926069"/>
                  </a:lnTo>
                  <a:lnTo>
                    <a:pt x="914400" y="925987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994239" y="2584795"/>
              <a:ext cx="923662" cy="928682"/>
            </a:xfrm>
            <a:custGeom>
              <a:avLst/>
              <a:pathLst>
                <a:path w="923662" h="9286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682"/>
                  </a:lnTo>
                  <a:lnTo>
                    <a:pt x="923146" y="928606"/>
                  </a:lnTo>
                  <a:lnTo>
                    <a:pt x="921561" y="928375"/>
                  </a:lnTo>
                  <a:lnTo>
                    <a:pt x="919975" y="928143"/>
                  </a:lnTo>
                  <a:lnTo>
                    <a:pt x="918389" y="927912"/>
                  </a:lnTo>
                  <a:lnTo>
                    <a:pt x="916804" y="927681"/>
                  </a:lnTo>
                  <a:lnTo>
                    <a:pt x="915218" y="927450"/>
                  </a:lnTo>
                  <a:lnTo>
                    <a:pt x="914400" y="927331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3003501" y="2584795"/>
              <a:ext cx="923662" cy="929857"/>
            </a:xfrm>
            <a:custGeom>
              <a:avLst/>
              <a:pathLst>
                <a:path w="923662" h="92985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57"/>
                  </a:lnTo>
                  <a:lnTo>
                    <a:pt x="919833" y="929477"/>
                  </a:lnTo>
                  <a:lnTo>
                    <a:pt x="918641" y="929303"/>
                  </a:lnTo>
                  <a:lnTo>
                    <a:pt x="917055" y="929070"/>
                  </a:lnTo>
                  <a:lnTo>
                    <a:pt x="915470" y="928838"/>
                  </a:lnTo>
                  <a:lnTo>
                    <a:pt x="914400" y="928682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3012763" y="2584795"/>
              <a:ext cx="923662" cy="930063"/>
            </a:xfrm>
            <a:custGeom>
              <a:avLst/>
              <a:pathLst>
                <a:path w="923662" h="93006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99"/>
                  </a:lnTo>
                  <a:lnTo>
                    <a:pt x="921826" y="930063"/>
                  </a:lnTo>
                  <a:lnTo>
                    <a:pt x="916194" y="930036"/>
                  </a:lnTo>
                  <a:lnTo>
                    <a:pt x="914400" y="929857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3022026" y="2584795"/>
              <a:ext cx="923662" cy="929899"/>
            </a:xfrm>
            <a:custGeom>
              <a:avLst/>
              <a:pathLst>
                <a:path w="923662" h="9298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550"/>
                  </a:lnTo>
                  <a:lnTo>
                    <a:pt x="918190" y="929559"/>
                  </a:lnTo>
                  <a:lnTo>
                    <a:pt x="914400" y="92989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3031288" y="2584795"/>
              <a:ext cx="923662" cy="928550"/>
            </a:xfrm>
            <a:custGeom>
              <a:avLst/>
              <a:pathLst>
                <a:path w="923662" h="928550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25796"/>
                  </a:lnTo>
                  <a:lnTo>
                    <a:pt x="922214" y="926271"/>
                  </a:lnTo>
                  <a:lnTo>
                    <a:pt x="920101" y="926965"/>
                  </a:lnTo>
                  <a:lnTo>
                    <a:pt x="914532" y="928526"/>
                  </a:lnTo>
                  <a:lnTo>
                    <a:pt x="914399" y="928550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3040550" y="2584795"/>
              <a:ext cx="923662" cy="925796"/>
            </a:xfrm>
            <a:custGeom>
              <a:avLst/>
              <a:pathLst>
                <a:path w="923662" h="925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58"/>
                  </a:lnTo>
                  <a:lnTo>
                    <a:pt x="923488" y="922815"/>
                  </a:lnTo>
                  <a:lnTo>
                    <a:pt x="921380" y="923506"/>
                  </a:lnTo>
                  <a:lnTo>
                    <a:pt x="919273" y="924197"/>
                  </a:lnTo>
                  <a:lnTo>
                    <a:pt x="917165" y="924888"/>
                  </a:lnTo>
                  <a:lnTo>
                    <a:pt x="915058" y="925579"/>
                  </a:lnTo>
                  <a:lnTo>
                    <a:pt x="914400" y="925796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3049812" y="2584795"/>
              <a:ext cx="923662" cy="922758"/>
            </a:xfrm>
            <a:custGeom>
              <a:avLst/>
              <a:pathLst>
                <a:path w="923662" h="92275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730"/>
                  </a:lnTo>
                  <a:lnTo>
                    <a:pt x="922658" y="920057"/>
                  </a:lnTo>
                  <a:lnTo>
                    <a:pt x="920550" y="920746"/>
                  </a:lnTo>
                  <a:lnTo>
                    <a:pt x="918441" y="921436"/>
                  </a:lnTo>
                  <a:lnTo>
                    <a:pt x="916333" y="922125"/>
                  </a:lnTo>
                  <a:lnTo>
                    <a:pt x="914400" y="92275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3059074" y="2584795"/>
              <a:ext cx="923662" cy="923805"/>
            </a:xfrm>
            <a:custGeom>
              <a:avLst/>
              <a:pathLst>
                <a:path w="923662" h="9238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805"/>
                  </a:lnTo>
                  <a:lnTo>
                    <a:pt x="922838" y="923228"/>
                  </a:lnTo>
                  <a:lnTo>
                    <a:pt x="921640" y="922388"/>
                  </a:lnTo>
                  <a:lnTo>
                    <a:pt x="920441" y="921548"/>
                  </a:lnTo>
                  <a:lnTo>
                    <a:pt x="919242" y="920709"/>
                  </a:lnTo>
                  <a:lnTo>
                    <a:pt x="918042" y="919869"/>
                  </a:lnTo>
                  <a:lnTo>
                    <a:pt x="916748" y="918963"/>
                  </a:lnTo>
                  <a:lnTo>
                    <a:pt x="915505" y="919369"/>
                  </a:lnTo>
                  <a:lnTo>
                    <a:pt x="914400" y="919730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3068337" y="2584795"/>
              <a:ext cx="923662" cy="929837"/>
            </a:xfrm>
            <a:custGeom>
              <a:avLst/>
              <a:pathLst>
                <a:path w="923662" h="9298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37"/>
                  </a:lnTo>
                  <a:lnTo>
                    <a:pt x="922681" y="929309"/>
                  </a:lnTo>
                  <a:lnTo>
                    <a:pt x="917176" y="925752"/>
                  </a:lnTo>
                  <a:lnTo>
                    <a:pt x="915973" y="924909"/>
                  </a:lnTo>
                  <a:lnTo>
                    <a:pt x="914775" y="924068"/>
                  </a:lnTo>
                  <a:lnTo>
                    <a:pt x="914400" y="923805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30775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43" y="931638"/>
                  </a:lnTo>
                  <a:lnTo>
                    <a:pt x="914400" y="929837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30868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30961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31053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31146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31239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3133172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94"/>
                  </a:lnTo>
                  <a:lnTo>
                    <a:pt x="920989" y="914400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3142434" y="2584795"/>
              <a:ext cx="923662" cy="930133"/>
            </a:xfrm>
            <a:custGeom>
              <a:avLst/>
              <a:pathLst>
                <a:path w="923662" h="93013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19"/>
                  </a:lnTo>
                  <a:lnTo>
                    <a:pt x="922841" y="924764"/>
                  </a:lnTo>
                  <a:lnTo>
                    <a:pt x="917363" y="928457"/>
                  </a:lnTo>
                  <a:lnTo>
                    <a:pt x="914400" y="930133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3151697" y="2584795"/>
              <a:ext cx="923662" cy="924119"/>
            </a:xfrm>
            <a:custGeom>
              <a:avLst/>
              <a:pathLst>
                <a:path w="923662" h="92411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561"/>
                  </a:lnTo>
                  <a:lnTo>
                    <a:pt x="923247" y="916910"/>
                  </a:lnTo>
                  <a:lnTo>
                    <a:pt x="922173" y="917817"/>
                  </a:lnTo>
                  <a:lnTo>
                    <a:pt x="921099" y="918724"/>
                  </a:lnTo>
                  <a:lnTo>
                    <a:pt x="920024" y="919632"/>
                  </a:lnTo>
                  <a:lnTo>
                    <a:pt x="918946" y="920543"/>
                  </a:lnTo>
                  <a:lnTo>
                    <a:pt x="914400" y="92411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3160959" y="2584795"/>
              <a:ext cx="916961" cy="916561"/>
            </a:xfrm>
            <a:custGeom>
              <a:avLst/>
              <a:pathLst>
                <a:path w="916961" h="916561">
                  <a:moveTo>
                    <a:pt x="914400" y="914400"/>
                  </a:moveTo>
                  <a:lnTo>
                    <a:pt x="916961" y="914400"/>
                  </a:lnTo>
                  <a:lnTo>
                    <a:pt x="916134" y="915097"/>
                  </a:lnTo>
                  <a:lnTo>
                    <a:pt x="915060" y="916003"/>
                  </a:lnTo>
                  <a:lnTo>
                    <a:pt x="914400" y="916561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7768" y="2567556"/>
              <a:ext cx="914399" cy="921091"/>
            </a:xfrm>
            <a:custGeom>
              <a:avLst/>
              <a:pathLst>
                <a:path w="914399" h="921091">
                  <a:moveTo>
                    <a:pt x="914399" y="914400"/>
                  </a:moveTo>
                  <a:lnTo>
                    <a:pt x="914399" y="921091"/>
                  </a:lnTo>
                  <a:lnTo>
                    <a:pt x="914056" y="920416"/>
                  </a:lnTo>
                  <a:lnTo>
                    <a:pt x="912671" y="917697"/>
                  </a:lnTo>
                  <a:lnTo>
                    <a:pt x="911285" y="914977"/>
                  </a:lnTo>
                  <a:lnTo>
                    <a:pt x="910990" y="914400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4776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66" y="931638"/>
                  </a:lnTo>
                  <a:lnTo>
                    <a:pt x="919592" y="931296"/>
                  </a:lnTo>
                  <a:lnTo>
                    <a:pt x="918209" y="928576"/>
                  </a:lnTo>
                  <a:lnTo>
                    <a:pt x="916825" y="925856"/>
                  </a:lnTo>
                  <a:lnTo>
                    <a:pt x="915441" y="923136"/>
                  </a:lnTo>
                  <a:lnTo>
                    <a:pt x="914399" y="921091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570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4662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75555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848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940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5033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126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5218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5311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5403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5496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5589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5681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774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586701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959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6052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61448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6237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6330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6422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6515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6607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6700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6793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6885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6978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7071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7163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7256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7348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74415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75342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76268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77194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78120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79047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79973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80899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81825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82751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83678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84604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85530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86456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8738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8830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89235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9016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9108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9201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9294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9386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9479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9571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9664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9757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9849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9942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300350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30127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30220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303128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30405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30498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30590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30683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30775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30868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30961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31053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31146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31239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31331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31424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31516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3160959" y="25847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1" y="908752"/>
                  </a:lnTo>
                  <a:lnTo>
                    <a:pt x="922585" y="909658"/>
                  </a:lnTo>
                  <a:lnTo>
                    <a:pt x="921510" y="910564"/>
                  </a:lnTo>
                  <a:lnTo>
                    <a:pt x="920434" y="911471"/>
                  </a:lnTo>
                  <a:lnTo>
                    <a:pt x="919359" y="912377"/>
                  </a:lnTo>
                  <a:lnTo>
                    <a:pt x="918284" y="913283"/>
                  </a:lnTo>
                  <a:lnTo>
                    <a:pt x="917209" y="914190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3170221" y="2567556"/>
              <a:ext cx="923662" cy="925990"/>
            </a:xfrm>
            <a:custGeom>
              <a:avLst/>
              <a:pathLst>
                <a:path w="923662" h="9259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732"/>
                  </a:lnTo>
                  <a:lnTo>
                    <a:pt x="922689" y="918722"/>
                  </a:lnTo>
                  <a:lnTo>
                    <a:pt x="917632" y="923269"/>
                  </a:lnTo>
                  <a:lnTo>
                    <a:pt x="916551" y="924178"/>
                  </a:lnTo>
                  <a:lnTo>
                    <a:pt x="915475" y="925084"/>
                  </a:lnTo>
                  <a:lnTo>
                    <a:pt x="914400" y="92599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3179483" y="2567556"/>
              <a:ext cx="917673" cy="917732"/>
            </a:xfrm>
            <a:custGeom>
              <a:avLst/>
              <a:pathLst>
                <a:path w="917673" h="917732">
                  <a:moveTo>
                    <a:pt x="914400" y="914400"/>
                  </a:moveTo>
                  <a:lnTo>
                    <a:pt x="917673" y="914400"/>
                  </a:lnTo>
                  <a:lnTo>
                    <a:pt x="914400" y="917732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438506" y="2550318"/>
              <a:ext cx="914400" cy="920170"/>
            </a:xfrm>
            <a:custGeom>
              <a:avLst/>
              <a:pathLst>
                <a:path w="914400" h="920170">
                  <a:moveTo>
                    <a:pt x="914400" y="914400"/>
                  </a:moveTo>
                  <a:lnTo>
                    <a:pt x="914400" y="920170"/>
                  </a:lnTo>
                  <a:lnTo>
                    <a:pt x="913608" y="918622"/>
                  </a:lnTo>
                  <a:lnTo>
                    <a:pt x="912219" y="915904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4385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252" y="931638"/>
                  </a:lnTo>
                  <a:lnTo>
                    <a:pt x="919160" y="929497"/>
                  </a:lnTo>
                  <a:lnTo>
                    <a:pt x="917773" y="926778"/>
                  </a:lnTo>
                  <a:lnTo>
                    <a:pt x="916386" y="924059"/>
                  </a:lnTo>
                  <a:lnTo>
                    <a:pt x="914997" y="921340"/>
                  </a:lnTo>
                  <a:lnTo>
                    <a:pt x="914400" y="920170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4776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570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62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75555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848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4940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5033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5126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218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5311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5403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496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5589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681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5774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586701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959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6052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61448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6237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6330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6422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6515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6607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6700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6793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6885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6978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7071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7163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7256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7348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27441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7534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76268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77194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78120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79047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79973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80899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81825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82751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83678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84604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8553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86456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8738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8830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89235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9016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9108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9201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9294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9386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9479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9571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9664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9757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9849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9942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300350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30127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30220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303128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30405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30498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30590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30683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30775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30868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30961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31053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31146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31239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31331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31424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31516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31609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31702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3179483" y="25675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65"/>
                  </a:lnTo>
                  <a:lnTo>
                    <a:pt x="923139" y="908233"/>
                  </a:lnTo>
                  <a:lnTo>
                    <a:pt x="918354" y="913706"/>
                  </a:lnTo>
                  <a:lnTo>
                    <a:pt x="917673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3188745" y="2550318"/>
              <a:ext cx="922333" cy="924803"/>
            </a:xfrm>
            <a:custGeom>
              <a:avLst/>
              <a:pathLst>
                <a:path w="922333" h="924803">
                  <a:moveTo>
                    <a:pt x="914400" y="914400"/>
                  </a:moveTo>
                  <a:lnTo>
                    <a:pt x="922333" y="914400"/>
                  </a:lnTo>
                  <a:lnTo>
                    <a:pt x="922010" y="914835"/>
                  </a:lnTo>
                  <a:lnTo>
                    <a:pt x="920263" y="917188"/>
                  </a:lnTo>
                  <a:lnTo>
                    <a:pt x="918507" y="919556"/>
                  </a:lnTo>
                  <a:lnTo>
                    <a:pt x="914400" y="924803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429243" y="2533079"/>
              <a:ext cx="914400" cy="919126"/>
            </a:xfrm>
            <a:custGeom>
              <a:avLst/>
              <a:pathLst>
                <a:path w="914400" h="919126">
                  <a:moveTo>
                    <a:pt x="914400" y="914400"/>
                  </a:moveTo>
                  <a:lnTo>
                    <a:pt x="914400" y="919126"/>
                  </a:lnTo>
                  <a:lnTo>
                    <a:pt x="912118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24292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712" y="931638"/>
                  </a:lnTo>
                  <a:lnTo>
                    <a:pt x="920091" y="930424"/>
                  </a:lnTo>
                  <a:lnTo>
                    <a:pt x="918701" y="927706"/>
                  </a:lnTo>
                  <a:lnTo>
                    <a:pt x="917309" y="924988"/>
                  </a:lnTo>
                  <a:lnTo>
                    <a:pt x="915909" y="922253"/>
                  </a:lnTo>
                  <a:lnTo>
                    <a:pt x="914400" y="919126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4385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44776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4570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4662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475555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4848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4940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5033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5126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5218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5311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5403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5496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5589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5681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5774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586701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5959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6052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61448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6237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6330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6422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6515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6607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6700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6793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6885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6978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7071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7163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7256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7348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7441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7534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7626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77194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78120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79047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79973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80899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81825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82751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83678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8460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8553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86456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8738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8830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89235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9016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9108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9201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9294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9386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9479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9571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9664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9757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9849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9942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300350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30127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30220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303128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30405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30498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30590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30683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30775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30868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30961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31053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31146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31239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31331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31424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31516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31609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31702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31794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3188745" y="25503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609"/>
                  </a:lnTo>
                  <a:lnTo>
                    <a:pt x="922333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3198008" y="2533079"/>
              <a:ext cx="923662" cy="929848"/>
            </a:xfrm>
            <a:custGeom>
              <a:avLst/>
              <a:pathLst>
                <a:path w="923662" h="92984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58"/>
                  </a:lnTo>
                  <a:lnTo>
                    <a:pt x="923251" y="917942"/>
                  </a:lnTo>
                  <a:lnTo>
                    <a:pt x="921491" y="920308"/>
                  </a:lnTo>
                  <a:lnTo>
                    <a:pt x="919741" y="922660"/>
                  </a:lnTo>
                  <a:lnTo>
                    <a:pt x="917992" y="925013"/>
                  </a:lnTo>
                  <a:lnTo>
                    <a:pt x="916243" y="927366"/>
                  </a:lnTo>
                  <a:lnTo>
                    <a:pt x="914495" y="929719"/>
                  </a:lnTo>
                  <a:lnTo>
                    <a:pt x="914400" y="92984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3207270" y="2533079"/>
              <a:ext cx="916478" cy="917358"/>
            </a:xfrm>
            <a:custGeom>
              <a:avLst/>
              <a:pathLst>
                <a:path w="916478" h="917358">
                  <a:moveTo>
                    <a:pt x="914400" y="914400"/>
                  </a:moveTo>
                  <a:lnTo>
                    <a:pt x="916478" y="914400"/>
                  </a:lnTo>
                  <a:lnTo>
                    <a:pt x="914400" y="91735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419981" y="2515841"/>
              <a:ext cx="914400" cy="914787"/>
            </a:xfrm>
            <a:custGeom>
              <a:avLst/>
              <a:pathLst>
                <a:path w="914400" h="914787">
                  <a:moveTo>
                    <a:pt x="914400" y="914400"/>
                  </a:moveTo>
                  <a:lnTo>
                    <a:pt x="914400" y="914787"/>
                  </a:lnTo>
                  <a:lnTo>
                    <a:pt x="914253" y="914400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199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381" y="931638"/>
                  </a:lnTo>
                  <a:lnTo>
                    <a:pt x="920784" y="930403"/>
                  </a:lnTo>
                  <a:lnTo>
                    <a:pt x="916694" y="920848"/>
                  </a:lnTo>
                  <a:lnTo>
                    <a:pt x="914400" y="914787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292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4385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4776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4570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4662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2475555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24848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24940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25033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25126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25218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25311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25403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25496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25589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25681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25774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2586701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25959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26052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261448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26237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26330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26422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26515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26607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26700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26793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26885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26978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27071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7163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7256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7348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7441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7534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7626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77194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7812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79047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79973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80899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81825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82751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8367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8460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8553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86456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8738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8830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89235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9016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9108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9201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9294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9386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9479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9571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9664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9757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9849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9942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300350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30127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30220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303128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30405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30498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30590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30683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30775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30868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30961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31053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31146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31239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31331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31424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31516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31609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31702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31794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3188745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31980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3207270" y="25330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334"/>
                  </a:lnTo>
                  <a:lnTo>
                    <a:pt x="923552" y="903530"/>
                  </a:lnTo>
                  <a:lnTo>
                    <a:pt x="918878" y="910982"/>
                  </a:lnTo>
                  <a:lnTo>
                    <a:pt x="916478" y="914400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3216532" y="2515841"/>
              <a:ext cx="917863" cy="920572"/>
            </a:xfrm>
            <a:custGeom>
              <a:avLst/>
              <a:pathLst>
                <a:path w="917863" h="920572">
                  <a:moveTo>
                    <a:pt x="914399" y="914400"/>
                  </a:moveTo>
                  <a:lnTo>
                    <a:pt x="917863" y="914400"/>
                  </a:lnTo>
                  <a:lnTo>
                    <a:pt x="914399" y="920572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419981" y="24986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253" y="931638"/>
                  </a:lnTo>
                  <a:lnTo>
                    <a:pt x="912913" y="928100"/>
                  </a:lnTo>
                  <a:lnTo>
                    <a:pt x="912092" y="925788"/>
                  </a:lnTo>
                  <a:lnTo>
                    <a:pt x="911276" y="923491"/>
                  </a:lnTo>
                  <a:lnTo>
                    <a:pt x="910459" y="921194"/>
                  </a:lnTo>
                  <a:lnTo>
                    <a:pt x="909642" y="918897"/>
                  </a:lnTo>
                  <a:lnTo>
                    <a:pt x="908825" y="916600"/>
                  </a:lnTo>
                  <a:lnTo>
                    <a:pt x="908042" y="914400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4199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4292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4385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5A0">
                <a:alpha val="100000"/>
              </a:srgbClr>
            </a:solidFill>
            <a:ln w="5420" cap="flat">
              <a:solidFill>
                <a:srgbClr val="E9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44776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4570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4662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475555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4848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4940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5033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5126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5218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5311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5403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5496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5589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5681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5774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586701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5959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052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61448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6237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6330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6422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6515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6607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6700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793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6885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6978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071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163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256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7348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441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534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7626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77194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7812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7904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79973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0899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81825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82751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8367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8460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8553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86456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8738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8830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89235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9016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9108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9201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9294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9386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9479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9571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9664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9757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9849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9942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300350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30127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220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303128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30405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498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30590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30683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30775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30868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30961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31053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31146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31239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31331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31424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31516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31609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31702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31794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3188745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31980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32072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3216532" y="2515841"/>
              <a:ext cx="923662" cy="914400"/>
            </a:xfrm>
            <a:custGeom>
              <a:avLst/>
              <a:pathLst>
                <a:path w="92366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3662" y="897161"/>
                  </a:lnTo>
                  <a:lnTo>
                    <a:pt x="923662" y="902864"/>
                  </a:lnTo>
                  <a:lnTo>
                    <a:pt x="922937" y="904476"/>
                  </a:lnTo>
                  <a:lnTo>
                    <a:pt x="918735" y="912845"/>
                  </a:lnTo>
                  <a:lnTo>
                    <a:pt x="917863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3225794" y="2498602"/>
              <a:ext cx="916961" cy="920102"/>
            </a:xfrm>
            <a:custGeom>
              <a:avLst/>
              <a:pathLst>
                <a:path w="916961" h="920102">
                  <a:moveTo>
                    <a:pt x="914400" y="914400"/>
                  </a:moveTo>
                  <a:lnTo>
                    <a:pt x="916961" y="914400"/>
                  </a:lnTo>
                  <a:lnTo>
                    <a:pt x="914400" y="920102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410719" y="2481364"/>
              <a:ext cx="914400" cy="925834"/>
            </a:xfrm>
            <a:custGeom>
              <a:avLst/>
              <a:pathLst>
                <a:path w="914400" h="925834">
                  <a:moveTo>
                    <a:pt x="914400" y="914400"/>
                  </a:moveTo>
                  <a:lnTo>
                    <a:pt x="914400" y="925834"/>
                  </a:lnTo>
                  <a:lnTo>
                    <a:pt x="913777" y="924734"/>
                  </a:lnTo>
                  <a:lnTo>
                    <a:pt x="909801" y="916931"/>
                  </a:lnTo>
                  <a:lnTo>
                    <a:pt x="908639" y="914400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4107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270" y="931542"/>
                  </a:lnTo>
                  <a:lnTo>
                    <a:pt x="916662" y="929835"/>
                  </a:lnTo>
                  <a:lnTo>
                    <a:pt x="914400" y="925834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4199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4292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4385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44776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4570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4662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475555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4848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4940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5033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5126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5218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5311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5403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5496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5589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5681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5774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586701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5959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6052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61448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6237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330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6422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515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607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6700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6793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6885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6978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7071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63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256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7348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27441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7534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626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277194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7812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7904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79973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80899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81825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8275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367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8460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8553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86456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8738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8830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89235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9016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9108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9201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9294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9386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9479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9571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9664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757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9849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9942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300350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30127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30220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303128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30405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30498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30590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30683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30775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30868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30961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31053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31146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31239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31331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31424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31516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31609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31702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31794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3188745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31980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32072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3216532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225794" y="2498602"/>
              <a:ext cx="923648" cy="914400"/>
            </a:xfrm>
            <a:custGeom>
              <a:avLst/>
              <a:pathLst>
                <a:path w="923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48" y="897161"/>
                  </a:lnTo>
                  <a:lnTo>
                    <a:pt x="921303" y="903744"/>
                  </a:lnTo>
                  <a:lnTo>
                    <a:pt x="917623" y="912926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401457" y="2464125"/>
              <a:ext cx="914400" cy="923787"/>
            </a:xfrm>
            <a:custGeom>
              <a:avLst/>
              <a:pathLst>
                <a:path w="914400" h="923787">
                  <a:moveTo>
                    <a:pt x="914400" y="914400"/>
                  </a:moveTo>
                  <a:lnTo>
                    <a:pt x="914400" y="923787"/>
                  </a:lnTo>
                  <a:lnTo>
                    <a:pt x="911790" y="917465"/>
                  </a:lnTo>
                  <a:lnTo>
                    <a:pt x="910656" y="914400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4014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901" y="931638"/>
                  </a:lnTo>
                  <a:lnTo>
                    <a:pt x="915310" y="925993"/>
                  </a:lnTo>
                  <a:lnTo>
                    <a:pt x="914400" y="923787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4107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4199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4292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4385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44776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4570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4662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475555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4848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4940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5033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5126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5218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5311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5403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5496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5589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5681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5774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586701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5959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6052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61448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6237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6330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422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6515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607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6700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6793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6885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6978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071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7163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7256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7348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441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534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7626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7194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812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904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79973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80899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8182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8275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8367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8460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8553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86456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738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830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89235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9016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9108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9201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9294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9386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9479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9571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9664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9757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9849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9942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300350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30127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30220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303128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30405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30498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30590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30683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30775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30868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30961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31053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31146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31239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31331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31424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31516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31609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31702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31794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3188745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31980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32072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3216532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3225794" y="24813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48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3235057" y="2464125"/>
              <a:ext cx="919850" cy="931599"/>
            </a:xfrm>
            <a:custGeom>
              <a:avLst/>
              <a:pathLst>
                <a:path w="919850" h="931599">
                  <a:moveTo>
                    <a:pt x="914400" y="914400"/>
                  </a:moveTo>
                  <a:lnTo>
                    <a:pt x="919850" y="914400"/>
                  </a:lnTo>
                  <a:lnTo>
                    <a:pt x="919434" y="915811"/>
                  </a:lnTo>
                  <a:lnTo>
                    <a:pt x="918554" y="918791"/>
                  </a:lnTo>
                  <a:lnTo>
                    <a:pt x="915442" y="928674"/>
                  </a:lnTo>
                  <a:lnTo>
                    <a:pt x="914400" y="93159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392195" y="2446887"/>
              <a:ext cx="914399" cy="915485"/>
            </a:xfrm>
            <a:custGeom>
              <a:avLst/>
              <a:pathLst>
                <a:path w="914399" h="915485">
                  <a:moveTo>
                    <a:pt x="914399" y="914400"/>
                  </a:moveTo>
                  <a:lnTo>
                    <a:pt x="914399" y="915485"/>
                  </a:lnTo>
                  <a:lnTo>
                    <a:pt x="914082" y="91440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39219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18" y="931638"/>
                  </a:lnTo>
                  <a:lnTo>
                    <a:pt x="917776" y="925846"/>
                  </a:lnTo>
                  <a:lnTo>
                    <a:pt x="914751" y="916684"/>
                  </a:lnTo>
                  <a:lnTo>
                    <a:pt x="914399" y="915485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4014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24107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4199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4292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4385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44776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4570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4662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47555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4848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4940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25033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5126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25218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5311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5403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5496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5589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5681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5774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586701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5959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6052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61448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6237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6330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422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6515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607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6700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688586" y="24641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07" y="897161"/>
                  </a:lnTo>
                  <a:lnTo>
                    <a:pt x="909394" y="899586"/>
                  </a:lnTo>
                  <a:lnTo>
                    <a:pt x="909626" y="899513"/>
                  </a:lnTo>
                  <a:lnTo>
                    <a:pt x="909979" y="899402"/>
                  </a:lnTo>
                  <a:lnTo>
                    <a:pt x="910332" y="899291"/>
                  </a:lnTo>
                  <a:lnTo>
                    <a:pt x="910685" y="899180"/>
                  </a:lnTo>
                  <a:lnTo>
                    <a:pt x="911038" y="899069"/>
                  </a:lnTo>
                  <a:lnTo>
                    <a:pt x="911391" y="898958"/>
                  </a:lnTo>
                  <a:lnTo>
                    <a:pt x="911744" y="898847"/>
                  </a:lnTo>
                  <a:lnTo>
                    <a:pt x="912097" y="898736"/>
                  </a:lnTo>
                  <a:lnTo>
                    <a:pt x="912451" y="898625"/>
                  </a:lnTo>
                  <a:lnTo>
                    <a:pt x="912804" y="898515"/>
                  </a:lnTo>
                  <a:lnTo>
                    <a:pt x="913157" y="898404"/>
                  </a:lnTo>
                  <a:lnTo>
                    <a:pt x="913510" y="898293"/>
                  </a:lnTo>
                  <a:lnTo>
                    <a:pt x="913863" y="898182"/>
                  </a:lnTo>
                  <a:lnTo>
                    <a:pt x="914216" y="898071"/>
                  </a:lnTo>
                  <a:lnTo>
                    <a:pt x="914400" y="898014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697848" y="24468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252"/>
                  </a:lnTo>
                  <a:lnTo>
                    <a:pt x="905307" y="915199"/>
                  </a:lnTo>
                  <a:lnTo>
                    <a:pt x="905660" y="915088"/>
                  </a:lnTo>
                  <a:lnTo>
                    <a:pt x="906013" y="914977"/>
                  </a:lnTo>
                  <a:lnTo>
                    <a:pt x="906366" y="914866"/>
                  </a:lnTo>
                  <a:lnTo>
                    <a:pt x="906720" y="914756"/>
                  </a:lnTo>
                  <a:lnTo>
                    <a:pt x="907073" y="914645"/>
                  </a:lnTo>
                  <a:lnTo>
                    <a:pt x="907426" y="914534"/>
                  </a:lnTo>
                  <a:lnTo>
                    <a:pt x="907855" y="914400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6978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7071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7163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256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7348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7441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534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7626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77194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7812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7904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79973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8089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8182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275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8367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8460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8553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6456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8738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8830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9235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9016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9108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9201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9294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9386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9479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9571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9664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9757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9849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9942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300350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30127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30220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303128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30405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30498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30590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30683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30775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30868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309612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310538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31146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31239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31331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31424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31516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31609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31702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31794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3188745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31980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32072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3216532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32257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235057" y="24641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08"/>
                  </a:lnTo>
                  <a:lnTo>
                    <a:pt x="922935" y="903962"/>
                  </a:lnTo>
                  <a:lnTo>
                    <a:pt x="922059" y="906924"/>
                  </a:lnTo>
                  <a:lnTo>
                    <a:pt x="921184" y="909886"/>
                  </a:lnTo>
                  <a:lnTo>
                    <a:pt x="920308" y="912848"/>
                  </a:lnTo>
                  <a:lnTo>
                    <a:pt x="919850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3244319" y="2446887"/>
              <a:ext cx="915687" cy="918747"/>
            </a:xfrm>
            <a:custGeom>
              <a:avLst/>
              <a:pathLst>
                <a:path w="915687" h="918747">
                  <a:moveTo>
                    <a:pt x="914400" y="914400"/>
                  </a:moveTo>
                  <a:lnTo>
                    <a:pt x="915687" y="914400"/>
                  </a:lnTo>
                  <a:lnTo>
                    <a:pt x="915427" y="915277"/>
                  </a:lnTo>
                  <a:lnTo>
                    <a:pt x="914550" y="918239"/>
                  </a:lnTo>
                  <a:lnTo>
                    <a:pt x="914400" y="918747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392195" y="2429648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14082" y="931638"/>
                  </a:lnTo>
                  <a:lnTo>
                    <a:pt x="911986" y="924480"/>
                  </a:lnTo>
                  <a:lnTo>
                    <a:pt x="909488" y="914783"/>
                  </a:lnTo>
                  <a:lnTo>
                    <a:pt x="909402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39219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4014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4107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4199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4292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4385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44776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4570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4662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47555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4848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4940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5033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5126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5218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5311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5403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5496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5589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5681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5774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586701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5959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6052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61448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37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6330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6422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6515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6607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679323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85" y="897161"/>
                  </a:lnTo>
                  <a:lnTo>
                    <a:pt x="913451" y="897382"/>
                  </a:lnTo>
                  <a:lnTo>
                    <a:pt x="913544" y="897698"/>
                  </a:lnTo>
                  <a:lnTo>
                    <a:pt x="913638" y="898014"/>
                  </a:lnTo>
                  <a:lnTo>
                    <a:pt x="913731" y="898330"/>
                  </a:lnTo>
                  <a:lnTo>
                    <a:pt x="913825" y="898645"/>
                  </a:lnTo>
                  <a:lnTo>
                    <a:pt x="913918" y="898961"/>
                  </a:lnTo>
                  <a:lnTo>
                    <a:pt x="914011" y="899277"/>
                  </a:lnTo>
                  <a:lnTo>
                    <a:pt x="914105" y="899592"/>
                  </a:lnTo>
                  <a:lnTo>
                    <a:pt x="914198" y="899908"/>
                  </a:lnTo>
                  <a:lnTo>
                    <a:pt x="914292" y="900224"/>
                  </a:lnTo>
                  <a:lnTo>
                    <a:pt x="914400" y="900613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679323" y="2446887"/>
              <a:ext cx="918070" cy="914400"/>
            </a:xfrm>
            <a:custGeom>
              <a:avLst/>
              <a:pathLst>
                <a:path w="918070" h="914400">
                  <a:moveTo>
                    <a:pt x="914400" y="914400"/>
                  </a:moveTo>
                  <a:lnTo>
                    <a:pt x="914400" y="900613"/>
                  </a:lnTo>
                  <a:lnTo>
                    <a:pt x="917018" y="910053"/>
                  </a:lnTo>
                  <a:lnTo>
                    <a:pt x="918070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697848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855" y="914400"/>
                  </a:lnTo>
                  <a:lnTo>
                    <a:pt x="908132" y="914313"/>
                  </a:lnTo>
                  <a:lnTo>
                    <a:pt x="908485" y="914202"/>
                  </a:lnTo>
                  <a:lnTo>
                    <a:pt x="908839" y="914091"/>
                  </a:lnTo>
                  <a:lnTo>
                    <a:pt x="909192" y="913980"/>
                  </a:lnTo>
                  <a:lnTo>
                    <a:pt x="909545" y="913870"/>
                  </a:lnTo>
                  <a:lnTo>
                    <a:pt x="909898" y="913759"/>
                  </a:lnTo>
                  <a:lnTo>
                    <a:pt x="910251" y="913648"/>
                  </a:lnTo>
                  <a:lnTo>
                    <a:pt x="910604" y="913538"/>
                  </a:lnTo>
                  <a:lnTo>
                    <a:pt x="910958" y="913427"/>
                  </a:lnTo>
                  <a:lnTo>
                    <a:pt x="911311" y="913316"/>
                  </a:lnTo>
                  <a:lnTo>
                    <a:pt x="911664" y="913206"/>
                  </a:lnTo>
                  <a:lnTo>
                    <a:pt x="912017" y="913095"/>
                  </a:lnTo>
                  <a:lnTo>
                    <a:pt x="912371" y="912985"/>
                  </a:lnTo>
                  <a:lnTo>
                    <a:pt x="912724" y="912874"/>
                  </a:lnTo>
                  <a:lnTo>
                    <a:pt x="913077" y="912763"/>
                  </a:lnTo>
                  <a:lnTo>
                    <a:pt x="913430" y="912653"/>
                  </a:lnTo>
                  <a:lnTo>
                    <a:pt x="913784" y="912542"/>
                  </a:lnTo>
                  <a:lnTo>
                    <a:pt x="914137" y="912432"/>
                  </a:lnTo>
                  <a:lnTo>
                    <a:pt x="914400" y="91234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707110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8" y="912321"/>
                  </a:lnTo>
                  <a:lnTo>
                    <a:pt x="905581" y="912210"/>
                  </a:lnTo>
                  <a:lnTo>
                    <a:pt x="905934" y="912100"/>
                  </a:lnTo>
                  <a:lnTo>
                    <a:pt x="906288" y="911989"/>
                  </a:lnTo>
                  <a:lnTo>
                    <a:pt x="906641" y="911879"/>
                  </a:lnTo>
                  <a:lnTo>
                    <a:pt x="906994" y="911768"/>
                  </a:lnTo>
                  <a:lnTo>
                    <a:pt x="907348" y="911658"/>
                  </a:lnTo>
                  <a:lnTo>
                    <a:pt x="907701" y="911547"/>
                  </a:lnTo>
                  <a:lnTo>
                    <a:pt x="908054" y="911437"/>
                  </a:lnTo>
                  <a:lnTo>
                    <a:pt x="908408" y="911326"/>
                  </a:lnTo>
                  <a:lnTo>
                    <a:pt x="908761" y="911216"/>
                  </a:lnTo>
                  <a:lnTo>
                    <a:pt x="909114" y="911106"/>
                  </a:lnTo>
                  <a:lnTo>
                    <a:pt x="909468" y="910995"/>
                  </a:lnTo>
                  <a:lnTo>
                    <a:pt x="909821" y="910885"/>
                  </a:lnTo>
                  <a:lnTo>
                    <a:pt x="910174" y="910774"/>
                  </a:lnTo>
                  <a:lnTo>
                    <a:pt x="910528" y="910664"/>
                  </a:lnTo>
                  <a:lnTo>
                    <a:pt x="910881" y="910553"/>
                  </a:lnTo>
                  <a:lnTo>
                    <a:pt x="911234" y="910443"/>
                  </a:lnTo>
                  <a:lnTo>
                    <a:pt x="911588" y="910333"/>
                  </a:lnTo>
                  <a:lnTo>
                    <a:pt x="911941" y="910222"/>
                  </a:lnTo>
                  <a:lnTo>
                    <a:pt x="912294" y="910112"/>
                  </a:lnTo>
                  <a:lnTo>
                    <a:pt x="912648" y="910002"/>
                  </a:lnTo>
                  <a:lnTo>
                    <a:pt x="912876" y="909930"/>
                  </a:lnTo>
                  <a:lnTo>
                    <a:pt x="913934" y="903657"/>
                  </a:lnTo>
                  <a:lnTo>
                    <a:pt x="914400" y="901341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16372" y="24296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580"/>
                  </a:lnTo>
                  <a:lnTo>
                    <a:pt x="905977" y="914400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7163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7256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7348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441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534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7626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77194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7812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7904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79973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089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8182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8275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8367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7">
                <a:alpha val="100000"/>
              </a:srgbClr>
            </a:solidFill>
            <a:ln w="5420" cap="flat">
              <a:solidFill>
                <a:srgbClr val="EDF7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8460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8553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86456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738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8830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89235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9016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9108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9201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9294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5A0">
                <a:alpha val="100000"/>
              </a:srgbClr>
            </a:solidFill>
            <a:ln w="5420" cap="flat">
              <a:solidFill>
                <a:srgbClr val="E9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9386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9479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9571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9664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9757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9849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9942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300350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30127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30220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303128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30405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30498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30590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30683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30775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308686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309612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310538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311464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312391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31331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31424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31516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31609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31702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31794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3188745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31980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32072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3216532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32257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32350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3244319" y="2446887"/>
              <a:ext cx="920799" cy="914400"/>
            </a:xfrm>
            <a:custGeom>
              <a:avLst/>
              <a:pathLst>
                <a:path w="92079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99" y="897161"/>
                  </a:lnTo>
                  <a:lnTo>
                    <a:pt x="920696" y="897509"/>
                  </a:lnTo>
                  <a:lnTo>
                    <a:pt x="919817" y="900470"/>
                  </a:lnTo>
                  <a:lnTo>
                    <a:pt x="918938" y="903431"/>
                  </a:lnTo>
                  <a:lnTo>
                    <a:pt x="918059" y="906393"/>
                  </a:lnTo>
                  <a:lnTo>
                    <a:pt x="917181" y="909354"/>
                  </a:lnTo>
                  <a:lnTo>
                    <a:pt x="916304" y="912316"/>
                  </a:lnTo>
                  <a:lnTo>
                    <a:pt x="915687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392195" y="2412410"/>
              <a:ext cx="914399" cy="931638"/>
            </a:xfrm>
            <a:custGeom>
              <a:avLst/>
              <a:pathLst>
                <a:path w="914399" h="931638">
                  <a:moveTo>
                    <a:pt x="914399" y="914399"/>
                  </a:moveTo>
                  <a:lnTo>
                    <a:pt x="914399" y="931638"/>
                  </a:lnTo>
                  <a:lnTo>
                    <a:pt x="909402" y="931638"/>
                  </a:lnTo>
                  <a:lnTo>
                    <a:pt x="907264" y="922096"/>
                  </a:lnTo>
                  <a:lnTo>
                    <a:pt x="905787" y="91439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39219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4014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4107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4199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4292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4385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44776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4570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4662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47555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4848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4940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5033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5126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5218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5311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5403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5496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5589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5681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5774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586701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5959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052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61448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6237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330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422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6515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6607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670061" y="2429648"/>
              <a:ext cx="922648" cy="914400"/>
            </a:xfrm>
            <a:custGeom>
              <a:avLst/>
              <a:pathLst>
                <a:path w="922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69" y="897262"/>
                  </a:lnTo>
                  <a:lnTo>
                    <a:pt x="917661" y="897574"/>
                  </a:lnTo>
                  <a:lnTo>
                    <a:pt x="917755" y="897889"/>
                  </a:lnTo>
                  <a:lnTo>
                    <a:pt x="917849" y="898205"/>
                  </a:lnTo>
                  <a:lnTo>
                    <a:pt x="917942" y="898521"/>
                  </a:lnTo>
                  <a:lnTo>
                    <a:pt x="918036" y="898836"/>
                  </a:lnTo>
                  <a:lnTo>
                    <a:pt x="918130" y="899152"/>
                  </a:lnTo>
                  <a:lnTo>
                    <a:pt x="918223" y="899468"/>
                  </a:lnTo>
                  <a:lnTo>
                    <a:pt x="918317" y="899783"/>
                  </a:lnTo>
                  <a:lnTo>
                    <a:pt x="918411" y="900099"/>
                  </a:lnTo>
                  <a:lnTo>
                    <a:pt x="918504" y="900415"/>
                  </a:lnTo>
                  <a:lnTo>
                    <a:pt x="918598" y="900730"/>
                  </a:lnTo>
                  <a:lnTo>
                    <a:pt x="918691" y="901046"/>
                  </a:lnTo>
                  <a:lnTo>
                    <a:pt x="918785" y="901362"/>
                  </a:lnTo>
                  <a:lnTo>
                    <a:pt x="918879" y="901677"/>
                  </a:lnTo>
                  <a:lnTo>
                    <a:pt x="918972" y="901993"/>
                  </a:lnTo>
                  <a:lnTo>
                    <a:pt x="919066" y="902309"/>
                  </a:lnTo>
                  <a:lnTo>
                    <a:pt x="919160" y="902625"/>
                  </a:lnTo>
                  <a:lnTo>
                    <a:pt x="919253" y="902940"/>
                  </a:lnTo>
                  <a:lnTo>
                    <a:pt x="919347" y="903256"/>
                  </a:lnTo>
                  <a:lnTo>
                    <a:pt x="919440" y="903572"/>
                  </a:lnTo>
                  <a:lnTo>
                    <a:pt x="919534" y="903887"/>
                  </a:lnTo>
                  <a:lnTo>
                    <a:pt x="919627" y="904203"/>
                  </a:lnTo>
                  <a:lnTo>
                    <a:pt x="919721" y="904519"/>
                  </a:lnTo>
                  <a:lnTo>
                    <a:pt x="919815" y="904834"/>
                  </a:lnTo>
                  <a:lnTo>
                    <a:pt x="919908" y="905150"/>
                  </a:lnTo>
                  <a:lnTo>
                    <a:pt x="920002" y="905466"/>
                  </a:lnTo>
                  <a:lnTo>
                    <a:pt x="920095" y="905781"/>
                  </a:lnTo>
                  <a:lnTo>
                    <a:pt x="920189" y="906097"/>
                  </a:lnTo>
                  <a:lnTo>
                    <a:pt x="920282" y="906413"/>
                  </a:lnTo>
                  <a:lnTo>
                    <a:pt x="920376" y="906728"/>
                  </a:lnTo>
                  <a:lnTo>
                    <a:pt x="920469" y="907044"/>
                  </a:lnTo>
                  <a:lnTo>
                    <a:pt x="920563" y="907360"/>
                  </a:lnTo>
                  <a:lnTo>
                    <a:pt x="920657" y="907676"/>
                  </a:lnTo>
                  <a:lnTo>
                    <a:pt x="920750" y="907991"/>
                  </a:lnTo>
                  <a:lnTo>
                    <a:pt x="920844" y="908307"/>
                  </a:lnTo>
                  <a:lnTo>
                    <a:pt x="920937" y="908623"/>
                  </a:lnTo>
                  <a:lnTo>
                    <a:pt x="921031" y="908938"/>
                  </a:lnTo>
                  <a:lnTo>
                    <a:pt x="921124" y="909254"/>
                  </a:lnTo>
                  <a:lnTo>
                    <a:pt x="921218" y="909570"/>
                  </a:lnTo>
                  <a:lnTo>
                    <a:pt x="921311" y="909885"/>
                  </a:lnTo>
                  <a:lnTo>
                    <a:pt x="921405" y="910201"/>
                  </a:lnTo>
                  <a:lnTo>
                    <a:pt x="921498" y="910517"/>
                  </a:lnTo>
                  <a:lnTo>
                    <a:pt x="921592" y="910832"/>
                  </a:lnTo>
                  <a:lnTo>
                    <a:pt x="921685" y="911148"/>
                  </a:lnTo>
                  <a:lnTo>
                    <a:pt x="921779" y="911464"/>
                  </a:lnTo>
                  <a:lnTo>
                    <a:pt x="921872" y="911780"/>
                  </a:lnTo>
                  <a:lnTo>
                    <a:pt x="921966" y="912095"/>
                  </a:lnTo>
                  <a:lnTo>
                    <a:pt x="922059" y="912411"/>
                  </a:lnTo>
                  <a:lnTo>
                    <a:pt x="922152" y="912727"/>
                  </a:lnTo>
                  <a:lnTo>
                    <a:pt x="922246" y="913042"/>
                  </a:lnTo>
                  <a:lnTo>
                    <a:pt x="922339" y="913358"/>
                  </a:lnTo>
                  <a:lnTo>
                    <a:pt x="922433" y="913674"/>
                  </a:lnTo>
                  <a:lnTo>
                    <a:pt x="922526" y="913989"/>
                  </a:lnTo>
                  <a:lnTo>
                    <a:pt x="922648" y="914400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16372" y="24124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977" y="931638"/>
                  </a:lnTo>
                  <a:lnTo>
                    <a:pt x="906755" y="927763"/>
                  </a:lnTo>
                  <a:lnTo>
                    <a:pt x="909133" y="917613"/>
                  </a:lnTo>
                  <a:lnTo>
                    <a:pt x="909999" y="91439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7163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7256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348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441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7534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7626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77194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7812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7904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79973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8089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8182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275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67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8460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8553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86456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8738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8830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89235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9016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9108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9201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9294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9386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9479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9571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9664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757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9849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9942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300350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30127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30220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303128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30405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30498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30590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30683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30775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308686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309612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310538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311464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312391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31331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31424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31516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31609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31702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31794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3188745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31980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32072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3216532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32257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32350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3244319" y="24296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769"/>
                  </a:lnTo>
                  <a:lnTo>
                    <a:pt x="923336" y="905864"/>
                  </a:lnTo>
                  <a:lnTo>
                    <a:pt x="922456" y="908825"/>
                  </a:lnTo>
                  <a:lnTo>
                    <a:pt x="921576" y="911786"/>
                  </a:lnTo>
                  <a:lnTo>
                    <a:pt x="920799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3253581" y="2412410"/>
              <a:ext cx="916664" cy="922007"/>
            </a:xfrm>
            <a:custGeom>
              <a:avLst/>
              <a:pathLst>
                <a:path w="916664" h="922007">
                  <a:moveTo>
                    <a:pt x="914400" y="914399"/>
                  </a:moveTo>
                  <a:lnTo>
                    <a:pt x="916664" y="914399"/>
                  </a:lnTo>
                  <a:lnTo>
                    <a:pt x="915836" y="917181"/>
                  </a:lnTo>
                  <a:lnTo>
                    <a:pt x="914955" y="920141"/>
                  </a:lnTo>
                  <a:lnTo>
                    <a:pt x="914400" y="922007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382932" y="2395171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925" y="918906"/>
                  </a:lnTo>
                  <a:lnTo>
                    <a:pt x="912335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3829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49" y="931638"/>
                  </a:lnTo>
                  <a:lnTo>
                    <a:pt x="914583" y="929207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39219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4014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4107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4199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4292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4385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44776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4570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4662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47555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4848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4940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5033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5126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5218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5311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5403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5496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5589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5681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25774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586701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5959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052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1448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6237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330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6422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515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70061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1802" y="897161"/>
                  </a:lnTo>
                  <a:lnTo>
                    <a:pt x="914400" y="904545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670061" y="2412410"/>
              <a:ext cx="917537" cy="914399"/>
            </a:xfrm>
            <a:custGeom>
              <a:avLst/>
              <a:pathLst>
                <a:path w="917537" h="914399">
                  <a:moveTo>
                    <a:pt x="914400" y="914399"/>
                  </a:moveTo>
                  <a:lnTo>
                    <a:pt x="914400" y="904545"/>
                  </a:lnTo>
                  <a:lnTo>
                    <a:pt x="914757" y="905562"/>
                  </a:lnTo>
                  <a:lnTo>
                    <a:pt x="917537" y="91439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16372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9999" y="914399"/>
                  </a:lnTo>
                  <a:lnTo>
                    <a:pt x="911800" y="907715"/>
                  </a:lnTo>
                  <a:lnTo>
                    <a:pt x="914400" y="899231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25634" y="23951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70"/>
                  </a:lnTo>
                  <a:lnTo>
                    <a:pt x="905485" y="915336"/>
                  </a:lnTo>
                  <a:lnTo>
                    <a:pt x="905809" y="914400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7256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348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27441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7534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7626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7194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7812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7904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7997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8089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8182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8275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8367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8460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8553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86456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8738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8830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89235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9016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9108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9201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9294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9386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9479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9571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9664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9757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9849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9942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300350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30127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30220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303128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30405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30498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30590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30683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307759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308686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309612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310538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311464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312391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313317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31424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31516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31609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31702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31794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3188745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31980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32072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3216532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32257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32350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32443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3253581" y="2412410"/>
              <a:ext cx="921805" cy="914399"/>
            </a:xfrm>
            <a:custGeom>
              <a:avLst/>
              <a:pathLst>
                <a:path w="92180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1805" y="897161"/>
                  </a:lnTo>
                  <a:lnTo>
                    <a:pt x="921131" y="899417"/>
                  </a:lnTo>
                  <a:lnTo>
                    <a:pt x="920248" y="902378"/>
                  </a:lnTo>
                  <a:lnTo>
                    <a:pt x="919365" y="905338"/>
                  </a:lnTo>
                  <a:lnTo>
                    <a:pt x="918482" y="908299"/>
                  </a:lnTo>
                  <a:lnTo>
                    <a:pt x="917599" y="911259"/>
                  </a:lnTo>
                  <a:lnTo>
                    <a:pt x="916717" y="914220"/>
                  </a:lnTo>
                  <a:lnTo>
                    <a:pt x="916664" y="91439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382932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5" y="931638"/>
                  </a:lnTo>
                  <a:lnTo>
                    <a:pt x="911557" y="925697"/>
                  </a:lnTo>
                  <a:lnTo>
                    <a:pt x="910482" y="915130"/>
                  </a:lnTo>
                  <a:lnTo>
                    <a:pt x="910429" y="91439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3829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39219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4014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4107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4199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4292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4385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44776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4570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4662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47555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4848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4940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5033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126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5218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5311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403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496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589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5681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5774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586701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5959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052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1448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6237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6330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422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515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60799" y="2395171"/>
              <a:ext cx="921064" cy="914400"/>
            </a:xfrm>
            <a:custGeom>
              <a:avLst/>
              <a:pathLst>
                <a:path w="9210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79" y="897161"/>
                  </a:lnTo>
                  <a:lnTo>
                    <a:pt x="919224" y="897955"/>
                  </a:lnTo>
                  <a:lnTo>
                    <a:pt x="916989" y="904142"/>
                  </a:lnTo>
                  <a:lnTo>
                    <a:pt x="917694" y="905766"/>
                  </a:lnTo>
                  <a:lnTo>
                    <a:pt x="920972" y="914136"/>
                  </a:lnTo>
                  <a:lnTo>
                    <a:pt x="921064" y="914400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725634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809" y="931638"/>
                  </a:lnTo>
                  <a:lnTo>
                    <a:pt x="908704" y="923263"/>
                  </a:lnTo>
                  <a:lnTo>
                    <a:pt x="912143" y="914399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7256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7348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7441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7534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7626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77194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7812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7904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7997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8089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8182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8275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8367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8460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8553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86456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8738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8830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89235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9016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9108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9201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9294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9386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9479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9571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9664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9757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9849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9942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300350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30127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30220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303128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30405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30498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30590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30683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307759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308686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309612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310538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311464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312391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313317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31424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31516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31609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31702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31794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3188745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31980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32072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3216532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32257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32350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32443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3253581" y="23951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86"/>
                  </a:lnTo>
                  <a:lnTo>
                    <a:pt x="922900" y="910735"/>
                  </a:lnTo>
                  <a:lnTo>
                    <a:pt x="922015" y="913695"/>
                  </a:lnTo>
                  <a:lnTo>
                    <a:pt x="921805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3262843" y="2377933"/>
              <a:ext cx="919168" cy="925424"/>
            </a:xfrm>
            <a:custGeom>
              <a:avLst/>
              <a:pathLst>
                <a:path w="919168" h="925424">
                  <a:moveTo>
                    <a:pt x="914400" y="914399"/>
                  </a:moveTo>
                  <a:lnTo>
                    <a:pt x="919168" y="914399"/>
                  </a:lnTo>
                  <a:lnTo>
                    <a:pt x="917734" y="916810"/>
                  </a:lnTo>
                  <a:lnTo>
                    <a:pt x="916862" y="918274"/>
                  </a:lnTo>
                  <a:lnTo>
                    <a:pt x="916642" y="918831"/>
                  </a:lnTo>
                  <a:lnTo>
                    <a:pt x="915890" y="920727"/>
                  </a:lnTo>
                  <a:lnTo>
                    <a:pt x="915541" y="921608"/>
                  </a:lnTo>
                  <a:lnTo>
                    <a:pt x="915407" y="922054"/>
                  </a:lnTo>
                  <a:lnTo>
                    <a:pt x="914522" y="925014"/>
                  </a:lnTo>
                  <a:lnTo>
                    <a:pt x="914400" y="925424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382932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29" y="931638"/>
                  </a:lnTo>
                  <a:lnTo>
                    <a:pt x="909704" y="921713"/>
                  </a:lnTo>
                  <a:lnTo>
                    <a:pt x="909377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3829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39219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4014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4107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4199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4292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4385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44776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4570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4662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47555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4848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4940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5033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5126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5218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5311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5403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496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5589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5681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774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86701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5959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052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61448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237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6330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422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515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660799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98"/>
                  </a:lnTo>
                  <a:lnTo>
                    <a:pt x="922250" y="905774"/>
                  </a:lnTo>
                  <a:lnTo>
                    <a:pt x="919479" y="91439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670061" y="2360695"/>
              <a:ext cx="915431" cy="918036"/>
            </a:xfrm>
            <a:custGeom>
              <a:avLst/>
              <a:pathLst>
                <a:path w="915431" h="918036">
                  <a:moveTo>
                    <a:pt x="914400" y="914400"/>
                  </a:moveTo>
                  <a:lnTo>
                    <a:pt x="915431" y="914400"/>
                  </a:lnTo>
                  <a:lnTo>
                    <a:pt x="914400" y="918036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725634" y="23779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87" y="914286"/>
                  </a:lnTo>
                  <a:lnTo>
                    <a:pt x="914400" y="909183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734897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421"/>
                  </a:lnTo>
                  <a:lnTo>
                    <a:pt x="906660" y="922908"/>
                  </a:lnTo>
                  <a:lnTo>
                    <a:pt x="906796" y="922612"/>
                  </a:lnTo>
                  <a:lnTo>
                    <a:pt x="906933" y="922312"/>
                  </a:lnTo>
                  <a:lnTo>
                    <a:pt x="907070" y="922012"/>
                  </a:lnTo>
                  <a:lnTo>
                    <a:pt x="907208" y="921712"/>
                  </a:lnTo>
                  <a:lnTo>
                    <a:pt x="907345" y="921412"/>
                  </a:lnTo>
                  <a:lnTo>
                    <a:pt x="907482" y="921113"/>
                  </a:lnTo>
                  <a:lnTo>
                    <a:pt x="907619" y="920813"/>
                  </a:lnTo>
                  <a:lnTo>
                    <a:pt x="907757" y="920513"/>
                  </a:lnTo>
                  <a:lnTo>
                    <a:pt x="907894" y="920213"/>
                  </a:lnTo>
                  <a:lnTo>
                    <a:pt x="908031" y="919914"/>
                  </a:lnTo>
                  <a:lnTo>
                    <a:pt x="908169" y="919614"/>
                  </a:lnTo>
                  <a:lnTo>
                    <a:pt x="908306" y="919314"/>
                  </a:lnTo>
                  <a:lnTo>
                    <a:pt x="908443" y="919014"/>
                  </a:lnTo>
                  <a:lnTo>
                    <a:pt x="908581" y="918714"/>
                  </a:lnTo>
                  <a:lnTo>
                    <a:pt x="908718" y="918415"/>
                  </a:lnTo>
                  <a:lnTo>
                    <a:pt x="908855" y="918115"/>
                  </a:lnTo>
                  <a:lnTo>
                    <a:pt x="908993" y="917815"/>
                  </a:lnTo>
                  <a:lnTo>
                    <a:pt x="909130" y="917515"/>
                  </a:lnTo>
                  <a:lnTo>
                    <a:pt x="909267" y="917216"/>
                  </a:lnTo>
                  <a:lnTo>
                    <a:pt x="909405" y="916916"/>
                  </a:lnTo>
                  <a:lnTo>
                    <a:pt x="909542" y="916616"/>
                  </a:lnTo>
                  <a:lnTo>
                    <a:pt x="909679" y="916316"/>
                  </a:lnTo>
                  <a:lnTo>
                    <a:pt x="909817" y="916017"/>
                  </a:lnTo>
                  <a:lnTo>
                    <a:pt x="909954" y="915717"/>
                  </a:lnTo>
                  <a:lnTo>
                    <a:pt x="910091" y="915417"/>
                  </a:lnTo>
                  <a:lnTo>
                    <a:pt x="910229" y="915117"/>
                  </a:lnTo>
                  <a:lnTo>
                    <a:pt x="910366" y="914818"/>
                  </a:lnTo>
                  <a:lnTo>
                    <a:pt x="910558" y="914400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7348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441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7534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7626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77194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812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7904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7997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8089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8182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8275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8367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8460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8553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86456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8738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8830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89235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9016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9108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9201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9294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9386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9479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9571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9664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9757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9849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9942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300350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30127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30220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303128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30405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30498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30590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30683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307759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308686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309612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310538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311464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312391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313317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314243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31516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31609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31702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31794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3188745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31980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32072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3216532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32257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32350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32443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32535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3262843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56"/>
                  </a:lnTo>
                  <a:lnTo>
                    <a:pt x="922268" y="909195"/>
                  </a:lnTo>
                  <a:lnTo>
                    <a:pt x="920756" y="911733"/>
                  </a:lnTo>
                  <a:lnTo>
                    <a:pt x="919244" y="914271"/>
                  </a:lnTo>
                  <a:lnTo>
                    <a:pt x="919168" y="91439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3272105" y="2360695"/>
              <a:ext cx="920184" cy="924095"/>
            </a:xfrm>
            <a:custGeom>
              <a:avLst/>
              <a:pathLst>
                <a:path w="920184" h="924095">
                  <a:moveTo>
                    <a:pt x="914400" y="914400"/>
                  </a:moveTo>
                  <a:lnTo>
                    <a:pt x="920184" y="914400"/>
                  </a:lnTo>
                  <a:lnTo>
                    <a:pt x="919059" y="916284"/>
                  </a:lnTo>
                  <a:lnTo>
                    <a:pt x="917545" y="918821"/>
                  </a:lnTo>
                  <a:lnTo>
                    <a:pt x="916031" y="921358"/>
                  </a:lnTo>
                  <a:lnTo>
                    <a:pt x="914518" y="923896"/>
                  </a:lnTo>
                  <a:lnTo>
                    <a:pt x="914400" y="924095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82932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377" y="931638"/>
                  </a:lnTo>
                  <a:lnTo>
                    <a:pt x="909224" y="928235"/>
                  </a:lnTo>
                  <a:lnTo>
                    <a:pt x="909045" y="917486"/>
                  </a:lnTo>
                  <a:lnTo>
                    <a:pt x="909079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829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39219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4014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4107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199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24292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24385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244776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24570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24662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247555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24848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24940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25033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25126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25218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25311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25403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25496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25589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25681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25774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2586701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25959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26052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261448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26237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26330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26422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26515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26607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2670061" y="2360695"/>
              <a:ext cx="919540" cy="914400"/>
            </a:xfrm>
            <a:custGeom>
              <a:avLst/>
              <a:pathLst>
                <a:path w="91954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540" y="897161"/>
                  </a:lnTo>
                  <a:lnTo>
                    <a:pt x="918214" y="903345"/>
                  </a:lnTo>
                  <a:lnTo>
                    <a:pt x="915741" y="913308"/>
                  </a:lnTo>
                  <a:lnTo>
                    <a:pt x="915431" y="914400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2734897" y="236069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558" y="914400"/>
                  </a:lnTo>
                  <a:lnTo>
                    <a:pt x="910641" y="914218"/>
                  </a:lnTo>
                  <a:lnTo>
                    <a:pt x="910778" y="913918"/>
                  </a:lnTo>
                  <a:lnTo>
                    <a:pt x="910916" y="913619"/>
                  </a:lnTo>
                  <a:lnTo>
                    <a:pt x="911053" y="913319"/>
                  </a:lnTo>
                  <a:lnTo>
                    <a:pt x="911191" y="913019"/>
                  </a:lnTo>
                  <a:lnTo>
                    <a:pt x="911328" y="912719"/>
                  </a:lnTo>
                  <a:lnTo>
                    <a:pt x="911466" y="912420"/>
                  </a:lnTo>
                  <a:lnTo>
                    <a:pt x="911603" y="912120"/>
                  </a:lnTo>
                  <a:lnTo>
                    <a:pt x="911741" y="911820"/>
                  </a:lnTo>
                  <a:lnTo>
                    <a:pt x="911878" y="911520"/>
                  </a:lnTo>
                  <a:lnTo>
                    <a:pt x="912015" y="911221"/>
                  </a:lnTo>
                  <a:lnTo>
                    <a:pt x="912153" y="910921"/>
                  </a:lnTo>
                  <a:lnTo>
                    <a:pt x="912290" y="910621"/>
                  </a:lnTo>
                  <a:lnTo>
                    <a:pt x="912428" y="910321"/>
                  </a:lnTo>
                  <a:lnTo>
                    <a:pt x="912565" y="910022"/>
                  </a:lnTo>
                  <a:lnTo>
                    <a:pt x="912703" y="909722"/>
                  </a:lnTo>
                  <a:lnTo>
                    <a:pt x="912840" y="909422"/>
                  </a:lnTo>
                  <a:lnTo>
                    <a:pt x="912978" y="909123"/>
                  </a:lnTo>
                  <a:lnTo>
                    <a:pt x="913115" y="908823"/>
                  </a:lnTo>
                  <a:lnTo>
                    <a:pt x="913253" y="908523"/>
                  </a:lnTo>
                  <a:lnTo>
                    <a:pt x="913391" y="908223"/>
                  </a:lnTo>
                  <a:lnTo>
                    <a:pt x="913528" y="907924"/>
                  </a:lnTo>
                  <a:lnTo>
                    <a:pt x="913666" y="907624"/>
                  </a:lnTo>
                  <a:lnTo>
                    <a:pt x="913803" y="907324"/>
                  </a:lnTo>
                  <a:lnTo>
                    <a:pt x="913941" y="907025"/>
                  </a:lnTo>
                  <a:lnTo>
                    <a:pt x="914078" y="906725"/>
                  </a:lnTo>
                  <a:lnTo>
                    <a:pt x="914216" y="906425"/>
                  </a:lnTo>
                  <a:lnTo>
                    <a:pt x="914400" y="906025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2744159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264"/>
                  </a:lnTo>
                  <a:lnTo>
                    <a:pt x="905229" y="923064"/>
                  </a:lnTo>
                  <a:lnTo>
                    <a:pt x="905366" y="922764"/>
                  </a:lnTo>
                  <a:lnTo>
                    <a:pt x="905504" y="922465"/>
                  </a:lnTo>
                  <a:lnTo>
                    <a:pt x="905642" y="922165"/>
                  </a:lnTo>
                  <a:lnTo>
                    <a:pt x="905779" y="921865"/>
                  </a:lnTo>
                  <a:lnTo>
                    <a:pt x="905917" y="921566"/>
                  </a:lnTo>
                  <a:lnTo>
                    <a:pt x="906054" y="921266"/>
                  </a:lnTo>
                  <a:lnTo>
                    <a:pt x="906192" y="920966"/>
                  </a:lnTo>
                  <a:lnTo>
                    <a:pt x="909361" y="914400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27441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27534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27626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277194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27812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27904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27997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28089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28182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28275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28367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28460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28553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286456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28738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28830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289235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29016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29108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29201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29294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29386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29479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29571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29664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29757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29849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29942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00350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0127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0220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03128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0405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0498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0590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0683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0775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08686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09612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10538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11464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12391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13317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14243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15169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1609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1702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1794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188745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1980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2072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216532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2257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2350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2443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2535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2628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272105" y="23606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8657"/>
                  </a:lnTo>
                  <a:lnTo>
                    <a:pt x="922090" y="911210"/>
                  </a:lnTo>
                  <a:lnTo>
                    <a:pt x="920574" y="913747"/>
                  </a:lnTo>
                  <a:lnTo>
                    <a:pt x="920184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281368" y="2343456"/>
              <a:ext cx="920648" cy="925814"/>
            </a:xfrm>
            <a:custGeom>
              <a:avLst/>
              <a:pathLst>
                <a:path w="920648" h="925814">
                  <a:moveTo>
                    <a:pt x="914400" y="914400"/>
                  </a:moveTo>
                  <a:lnTo>
                    <a:pt x="920648" y="914400"/>
                  </a:lnTo>
                  <a:lnTo>
                    <a:pt x="918437" y="918707"/>
                  </a:lnTo>
                  <a:lnTo>
                    <a:pt x="914400" y="925814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2382932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79" y="931638"/>
                  </a:lnTo>
                  <a:lnTo>
                    <a:pt x="909165" y="923973"/>
                  </a:lnTo>
                  <a:lnTo>
                    <a:pt x="909541" y="914400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23829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239219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24014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4107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4199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4292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4385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44776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4570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4662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7555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4848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4940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5033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126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5218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5311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5403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5496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5589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681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774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86701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959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6052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61448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6237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6330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6422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6515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6607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670061" y="2343456"/>
              <a:ext cx="922719" cy="914400"/>
            </a:xfrm>
            <a:custGeom>
              <a:avLst/>
              <a:pathLst>
                <a:path w="92271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19" y="897161"/>
                  </a:lnTo>
                  <a:lnTo>
                    <a:pt x="922292" y="899996"/>
                  </a:lnTo>
                  <a:lnTo>
                    <a:pt x="920400" y="910390"/>
                  </a:lnTo>
                  <a:lnTo>
                    <a:pt x="919540" y="914400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744159" y="23434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61" y="914400"/>
                  </a:lnTo>
                  <a:lnTo>
                    <a:pt x="909843" y="913401"/>
                  </a:lnTo>
                  <a:lnTo>
                    <a:pt x="913689" y="906179"/>
                  </a:lnTo>
                  <a:lnTo>
                    <a:pt x="914400" y="904969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753421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208"/>
                  </a:lnTo>
                  <a:lnTo>
                    <a:pt x="908459" y="916555"/>
                  </a:lnTo>
                  <a:lnTo>
                    <a:pt x="909858" y="91440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7534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7626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77194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7812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7904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7997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8089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8182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8275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8367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8460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8553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86456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8738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8830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89235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9016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9108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9201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9294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9386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9479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9571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9664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9757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9849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9942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300350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30127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30220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303128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30405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30498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30590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30683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30775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308686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309612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310538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311464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312391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313317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314243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315169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316095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31702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31794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318874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31980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32072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3216532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32257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32350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32443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32535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32628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327210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3281368" y="23434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51"/>
                  </a:lnTo>
                  <a:lnTo>
                    <a:pt x="922320" y="911143"/>
                  </a:lnTo>
                  <a:lnTo>
                    <a:pt x="920648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3290630" y="2326218"/>
              <a:ext cx="919267" cy="925489"/>
            </a:xfrm>
            <a:custGeom>
              <a:avLst/>
              <a:pathLst>
                <a:path w="919267" h="925489">
                  <a:moveTo>
                    <a:pt x="914400" y="914400"/>
                  </a:moveTo>
                  <a:lnTo>
                    <a:pt x="919267" y="914400"/>
                  </a:lnTo>
                  <a:lnTo>
                    <a:pt x="916731" y="920462"/>
                  </a:lnTo>
                  <a:lnTo>
                    <a:pt x="914400" y="92548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2382932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41" y="931638"/>
                  </a:lnTo>
                  <a:lnTo>
                    <a:pt x="909586" y="930486"/>
                  </a:lnTo>
                  <a:lnTo>
                    <a:pt x="910306" y="919816"/>
                  </a:lnTo>
                  <a:lnTo>
                    <a:pt x="910826" y="914400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23829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239219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24014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24107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24199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24292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24385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244776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24570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24662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247555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24848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24940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25033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25126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25218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25311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25403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25496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25589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25681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25774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2586701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25959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26052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261448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26237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26330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26422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26515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26607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2670061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49"/>
                  </a:lnTo>
                  <a:lnTo>
                    <a:pt x="922719" y="91440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2679323" y="2308979"/>
              <a:ext cx="915768" cy="925387"/>
            </a:xfrm>
            <a:custGeom>
              <a:avLst/>
              <a:pathLst>
                <a:path w="915768" h="925387">
                  <a:moveTo>
                    <a:pt x="914400" y="914400"/>
                  </a:moveTo>
                  <a:lnTo>
                    <a:pt x="915768" y="914400"/>
                  </a:lnTo>
                  <a:lnTo>
                    <a:pt x="914623" y="923906"/>
                  </a:lnTo>
                  <a:lnTo>
                    <a:pt x="914400" y="925387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2753421" y="23262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858" y="914400"/>
                  </a:lnTo>
                  <a:lnTo>
                    <a:pt x="912667" y="910071"/>
                  </a:lnTo>
                  <a:lnTo>
                    <a:pt x="914400" y="90765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2762683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896"/>
                  </a:lnTo>
                  <a:lnTo>
                    <a:pt x="907779" y="921217"/>
                  </a:lnTo>
                  <a:lnTo>
                    <a:pt x="912309" y="915533"/>
                  </a:lnTo>
                  <a:lnTo>
                    <a:pt x="912511" y="915292"/>
                  </a:lnTo>
                  <a:lnTo>
                    <a:pt x="912716" y="915049"/>
                  </a:lnTo>
                  <a:lnTo>
                    <a:pt x="912920" y="914806"/>
                  </a:lnTo>
                  <a:lnTo>
                    <a:pt x="913124" y="914563"/>
                  </a:lnTo>
                  <a:lnTo>
                    <a:pt x="913262" y="914400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27626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277194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27812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27904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27997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28089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28182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28275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28367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28460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28553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28645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28738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28830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289235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29016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29108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29201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29294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29386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29479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29571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29664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29757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29849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29942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300350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30127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30220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303128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30405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30498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30590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30683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30775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308686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309612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310538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311464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312391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313317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314243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315169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316095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317022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31794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318874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31980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32072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3216532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32257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32350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2443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2535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628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7210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2813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290630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87"/>
                  </a:lnTo>
                  <a:lnTo>
                    <a:pt x="923409" y="903638"/>
                  </a:lnTo>
                  <a:lnTo>
                    <a:pt x="920184" y="912207"/>
                  </a:lnTo>
                  <a:lnTo>
                    <a:pt x="919267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299892" y="2308979"/>
              <a:ext cx="916330" cy="920126"/>
            </a:xfrm>
            <a:custGeom>
              <a:avLst/>
              <a:pathLst>
                <a:path w="916330" h="920126">
                  <a:moveTo>
                    <a:pt x="914400" y="914400"/>
                  </a:moveTo>
                  <a:lnTo>
                    <a:pt x="916330" y="914400"/>
                  </a:lnTo>
                  <a:lnTo>
                    <a:pt x="914400" y="920126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2382932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26" y="931638"/>
                  </a:lnTo>
                  <a:lnTo>
                    <a:pt x="911322" y="926469"/>
                  </a:lnTo>
                  <a:lnTo>
                    <a:pt x="912633" y="915995"/>
                  </a:lnTo>
                  <a:lnTo>
                    <a:pt x="912880" y="914400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23829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239219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24014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24107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24199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24292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24385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244776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24570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4662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7555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4848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940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5033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5126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5218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311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5403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5496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5589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81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774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586701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959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6052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61448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6237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6330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6422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515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6607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6700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679323" y="2308979"/>
              <a:ext cx="917218" cy="914400"/>
            </a:xfrm>
            <a:custGeom>
              <a:avLst/>
              <a:pathLst>
                <a:path w="9172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18" y="897161"/>
                  </a:lnTo>
                  <a:lnTo>
                    <a:pt x="916896" y="902376"/>
                  </a:lnTo>
                  <a:lnTo>
                    <a:pt x="915913" y="913197"/>
                  </a:lnTo>
                  <a:lnTo>
                    <a:pt x="915768" y="91440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762683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329" y="914320"/>
                  </a:lnTo>
                  <a:lnTo>
                    <a:pt x="913533" y="914077"/>
                  </a:lnTo>
                  <a:lnTo>
                    <a:pt x="913737" y="913834"/>
                  </a:lnTo>
                  <a:lnTo>
                    <a:pt x="913942" y="913591"/>
                  </a:lnTo>
                  <a:lnTo>
                    <a:pt x="914146" y="913348"/>
                  </a:lnTo>
                  <a:lnTo>
                    <a:pt x="914400" y="913047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771946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047"/>
                  </a:lnTo>
                  <a:lnTo>
                    <a:pt x="905293" y="912862"/>
                  </a:lnTo>
                  <a:lnTo>
                    <a:pt x="905497" y="912619"/>
                  </a:lnTo>
                  <a:lnTo>
                    <a:pt x="905702" y="912376"/>
                  </a:lnTo>
                  <a:lnTo>
                    <a:pt x="905906" y="912133"/>
                  </a:lnTo>
                  <a:lnTo>
                    <a:pt x="906110" y="911890"/>
                  </a:lnTo>
                  <a:lnTo>
                    <a:pt x="906315" y="911647"/>
                  </a:lnTo>
                  <a:lnTo>
                    <a:pt x="906519" y="911404"/>
                  </a:lnTo>
                  <a:lnTo>
                    <a:pt x="906724" y="911162"/>
                  </a:lnTo>
                  <a:lnTo>
                    <a:pt x="906928" y="910919"/>
                  </a:lnTo>
                  <a:lnTo>
                    <a:pt x="907133" y="910676"/>
                  </a:lnTo>
                  <a:lnTo>
                    <a:pt x="907337" y="910433"/>
                  </a:lnTo>
                  <a:lnTo>
                    <a:pt x="907542" y="910190"/>
                  </a:lnTo>
                  <a:lnTo>
                    <a:pt x="907746" y="909947"/>
                  </a:lnTo>
                  <a:lnTo>
                    <a:pt x="907951" y="909704"/>
                  </a:lnTo>
                  <a:lnTo>
                    <a:pt x="908155" y="909461"/>
                  </a:lnTo>
                  <a:lnTo>
                    <a:pt x="908360" y="909218"/>
                  </a:lnTo>
                  <a:lnTo>
                    <a:pt x="908564" y="908975"/>
                  </a:lnTo>
                  <a:lnTo>
                    <a:pt x="908769" y="908732"/>
                  </a:lnTo>
                  <a:lnTo>
                    <a:pt x="908973" y="908489"/>
                  </a:lnTo>
                  <a:lnTo>
                    <a:pt x="909178" y="908246"/>
                  </a:lnTo>
                  <a:lnTo>
                    <a:pt x="909382" y="908003"/>
                  </a:lnTo>
                  <a:lnTo>
                    <a:pt x="909587" y="907761"/>
                  </a:lnTo>
                  <a:lnTo>
                    <a:pt x="909791" y="907518"/>
                  </a:lnTo>
                  <a:lnTo>
                    <a:pt x="909996" y="907275"/>
                  </a:lnTo>
                  <a:lnTo>
                    <a:pt x="910200" y="907032"/>
                  </a:lnTo>
                  <a:lnTo>
                    <a:pt x="910405" y="906789"/>
                  </a:lnTo>
                  <a:lnTo>
                    <a:pt x="910610" y="906546"/>
                  </a:lnTo>
                  <a:lnTo>
                    <a:pt x="910814" y="906303"/>
                  </a:lnTo>
                  <a:lnTo>
                    <a:pt x="911019" y="906060"/>
                  </a:lnTo>
                  <a:lnTo>
                    <a:pt x="911223" y="905817"/>
                  </a:lnTo>
                  <a:lnTo>
                    <a:pt x="911428" y="905574"/>
                  </a:lnTo>
                  <a:lnTo>
                    <a:pt x="911633" y="905332"/>
                  </a:lnTo>
                  <a:lnTo>
                    <a:pt x="911837" y="905089"/>
                  </a:lnTo>
                  <a:lnTo>
                    <a:pt x="912042" y="904846"/>
                  </a:lnTo>
                  <a:lnTo>
                    <a:pt x="912247" y="904603"/>
                  </a:lnTo>
                  <a:lnTo>
                    <a:pt x="912451" y="904360"/>
                  </a:lnTo>
                  <a:lnTo>
                    <a:pt x="912656" y="904117"/>
                  </a:lnTo>
                  <a:lnTo>
                    <a:pt x="912861" y="903874"/>
                  </a:lnTo>
                  <a:lnTo>
                    <a:pt x="913065" y="903632"/>
                  </a:lnTo>
                  <a:lnTo>
                    <a:pt x="913270" y="903389"/>
                  </a:lnTo>
                  <a:lnTo>
                    <a:pt x="913475" y="903146"/>
                  </a:lnTo>
                  <a:lnTo>
                    <a:pt x="913679" y="902903"/>
                  </a:lnTo>
                  <a:lnTo>
                    <a:pt x="913884" y="902660"/>
                  </a:lnTo>
                  <a:lnTo>
                    <a:pt x="914089" y="902417"/>
                  </a:lnTo>
                  <a:lnTo>
                    <a:pt x="914400" y="90204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781208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36" y="919170"/>
                  </a:lnTo>
                  <a:lnTo>
                    <a:pt x="905441" y="918927"/>
                  </a:lnTo>
                  <a:lnTo>
                    <a:pt x="905645" y="918685"/>
                  </a:lnTo>
                  <a:lnTo>
                    <a:pt x="905850" y="918442"/>
                  </a:lnTo>
                  <a:lnTo>
                    <a:pt x="906055" y="918199"/>
                  </a:lnTo>
                  <a:lnTo>
                    <a:pt x="906260" y="917956"/>
                  </a:lnTo>
                  <a:lnTo>
                    <a:pt x="906464" y="917713"/>
                  </a:lnTo>
                  <a:lnTo>
                    <a:pt x="906669" y="917471"/>
                  </a:lnTo>
                  <a:lnTo>
                    <a:pt x="906874" y="917228"/>
                  </a:lnTo>
                  <a:lnTo>
                    <a:pt x="907079" y="916985"/>
                  </a:lnTo>
                  <a:lnTo>
                    <a:pt x="907284" y="916742"/>
                  </a:lnTo>
                  <a:lnTo>
                    <a:pt x="907488" y="916499"/>
                  </a:lnTo>
                  <a:lnTo>
                    <a:pt x="907693" y="916257"/>
                  </a:lnTo>
                  <a:lnTo>
                    <a:pt x="907898" y="916014"/>
                  </a:lnTo>
                  <a:lnTo>
                    <a:pt x="908103" y="915771"/>
                  </a:lnTo>
                  <a:lnTo>
                    <a:pt x="908308" y="915528"/>
                  </a:lnTo>
                  <a:lnTo>
                    <a:pt x="908512" y="915285"/>
                  </a:lnTo>
                  <a:lnTo>
                    <a:pt x="908717" y="915043"/>
                  </a:lnTo>
                  <a:lnTo>
                    <a:pt x="908922" y="914800"/>
                  </a:lnTo>
                  <a:lnTo>
                    <a:pt x="909127" y="914557"/>
                  </a:lnTo>
                  <a:lnTo>
                    <a:pt x="909260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7812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7904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7997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8089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8182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8275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8367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8460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8553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8645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8738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8830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89235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9016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9108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9201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9294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9386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9479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9571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9664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9757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9849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9942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300350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30127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30220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303128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30405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30498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30590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30683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30775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30868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309612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310538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311464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312391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313317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314243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315169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316095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317022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317948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318874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31980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32072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3216532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32257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32350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32443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32535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32628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327210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32813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32906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3299892" y="2308979"/>
              <a:ext cx="921859" cy="914400"/>
            </a:xfrm>
            <a:custGeom>
              <a:avLst/>
              <a:pathLst>
                <a:path w="9218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59" y="897194"/>
                  </a:lnTo>
                  <a:lnTo>
                    <a:pt x="921184" y="899309"/>
                  </a:lnTo>
                  <a:lnTo>
                    <a:pt x="920509" y="901425"/>
                  </a:lnTo>
                  <a:lnTo>
                    <a:pt x="919835" y="903540"/>
                  </a:lnTo>
                  <a:lnTo>
                    <a:pt x="919160" y="905655"/>
                  </a:lnTo>
                  <a:lnTo>
                    <a:pt x="918486" y="907770"/>
                  </a:lnTo>
                  <a:lnTo>
                    <a:pt x="917812" y="909885"/>
                  </a:lnTo>
                  <a:lnTo>
                    <a:pt x="917134" y="912014"/>
                  </a:lnTo>
                  <a:lnTo>
                    <a:pt x="916330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382932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0" y="914400"/>
                  </a:lnTo>
                  <a:lnTo>
                    <a:pt x="914235" y="905663"/>
                  </a:lnTo>
                  <a:lnTo>
                    <a:pt x="914400" y="904775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392195" y="2274502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5137" y="931638"/>
                  </a:lnTo>
                  <a:lnTo>
                    <a:pt x="905137" y="922013"/>
                  </a:lnTo>
                  <a:lnTo>
                    <a:pt x="906551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39219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4014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4107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4199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4292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4385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44776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4570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4662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47555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4848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4940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5033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5126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218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5311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5403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5496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5589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5681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5774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586701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5959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6052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1448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6237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330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6422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6515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6607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6700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679323" y="2291741"/>
              <a:ext cx="917933" cy="914400"/>
            </a:xfrm>
            <a:custGeom>
              <a:avLst/>
              <a:pathLst>
                <a:path w="91793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933" y="897161"/>
                  </a:lnTo>
                  <a:lnTo>
                    <a:pt x="917930" y="897757"/>
                  </a:lnTo>
                  <a:lnTo>
                    <a:pt x="917569" y="908712"/>
                  </a:lnTo>
                  <a:lnTo>
                    <a:pt x="917218" y="91440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81208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32" y="914314"/>
                  </a:lnTo>
                  <a:lnTo>
                    <a:pt x="909537" y="914072"/>
                  </a:lnTo>
                  <a:lnTo>
                    <a:pt x="909742" y="913829"/>
                  </a:lnTo>
                  <a:lnTo>
                    <a:pt x="909947" y="913586"/>
                  </a:lnTo>
                  <a:lnTo>
                    <a:pt x="910151" y="913343"/>
                  </a:lnTo>
                  <a:lnTo>
                    <a:pt x="910356" y="913101"/>
                  </a:lnTo>
                  <a:lnTo>
                    <a:pt x="910561" y="912858"/>
                  </a:lnTo>
                  <a:lnTo>
                    <a:pt x="910766" y="912615"/>
                  </a:lnTo>
                  <a:lnTo>
                    <a:pt x="910971" y="912372"/>
                  </a:lnTo>
                  <a:lnTo>
                    <a:pt x="911176" y="912130"/>
                  </a:lnTo>
                  <a:lnTo>
                    <a:pt x="911381" y="911887"/>
                  </a:lnTo>
                  <a:lnTo>
                    <a:pt x="911586" y="911644"/>
                  </a:lnTo>
                  <a:lnTo>
                    <a:pt x="911791" y="911402"/>
                  </a:lnTo>
                  <a:lnTo>
                    <a:pt x="911996" y="911159"/>
                  </a:lnTo>
                  <a:lnTo>
                    <a:pt x="912201" y="910916"/>
                  </a:lnTo>
                  <a:lnTo>
                    <a:pt x="912406" y="910673"/>
                  </a:lnTo>
                  <a:lnTo>
                    <a:pt x="912611" y="910431"/>
                  </a:lnTo>
                  <a:lnTo>
                    <a:pt x="912816" y="910188"/>
                  </a:lnTo>
                  <a:lnTo>
                    <a:pt x="913021" y="909945"/>
                  </a:lnTo>
                  <a:lnTo>
                    <a:pt x="913226" y="909703"/>
                  </a:lnTo>
                  <a:lnTo>
                    <a:pt x="913431" y="909460"/>
                  </a:lnTo>
                  <a:lnTo>
                    <a:pt x="913636" y="909217"/>
                  </a:lnTo>
                  <a:lnTo>
                    <a:pt x="913841" y="908975"/>
                  </a:lnTo>
                  <a:lnTo>
                    <a:pt x="914046" y="908732"/>
                  </a:lnTo>
                  <a:lnTo>
                    <a:pt x="914251" y="908489"/>
                  </a:lnTo>
                  <a:lnTo>
                    <a:pt x="914400" y="908313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2790470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94" y="908247"/>
                  </a:lnTo>
                  <a:lnTo>
                    <a:pt x="905399" y="908004"/>
                  </a:lnTo>
                  <a:lnTo>
                    <a:pt x="905604" y="907761"/>
                  </a:lnTo>
                  <a:lnTo>
                    <a:pt x="905809" y="907519"/>
                  </a:lnTo>
                  <a:lnTo>
                    <a:pt x="906014" y="907276"/>
                  </a:lnTo>
                  <a:lnTo>
                    <a:pt x="906219" y="907033"/>
                  </a:lnTo>
                  <a:lnTo>
                    <a:pt x="906424" y="906791"/>
                  </a:lnTo>
                  <a:lnTo>
                    <a:pt x="906629" y="906548"/>
                  </a:lnTo>
                  <a:lnTo>
                    <a:pt x="906835" y="906305"/>
                  </a:lnTo>
                  <a:lnTo>
                    <a:pt x="907040" y="906063"/>
                  </a:lnTo>
                  <a:lnTo>
                    <a:pt x="907245" y="905820"/>
                  </a:lnTo>
                  <a:lnTo>
                    <a:pt x="907450" y="905577"/>
                  </a:lnTo>
                  <a:lnTo>
                    <a:pt x="907655" y="905335"/>
                  </a:lnTo>
                  <a:lnTo>
                    <a:pt x="907860" y="905092"/>
                  </a:lnTo>
                  <a:lnTo>
                    <a:pt x="908065" y="904849"/>
                  </a:lnTo>
                  <a:lnTo>
                    <a:pt x="908271" y="904607"/>
                  </a:lnTo>
                  <a:lnTo>
                    <a:pt x="908476" y="904364"/>
                  </a:lnTo>
                  <a:lnTo>
                    <a:pt x="908681" y="904122"/>
                  </a:lnTo>
                  <a:lnTo>
                    <a:pt x="908886" y="903879"/>
                  </a:lnTo>
                  <a:lnTo>
                    <a:pt x="909091" y="903636"/>
                  </a:lnTo>
                  <a:lnTo>
                    <a:pt x="909296" y="903394"/>
                  </a:lnTo>
                  <a:lnTo>
                    <a:pt x="909502" y="903151"/>
                  </a:lnTo>
                  <a:lnTo>
                    <a:pt x="909707" y="902909"/>
                  </a:lnTo>
                  <a:lnTo>
                    <a:pt x="909912" y="902666"/>
                  </a:lnTo>
                  <a:lnTo>
                    <a:pt x="910117" y="902423"/>
                  </a:lnTo>
                  <a:lnTo>
                    <a:pt x="910323" y="902181"/>
                  </a:lnTo>
                  <a:lnTo>
                    <a:pt x="910528" y="901938"/>
                  </a:lnTo>
                  <a:lnTo>
                    <a:pt x="910733" y="901696"/>
                  </a:lnTo>
                  <a:lnTo>
                    <a:pt x="914400" y="897551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2799732" y="22745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90"/>
                  </a:lnTo>
                  <a:lnTo>
                    <a:pt x="905263" y="914648"/>
                  </a:lnTo>
                  <a:lnTo>
                    <a:pt x="905504" y="914400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279973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8089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182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8275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8367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8460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8553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8645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8738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8830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89235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9016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9108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9201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9294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9386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9479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9571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9664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757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9849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942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300350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30127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30220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303128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30405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30498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30590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30683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775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30868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309612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310538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311464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312391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313317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314243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315169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316095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17022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317948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318874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319800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320727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3216532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32257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32350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32443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32535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32628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327210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32813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32906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3299892" y="22917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88"/>
                  </a:lnTo>
                  <a:lnTo>
                    <a:pt x="923210" y="910203"/>
                  </a:lnTo>
                  <a:lnTo>
                    <a:pt x="922534" y="912318"/>
                  </a:lnTo>
                  <a:lnTo>
                    <a:pt x="921870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3309154" y="2274502"/>
              <a:ext cx="918118" cy="926027"/>
            </a:xfrm>
            <a:custGeom>
              <a:avLst/>
              <a:pathLst>
                <a:path w="918118" h="926027">
                  <a:moveTo>
                    <a:pt x="914400" y="914400"/>
                  </a:moveTo>
                  <a:lnTo>
                    <a:pt x="918118" y="914400"/>
                  </a:lnTo>
                  <a:lnTo>
                    <a:pt x="918005" y="914753"/>
                  </a:lnTo>
                  <a:lnTo>
                    <a:pt x="917328" y="916867"/>
                  </a:lnTo>
                  <a:lnTo>
                    <a:pt x="916652" y="918982"/>
                  </a:lnTo>
                  <a:lnTo>
                    <a:pt x="915975" y="921097"/>
                  </a:lnTo>
                  <a:lnTo>
                    <a:pt x="915299" y="923212"/>
                  </a:lnTo>
                  <a:lnTo>
                    <a:pt x="914623" y="925327"/>
                  </a:lnTo>
                  <a:lnTo>
                    <a:pt x="914400" y="926027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392195" y="2257264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6551" y="931638"/>
                  </a:lnTo>
                  <a:lnTo>
                    <a:pt x="906860" y="929976"/>
                  </a:lnTo>
                  <a:lnTo>
                    <a:pt x="909029" y="920009"/>
                  </a:lnTo>
                  <a:lnTo>
                    <a:pt x="910436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39219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4014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4107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4199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4292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4385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44776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4570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4662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47555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4848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4940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5033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5126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5218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5311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5403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25496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5589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5681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5774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586701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5959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6052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61448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6237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6330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26422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6515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26607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26700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679323" y="2274502"/>
              <a:ext cx="917979" cy="914400"/>
            </a:xfrm>
            <a:custGeom>
              <a:avLst/>
              <a:pathLst>
                <a:path w="9179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814" y="897161"/>
                  </a:lnTo>
                  <a:lnTo>
                    <a:pt x="917979" y="904022"/>
                  </a:lnTo>
                  <a:lnTo>
                    <a:pt x="917933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799732" y="22745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504" y="914400"/>
                  </a:lnTo>
                  <a:lnTo>
                    <a:pt x="909144" y="910647"/>
                  </a:lnTo>
                  <a:lnTo>
                    <a:pt x="909556" y="910241"/>
                  </a:lnTo>
                  <a:lnTo>
                    <a:pt x="909972" y="909832"/>
                  </a:lnTo>
                  <a:lnTo>
                    <a:pt x="910388" y="909423"/>
                  </a:lnTo>
                  <a:lnTo>
                    <a:pt x="910804" y="909014"/>
                  </a:lnTo>
                  <a:lnTo>
                    <a:pt x="911221" y="908605"/>
                  </a:lnTo>
                  <a:lnTo>
                    <a:pt x="911637" y="908196"/>
                  </a:lnTo>
                  <a:lnTo>
                    <a:pt x="912053" y="907787"/>
                  </a:lnTo>
                  <a:lnTo>
                    <a:pt x="912470" y="907378"/>
                  </a:lnTo>
                  <a:lnTo>
                    <a:pt x="912886" y="906969"/>
                  </a:lnTo>
                  <a:lnTo>
                    <a:pt x="913302" y="906560"/>
                  </a:lnTo>
                  <a:lnTo>
                    <a:pt x="913719" y="906151"/>
                  </a:lnTo>
                  <a:lnTo>
                    <a:pt x="914135" y="905742"/>
                  </a:lnTo>
                  <a:lnTo>
                    <a:pt x="914400" y="905483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808994" y="22572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721"/>
                  </a:lnTo>
                  <a:lnTo>
                    <a:pt x="905289" y="922572"/>
                  </a:lnTo>
                  <a:lnTo>
                    <a:pt x="905706" y="922163"/>
                  </a:lnTo>
                  <a:lnTo>
                    <a:pt x="906122" y="921754"/>
                  </a:lnTo>
                  <a:lnTo>
                    <a:pt x="906539" y="921345"/>
                  </a:lnTo>
                  <a:lnTo>
                    <a:pt x="906955" y="920936"/>
                  </a:lnTo>
                  <a:lnTo>
                    <a:pt x="907372" y="920528"/>
                  </a:lnTo>
                  <a:lnTo>
                    <a:pt x="907789" y="920119"/>
                  </a:lnTo>
                  <a:lnTo>
                    <a:pt x="908205" y="919710"/>
                  </a:lnTo>
                  <a:lnTo>
                    <a:pt x="908622" y="919301"/>
                  </a:lnTo>
                  <a:lnTo>
                    <a:pt x="909038" y="918892"/>
                  </a:lnTo>
                  <a:lnTo>
                    <a:pt x="909455" y="918484"/>
                  </a:lnTo>
                  <a:lnTo>
                    <a:pt x="909872" y="918075"/>
                  </a:lnTo>
                  <a:lnTo>
                    <a:pt x="910289" y="917666"/>
                  </a:lnTo>
                  <a:lnTo>
                    <a:pt x="910705" y="917257"/>
                  </a:lnTo>
                  <a:lnTo>
                    <a:pt x="911122" y="916849"/>
                  </a:lnTo>
                  <a:lnTo>
                    <a:pt x="911539" y="916440"/>
                  </a:lnTo>
                  <a:lnTo>
                    <a:pt x="911956" y="916031"/>
                  </a:lnTo>
                  <a:lnTo>
                    <a:pt x="912373" y="915623"/>
                  </a:lnTo>
                  <a:lnTo>
                    <a:pt x="912790" y="915214"/>
                  </a:lnTo>
                  <a:lnTo>
                    <a:pt x="913207" y="914805"/>
                  </a:lnTo>
                  <a:lnTo>
                    <a:pt x="913648" y="914400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8089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28182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275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367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8460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553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8645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8738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8830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89235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9016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9108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9201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9294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9386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9479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9571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9664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9757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9849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9942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300350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30127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30220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303128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30405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30498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30590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30683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30775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30868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309612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310538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11464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312391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313317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314243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315169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316095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317022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317948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318874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319800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320727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216532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32257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32350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32443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32535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32628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27210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32813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32906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32998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3309154" y="2274502"/>
              <a:ext cx="923150" cy="914400"/>
            </a:xfrm>
            <a:custGeom>
              <a:avLst/>
              <a:pathLst>
                <a:path w="92315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150" y="897161"/>
                  </a:lnTo>
                  <a:lnTo>
                    <a:pt x="921238" y="904212"/>
                  </a:lnTo>
                  <a:lnTo>
                    <a:pt x="918686" y="912624"/>
                  </a:lnTo>
                  <a:lnTo>
                    <a:pt x="918118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382932" y="2240025"/>
              <a:ext cx="914400" cy="914999"/>
            </a:xfrm>
            <a:custGeom>
              <a:avLst/>
              <a:pathLst>
                <a:path w="914400" h="914999">
                  <a:moveTo>
                    <a:pt x="914400" y="914400"/>
                  </a:moveTo>
                  <a:lnTo>
                    <a:pt x="914400" y="914999"/>
                  </a:lnTo>
                  <a:lnTo>
                    <a:pt x="914130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38293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20477" y="928533"/>
                  </a:lnTo>
                  <a:lnTo>
                    <a:pt x="920240" y="928005"/>
                  </a:lnTo>
                  <a:lnTo>
                    <a:pt x="919475" y="926300"/>
                  </a:lnTo>
                  <a:lnTo>
                    <a:pt x="918710" y="924595"/>
                  </a:lnTo>
                  <a:lnTo>
                    <a:pt x="917945" y="922890"/>
                  </a:lnTo>
                  <a:lnTo>
                    <a:pt x="917180" y="921186"/>
                  </a:lnTo>
                  <a:lnTo>
                    <a:pt x="916414" y="919481"/>
                  </a:lnTo>
                  <a:lnTo>
                    <a:pt x="915648" y="917776"/>
                  </a:lnTo>
                  <a:lnTo>
                    <a:pt x="914882" y="916072"/>
                  </a:lnTo>
                  <a:lnTo>
                    <a:pt x="914400" y="91499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39219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4014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4107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4199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4292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4385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44776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24570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4662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47555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4848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4940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5033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5126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5218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5311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5403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5496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5589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681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5774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586701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959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6052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261448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6237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330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6422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6515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6607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6700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679323" y="2257264"/>
              <a:ext cx="917814" cy="914400"/>
            </a:xfrm>
            <a:custGeom>
              <a:avLst/>
              <a:pathLst>
                <a:path w="91781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6959" y="897161"/>
                  </a:lnTo>
                  <a:lnTo>
                    <a:pt x="917139" y="899374"/>
                  </a:lnTo>
                  <a:lnTo>
                    <a:pt x="917715" y="910296"/>
                  </a:lnTo>
                  <a:lnTo>
                    <a:pt x="917814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808994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8" y="914400"/>
                  </a:lnTo>
                  <a:lnTo>
                    <a:pt x="914400" y="91370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818257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708"/>
                  </a:lnTo>
                  <a:lnTo>
                    <a:pt x="909037" y="910119"/>
                  </a:lnTo>
                  <a:lnTo>
                    <a:pt x="914252" y="905924"/>
                  </a:lnTo>
                  <a:lnTo>
                    <a:pt x="914400" y="905813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827519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36" y="905739"/>
                  </a:lnTo>
                  <a:lnTo>
                    <a:pt x="905485" y="905553"/>
                  </a:lnTo>
                  <a:lnTo>
                    <a:pt x="905734" y="905367"/>
                  </a:lnTo>
                  <a:lnTo>
                    <a:pt x="905982" y="905180"/>
                  </a:lnTo>
                  <a:lnTo>
                    <a:pt x="906231" y="904994"/>
                  </a:lnTo>
                  <a:lnTo>
                    <a:pt x="906480" y="904808"/>
                  </a:lnTo>
                  <a:lnTo>
                    <a:pt x="906729" y="904622"/>
                  </a:lnTo>
                  <a:lnTo>
                    <a:pt x="906978" y="904435"/>
                  </a:lnTo>
                  <a:lnTo>
                    <a:pt x="907227" y="904249"/>
                  </a:lnTo>
                  <a:lnTo>
                    <a:pt x="907475" y="904063"/>
                  </a:lnTo>
                  <a:lnTo>
                    <a:pt x="907724" y="903877"/>
                  </a:lnTo>
                  <a:lnTo>
                    <a:pt x="907973" y="903690"/>
                  </a:lnTo>
                  <a:lnTo>
                    <a:pt x="908222" y="903504"/>
                  </a:lnTo>
                  <a:lnTo>
                    <a:pt x="908471" y="903318"/>
                  </a:lnTo>
                  <a:lnTo>
                    <a:pt x="908720" y="903132"/>
                  </a:lnTo>
                  <a:lnTo>
                    <a:pt x="908969" y="902946"/>
                  </a:lnTo>
                  <a:lnTo>
                    <a:pt x="909217" y="902759"/>
                  </a:lnTo>
                  <a:lnTo>
                    <a:pt x="909466" y="902573"/>
                  </a:lnTo>
                  <a:lnTo>
                    <a:pt x="909715" y="902387"/>
                  </a:lnTo>
                  <a:lnTo>
                    <a:pt x="909964" y="902201"/>
                  </a:lnTo>
                  <a:lnTo>
                    <a:pt x="910213" y="902015"/>
                  </a:lnTo>
                  <a:lnTo>
                    <a:pt x="910462" y="901829"/>
                  </a:lnTo>
                  <a:lnTo>
                    <a:pt x="910711" y="901642"/>
                  </a:lnTo>
                  <a:lnTo>
                    <a:pt x="910960" y="901456"/>
                  </a:lnTo>
                  <a:lnTo>
                    <a:pt x="911209" y="901270"/>
                  </a:lnTo>
                  <a:lnTo>
                    <a:pt x="911458" y="901084"/>
                  </a:lnTo>
                  <a:lnTo>
                    <a:pt x="911707" y="900898"/>
                  </a:lnTo>
                  <a:lnTo>
                    <a:pt x="911956" y="900712"/>
                  </a:lnTo>
                  <a:lnTo>
                    <a:pt x="912205" y="900526"/>
                  </a:lnTo>
                  <a:lnTo>
                    <a:pt x="912454" y="900339"/>
                  </a:lnTo>
                  <a:lnTo>
                    <a:pt x="912703" y="900153"/>
                  </a:lnTo>
                  <a:lnTo>
                    <a:pt x="912952" y="899967"/>
                  </a:lnTo>
                  <a:lnTo>
                    <a:pt x="913201" y="899781"/>
                  </a:lnTo>
                  <a:lnTo>
                    <a:pt x="913450" y="899595"/>
                  </a:lnTo>
                  <a:lnTo>
                    <a:pt x="913699" y="899409"/>
                  </a:lnTo>
                  <a:lnTo>
                    <a:pt x="913948" y="899223"/>
                  </a:lnTo>
                  <a:lnTo>
                    <a:pt x="914197" y="899037"/>
                  </a:lnTo>
                  <a:lnTo>
                    <a:pt x="914400" y="898885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36781" y="22400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83" y="916089"/>
                  </a:lnTo>
                  <a:lnTo>
                    <a:pt x="905433" y="915903"/>
                  </a:lnTo>
                  <a:lnTo>
                    <a:pt x="905682" y="915717"/>
                  </a:lnTo>
                  <a:lnTo>
                    <a:pt x="905931" y="915531"/>
                  </a:lnTo>
                  <a:lnTo>
                    <a:pt x="906180" y="915345"/>
                  </a:lnTo>
                  <a:lnTo>
                    <a:pt x="906429" y="915159"/>
                  </a:lnTo>
                  <a:lnTo>
                    <a:pt x="906678" y="914973"/>
                  </a:lnTo>
                  <a:lnTo>
                    <a:pt x="906927" y="914787"/>
                  </a:lnTo>
                  <a:lnTo>
                    <a:pt x="907176" y="914601"/>
                  </a:lnTo>
                  <a:lnTo>
                    <a:pt x="907445" y="914400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8367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8460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53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645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8738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8830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89235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9016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9108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9201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9294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9386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9479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9571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9664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9757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9849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9942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300350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30127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0220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03128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0405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0498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0590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0683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0775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0868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09612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10538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11464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12391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13317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14243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15169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16095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17022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17948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18874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19800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20727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216532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22579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2350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2443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2535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2628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27210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2813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2906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2998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309154" y="22572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472"/>
                  </a:lnTo>
                  <a:lnTo>
                    <a:pt x="923577" y="912826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318417" y="2240025"/>
              <a:ext cx="917978" cy="929710"/>
            </a:xfrm>
            <a:custGeom>
              <a:avLst/>
              <a:pathLst>
                <a:path w="917978" h="929710">
                  <a:moveTo>
                    <a:pt x="914400" y="914400"/>
                  </a:moveTo>
                  <a:lnTo>
                    <a:pt x="917978" y="914400"/>
                  </a:lnTo>
                  <a:lnTo>
                    <a:pt x="917572" y="916196"/>
                  </a:lnTo>
                  <a:lnTo>
                    <a:pt x="917005" y="918714"/>
                  </a:lnTo>
                  <a:lnTo>
                    <a:pt x="916434" y="921246"/>
                  </a:lnTo>
                  <a:lnTo>
                    <a:pt x="914400" y="92971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2382932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16" y="931606"/>
                  </a:lnTo>
                  <a:lnTo>
                    <a:pt x="913349" y="929901"/>
                  </a:lnTo>
                  <a:lnTo>
                    <a:pt x="912582" y="928197"/>
                  </a:lnTo>
                  <a:lnTo>
                    <a:pt x="911815" y="926492"/>
                  </a:lnTo>
                  <a:lnTo>
                    <a:pt x="911048" y="924788"/>
                  </a:lnTo>
                  <a:lnTo>
                    <a:pt x="910281" y="923084"/>
                  </a:lnTo>
                  <a:lnTo>
                    <a:pt x="909513" y="921380"/>
                  </a:lnTo>
                  <a:lnTo>
                    <a:pt x="908746" y="919676"/>
                  </a:lnTo>
                  <a:lnTo>
                    <a:pt x="907978" y="917972"/>
                  </a:lnTo>
                  <a:lnTo>
                    <a:pt x="907210" y="916267"/>
                  </a:lnTo>
                  <a:lnTo>
                    <a:pt x="906441" y="914564"/>
                  </a:lnTo>
                  <a:lnTo>
                    <a:pt x="906367" y="914400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238293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239219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24014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24107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24199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24292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24385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244776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24570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24662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247555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24848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24940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25033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25126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25218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25311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25403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25496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25589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25681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25774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2586701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25959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26052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261448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26237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26330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26422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26515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26607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26700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2679323" y="2240025"/>
              <a:ext cx="916959" cy="914400"/>
            </a:xfrm>
            <a:custGeom>
              <a:avLst/>
              <a:pathLst>
                <a:path w="9169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297" y="897161"/>
                  </a:lnTo>
                  <a:lnTo>
                    <a:pt x="916253" y="905762"/>
                  </a:lnTo>
                  <a:lnTo>
                    <a:pt x="916959" y="914400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2836781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445" y="914400"/>
                  </a:lnTo>
                  <a:lnTo>
                    <a:pt x="907674" y="914229"/>
                  </a:lnTo>
                  <a:lnTo>
                    <a:pt x="907923" y="914043"/>
                  </a:lnTo>
                  <a:lnTo>
                    <a:pt x="908172" y="913857"/>
                  </a:lnTo>
                  <a:lnTo>
                    <a:pt x="908421" y="913671"/>
                  </a:lnTo>
                  <a:lnTo>
                    <a:pt x="908671" y="913485"/>
                  </a:lnTo>
                  <a:lnTo>
                    <a:pt x="908920" y="913299"/>
                  </a:lnTo>
                  <a:lnTo>
                    <a:pt x="909169" y="913113"/>
                  </a:lnTo>
                  <a:lnTo>
                    <a:pt x="909418" y="912927"/>
                  </a:lnTo>
                  <a:lnTo>
                    <a:pt x="909667" y="912741"/>
                  </a:lnTo>
                  <a:lnTo>
                    <a:pt x="909916" y="912555"/>
                  </a:lnTo>
                  <a:lnTo>
                    <a:pt x="910166" y="912369"/>
                  </a:lnTo>
                  <a:lnTo>
                    <a:pt x="910415" y="912183"/>
                  </a:lnTo>
                  <a:lnTo>
                    <a:pt x="910664" y="911997"/>
                  </a:lnTo>
                  <a:lnTo>
                    <a:pt x="910913" y="911811"/>
                  </a:lnTo>
                  <a:lnTo>
                    <a:pt x="911162" y="911625"/>
                  </a:lnTo>
                  <a:lnTo>
                    <a:pt x="911411" y="911439"/>
                  </a:lnTo>
                  <a:lnTo>
                    <a:pt x="911661" y="911253"/>
                  </a:lnTo>
                  <a:lnTo>
                    <a:pt x="914400" y="909313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2846043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313"/>
                  </a:lnTo>
                  <a:lnTo>
                    <a:pt x="905336" y="909017"/>
                  </a:lnTo>
                  <a:lnTo>
                    <a:pt x="910052" y="902708"/>
                  </a:lnTo>
                  <a:lnTo>
                    <a:pt x="914400" y="897511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2855306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50"/>
                  </a:lnTo>
                  <a:lnTo>
                    <a:pt x="905430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28553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28645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28738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28830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28923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29016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29108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29201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29294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29386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29479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29571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29664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29757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29849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29942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00350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0127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0220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03128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0405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0498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0590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0683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0775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0868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09612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10538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11464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12391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13317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14243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15169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16095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17022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17948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18874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19800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20727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216532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22579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2350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2443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2535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2628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27210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2813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2906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2998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3091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318417" y="2240025"/>
              <a:ext cx="921873" cy="914400"/>
            </a:xfrm>
            <a:custGeom>
              <a:avLst/>
              <a:pathLst>
                <a:path w="92187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73" y="897161"/>
                  </a:lnTo>
                  <a:lnTo>
                    <a:pt x="921553" y="898573"/>
                  </a:lnTo>
                  <a:lnTo>
                    <a:pt x="920984" y="901090"/>
                  </a:lnTo>
                  <a:lnTo>
                    <a:pt x="920415" y="903608"/>
                  </a:lnTo>
                  <a:lnTo>
                    <a:pt x="919846" y="906125"/>
                  </a:lnTo>
                  <a:lnTo>
                    <a:pt x="919277" y="908643"/>
                  </a:lnTo>
                  <a:lnTo>
                    <a:pt x="918709" y="911161"/>
                  </a:lnTo>
                  <a:lnTo>
                    <a:pt x="918140" y="913678"/>
                  </a:lnTo>
                  <a:lnTo>
                    <a:pt x="917978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2373670" y="2205548"/>
              <a:ext cx="914400" cy="928911"/>
            </a:xfrm>
            <a:custGeom>
              <a:avLst/>
              <a:pathLst>
                <a:path w="914400" h="928911">
                  <a:moveTo>
                    <a:pt x="914400" y="914400"/>
                  </a:moveTo>
                  <a:lnTo>
                    <a:pt x="914400" y="928911"/>
                  </a:lnTo>
                  <a:lnTo>
                    <a:pt x="914166" y="928394"/>
                  </a:lnTo>
                  <a:lnTo>
                    <a:pt x="913397" y="926690"/>
                  </a:lnTo>
                  <a:lnTo>
                    <a:pt x="912628" y="924987"/>
                  </a:lnTo>
                  <a:lnTo>
                    <a:pt x="911859" y="923283"/>
                  </a:lnTo>
                  <a:lnTo>
                    <a:pt x="911089" y="921579"/>
                  </a:lnTo>
                  <a:lnTo>
                    <a:pt x="910319" y="919876"/>
                  </a:lnTo>
                  <a:lnTo>
                    <a:pt x="909549" y="918172"/>
                  </a:lnTo>
                  <a:lnTo>
                    <a:pt x="908779" y="916468"/>
                  </a:lnTo>
                  <a:lnTo>
                    <a:pt x="908009" y="914765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23736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29" y="931638"/>
                  </a:lnTo>
                  <a:lnTo>
                    <a:pt x="914935" y="930098"/>
                  </a:lnTo>
                  <a:lnTo>
                    <a:pt x="914400" y="928911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238293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239219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24014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24107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24199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24292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243850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244776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24570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24662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247555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24848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24940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25033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25126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25218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25311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25403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25496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25589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25681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25774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2586701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25959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26052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261448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26237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26330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26422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26515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26607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2679323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789" y="897161"/>
                  </a:lnTo>
                  <a:lnTo>
                    <a:pt x="913560" y="901639"/>
                  </a:lnTo>
                  <a:lnTo>
                    <a:pt x="914400" y="907585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2679323" y="2222787"/>
              <a:ext cx="915297" cy="914400"/>
            </a:xfrm>
            <a:custGeom>
              <a:avLst/>
              <a:pathLst>
                <a:path w="915297" h="914400">
                  <a:moveTo>
                    <a:pt x="914400" y="914400"/>
                  </a:moveTo>
                  <a:lnTo>
                    <a:pt x="914400" y="907585"/>
                  </a:lnTo>
                  <a:lnTo>
                    <a:pt x="915059" y="912254"/>
                  </a:lnTo>
                  <a:lnTo>
                    <a:pt x="915297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2855306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430" y="914400"/>
                  </a:lnTo>
                  <a:lnTo>
                    <a:pt x="905677" y="914105"/>
                  </a:lnTo>
                  <a:lnTo>
                    <a:pt x="910721" y="908746"/>
                  </a:lnTo>
                  <a:lnTo>
                    <a:pt x="914400" y="9053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2864568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300"/>
                  </a:lnTo>
                  <a:lnTo>
                    <a:pt x="906646" y="903885"/>
                  </a:lnTo>
                  <a:lnTo>
                    <a:pt x="911964" y="899536"/>
                  </a:lnTo>
                  <a:lnTo>
                    <a:pt x="912357" y="899236"/>
                  </a:lnTo>
                  <a:lnTo>
                    <a:pt x="912754" y="898934"/>
                  </a:lnTo>
                  <a:lnTo>
                    <a:pt x="913151" y="898632"/>
                  </a:lnTo>
                  <a:lnTo>
                    <a:pt x="913548" y="898330"/>
                  </a:lnTo>
                  <a:lnTo>
                    <a:pt x="913945" y="898029"/>
                  </a:lnTo>
                  <a:lnTo>
                    <a:pt x="914400" y="897683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873830" y="22055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921"/>
                  </a:lnTo>
                  <a:lnTo>
                    <a:pt x="905477" y="914663"/>
                  </a:lnTo>
                  <a:lnTo>
                    <a:pt x="905824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8738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8830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8923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9016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9108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9201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9294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9386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9479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9571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9664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9757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9849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9942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300350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30127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30220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303128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30405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30498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30590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30683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30775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308686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309612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310538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311464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312391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313317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314243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315169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316095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317022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317948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318874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319800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32072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3216532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322579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32350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32443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32535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32628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327210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328136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32906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32998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33091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3318417" y="22227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497"/>
                  </a:lnTo>
                  <a:lnTo>
                    <a:pt x="923263" y="908259"/>
                  </a:lnTo>
                  <a:lnTo>
                    <a:pt x="922693" y="910776"/>
                  </a:lnTo>
                  <a:lnTo>
                    <a:pt x="922123" y="913294"/>
                  </a:lnTo>
                  <a:lnTo>
                    <a:pt x="921873" y="914400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3327679" y="2205548"/>
              <a:ext cx="916792" cy="923736"/>
            </a:xfrm>
            <a:custGeom>
              <a:avLst/>
              <a:pathLst>
                <a:path w="916792" h="923736">
                  <a:moveTo>
                    <a:pt x="914400" y="914400"/>
                  </a:moveTo>
                  <a:lnTo>
                    <a:pt x="916792" y="914400"/>
                  </a:lnTo>
                  <a:lnTo>
                    <a:pt x="916667" y="914867"/>
                  </a:lnTo>
                  <a:lnTo>
                    <a:pt x="915863" y="917877"/>
                  </a:lnTo>
                  <a:lnTo>
                    <a:pt x="915060" y="920887"/>
                  </a:lnTo>
                  <a:lnTo>
                    <a:pt x="914963" y="921250"/>
                  </a:lnTo>
                  <a:lnTo>
                    <a:pt x="914571" y="922980"/>
                  </a:lnTo>
                  <a:lnTo>
                    <a:pt x="914400" y="923736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2364408" y="2188310"/>
              <a:ext cx="914399" cy="925659"/>
            </a:xfrm>
            <a:custGeom>
              <a:avLst/>
              <a:pathLst>
                <a:path w="914399" h="925659">
                  <a:moveTo>
                    <a:pt x="914399" y="914400"/>
                  </a:moveTo>
                  <a:lnTo>
                    <a:pt x="914399" y="925659"/>
                  </a:lnTo>
                  <a:lnTo>
                    <a:pt x="914187" y="925190"/>
                  </a:lnTo>
                  <a:lnTo>
                    <a:pt x="913416" y="923487"/>
                  </a:lnTo>
                  <a:lnTo>
                    <a:pt x="912644" y="921784"/>
                  </a:lnTo>
                  <a:lnTo>
                    <a:pt x="911872" y="920081"/>
                  </a:lnTo>
                  <a:lnTo>
                    <a:pt x="911100" y="918378"/>
                  </a:lnTo>
                  <a:lnTo>
                    <a:pt x="910328" y="916675"/>
                  </a:lnTo>
                  <a:lnTo>
                    <a:pt x="909555" y="914972"/>
                  </a:lnTo>
                  <a:lnTo>
                    <a:pt x="909296" y="914400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36440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6500" y="930300"/>
                  </a:lnTo>
                  <a:lnTo>
                    <a:pt x="915729" y="928597"/>
                  </a:lnTo>
                  <a:lnTo>
                    <a:pt x="914958" y="926893"/>
                  </a:lnTo>
                  <a:lnTo>
                    <a:pt x="914399" y="92565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3736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238293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39219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4014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4107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24199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24292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243850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244776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24570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24662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247555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24848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24940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25033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25126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25218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25311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25403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25496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25589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25681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25774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2586701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25959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26052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261448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26237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26330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26422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26515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26607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2670061" y="2205548"/>
              <a:ext cx="922051" cy="914400"/>
            </a:xfrm>
            <a:custGeom>
              <a:avLst/>
              <a:pathLst>
                <a:path w="92205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03" y="897161"/>
                  </a:lnTo>
                  <a:lnTo>
                    <a:pt x="918932" y="897316"/>
                  </a:lnTo>
                  <a:lnTo>
                    <a:pt x="919037" y="897871"/>
                  </a:lnTo>
                  <a:lnTo>
                    <a:pt x="919142" y="898427"/>
                  </a:lnTo>
                  <a:lnTo>
                    <a:pt x="919246" y="898982"/>
                  </a:lnTo>
                  <a:lnTo>
                    <a:pt x="919351" y="899538"/>
                  </a:lnTo>
                  <a:lnTo>
                    <a:pt x="919455" y="900093"/>
                  </a:lnTo>
                  <a:lnTo>
                    <a:pt x="919560" y="900649"/>
                  </a:lnTo>
                  <a:lnTo>
                    <a:pt x="919664" y="901204"/>
                  </a:lnTo>
                  <a:lnTo>
                    <a:pt x="919769" y="901760"/>
                  </a:lnTo>
                  <a:lnTo>
                    <a:pt x="919874" y="902316"/>
                  </a:lnTo>
                  <a:lnTo>
                    <a:pt x="919978" y="902871"/>
                  </a:lnTo>
                  <a:lnTo>
                    <a:pt x="920083" y="903427"/>
                  </a:lnTo>
                  <a:lnTo>
                    <a:pt x="920187" y="903982"/>
                  </a:lnTo>
                  <a:lnTo>
                    <a:pt x="920292" y="904538"/>
                  </a:lnTo>
                  <a:lnTo>
                    <a:pt x="920396" y="905093"/>
                  </a:lnTo>
                  <a:lnTo>
                    <a:pt x="920501" y="905649"/>
                  </a:lnTo>
                  <a:lnTo>
                    <a:pt x="920605" y="906204"/>
                  </a:lnTo>
                  <a:lnTo>
                    <a:pt x="920710" y="906760"/>
                  </a:lnTo>
                  <a:lnTo>
                    <a:pt x="920814" y="907315"/>
                  </a:lnTo>
                  <a:lnTo>
                    <a:pt x="920918" y="907871"/>
                  </a:lnTo>
                  <a:lnTo>
                    <a:pt x="921023" y="908426"/>
                  </a:lnTo>
                  <a:lnTo>
                    <a:pt x="922051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2873830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874" y="914361"/>
                  </a:lnTo>
                  <a:lnTo>
                    <a:pt x="906271" y="914060"/>
                  </a:lnTo>
                  <a:lnTo>
                    <a:pt x="906668" y="913758"/>
                  </a:lnTo>
                  <a:lnTo>
                    <a:pt x="907065" y="913456"/>
                  </a:lnTo>
                  <a:lnTo>
                    <a:pt x="907462" y="913154"/>
                  </a:lnTo>
                  <a:lnTo>
                    <a:pt x="907859" y="912852"/>
                  </a:lnTo>
                  <a:lnTo>
                    <a:pt x="908256" y="912551"/>
                  </a:lnTo>
                  <a:lnTo>
                    <a:pt x="908653" y="912249"/>
                  </a:lnTo>
                  <a:lnTo>
                    <a:pt x="909051" y="911947"/>
                  </a:lnTo>
                  <a:lnTo>
                    <a:pt x="909448" y="911646"/>
                  </a:lnTo>
                  <a:lnTo>
                    <a:pt x="909845" y="911344"/>
                  </a:lnTo>
                  <a:lnTo>
                    <a:pt x="910242" y="911042"/>
                  </a:lnTo>
                  <a:lnTo>
                    <a:pt x="910639" y="910740"/>
                  </a:lnTo>
                  <a:lnTo>
                    <a:pt x="911037" y="910439"/>
                  </a:lnTo>
                  <a:lnTo>
                    <a:pt x="911434" y="910137"/>
                  </a:lnTo>
                  <a:lnTo>
                    <a:pt x="911831" y="909836"/>
                  </a:lnTo>
                  <a:lnTo>
                    <a:pt x="912229" y="909534"/>
                  </a:lnTo>
                  <a:lnTo>
                    <a:pt x="912626" y="909232"/>
                  </a:lnTo>
                  <a:lnTo>
                    <a:pt x="913023" y="908931"/>
                  </a:lnTo>
                  <a:lnTo>
                    <a:pt x="913421" y="908629"/>
                  </a:lnTo>
                  <a:lnTo>
                    <a:pt x="913818" y="908327"/>
                  </a:lnTo>
                  <a:lnTo>
                    <a:pt x="914215" y="908026"/>
                  </a:lnTo>
                  <a:lnTo>
                    <a:pt x="914400" y="907886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2883092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886"/>
                  </a:lnTo>
                  <a:lnTo>
                    <a:pt x="905351" y="907724"/>
                  </a:lnTo>
                  <a:lnTo>
                    <a:pt x="905748" y="907423"/>
                  </a:lnTo>
                  <a:lnTo>
                    <a:pt x="906145" y="907121"/>
                  </a:lnTo>
                  <a:lnTo>
                    <a:pt x="911308" y="903480"/>
                  </a:lnTo>
                  <a:lnTo>
                    <a:pt x="914400" y="901621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2892354" y="21883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59"/>
                  </a:lnTo>
                  <a:lnTo>
                    <a:pt x="907298" y="917560"/>
                  </a:lnTo>
                  <a:lnTo>
                    <a:pt x="912629" y="914890"/>
                  </a:lnTo>
                  <a:lnTo>
                    <a:pt x="913846" y="914400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28923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29016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29108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29201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29294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29386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29479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29571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29664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7">
                <a:alpha val="100000"/>
              </a:srgbClr>
            </a:solidFill>
            <a:ln w="5420" cap="flat">
              <a:solidFill>
                <a:srgbClr val="E1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29757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7">
                <a:alpha val="100000"/>
              </a:srgbClr>
            </a:solidFill>
            <a:ln w="5420" cap="flat">
              <a:solidFill>
                <a:srgbClr val="E1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29849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29942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300350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30127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30220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303128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30405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30498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30590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30683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30775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308686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309612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310538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311464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312391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313317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314243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315169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316095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317022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317948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318874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319800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32072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3216532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322579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32350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32443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32535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32628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327210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328136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32906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32998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33091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33184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3327679" y="2205548"/>
              <a:ext cx="921403" cy="914400"/>
            </a:xfrm>
            <a:custGeom>
              <a:avLst/>
              <a:pathLst>
                <a:path w="9214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03" y="897161"/>
                  </a:lnTo>
                  <a:lnTo>
                    <a:pt x="920691" y="899818"/>
                  </a:lnTo>
                  <a:lnTo>
                    <a:pt x="919886" y="902828"/>
                  </a:lnTo>
                  <a:lnTo>
                    <a:pt x="919080" y="905838"/>
                  </a:lnTo>
                  <a:lnTo>
                    <a:pt x="918275" y="908847"/>
                  </a:lnTo>
                  <a:lnTo>
                    <a:pt x="917471" y="911857"/>
                  </a:lnTo>
                  <a:lnTo>
                    <a:pt x="916792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2355146" y="2171071"/>
              <a:ext cx="914400" cy="922481"/>
            </a:xfrm>
            <a:custGeom>
              <a:avLst/>
              <a:pathLst>
                <a:path w="914400" h="922481">
                  <a:moveTo>
                    <a:pt x="914400" y="914400"/>
                  </a:moveTo>
                  <a:lnTo>
                    <a:pt x="914400" y="922481"/>
                  </a:lnTo>
                  <a:lnTo>
                    <a:pt x="914178" y="921993"/>
                  </a:lnTo>
                  <a:lnTo>
                    <a:pt x="913404" y="920291"/>
                  </a:lnTo>
                  <a:lnTo>
                    <a:pt x="912630" y="918588"/>
                  </a:lnTo>
                  <a:lnTo>
                    <a:pt x="911856" y="916886"/>
                  </a:lnTo>
                  <a:lnTo>
                    <a:pt x="911081" y="915183"/>
                  </a:lnTo>
                  <a:lnTo>
                    <a:pt x="910724" y="914400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235514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58" y="931638"/>
                  </a:lnTo>
                  <a:lnTo>
                    <a:pt x="918045" y="930507"/>
                  </a:lnTo>
                  <a:lnTo>
                    <a:pt x="917272" y="928804"/>
                  </a:lnTo>
                  <a:lnTo>
                    <a:pt x="916499" y="927101"/>
                  </a:lnTo>
                  <a:lnTo>
                    <a:pt x="915725" y="925399"/>
                  </a:lnTo>
                  <a:lnTo>
                    <a:pt x="914952" y="923696"/>
                  </a:lnTo>
                  <a:lnTo>
                    <a:pt x="914400" y="922481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236440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23736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238293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239219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24014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24107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24199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24292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243850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244776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24570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24662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247555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24848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249407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250334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251260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7">
                <a:alpha val="100000"/>
              </a:srgbClr>
            </a:solidFill>
            <a:ln w="5420" cap="flat">
              <a:solidFill>
                <a:srgbClr val="E1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252186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253112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254039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254965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255891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256817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257743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2586701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259596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260522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261448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262375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263301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264227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265153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26607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2670061" y="2188310"/>
              <a:ext cx="918903" cy="914400"/>
            </a:xfrm>
            <a:custGeom>
              <a:avLst/>
              <a:pathLst>
                <a:path w="918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652" y="897161"/>
                  </a:lnTo>
                  <a:lnTo>
                    <a:pt x="915685" y="897333"/>
                  </a:lnTo>
                  <a:lnTo>
                    <a:pt x="915790" y="897889"/>
                  </a:lnTo>
                  <a:lnTo>
                    <a:pt x="915895" y="898444"/>
                  </a:lnTo>
                  <a:lnTo>
                    <a:pt x="916000" y="899000"/>
                  </a:lnTo>
                  <a:lnTo>
                    <a:pt x="916104" y="899555"/>
                  </a:lnTo>
                  <a:lnTo>
                    <a:pt x="916209" y="900111"/>
                  </a:lnTo>
                  <a:lnTo>
                    <a:pt x="916314" y="900666"/>
                  </a:lnTo>
                  <a:lnTo>
                    <a:pt x="916419" y="901222"/>
                  </a:lnTo>
                  <a:lnTo>
                    <a:pt x="916524" y="901777"/>
                  </a:lnTo>
                  <a:lnTo>
                    <a:pt x="916629" y="902333"/>
                  </a:lnTo>
                  <a:lnTo>
                    <a:pt x="916733" y="902888"/>
                  </a:lnTo>
                  <a:lnTo>
                    <a:pt x="916838" y="903444"/>
                  </a:lnTo>
                  <a:lnTo>
                    <a:pt x="916943" y="903999"/>
                  </a:lnTo>
                  <a:lnTo>
                    <a:pt x="917048" y="904555"/>
                  </a:lnTo>
                  <a:lnTo>
                    <a:pt x="917153" y="905110"/>
                  </a:lnTo>
                  <a:lnTo>
                    <a:pt x="917257" y="905666"/>
                  </a:lnTo>
                  <a:lnTo>
                    <a:pt x="917362" y="906222"/>
                  </a:lnTo>
                  <a:lnTo>
                    <a:pt x="917467" y="906777"/>
                  </a:lnTo>
                  <a:lnTo>
                    <a:pt x="917572" y="907333"/>
                  </a:lnTo>
                  <a:lnTo>
                    <a:pt x="917676" y="907888"/>
                  </a:lnTo>
                  <a:lnTo>
                    <a:pt x="917781" y="908444"/>
                  </a:lnTo>
                  <a:lnTo>
                    <a:pt x="917886" y="908999"/>
                  </a:lnTo>
                  <a:lnTo>
                    <a:pt x="917990" y="909555"/>
                  </a:lnTo>
                  <a:lnTo>
                    <a:pt x="918095" y="910110"/>
                  </a:lnTo>
                  <a:lnTo>
                    <a:pt x="918200" y="910666"/>
                  </a:lnTo>
                  <a:lnTo>
                    <a:pt x="918305" y="911221"/>
                  </a:lnTo>
                  <a:lnTo>
                    <a:pt x="918409" y="911777"/>
                  </a:lnTo>
                  <a:lnTo>
                    <a:pt x="918514" y="912332"/>
                  </a:lnTo>
                  <a:lnTo>
                    <a:pt x="918618" y="912888"/>
                  </a:lnTo>
                  <a:lnTo>
                    <a:pt x="918723" y="913443"/>
                  </a:lnTo>
                  <a:lnTo>
                    <a:pt x="918828" y="913999"/>
                  </a:lnTo>
                  <a:lnTo>
                    <a:pt x="918903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289235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46" y="914400"/>
                  </a:lnTo>
                  <a:lnTo>
                    <a:pt x="914400" y="914176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290161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76"/>
                  </a:lnTo>
                  <a:lnTo>
                    <a:pt x="908763" y="912716"/>
                  </a:lnTo>
                  <a:lnTo>
                    <a:pt x="914209" y="911043"/>
                  </a:lnTo>
                  <a:lnTo>
                    <a:pt x="914400" y="911002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291087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002"/>
                  </a:lnTo>
                  <a:lnTo>
                    <a:pt x="910432" y="909876"/>
                  </a:lnTo>
                  <a:lnTo>
                    <a:pt x="914400" y="909401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292014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01"/>
                  </a:lnTo>
                  <a:lnTo>
                    <a:pt x="906679" y="909217"/>
                  </a:lnTo>
                  <a:lnTo>
                    <a:pt x="907068" y="909188"/>
                  </a:lnTo>
                  <a:lnTo>
                    <a:pt x="907460" y="909159"/>
                  </a:lnTo>
                  <a:lnTo>
                    <a:pt x="907851" y="909131"/>
                  </a:lnTo>
                  <a:lnTo>
                    <a:pt x="908242" y="909102"/>
                  </a:lnTo>
                  <a:lnTo>
                    <a:pt x="908633" y="909074"/>
                  </a:lnTo>
                  <a:lnTo>
                    <a:pt x="909025" y="909045"/>
                  </a:lnTo>
                  <a:lnTo>
                    <a:pt x="909416" y="909016"/>
                  </a:lnTo>
                  <a:lnTo>
                    <a:pt x="909807" y="908988"/>
                  </a:lnTo>
                  <a:lnTo>
                    <a:pt x="910199" y="908959"/>
                  </a:lnTo>
                  <a:lnTo>
                    <a:pt x="910590" y="908931"/>
                  </a:lnTo>
                  <a:lnTo>
                    <a:pt x="910981" y="908902"/>
                  </a:lnTo>
                  <a:lnTo>
                    <a:pt x="911373" y="908874"/>
                  </a:lnTo>
                  <a:lnTo>
                    <a:pt x="911764" y="908845"/>
                  </a:lnTo>
                  <a:lnTo>
                    <a:pt x="912155" y="908816"/>
                  </a:lnTo>
                  <a:lnTo>
                    <a:pt x="912547" y="908788"/>
                  </a:lnTo>
                  <a:lnTo>
                    <a:pt x="912938" y="908759"/>
                  </a:lnTo>
                  <a:lnTo>
                    <a:pt x="913329" y="908731"/>
                  </a:lnTo>
                  <a:lnTo>
                    <a:pt x="913721" y="908703"/>
                  </a:lnTo>
                  <a:lnTo>
                    <a:pt x="914112" y="908674"/>
                  </a:lnTo>
                  <a:lnTo>
                    <a:pt x="914400" y="908653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292940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1" y="908646"/>
                  </a:lnTo>
                  <a:lnTo>
                    <a:pt x="905632" y="908617"/>
                  </a:lnTo>
                  <a:lnTo>
                    <a:pt x="906024" y="908589"/>
                  </a:lnTo>
                  <a:lnTo>
                    <a:pt x="906415" y="908560"/>
                  </a:lnTo>
                  <a:lnTo>
                    <a:pt x="906806" y="908532"/>
                  </a:lnTo>
                  <a:lnTo>
                    <a:pt x="907198" y="908504"/>
                  </a:lnTo>
                  <a:lnTo>
                    <a:pt x="907589" y="908475"/>
                  </a:lnTo>
                  <a:lnTo>
                    <a:pt x="907980" y="908447"/>
                  </a:lnTo>
                  <a:lnTo>
                    <a:pt x="908372" y="908419"/>
                  </a:lnTo>
                  <a:lnTo>
                    <a:pt x="908763" y="908390"/>
                  </a:lnTo>
                  <a:lnTo>
                    <a:pt x="909155" y="908362"/>
                  </a:lnTo>
                  <a:lnTo>
                    <a:pt x="909546" y="908334"/>
                  </a:lnTo>
                  <a:lnTo>
                    <a:pt x="909937" y="908305"/>
                  </a:lnTo>
                  <a:lnTo>
                    <a:pt x="910329" y="908277"/>
                  </a:lnTo>
                  <a:lnTo>
                    <a:pt x="910720" y="908249"/>
                  </a:lnTo>
                  <a:lnTo>
                    <a:pt x="911111" y="908221"/>
                  </a:lnTo>
                  <a:lnTo>
                    <a:pt x="911503" y="908192"/>
                  </a:lnTo>
                  <a:lnTo>
                    <a:pt x="911894" y="908164"/>
                  </a:lnTo>
                  <a:lnTo>
                    <a:pt x="912285" y="908136"/>
                  </a:lnTo>
                  <a:lnTo>
                    <a:pt x="912677" y="908108"/>
                  </a:lnTo>
                  <a:lnTo>
                    <a:pt x="913068" y="908080"/>
                  </a:lnTo>
                  <a:lnTo>
                    <a:pt x="913459" y="908051"/>
                  </a:lnTo>
                  <a:lnTo>
                    <a:pt x="913851" y="908023"/>
                  </a:lnTo>
                  <a:lnTo>
                    <a:pt x="914242" y="907995"/>
                  </a:lnTo>
                  <a:lnTo>
                    <a:pt x="914400" y="907984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293866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984"/>
                  </a:lnTo>
                  <a:lnTo>
                    <a:pt x="905371" y="907967"/>
                  </a:lnTo>
                  <a:lnTo>
                    <a:pt x="905763" y="907939"/>
                  </a:lnTo>
                  <a:lnTo>
                    <a:pt x="906154" y="907911"/>
                  </a:lnTo>
                  <a:lnTo>
                    <a:pt x="906545" y="907883"/>
                  </a:lnTo>
                  <a:lnTo>
                    <a:pt x="906937" y="907854"/>
                  </a:lnTo>
                  <a:lnTo>
                    <a:pt x="907328" y="907826"/>
                  </a:lnTo>
                  <a:lnTo>
                    <a:pt x="907720" y="907798"/>
                  </a:lnTo>
                  <a:lnTo>
                    <a:pt x="908111" y="907770"/>
                  </a:lnTo>
                  <a:lnTo>
                    <a:pt x="908502" y="907742"/>
                  </a:lnTo>
                  <a:lnTo>
                    <a:pt x="908894" y="907714"/>
                  </a:lnTo>
                  <a:lnTo>
                    <a:pt x="909285" y="907686"/>
                  </a:lnTo>
                  <a:lnTo>
                    <a:pt x="909677" y="907658"/>
                  </a:lnTo>
                  <a:lnTo>
                    <a:pt x="910068" y="907630"/>
                  </a:lnTo>
                  <a:lnTo>
                    <a:pt x="910459" y="907602"/>
                  </a:lnTo>
                  <a:lnTo>
                    <a:pt x="910851" y="907574"/>
                  </a:lnTo>
                  <a:lnTo>
                    <a:pt x="911242" y="907546"/>
                  </a:lnTo>
                  <a:lnTo>
                    <a:pt x="911634" y="907518"/>
                  </a:lnTo>
                  <a:lnTo>
                    <a:pt x="912025" y="907490"/>
                  </a:lnTo>
                  <a:lnTo>
                    <a:pt x="912416" y="907463"/>
                  </a:lnTo>
                  <a:lnTo>
                    <a:pt x="912808" y="907435"/>
                  </a:lnTo>
                  <a:lnTo>
                    <a:pt x="913199" y="907407"/>
                  </a:lnTo>
                  <a:lnTo>
                    <a:pt x="913591" y="907379"/>
                  </a:lnTo>
                  <a:lnTo>
                    <a:pt x="913982" y="907351"/>
                  </a:lnTo>
                  <a:lnTo>
                    <a:pt x="914400" y="907321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2947928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321"/>
                  </a:lnTo>
                  <a:lnTo>
                    <a:pt x="905503" y="907295"/>
                  </a:lnTo>
                  <a:lnTo>
                    <a:pt x="905894" y="907267"/>
                  </a:lnTo>
                  <a:lnTo>
                    <a:pt x="906285" y="907240"/>
                  </a:lnTo>
                  <a:lnTo>
                    <a:pt x="906677" y="907212"/>
                  </a:lnTo>
                  <a:lnTo>
                    <a:pt x="907068" y="907184"/>
                  </a:lnTo>
                  <a:lnTo>
                    <a:pt x="907460" y="907156"/>
                  </a:lnTo>
                  <a:lnTo>
                    <a:pt x="907851" y="907128"/>
                  </a:lnTo>
                  <a:lnTo>
                    <a:pt x="908243" y="907101"/>
                  </a:lnTo>
                  <a:lnTo>
                    <a:pt x="908634" y="907073"/>
                  </a:lnTo>
                  <a:lnTo>
                    <a:pt x="909025" y="907045"/>
                  </a:lnTo>
                  <a:lnTo>
                    <a:pt x="909417" y="907018"/>
                  </a:lnTo>
                  <a:lnTo>
                    <a:pt x="909808" y="906990"/>
                  </a:lnTo>
                  <a:lnTo>
                    <a:pt x="910200" y="906962"/>
                  </a:lnTo>
                  <a:lnTo>
                    <a:pt x="910591" y="906934"/>
                  </a:lnTo>
                  <a:lnTo>
                    <a:pt x="910983" y="906907"/>
                  </a:lnTo>
                  <a:lnTo>
                    <a:pt x="911374" y="906879"/>
                  </a:lnTo>
                  <a:lnTo>
                    <a:pt x="911765" y="906851"/>
                  </a:lnTo>
                  <a:lnTo>
                    <a:pt x="912157" y="906824"/>
                  </a:lnTo>
                  <a:lnTo>
                    <a:pt x="912548" y="906796"/>
                  </a:lnTo>
                  <a:lnTo>
                    <a:pt x="912940" y="906769"/>
                  </a:lnTo>
                  <a:lnTo>
                    <a:pt x="913331" y="906741"/>
                  </a:lnTo>
                  <a:lnTo>
                    <a:pt x="913723" y="906713"/>
                  </a:lnTo>
                  <a:lnTo>
                    <a:pt x="914114" y="906686"/>
                  </a:lnTo>
                  <a:lnTo>
                    <a:pt x="914400" y="906666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295719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3" y="906658"/>
                  </a:lnTo>
                  <a:lnTo>
                    <a:pt x="905635" y="906631"/>
                  </a:lnTo>
                  <a:lnTo>
                    <a:pt x="906026" y="906603"/>
                  </a:lnTo>
                  <a:lnTo>
                    <a:pt x="906418" y="906576"/>
                  </a:lnTo>
                  <a:lnTo>
                    <a:pt x="906809" y="906548"/>
                  </a:lnTo>
                  <a:lnTo>
                    <a:pt x="907201" y="906521"/>
                  </a:lnTo>
                  <a:lnTo>
                    <a:pt x="907592" y="906493"/>
                  </a:lnTo>
                  <a:lnTo>
                    <a:pt x="907984" y="906466"/>
                  </a:lnTo>
                  <a:lnTo>
                    <a:pt x="908375" y="906438"/>
                  </a:lnTo>
                  <a:lnTo>
                    <a:pt x="908766" y="906411"/>
                  </a:lnTo>
                  <a:lnTo>
                    <a:pt x="909158" y="906383"/>
                  </a:lnTo>
                  <a:lnTo>
                    <a:pt x="909549" y="906356"/>
                  </a:lnTo>
                  <a:lnTo>
                    <a:pt x="909941" y="906329"/>
                  </a:lnTo>
                  <a:lnTo>
                    <a:pt x="910332" y="906301"/>
                  </a:lnTo>
                  <a:lnTo>
                    <a:pt x="910724" y="906274"/>
                  </a:lnTo>
                  <a:lnTo>
                    <a:pt x="911115" y="906246"/>
                  </a:lnTo>
                  <a:lnTo>
                    <a:pt x="911507" y="906219"/>
                  </a:lnTo>
                  <a:lnTo>
                    <a:pt x="911898" y="906192"/>
                  </a:lnTo>
                  <a:lnTo>
                    <a:pt x="912290" y="906164"/>
                  </a:lnTo>
                  <a:lnTo>
                    <a:pt x="912681" y="906137"/>
                  </a:lnTo>
                  <a:lnTo>
                    <a:pt x="913073" y="906110"/>
                  </a:lnTo>
                  <a:lnTo>
                    <a:pt x="913464" y="906082"/>
                  </a:lnTo>
                  <a:lnTo>
                    <a:pt x="913856" y="906055"/>
                  </a:lnTo>
                  <a:lnTo>
                    <a:pt x="914247" y="906028"/>
                  </a:lnTo>
                  <a:lnTo>
                    <a:pt x="914400" y="906017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296645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017"/>
                  </a:lnTo>
                  <a:lnTo>
                    <a:pt x="905376" y="906001"/>
                  </a:lnTo>
                  <a:lnTo>
                    <a:pt x="905768" y="905973"/>
                  </a:lnTo>
                  <a:lnTo>
                    <a:pt x="906159" y="905946"/>
                  </a:lnTo>
                  <a:lnTo>
                    <a:pt x="906551" y="905919"/>
                  </a:lnTo>
                  <a:lnTo>
                    <a:pt x="906942" y="905892"/>
                  </a:lnTo>
                  <a:lnTo>
                    <a:pt x="907334" y="905864"/>
                  </a:lnTo>
                  <a:lnTo>
                    <a:pt x="907725" y="905837"/>
                  </a:lnTo>
                  <a:lnTo>
                    <a:pt x="908117" y="905810"/>
                  </a:lnTo>
                  <a:lnTo>
                    <a:pt x="908508" y="905783"/>
                  </a:lnTo>
                  <a:lnTo>
                    <a:pt x="908900" y="905756"/>
                  </a:lnTo>
                  <a:lnTo>
                    <a:pt x="909291" y="905729"/>
                  </a:lnTo>
                  <a:lnTo>
                    <a:pt x="909683" y="905702"/>
                  </a:lnTo>
                  <a:lnTo>
                    <a:pt x="910074" y="905674"/>
                  </a:lnTo>
                  <a:lnTo>
                    <a:pt x="910466" y="905647"/>
                  </a:lnTo>
                  <a:lnTo>
                    <a:pt x="914400" y="90558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297571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580"/>
                  </a:lnTo>
                  <a:lnTo>
                    <a:pt x="907431" y="905541"/>
                  </a:lnTo>
                  <a:lnTo>
                    <a:pt x="913652" y="906085"/>
                  </a:lnTo>
                  <a:lnTo>
                    <a:pt x="914400" y="90618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298497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189"/>
                  </a:lnTo>
                  <a:lnTo>
                    <a:pt x="914400" y="907483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299423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483"/>
                  </a:lnTo>
                  <a:lnTo>
                    <a:pt x="914400" y="908776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300350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776"/>
                  </a:lnTo>
                  <a:lnTo>
                    <a:pt x="914400" y="91007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301276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70"/>
                  </a:lnTo>
                  <a:lnTo>
                    <a:pt x="914400" y="911297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302202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97"/>
                  </a:lnTo>
                  <a:lnTo>
                    <a:pt x="905620" y="911139"/>
                  </a:lnTo>
                  <a:lnTo>
                    <a:pt x="906153" y="910965"/>
                  </a:lnTo>
                  <a:lnTo>
                    <a:pt x="906686" y="910790"/>
                  </a:lnTo>
                  <a:lnTo>
                    <a:pt x="907219" y="910616"/>
                  </a:lnTo>
                  <a:lnTo>
                    <a:pt x="907752" y="910442"/>
                  </a:lnTo>
                  <a:lnTo>
                    <a:pt x="908285" y="910268"/>
                  </a:lnTo>
                  <a:lnTo>
                    <a:pt x="908818" y="910093"/>
                  </a:lnTo>
                  <a:lnTo>
                    <a:pt x="909351" y="909919"/>
                  </a:lnTo>
                  <a:lnTo>
                    <a:pt x="909884" y="909745"/>
                  </a:lnTo>
                  <a:lnTo>
                    <a:pt x="910417" y="909571"/>
                  </a:lnTo>
                  <a:lnTo>
                    <a:pt x="910950" y="909396"/>
                  </a:lnTo>
                  <a:lnTo>
                    <a:pt x="911483" y="909222"/>
                  </a:lnTo>
                  <a:lnTo>
                    <a:pt x="912016" y="909048"/>
                  </a:lnTo>
                  <a:lnTo>
                    <a:pt x="912549" y="908874"/>
                  </a:lnTo>
                  <a:lnTo>
                    <a:pt x="913082" y="908700"/>
                  </a:lnTo>
                  <a:lnTo>
                    <a:pt x="913615" y="908526"/>
                  </a:lnTo>
                  <a:lnTo>
                    <a:pt x="914148" y="908352"/>
                  </a:lnTo>
                  <a:lnTo>
                    <a:pt x="914400" y="908270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3031288" y="218831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270"/>
                  </a:lnTo>
                  <a:lnTo>
                    <a:pt x="905419" y="908178"/>
                  </a:lnTo>
                  <a:lnTo>
                    <a:pt x="905952" y="908004"/>
                  </a:lnTo>
                  <a:lnTo>
                    <a:pt x="906485" y="907830"/>
                  </a:lnTo>
                  <a:lnTo>
                    <a:pt x="907018" y="907656"/>
                  </a:lnTo>
                  <a:lnTo>
                    <a:pt x="907551" y="907482"/>
                  </a:lnTo>
                  <a:lnTo>
                    <a:pt x="908084" y="907308"/>
                  </a:lnTo>
                  <a:lnTo>
                    <a:pt x="908618" y="907134"/>
                  </a:lnTo>
                  <a:lnTo>
                    <a:pt x="909151" y="906960"/>
                  </a:lnTo>
                  <a:lnTo>
                    <a:pt x="909684" y="906786"/>
                  </a:lnTo>
                  <a:lnTo>
                    <a:pt x="910217" y="906613"/>
                  </a:lnTo>
                  <a:lnTo>
                    <a:pt x="910751" y="906439"/>
                  </a:lnTo>
                  <a:lnTo>
                    <a:pt x="911284" y="906265"/>
                  </a:lnTo>
                  <a:lnTo>
                    <a:pt x="911817" y="906091"/>
                  </a:lnTo>
                  <a:lnTo>
                    <a:pt x="912350" y="905918"/>
                  </a:lnTo>
                  <a:lnTo>
                    <a:pt x="912884" y="905744"/>
                  </a:lnTo>
                  <a:lnTo>
                    <a:pt x="913417" y="905570"/>
                  </a:lnTo>
                  <a:lnTo>
                    <a:pt x="913950" y="905397"/>
                  </a:lnTo>
                  <a:lnTo>
                    <a:pt x="914399" y="905250"/>
                  </a:lnTo>
                  <a:close/>
                </a:path>
              </a:pathLst>
            </a:custGeom>
            <a:solidFill>
              <a:srgbClr val="E1F397">
                <a:alpha val="100000"/>
              </a:srgbClr>
            </a:solidFill>
            <a:ln w="5420" cap="flat">
              <a:solidFill>
                <a:srgbClr val="E1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304055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1" y="905223"/>
                  </a:lnTo>
                  <a:lnTo>
                    <a:pt x="905755" y="905049"/>
                  </a:lnTo>
                  <a:lnTo>
                    <a:pt x="906288" y="904876"/>
                  </a:lnTo>
                  <a:lnTo>
                    <a:pt x="911803" y="903345"/>
                  </a:lnTo>
                  <a:lnTo>
                    <a:pt x="914400" y="902871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304981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871"/>
                  </a:lnTo>
                  <a:lnTo>
                    <a:pt x="908090" y="902331"/>
                  </a:lnTo>
                  <a:lnTo>
                    <a:pt x="913659" y="901837"/>
                  </a:lnTo>
                  <a:lnTo>
                    <a:pt x="913997" y="901823"/>
                  </a:lnTo>
                  <a:lnTo>
                    <a:pt x="914400" y="901806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305907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06"/>
                  </a:lnTo>
                  <a:lnTo>
                    <a:pt x="905415" y="901794"/>
                  </a:lnTo>
                  <a:lnTo>
                    <a:pt x="905755" y="901780"/>
                  </a:lnTo>
                  <a:lnTo>
                    <a:pt x="906095" y="901765"/>
                  </a:lnTo>
                  <a:lnTo>
                    <a:pt x="906435" y="901751"/>
                  </a:lnTo>
                  <a:lnTo>
                    <a:pt x="906775" y="901737"/>
                  </a:lnTo>
                  <a:lnTo>
                    <a:pt x="907115" y="901723"/>
                  </a:lnTo>
                  <a:lnTo>
                    <a:pt x="907455" y="901709"/>
                  </a:lnTo>
                  <a:lnTo>
                    <a:pt x="907795" y="901694"/>
                  </a:lnTo>
                  <a:lnTo>
                    <a:pt x="908135" y="901680"/>
                  </a:lnTo>
                  <a:lnTo>
                    <a:pt x="908475" y="901666"/>
                  </a:lnTo>
                  <a:lnTo>
                    <a:pt x="908815" y="901652"/>
                  </a:lnTo>
                  <a:lnTo>
                    <a:pt x="909155" y="901638"/>
                  </a:lnTo>
                  <a:lnTo>
                    <a:pt x="909495" y="901623"/>
                  </a:lnTo>
                  <a:lnTo>
                    <a:pt x="909835" y="901609"/>
                  </a:lnTo>
                  <a:lnTo>
                    <a:pt x="910175" y="901595"/>
                  </a:lnTo>
                  <a:lnTo>
                    <a:pt x="910514" y="901581"/>
                  </a:lnTo>
                  <a:lnTo>
                    <a:pt x="910854" y="901567"/>
                  </a:lnTo>
                  <a:lnTo>
                    <a:pt x="911194" y="901553"/>
                  </a:lnTo>
                  <a:lnTo>
                    <a:pt x="911534" y="901539"/>
                  </a:lnTo>
                  <a:lnTo>
                    <a:pt x="911874" y="901524"/>
                  </a:lnTo>
                  <a:lnTo>
                    <a:pt x="912214" y="901510"/>
                  </a:lnTo>
                  <a:lnTo>
                    <a:pt x="912554" y="901496"/>
                  </a:lnTo>
                  <a:lnTo>
                    <a:pt x="912894" y="901482"/>
                  </a:lnTo>
                  <a:lnTo>
                    <a:pt x="913234" y="901468"/>
                  </a:lnTo>
                  <a:lnTo>
                    <a:pt x="913574" y="901454"/>
                  </a:lnTo>
                  <a:lnTo>
                    <a:pt x="913914" y="901440"/>
                  </a:lnTo>
                  <a:lnTo>
                    <a:pt x="914254" y="901426"/>
                  </a:lnTo>
                  <a:lnTo>
                    <a:pt x="914400" y="90142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306833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420"/>
                  </a:lnTo>
                  <a:lnTo>
                    <a:pt x="905332" y="901412"/>
                  </a:lnTo>
                  <a:lnTo>
                    <a:pt x="905672" y="901398"/>
                  </a:lnTo>
                  <a:lnTo>
                    <a:pt x="906012" y="901384"/>
                  </a:lnTo>
                  <a:lnTo>
                    <a:pt x="906352" y="901370"/>
                  </a:lnTo>
                  <a:lnTo>
                    <a:pt x="906692" y="901356"/>
                  </a:lnTo>
                  <a:lnTo>
                    <a:pt x="907032" y="901342"/>
                  </a:lnTo>
                  <a:lnTo>
                    <a:pt x="907372" y="901328"/>
                  </a:lnTo>
                  <a:lnTo>
                    <a:pt x="907712" y="901314"/>
                  </a:lnTo>
                  <a:lnTo>
                    <a:pt x="908052" y="901300"/>
                  </a:lnTo>
                  <a:lnTo>
                    <a:pt x="908392" y="901286"/>
                  </a:lnTo>
                  <a:lnTo>
                    <a:pt x="908732" y="901272"/>
                  </a:lnTo>
                  <a:lnTo>
                    <a:pt x="909072" y="901258"/>
                  </a:lnTo>
                  <a:lnTo>
                    <a:pt x="909412" y="901244"/>
                  </a:lnTo>
                  <a:lnTo>
                    <a:pt x="909752" y="901230"/>
                  </a:lnTo>
                  <a:lnTo>
                    <a:pt x="910092" y="901216"/>
                  </a:lnTo>
                  <a:lnTo>
                    <a:pt x="910432" y="901203"/>
                  </a:lnTo>
                  <a:lnTo>
                    <a:pt x="910772" y="901189"/>
                  </a:lnTo>
                  <a:lnTo>
                    <a:pt x="911112" y="901175"/>
                  </a:lnTo>
                  <a:lnTo>
                    <a:pt x="911452" y="901161"/>
                  </a:lnTo>
                  <a:lnTo>
                    <a:pt x="911792" y="901147"/>
                  </a:lnTo>
                  <a:lnTo>
                    <a:pt x="912132" y="901133"/>
                  </a:lnTo>
                  <a:lnTo>
                    <a:pt x="912472" y="901119"/>
                  </a:lnTo>
                  <a:lnTo>
                    <a:pt x="912812" y="901106"/>
                  </a:lnTo>
                  <a:lnTo>
                    <a:pt x="913152" y="901092"/>
                  </a:lnTo>
                  <a:lnTo>
                    <a:pt x="913492" y="901078"/>
                  </a:lnTo>
                  <a:lnTo>
                    <a:pt x="913832" y="901064"/>
                  </a:lnTo>
                  <a:lnTo>
                    <a:pt x="914172" y="901050"/>
                  </a:lnTo>
                  <a:lnTo>
                    <a:pt x="914400" y="901041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3077599" y="21710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50" y="918275"/>
                  </a:lnTo>
                  <a:lnTo>
                    <a:pt x="905590" y="918261"/>
                  </a:lnTo>
                  <a:lnTo>
                    <a:pt x="905930" y="918247"/>
                  </a:lnTo>
                  <a:lnTo>
                    <a:pt x="906270" y="918234"/>
                  </a:lnTo>
                  <a:lnTo>
                    <a:pt x="906610" y="918220"/>
                  </a:lnTo>
                  <a:lnTo>
                    <a:pt x="906950" y="918206"/>
                  </a:lnTo>
                  <a:lnTo>
                    <a:pt x="907290" y="918193"/>
                  </a:lnTo>
                  <a:lnTo>
                    <a:pt x="907630" y="918179"/>
                  </a:lnTo>
                  <a:lnTo>
                    <a:pt x="909268" y="918186"/>
                  </a:lnTo>
                  <a:lnTo>
                    <a:pt x="909378" y="917819"/>
                  </a:lnTo>
                  <a:lnTo>
                    <a:pt x="909492" y="917440"/>
                  </a:lnTo>
                  <a:lnTo>
                    <a:pt x="909605" y="917060"/>
                  </a:lnTo>
                  <a:lnTo>
                    <a:pt x="909719" y="916681"/>
                  </a:lnTo>
                  <a:lnTo>
                    <a:pt x="909833" y="916302"/>
                  </a:lnTo>
                  <a:lnTo>
                    <a:pt x="909946" y="915923"/>
                  </a:lnTo>
                  <a:lnTo>
                    <a:pt x="910060" y="915544"/>
                  </a:lnTo>
                  <a:lnTo>
                    <a:pt x="910429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30775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308686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309612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310538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311464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312391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313317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314243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315169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316095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317022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317948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318874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319800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32072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3216532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322579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32350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32443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32535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32628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327210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328136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32906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32998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330915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33184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3327679" y="21883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5973"/>
                  </a:lnTo>
                  <a:lnTo>
                    <a:pt x="923110" y="908029"/>
                  </a:lnTo>
                  <a:lnTo>
                    <a:pt x="922304" y="911038"/>
                  </a:lnTo>
                  <a:lnTo>
                    <a:pt x="921497" y="914047"/>
                  </a:lnTo>
                  <a:lnTo>
                    <a:pt x="921403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3336941" y="2171071"/>
              <a:ext cx="916765" cy="923212"/>
            </a:xfrm>
            <a:custGeom>
              <a:avLst/>
              <a:pathLst>
                <a:path w="916765" h="923212">
                  <a:moveTo>
                    <a:pt x="914400" y="914400"/>
                  </a:moveTo>
                  <a:lnTo>
                    <a:pt x="916765" y="914400"/>
                  </a:lnTo>
                  <a:lnTo>
                    <a:pt x="916271" y="916240"/>
                  </a:lnTo>
                  <a:lnTo>
                    <a:pt x="915463" y="919249"/>
                  </a:lnTo>
                  <a:lnTo>
                    <a:pt x="914655" y="922258"/>
                  </a:lnTo>
                  <a:lnTo>
                    <a:pt x="914400" y="923212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2345883" y="2153833"/>
              <a:ext cx="914400" cy="919375"/>
            </a:xfrm>
            <a:custGeom>
              <a:avLst/>
              <a:pathLst>
                <a:path w="914400" h="919375">
                  <a:moveTo>
                    <a:pt x="914400" y="914400"/>
                  </a:moveTo>
                  <a:lnTo>
                    <a:pt x="914400" y="919375"/>
                  </a:lnTo>
                  <a:lnTo>
                    <a:pt x="914139" y="918804"/>
                  </a:lnTo>
                  <a:lnTo>
                    <a:pt x="913358" y="917091"/>
                  </a:lnTo>
                  <a:lnTo>
                    <a:pt x="912199" y="914400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23458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87" y="931638"/>
                  </a:lnTo>
                  <a:lnTo>
                    <a:pt x="919569" y="930719"/>
                  </a:lnTo>
                  <a:lnTo>
                    <a:pt x="918794" y="929017"/>
                  </a:lnTo>
                  <a:lnTo>
                    <a:pt x="918018" y="927315"/>
                  </a:lnTo>
                  <a:lnTo>
                    <a:pt x="917243" y="925613"/>
                  </a:lnTo>
                  <a:lnTo>
                    <a:pt x="916467" y="923910"/>
                  </a:lnTo>
                  <a:lnTo>
                    <a:pt x="915692" y="922208"/>
                  </a:lnTo>
                  <a:lnTo>
                    <a:pt x="914916" y="920506"/>
                  </a:lnTo>
                  <a:lnTo>
                    <a:pt x="914400" y="919375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235514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236440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23736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238293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239219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24014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24107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24199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24292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243850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244776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24570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24662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247555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4848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940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50334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51260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52186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53112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54039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54965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55891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56817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57743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2586701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259596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260522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261448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262375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263301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264227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265153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2670061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0" y="897161"/>
                  </a:lnTo>
                  <a:lnTo>
                    <a:pt x="914322" y="907355"/>
                  </a:lnTo>
                  <a:lnTo>
                    <a:pt x="914400" y="90776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2670061" y="2171071"/>
              <a:ext cx="915652" cy="914400"/>
            </a:xfrm>
            <a:custGeom>
              <a:avLst/>
              <a:pathLst>
                <a:path w="915652" h="914400">
                  <a:moveTo>
                    <a:pt x="914400" y="914400"/>
                  </a:moveTo>
                  <a:lnTo>
                    <a:pt x="914400" y="907768"/>
                  </a:lnTo>
                  <a:lnTo>
                    <a:pt x="914426" y="907906"/>
                  </a:lnTo>
                  <a:lnTo>
                    <a:pt x="914531" y="908461"/>
                  </a:lnTo>
                  <a:lnTo>
                    <a:pt x="914636" y="909017"/>
                  </a:lnTo>
                  <a:lnTo>
                    <a:pt x="914741" y="909572"/>
                  </a:lnTo>
                  <a:lnTo>
                    <a:pt x="914845" y="910128"/>
                  </a:lnTo>
                  <a:lnTo>
                    <a:pt x="914950" y="910683"/>
                  </a:lnTo>
                  <a:lnTo>
                    <a:pt x="915055" y="911239"/>
                  </a:lnTo>
                  <a:lnTo>
                    <a:pt x="915160" y="911794"/>
                  </a:lnTo>
                  <a:lnTo>
                    <a:pt x="915265" y="912350"/>
                  </a:lnTo>
                  <a:lnTo>
                    <a:pt x="915370" y="912905"/>
                  </a:lnTo>
                  <a:lnTo>
                    <a:pt x="915475" y="913461"/>
                  </a:lnTo>
                  <a:lnTo>
                    <a:pt x="915580" y="914016"/>
                  </a:lnTo>
                  <a:lnTo>
                    <a:pt x="915652" y="914400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077599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29" y="914400"/>
                  </a:lnTo>
                  <a:lnTo>
                    <a:pt x="913659" y="904375"/>
                  </a:lnTo>
                  <a:lnTo>
                    <a:pt x="914400" y="902375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086861" y="21538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613"/>
                  </a:lnTo>
                  <a:lnTo>
                    <a:pt x="907067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08686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09612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10538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11464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12391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13317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14243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15169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16095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17022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1794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18874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19800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2072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216532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22579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2350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2443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2535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2628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27210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28136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2906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2998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30915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3184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3276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336941" y="2171071"/>
              <a:ext cx="920907" cy="914400"/>
            </a:xfrm>
            <a:custGeom>
              <a:avLst/>
              <a:pathLst>
                <a:path w="9209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907" y="897161"/>
                  </a:lnTo>
                  <a:lnTo>
                    <a:pt x="919559" y="903358"/>
                  </a:lnTo>
                  <a:lnTo>
                    <a:pt x="917084" y="913212"/>
                  </a:lnTo>
                  <a:lnTo>
                    <a:pt x="916765" y="914400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2345883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199" y="931638"/>
                  </a:lnTo>
                  <a:lnTo>
                    <a:pt x="909400" y="925137"/>
                  </a:lnTo>
                  <a:lnTo>
                    <a:pt x="905731" y="915540"/>
                  </a:lnTo>
                  <a:lnTo>
                    <a:pt x="905345" y="914400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23458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235514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236440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23736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238293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239219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24014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24107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24199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24292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243850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244776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24570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24662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247555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24848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24940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250334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251260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252186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253112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254039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254965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255891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256817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257743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2586701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259596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260522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261448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262375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263301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264227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265153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2660799" y="2153833"/>
              <a:ext cx="921493" cy="914400"/>
            </a:xfrm>
            <a:custGeom>
              <a:avLst/>
              <a:pathLst>
                <a:path w="9214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132" y="897161"/>
                  </a:lnTo>
                  <a:lnTo>
                    <a:pt x="919112" y="904408"/>
                  </a:lnTo>
                  <a:lnTo>
                    <a:pt x="921493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086861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67" y="931638"/>
                  </a:lnTo>
                  <a:lnTo>
                    <a:pt x="908367" y="928126"/>
                  </a:lnTo>
                  <a:lnTo>
                    <a:pt x="908557" y="927646"/>
                  </a:lnTo>
                  <a:lnTo>
                    <a:pt x="908750" y="927159"/>
                  </a:lnTo>
                  <a:lnTo>
                    <a:pt x="908942" y="926672"/>
                  </a:lnTo>
                  <a:lnTo>
                    <a:pt x="909135" y="926185"/>
                  </a:lnTo>
                  <a:lnTo>
                    <a:pt x="909328" y="925699"/>
                  </a:lnTo>
                  <a:lnTo>
                    <a:pt x="909520" y="925212"/>
                  </a:lnTo>
                  <a:lnTo>
                    <a:pt x="909713" y="924725"/>
                  </a:lnTo>
                  <a:lnTo>
                    <a:pt x="909906" y="924239"/>
                  </a:lnTo>
                  <a:lnTo>
                    <a:pt x="910098" y="923752"/>
                  </a:lnTo>
                  <a:lnTo>
                    <a:pt x="910291" y="923265"/>
                  </a:lnTo>
                  <a:lnTo>
                    <a:pt x="910484" y="922778"/>
                  </a:lnTo>
                  <a:lnTo>
                    <a:pt x="910676" y="922292"/>
                  </a:lnTo>
                  <a:lnTo>
                    <a:pt x="910869" y="921805"/>
                  </a:lnTo>
                  <a:lnTo>
                    <a:pt x="911062" y="921318"/>
                  </a:lnTo>
                  <a:lnTo>
                    <a:pt x="911255" y="920832"/>
                  </a:lnTo>
                  <a:lnTo>
                    <a:pt x="911448" y="920345"/>
                  </a:lnTo>
                  <a:lnTo>
                    <a:pt x="911640" y="919858"/>
                  </a:lnTo>
                  <a:lnTo>
                    <a:pt x="911833" y="919372"/>
                  </a:lnTo>
                  <a:lnTo>
                    <a:pt x="912026" y="918885"/>
                  </a:lnTo>
                  <a:lnTo>
                    <a:pt x="912219" y="918398"/>
                  </a:lnTo>
                  <a:lnTo>
                    <a:pt x="912412" y="917912"/>
                  </a:lnTo>
                  <a:lnTo>
                    <a:pt x="912605" y="917425"/>
                  </a:lnTo>
                  <a:lnTo>
                    <a:pt x="912797" y="916938"/>
                  </a:lnTo>
                  <a:lnTo>
                    <a:pt x="912990" y="916452"/>
                  </a:lnTo>
                  <a:lnTo>
                    <a:pt x="913183" y="915965"/>
                  </a:lnTo>
                  <a:lnTo>
                    <a:pt x="913376" y="915478"/>
                  </a:lnTo>
                  <a:lnTo>
                    <a:pt x="913569" y="914992"/>
                  </a:lnTo>
                  <a:lnTo>
                    <a:pt x="913804" y="914400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08686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09612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10538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11464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12391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13317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14243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15169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16095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17022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1794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18874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19800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2072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216532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22579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2350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2443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2535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2628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27210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28136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7">
                <a:alpha val="100000"/>
              </a:srgbClr>
            </a:solidFill>
            <a:ln w="5420" cap="flat">
              <a:solidFill>
                <a:srgbClr val="E1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2906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2998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30915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3184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3276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336941" y="21538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58" y="900230"/>
                  </a:lnTo>
                  <a:lnTo>
                    <a:pt x="921753" y="910513"/>
                  </a:lnTo>
                  <a:lnTo>
                    <a:pt x="920907" y="914400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346203" y="2136594"/>
              <a:ext cx="914869" cy="917447"/>
            </a:xfrm>
            <a:custGeom>
              <a:avLst/>
              <a:pathLst>
                <a:path w="914869" h="917447">
                  <a:moveTo>
                    <a:pt x="914400" y="914400"/>
                  </a:moveTo>
                  <a:lnTo>
                    <a:pt x="914869" y="914400"/>
                  </a:lnTo>
                  <a:lnTo>
                    <a:pt x="914400" y="917447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2336621" y="2119356"/>
              <a:ext cx="914400" cy="931023"/>
            </a:xfrm>
            <a:custGeom>
              <a:avLst/>
              <a:pathLst>
                <a:path w="914400" h="931023">
                  <a:moveTo>
                    <a:pt x="914400" y="914400"/>
                  </a:moveTo>
                  <a:lnTo>
                    <a:pt x="914400" y="931023"/>
                  </a:lnTo>
                  <a:lnTo>
                    <a:pt x="911623" y="922808"/>
                  </a:lnTo>
                  <a:lnTo>
                    <a:pt x="911493" y="922374"/>
                  </a:lnTo>
                  <a:lnTo>
                    <a:pt x="908119" y="918196"/>
                  </a:lnTo>
                  <a:lnTo>
                    <a:pt x="905377" y="914400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23366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07" y="931638"/>
                  </a:lnTo>
                  <a:lnTo>
                    <a:pt x="914400" y="931023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23458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235514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236440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23736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238293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239219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24014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24107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24199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24292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243850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244776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24570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24662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247555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24848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24940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25033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251260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252186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253112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254039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254965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255891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256817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257743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2586701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259596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h3196"/>
            <p:cNvSpPr/>
            <p:nvPr/>
          </p:nvSpPr>
          <p:spPr>
            <a:xfrm>
              <a:off x="260522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h3197"/>
            <p:cNvSpPr/>
            <p:nvPr/>
          </p:nvSpPr>
          <p:spPr>
            <a:xfrm>
              <a:off x="261448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h3198"/>
            <p:cNvSpPr/>
            <p:nvPr/>
          </p:nvSpPr>
          <p:spPr>
            <a:xfrm>
              <a:off x="262375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h3199"/>
            <p:cNvSpPr/>
            <p:nvPr/>
          </p:nvSpPr>
          <p:spPr>
            <a:xfrm>
              <a:off x="263301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h3200"/>
            <p:cNvSpPr/>
            <p:nvPr/>
          </p:nvSpPr>
          <p:spPr>
            <a:xfrm>
              <a:off x="264227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h3201"/>
            <p:cNvSpPr/>
            <p:nvPr/>
          </p:nvSpPr>
          <p:spPr>
            <a:xfrm>
              <a:off x="2660799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1676" y="897161"/>
                  </a:lnTo>
                  <a:lnTo>
                    <a:pt x="913521" y="902450"/>
                  </a:lnTo>
                  <a:lnTo>
                    <a:pt x="914400" y="905284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h3202"/>
            <p:cNvSpPr/>
            <p:nvPr/>
          </p:nvSpPr>
          <p:spPr>
            <a:xfrm>
              <a:off x="2660799" y="2136594"/>
              <a:ext cx="917132" cy="914400"/>
            </a:xfrm>
            <a:custGeom>
              <a:avLst/>
              <a:pathLst>
                <a:path w="917132" h="914400">
                  <a:moveTo>
                    <a:pt x="914400" y="914400"/>
                  </a:moveTo>
                  <a:lnTo>
                    <a:pt x="914400" y="905284"/>
                  </a:lnTo>
                  <a:lnTo>
                    <a:pt x="916453" y="911910"/>
                  </a:lnTo>
                  <a:lnTo>
                    <a:pt x="917132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h3203"/>
            <p:cNvSpPr/>
            <p:nvPr/>
          </p:nvSpPr>
          <p:spPr>
            <a:xfrm>
              <a:off x="3086861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04" y="914400"/>
                  </a:lnTo>
                  <a:lnTo>
                    <a:pt x="913955" y="914018"/>
                  </a:lnTo>
                  <a:lnTo>
                    <a:pt x="914148" y="913532"/>
                  </a:lnTo>
                  <a:lnTo>
                    <a:pt x="914341" y="913045"/>
                  </a:lnTo>
                  <a:lnTo>
                    <a:pt x="914400" y="91289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h3204"/>
            <p:cNvSpPr/>
            <p:nvPr/>
          </p:nvSpPr>
          <p:spPr>
            <a:xfrm>
              <a:off x="3096123" y="21193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136"/>
                  </a:lnTo>
                  <a:lnTo>
                    <a:pt x="905272" y="929797"/>
                  </a:lnTo>
                  <a:lnTo>
                    <a:pt x="905465" y="929310"/>
                  </a:lnTo>
                  <a:lnTo>
                    <a:pt x="905658" y="928823"/>
                  </a:lnTo>
                  <a:lnTo>
                    <a:pt x="905851" y="928337"/>
                  </a:lnTo>
                  <a:lnTo>
                    <a:pt x="906044" y="927850"/>
                  </a:lnTo>
                  <a:lnTo>
                    <a:pt x="906237" y="927364"/>
                  </a:lnTo>
                  <a:lnTo>
                    <a:pt x="906430" y="926877"/>
                  </a:lnTo>
                  <a:lnTo>
                    <a:pt x="906623" y="926390"/>
                  </a:lnTo>
                  <a:lnTo>
                    <a:pt x="906817" y="925904"/>
                  </a:lnTo>
                  <a:lnTo>
                    <a:pt x="907010" y="925417"/>
                  </a:lnTo>
                  <a:lnTo>
                    <a:pt x="907203" y="924930"/>
                  </a:lnTo>
                  <a:lnTo>
                    <a:pt x="907396" y="924444"/>
                  </a:lnTo>
                  <a:lnTo>
                    <a:pt x="907589" y="923957"/>
                  </a:lnTo>
                  <a:lnTo>
                    <a:pt x="907782" y="923471"/>
                  </a:lnTo>
                  <a:lnTo>
                    <a:pt x="907976" y="922984"/>
                  </a:lnTo>
                  <a:lnTo>
                    <a:pt x="908169" y="922497"/>
                  </a:lnTo>
                  <a:lnTo>
                    <a:pt x="908362" y="922011"/>
                  </a:lnTo>
                  <a:lnTo>
                    <a:pt x="908555" y="921524"/>
                  </a:lnTo>
                  <a:lnTo>
                    <a:pt x="908749" y="921038"/>
                  </a:lnTo>
                  <a:lnTo>
                    <a:pt x="908942" y="920551"/>
                  </a:lnTo>
                  <a:lnTo>
                    <a:pt x="909135" y="920064"/>
                  </a:lnTo>
                  <a:lnTo>
                    <a:pt x="909329" y="919578"/>
                  </a:lnTo>
                  <a:lnTo>
                    <a:pt x="909522" y="919091"/>
                  </a:lnTo>
                  <a:lnTo>
                    <a:pt x="909715" y="918605"/>
                  </a:lnTo>
                  <a:lnTo>
                    <a:pt x="909909" y="918118"/>
                  </a:lnTo>
                  <a:lnTo>
                    <a:pt x="910102" y="917631"/>
                  </a:lnTo>
                  <a:lnTo>
                    <a:pt x="910295" y="917145"/>
                  </a:lnTo>
                  <a:lnTo>
                    <a:pt x="910489" y="916658"/>
                  </a:lnTo>
                  <a:lnTo>
                    <a:pt x="910682" y="916172"/>
                  </a:lnTo>
                  <a:lnTo>
                    <a:pt x="910876" y="915685"/>
                  </a:lnTo>
                  <a:lnTo>
                    <a:pt x="911069" y="915199"/>
                  </a:lnTo>
                  <a:lnTo>
                    <a:pt x="911263" y="914712"/>
                  </a:lnTo>
                  <a:lnTo>
                    <a:pt x="911387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h3205"/>
            <p:cNvSpPr/>
            <p:nvPr/>
          </p:nvSpPr>
          <p:spPr>
            <a:xfrm>
              <a:off x="309612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h3206"/>
            <p:cNvSpPr/>
            <p:nvPr/>
          </p:nvSpPr>
          <p:spPr>
            <a:xfrm>
              <a:off x="310538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h3207"/>
            <p:cNvSpPr/>
            <p:nvPr/>
          </p:nvSpPr>
          <p:spPr>
            <a:xfrm>
              <a:off x="311464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h3208"/>
            <p:cNvSpPr/>
            <p:nvPr/>
          </p:nvSpPr>
          <p:spPr>
            <a:xfrm>
              <a:off x="312391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h3209"/>
            <p:cNvSpPr/>
            <p:nvPr/>
          </p:nvSpPr>
          <p:spPr>
            <a:xfrm>
              <a:off x="313317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h3210"/>
            <p:cNvSpPr/>
            <p:nvPr/>
          </p:nvSpPr>
          <p:spPr>
            <a:xfrm>
              <a:off x="314243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h3211"/>
            <p:cNvSpPr/>
            <p:nvPr/>
          </p:nvSpPr>
          <p:spPr>
            <a:xfrm>
              <a:off x="315169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h3212"/>
            <p:cNvSpPr/>
            <p:nvPr/>
          </p:nvSpPr>
          <p:spPr>
            <a:xfrm>
              <a:off x="316095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h3213"/>
            <p:cNvSpPr/>
            <p:nvPr/>
          </p:nvSpPr>
          <p:spPr>
            <a:xfrm>
              <a:off x="31702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h3214"/>
            <p:cNvSpPr/>
            <p:nvPr/>
          </p:nvSpPr>
          <p:spPr>
            <a:xfrm>
              <a:off x="31794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h3215"/>
            <p:cNvSpPr/>
            <p:nvPr/>
          </p:nvSpPr>
          <p:spPr>
            <a:xfrm>
              <a:off x="318874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h3216"/>
            <p:cNvSpPr/>
            <p:nvPr/>
          </p:nvSpPr>
          <p:spPr>
            <a:xfrm>
              <a:off x="319800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h3217"/>
            <p:cNvSpPr/>
            <p:nvPr/>
          </p:nvSpPr>
          <p:spPr>
            <a:xfrm>
              <a:off x="32072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h3218"/>
            <p:cNvSpPr/>
            <p:nvPr/>
          </p:nvSpPr>
          <p:spPr>
            <a:xfrm>
              <a:off x="3216532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h3219"/>
            <p:cNvSpPr/>
            <p:nvPr/>
          </p:nvSpPr>
          <p:spPr>
            <a:xfrm>
              <a:off x="322579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h3220"/>
            <p:cNvSpPr/>
            <p:nvPr/>
          </p:nvSpPr>
          <p:spPr>
            <a:xfrm>
              <a:off x="32350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h3221"/>
            <p:cNvSpPr/>
            <p:nvPr/>
          </p:nvSpPr>
          <p:spPr>
            <a:xfrm>
              <a:off x="32443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h3222"/>
            <p:cNvSpPr/>
            <p:nvPr/>
          </p:nvSpPr>
          <p:spPr>
            <a:xfrm>
              <a:off x="32535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h3223"/>
            <p:cNvSpPr/>
            <p:nvPr/>
          </p:nvSpPr>
          <p:spPr>
            <a:xfrm>
              <a:off x="32628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h3224"/>
            <p:cNvSpPr/>
            <p:nvPr/>
          </p:nvSpPr>
          <p:spPr>
            <a:xfrm>
              <a:off x="327210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h3225"/>
            <p:cNvSpPr/>
            <p:nvPr/>
          </p:nvSpPr>
          <p:spPr>
            <a:xfrm>
              <a:off x="328136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h3226"/>
            <p:cNvSpPr/>
            <p:nvPr/>
          </p:nvSpPr>
          <p:spPr>
            <a:xfrm>
              <a:off x="32906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h3227"/>
            <p:cNvSpPr/>
            <p:nvPr/>
          </p:nvSpPr>
          <p:spPr>
            <a:xfrm>
              <a:off x="32998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h3228"/>
            <p:cNvSpPr/>
            <p:nvPr/>
          </p:nvSpPr>
          <p:spPr>
            <a:xfrm>
              <a:off x="330915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h3229"/>
            <p:cNvSpPr/>
            <p:nvPr/>
          </p:nvSpPr>
          <p:spPr>
            <a:xfrm>
              <a:off x="33184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h3230"/>
            <p:cNvSpPr/>
            <p:nvPr/>
          </p:nvSpPr>
          <p:spPr>
            <a:xfrm>
              <a:off x="33276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h3231"/>
            <p:cNvSpPr/>
            <p:nvPr/>
          </p:nvSpPr>
          <p:spPr>
            <a:xfrm>
              <a:off x="33369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h3232"/>
            <p:cNvSpPr/>
            <p:nvPr/>
          </p:nvSpPr>
          <p:spPr>
            <a:xfrm>
              <a:off x="3346203" y="2136594"/>
              <a:ext cx="917231" cy="914400"/>
            </a:xfrm>
            <a:custGeom>
              <a:avLst/>
              <a:pathLst>
                <a:path w="91723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31" y="897161"/>
                  </a:lnTo>
                  <a:lnTo>
                    <a:pt x="916009" y="907012"/>
                  </a:lnTo>
                  <a:lnTo>
                    <a:pt x="914869" y="91440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h3233"/>
            <p:cNvSpPr/>
            <p:nvPr/>
          </p:nvSpPr>
          <p:spPr>
            <a:xfrm>
              <a:off x="2318097" y="2102118"/>
              <a:ext cx="914400" cy="916761"/>
            </a:xfrm>
            <a:custGeom>
              <a:avLst/>
              <a:pathLst>
                <a:path w="914400" h="916761">
                  <a:moveTo>
                    <a:pt x="914400" y="914400"/>
                  </a:moveTo>
                  <a:lnTo>
                    <a:pt x="914400" y="916761"/>
                  </a:lnTo>
                  <a:lnTo>
                    <a:pt x="913213" y="914727"/>
                  </a:lnTo>
                  <a:lnTo>
                    <a:pt x="913040" y="914400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h3234"/>
            <p:cNvSpPr/>
            <p:nvPr/>
          </p:nvSpPr>
          <p:spPr>
            <a:xfrm>
              <a:off x="2318097" y="2102118"/>
              <a:ext cx="923662" cy="931307"/>
            </a:xfrm>
            <a:custGeom>
              <a:avLst/>
              <a:pathLst>
                <a:path w="923662" h="93130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07"/>
                  </a:lnTo>
                  <a:lnTo>
                    <a:pt x="921975" y="928971"/>
                  </a:lnTo>
                  <a:lnTo>
                    <a:pt x="917493" y="922063"/>
                  </a:lnTo>
                  <a:lnTo>
                    <a:pt x="914400" y="916761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h3235"/>
            <p:cNvSpPr/>
            <p:nvPr/>
          </p:nvSpPr>
          <p:spPr>
            <a:xfrm>
              <a:off x="23273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39" y="931638"/>
                  </a:lnTo>
                  <a:lnTo>
                    <a:pt x="914400" y="931307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h3236"/>
            <p:cNvSpPr/>
            <p:nvPr/>
          </p:nvSpPr>
          <p:spPr>
            <a:xfrm>
              <a:off x="23366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h3237"/>
            <p:cNvSpPr/>
            <p:nvPr/>
          </p:nvSpPr>
          <p:spPr>
            <a:xfrm>
              <a:off x="23458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235514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236440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23736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238293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239219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24014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24107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24199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24292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243850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244776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24570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24662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247555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24848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24940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25033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251260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252186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253112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254039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254965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255891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256817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257743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2586701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259596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260522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261448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262375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263301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2651537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1" y="897161"/>
                  </a:lnTo>
                  <a:lnTo>
                    <a:pt x="914400" y="89770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2651537" y="2119356"/>
              <a:ext cx="920938" cy="914400"/>
            </a:xfrm>
            <a:custGeom>
              <a:avLst/>
              <a:pathLst>
                <a:path w="920938" h="914400">
                  <a:moveTo>
                    <a:pt x="914400" y="914400"/>
                  </a:moveTo>
                  <a:lnTo>
                    <a:pt x="914400" y="897709"/>
                  </a:lnTo>
                  <a:lnTo>
                    <a:pt x="916137" y="901695"/>
                  </a:lnTo>
                  <a:lnTo>
                    <a:pt x="919588" y="910528"/>
                  </a:lnTo>
                  <a:lnTo>
                    <a:pt x="920938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3096123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387" y="914400"/>
                  </a:lnTo>
                  <a:lnTo>
                    <a:pt x="911456" y="914225"/>
                  </a:lnTo>
                  <a:lnTo>
                    <a:pt x="914400" y="907192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3105386" y="21021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430"/>
                  </a:lnTo>
                  <a:lnTo>
                    <a:pt x="905552" y="923440"/>
                  </a:lnTo>
                  <a:lnTo>
                    <a:pt x="909118" y="915732"/>
                  </a:lnTo>
                  <a:lnTo>
                    <a:pt x="909798" y="914400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310538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311464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312391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313317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314243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315169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31609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31702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31794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318874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319800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32072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3216532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322579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32350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32443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32535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32628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327210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328136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32906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32998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330915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33184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33276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33369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3346203" y="2119356"/>
              <a:ext cx="918718" cy="914400"/>
            </a:xfrm>
            <a:custGeom>
              <a:avLst/>
              <a:pathLst>
                <a:path w="9187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718" y="897161"/>
                  </a:lnTo>
                  <a:lnTo>
                    <a:pt x="918338" y="902938"/>
                  </a:lnTo>
                  <a:lnTo>
                    <a:pt x="917324" y="913651"/>
                  </a:lnTo>
                  <a:lnTo>
                    <a:pt x="917231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2308835" y="2084879"/>
              <a:ext cx="914400" cy="915715"/>
            </a:xfrm>
            <a:custGeom>
              <a:avLst/>
              <a:pathLst>
                <a:path w="914400" h="915715">
                  <a:moveTo>
                    <a:pt x="914400" y="914400"/>
                  </a:moveTo>
                  <a:lnTo>
                    <a:pt x="914400" y="915715"/>
                  </a:lnTo>
                  <a:lnTo>
                    <a:pt x="913840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230883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303" y="931638"/>
                  </a:lnTo>
                  <a:lnTo>
                    <a:pt x="918406" y="924224"/>
                  </a:lnTo>
                  <a:lnTo>
                    <a:pt x="914561" y="916095"/>
                  </a:lnTo>
                  <a:lnTo>
                    <a:pt x="914400" y="915715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23180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23273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23366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23458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235514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236440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23736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238293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239219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24014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24107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24199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24292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243850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244776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24570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24662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247555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24848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24940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25033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251260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252186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253112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254039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254965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255891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256817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257743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2586701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259596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260522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261448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262375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263301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2642274" y="2102118"/>
              <a:ext cx="923423" cy="914400"/>
            </a:xfrm>
            <a:custGeom>
              <a:avLst/>
              <a:pathLst>
                <a:path w="92342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76" y="897161"/>
                  </a:lnTo>
                  <a:lnTo>
                    <a:pt x="917771" y="902345"/>
                  </a:lnTo>
                  <a:lnTo>
                    <a:pt x="921703" y="910452"/>
                  </a:lnTo>
                  <a:lnTo>
                    <a:pt x="923423" y="91440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3105386" y="21021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798" y="914400"/>
                  </a:lnTo>
                  <a:lnTo>
                    <a:pt x="912883" y="908360"/>
                  </a:lnTo>
                  <a:lnTo>
                    <a:pt x="914400" y="9056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3114648" y="20848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907"/>
                  </a:lnTo>
                  <a:lnTo>
                    <a:pt x="907576" y="918580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311464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312391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313317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314243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31516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31609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31702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31794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318874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319800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32072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3216532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322579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32350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32443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32535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32628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327210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328136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32906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32998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330915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33184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33276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33369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3346203" y="2102118"/>
              <a:ext cx="919464" cy="914400"/>
            </a:xfrm>
            <a:custGeom>
              <a:avLst/>
              <a:pathLst>
                <a:path w="9194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64" y="897161"/>
                  </a:lnTo>
                  <a:lnTo>
                    <a:pt x="919451" y="898527"/>
                  </a:lnTo>
                  <a:lnTo>
                    <a:pt x="919048" y="909379"/>
                  </a:lnTo>
                  <a:lnTo>
                    <a:pt x="918718" y="914400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2308835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40" y="931638"/>
                  </a:lnTo>
                  <a:lnTo>
                    <a:pt x="910950" y="924842"/>
                  </a:lnTo>
                  <a:lnTo>
                    <a:pt x="907582" y="916011"/>
                  </a:lnTo>
                  <a:lnTo>
                    <a:pt x="907033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230883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23180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23273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23366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23458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235514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236440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23736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238293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239219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24014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24107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24199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24292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243850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244776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24570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24662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247555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24848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24940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25033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251260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252186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253112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254039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254965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255891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256817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257743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2586701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259596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260522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261448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2633012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512" y="897161"/>
                  </a:lnTo>
                  <a:lnTo>
                    <a:pt x="913938" y="897733"/>
                  </a:lnTo>
                  <a:lnTo>
                    <a:pt x="914400" y="898425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2642274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425"/>
                  </a:lnTo>
                  <a:lnTo>
                    <a:pt x="909245" y="904584"/>
                  </a:lnTo>
                  <a:lnTo>
                    <a:pt x="913614" y="911874"/>
                  </a:lnTo>
                  <a:lnTo>
                    <a:pt x="914400" y="913331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2642274" y="2084879"/>
              <a:ext cx="914976" cy="914400"/>
            </a:xfrm>
            <a:custGeom>
              <a:avLst/>
              <a:pathLst>
                <a:path w="914976" h="914400">
                  <a:moveTo>
                    <a:pt x="914400" y="914400"/>
                  </a:moveTo>
                  <a:lnTo>
                    <a:pt x="914400" y="913331"/>
                  </a:lnTo>
                  <a:lnTo>
                    <a:pt x="914976" y="914400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3114648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051" y="914400"/>
                  </a:lnTo>
                  <a:lnTo>
                    <a:pt x="914400" y="907054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3123910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292"/>
                  </a:lnTo>
                  <a:lnTo>
                    <a:pt x="909874" y="916215"/>
                  </a:lnTo>
                  <a:lnTo>
                    <a:pt x="909946" y="915894"/>
                  </a:lnTo>
                  <a:lnTo>
                    <a:pt x="910019" y="915572"/>
                  </a:lnTo>
                  <a:lnTo>
                    <a:pt x="910092" y="915251"/>
                  </a:lnTo>
                  <a:lnTo>
                    <a:pt x="910165" y="914929"/>
                  </a:lnTo>
                  <a:lnTo>
                    <a:pt x="910237" y="914607"/>
                  </a:lnTo>
                  <a:lnTo>
                    <a:pt x="910284" y="914400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312391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313317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314243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31516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31609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31702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31794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318874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319800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32072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3216532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322579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32350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32443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32535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32628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327210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328136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32906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32998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330915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33184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33276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33369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3346203" y="2084879"/>
              <a:ext cx="919806" cy="914400"/>
            </a:xfrm>
            <a:custGeom>
              <a:avLst/>
              <a:pathLst>
                <a:path w="91980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806" y="897161"/>
                  </a:lnTo>
                  <a:lnTo>
                    <a:pt x="919420" y="898265"/>
                  </a:lnTo>
                  <a:lnTo>
                    <a:pt x="919548" y="904889"/>
                  </a:lnTo>
                  <a:lnTo>
                    <a:pt x="919464" y="914400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2299572" y="2050402"/>
              <a:ext cx="914400" cy="926070"/>
            </a:xfrm>
            <a:custGeom>
              <a:avLst/>
              <a:pathLst>
                <a:path w="914400" h="926070">
                  <a:moveTo>
                    <a:pt x="914400" y="914400"/>
                  </a:moveTo>
                  <a:lnTo>
                    <a:pt x="914400" y="926070"/>
                  </a:lnTo>
                  <a:lnTo>
                    <a:pt x="913729" y="924102"/>
                  </a:lnTo>
                  <a:lnTo>
                    <a:pt x="910876" y="914663"/>
                  </a:lnTo>
                  <a:lnTo>
                    <a:pt x="910806" y="914400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22995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296" y="931638"/>
                  </a:lnTo>
                  <a:lnTo>
                    <a:pt x="914400" y="926070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230883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23180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23273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23366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23458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235514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236440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23736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238293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239219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24014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24107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24199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24292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243850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244776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24570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24662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247555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24848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24940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25033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251260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252186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253112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254039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254965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255891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256817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257743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2586701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259596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260522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2623750" y="20676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417" y="897239"/>
                  </a:lnTo>
                  <a:lnTo>
                    <a:pt x="913510" y="902662"/>
                  </a:lnTo>
                  <a:lnTo>
                    <a:pt x="914400" y="903730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2623750" y="2067641"/>
              <a:ext cx="922774" cy="914400"/>
            </a:xfrm>
            <a:custGeom>
              <a:avLst/>
              <a:pathLst>
                <a:path w="922774" h="914400">
                  <a:moveTo>
                    <a:pt x="914400" y="914400"/>
                  </a:moveTo>
                  <a:lnTo>
                    <a:pt x="914400" y="903730"/>
                  </a:lnTo>
                  <a:lnTo>
                    <a:pt x="918442" y="908579"/>
                  </a:lnTo>
                  <a:lnTo>
                    <a:pt x="922774" y="914400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3123910" y="20504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10" y="931524"/>
                  </a:lnTo>
                  <a:lnTo>
                    <a:pt x="910383" y="931203"/>
                  </a:lnTo>
                  <a:lnTo>
                    <a:pt x="910455" y="930881"/>
                  </a:lnTo>
                  <a:lnTo>
                    <a:pt x="910528" y="930559"/>
                  </a:lnTo>
                  <a:lnTo>
                    <a:pt x="910601" y="930238"/>
                  </a:lnTo>
                  <a:lnTo>
                    <a:pt x="910673" y="929916"/>
                  </a:lnTo>
                  <a:lnTo>
                    <a:pt x="910746" y="929595"/>
                  </a:lnTo>
                  <a:lnTo>
                    <a:pt x="910819" y="929273"/>
                  </a:lnTo>
                  <a:lnTo>
                    <a:pt x="910892" y="928951"/>
                  </a:lnTo>
                  <a:lnTo>
                    <a:pt x="910964" y="928630"/>
                  </a:lnTo>
                  <a:lnTo>
                    <a:pt x="911037" y="928308"/>
                  </a:lnTo>
                  <a:lnTo>
                    <a:pt x="911110" y="927987"/>
                  </a:lnTo>
                  <a:lnTo>
                    <a:pt x="911183" y="927665"/>
                  </a:lnTo>
                  <a:lnTo>
                    <a:pt x="911255" y="927343"/>
                  </a:lnTo>
                  <a:lnTo>
                    <a:pt x="911328" y="927022"/>
                  </a:lnTo>
                  <a:lnTo>
                    <a:pt x="911401" y="926700"/>
                  </a:lnTo>
                  <a:lnTo>
                    <a:pt x="911501" y="926258"/>
                  </a:lnTo>
                  <a:lnTo>
                    <a:pt x="911084" y="919836"/>
                  </a:lnTo>
                  <a:lnTo>
                    <a:pt x="910879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312391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31331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314243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31516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31609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31702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31794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318874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319800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32072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3216532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322579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32350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32443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32535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32628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327210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328136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32906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32998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330915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33184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33276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33369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3346203" y="20676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44"/>
                  </a:lnTo>
                  <a:lnTo>
                    <a:pt x="922185" y="907587"/>
                  </a:lnTo>
                  <a:lnTo>
                    <a:pt x="919806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3355465" y="2050402"/>
              <a:ext cx="916124" cy="920082"/>
            </a:xfrm>
            <a:custGeom>
              <a:avLst/>
              <a:pathLst>
                <a:path w="916124" h="920082">
                  <a:moveTo>
                    <a:pt x="914400" y="914400"/>
                  </a:moveTo>
                  <a:lnTo>
                    <a:pt x="916124" y="914400"/>
                  </a:lnTo>
                  <a:lnTo>
                    <a:pt x="915784" y="915636"/>
                  </a:lnTo>
                  <a:lnTo>
                    <a:pt x="914400" y="920082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2299572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06" y="931638"/>
                  </a:lnTo>
                  <a:lnTo>
                    <a:pt x="908292" y="922198"/>
                  </a:lnTo>
                  <a:lnTo>
                    <a:pt x="907781" y="920145"/>
                  </a:lnTo>
                  <a:lnTo>
                    <a:pt x="907272" y="918104"/>
                  </a:lnTo>
                  <a:lnTo>
                    <a:pt x="906764" y="916062"/>
                  </a:lnTo>
                  <a:lnTo>
                    <a:pt x="906349" y="914400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22995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230883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23180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23273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23366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23458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235514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236440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23736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238293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239219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24014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24107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24199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24292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243850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244776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24570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24662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247555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24848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24940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25033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25126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252186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253112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254039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254965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255891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256817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257743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2595963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71" y="897209"/>
                  </a:lnTo>
                  <a:lnTo>
                    <a:pt x="914035" y="897380"/>
                  </a:lnTo>
                  <a:lnTo>
                    <a:pt x="914400" y="897615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2605226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615"/>
                  </a:lnTo>
                  <a:lnTo>
                    <a:pt x="905300" y="897721"/>
                  </a:lnTo>
                  <a:lnTo>
                    <a:pt x="905564" y="897892"/>
                  </a:lnTo>
                  <a:lnTo>
                    <a:pt x="905828" y="898062"/>
                  </a:lnTo>
                  <a:lnTo>
                    <a:pt x="906092" y="898233"/>
                  </a:lnTo>
                  <a:lnTo>
                    <a:pt x="906356" y="898404"/>
                  </a:lnTo>
                  <a:lnTo>
                    <a:pt x="906620" y="898574"/>
                  </a:lnTo>
                  <a:lnTo>
                    <a:pt x="906883" y="898745"/>
                  </a:lnTo>
                  <a:lnTo>
                    <a:pt x="907147" y="898916"/>
                  </a:lnTo>
                  <a:lnTo>
                    <a:pt x="907411" y="899087"/>
                  </a:lnTo>
                  <a:lnTo>
                    <a:pt x="907675" y="899257"/>
                  </a:lnTo>
                  <a:lnTo>
                    <a:pt x="907939" y="899428"/>
                  </a:lnTo>
                  <a:lnTo>
                    <a:pt x="908202" y="899599"/>
                  </a:lnTo>
                  <a:lnTo>
                    <a:pt x="908466" y="899770"/>
                  </a:lnTo>
                  <a:lnTo>
                    <a:pt x="908730" y="899940"/>
                  </a:lnTo>
                  <a:lnTo>
                    <a:pt x="908994" y="900111"/>
                  </a:lnTo>
                  <a:lnTo>
                    <a:pt x="909258" y="900282"/>
                  </a:lnTo>
                  <a:lnTo>
                    <a:pt x="909521" y="900453"/>
                  </a:lnTo>
                  <a:lnTo>
                    <a:pt x="909785" y="900624"/>
                  </a:lnTo>
                  <a:lnTo>
                    <a:pt x="910049" y="900794"/>
                  </a:lnTo>
                  <a:lnTo>
                    <a:pt x="910313" y="900965"/>
                  </a:lnTo>
                  <a:lnTo>
                    <a:pt x="910576" y="901136"/>
                  </a:lnTo>
                  <a:lnTo>
                    <a:pt x="910840" y="901307"/>
                  </a:lnTo>
                  <a:lnTo>
                    <a:pt x="914400" y="903810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2614488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10"/>
                  </a:lnTo>
                  <a:lnTo>
                    <a:pt x="907067" y="905167"/>
                  </a:lnTo>
                  <a:lnTo>
                    <a:pt x="912439" y="909561"/>
                  </a:lnTo>
                  <a:lnTo>
                    <a:pt x="914400" y="911401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2614488" y="2050402"/>
              <a:ext cx="917596" cy="914400"/>
            </a:xfrm>
            <a:custGeom>
              <a:avLst/>
              <a:pathLst>
                <a:path w="917596" h="914400">
                  <a:moveTo>
                    <a:pt x="914400" y="914400"/>
                  </a:moveTo>
                  <a:lnTo>
                    <a:pt x="914400" y="911401"/>
                  </a:lnTo>
                  <a:lnTo>
                    <a:pt x="917596" y="914400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3123910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79" y="931638"/>
                  </a:lnTo>
                  <a:lnTo>
                    <a:pt x="910695" y="926770"/>
                  </a:lnTo>
                  <a:lnTo>
                    <a:pt x="910613" y="923435"/>
                  </a:lnTo>
                  <a:lnTo>
                    <a:pt x="910532" y="920103"/>
                  </a:lnTo>
                  <a:lnTo>
                    <a:pt x="910451" y="916770"/>
                  </a:lnTo>
                  <a:lnTo>
                    <a:pt x="910393" y="914400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312391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31331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314243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31516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31609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31702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31794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318874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319800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32072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3216532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322579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32350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32443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32535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32628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327210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328136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32906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32998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330915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33184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33276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33369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33462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3355465" y="2050402"/>
              <a:ext cx="920566" cy="914400"/>
            </a:xfrm>
            <a:custGeom>
              <a:avLst/>
              <a:pathLst>
                <a:path w="9205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566" y="897161"/>
                  </a:lnTo>
                  <a:lnTo>
                    <a:pt x="918387" y="906185"/>
                  </a:lnTo>
                  <a:lnTo>
                    <a:pt x="916124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2290310" y="2015925"/>
              <a:ext cx="914400" cy="926777"/>
            </a:xfrm>
            <a:custGeom>
              <a:avLst/>
              <a:pathLst>
                <a:path w="914400" h="926777">
                  <a:moveTo>
                    <a:pt x="914400" y="914400"/>
                  </a:moveTo>
                  <a:lnTo>
                    <a:pt x="914400" y="926777"/>
                  </a:lnTo>
                  <a:lnTo>
                    <a:pt x="913990" y="925136"/>
                  </a:lnTo>
                  <a:lnTo>
                    <a:pt x="913480" y="923095"/>
                  </a:lnTo>
                  <a:lnTo>
                    <a:pt x="913204" y="921986"/>
                  </a:lnTo>
                  <a:lnTo>
                    <a:pt x="911804" y="920224"/>
                  </a:lnTo>
                  <a:lnTo>
                    <a:pt x="907656" y="914400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22903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12" y="931638"/>
                  </a:lnTo>
                  <a:lnTo>
                    <a:pt x="915517" y="931260"/>
                  </a:lnTo>
                  <a:lnTo>
                    <a:pt x="915008" y="929218"/>
                  </a:lnTo>
                  <a:lnTo>
                    <a:pt x="914499" y="927177"/>
                  </a:lnTo>
                  <a:lnTo>
                    <a:pt x="914400" y="926777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22995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230883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23180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23273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23366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23458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235514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236440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23736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238293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239219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24014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24107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24199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24292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243850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244776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24570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24662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247555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24848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24940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25033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25126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252186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253112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254039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254965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255891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256817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2586701" y="203316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978" y="897161"/>
                  </a:lnTo>
                  <a:lnTo>
                    <a:pt x="914399" y="897972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2586701" y="2033164"/>
              <a:ext cx="922959" cy="914400"/>
            </a:xfrm>
            <a:custGeom>
              <a:avLst/>
              <a:pathLst>
                <a:path w="922959" h="914400">
                  <a:moveTo>
                    <a:pt x="914399" y="914400"/>
                  </a:moveTo>
                  <a:lnTo>
                    <a:pt x="914399" y="897972"/>
                  </a:lnTo>
                  <a:lnTo>
                    <a:pt x="917196" y="903356"/>
                  </a:lnTo>
                  <a:lnTo>
                    <a:pt x="922505" y="914106"/>
                  </a:lnTo>
                  <a:lnTo>
                    <a:pt x="922769" y="914277"/>
                  </a:lnTo>
                  <a:lnTo>
                    <a:pt x="922959" y="91440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3123910" y="20159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93" y="931638"/>
                  </a:lnTo>
                  <a:lnTo>
                    <a:pt x="910370" y="930676"/>
                  </a:lnTo>
                  <a:lnTo>
                    <a:pt x="910289" y="927344"/>
                  </a:lnTo>
                  <a:lnTo>
                    <a:pt x="910207" y="924011"/>
                  </a:lnTo>
                  <a:lnTo>
                    <a:pt x="910126" y="920679"/>
                  </a:lnTo>
                  <a:lnTo>
                    <a:pt x="910044" y="917344"/>
                  </a:lnTo>
                  <a:lnTo>
                    <a:pt x="910014" y="914400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31239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31331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314243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31516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31609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31702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31794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318874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319800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32072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3216532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322579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32350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32443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32535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32628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327210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328136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32906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32998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330915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33184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33276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33369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33462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3355465" y="20331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8967"/>
                  </a:lnTo>
                  <a:lnTo>
                    <a:pt x="922795" y="903839"/>
                  </a:lnTo>
                  <a:lnTo>
                    <a:pt x="920726" y="913737"/>
                  </a:lnTo>
                  <a:lnTo>
                    <a:pt x="920566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3364728" y="2015925"/>
              <a:ext cx="914721" cy="916206"/>
            </a:xfrm>
            <a:custGeom>
              <a:avLst/>
              <a:pathLst>
                <a:path w="914721" h="916206">
                  <a:moveTo>
                    <a:pt x="914400" y="914400"/>
                  </a:moveTo>
                  <a:lnTo>
                    <a:pt x="914721" y="914400"/>
                  </a:lnTo>
                  <a:lnTo>
                    <a:pt x="914400" y="916206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2281048" y="1998687"/>
              <a:ext cx="914400" cy="927774"/>
            </a:xfrm>
            <a:custGeom>
              <a:avLst/>
              <a:pathLst>
                <a:path w="914400" h="927774">
                  <a:moveTo>
                    <a:pt x="914400" y="914400"/>
                  </a:moveTo>
                  <a:lnTo>
                    <a:pt x="914400" y="927774"/>
                  </a:lnTo>
                  <a:lnTo>
                    <a:pt x="912093" y="924173"/>
                  </a:lnTo>
                  <a:lnTo>
                    <a:pt x="907894" y="916900"/>
                  </a:lnTo>
                  <a:lnTo>
                    <a:pt x="906592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228104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18" y="931638"/>
                  </a:lnTo>
                  <a:lnTo>
                    <a:pt x="916487" y="931034"/>
                  </a:lnTo>
                  <a:lnTo>
                    <a:pt x="914400" y="927774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22903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22995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230883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23180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23273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23366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23458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235514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236440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23736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238293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239219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24014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24107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24199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24292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243850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244776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24570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24662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247555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24848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24940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25033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25126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252186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253112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254039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254965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255891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2577439" y="20159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11" y="897161"/>
                  </a:lnTo>
                  <a:lnTo>
                    <a:pt x="913216" y="897722"/>
                  </a:lnTo>
                  <a:lnTo>
                    <a:pt x="914400" y="899553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2577439" y="2015925"/>
              <a:ext cx="923241" cy="914400"/>
            </a:xfrm>
            <a:custGeom>
              <a:avLst/>
              <a:pathLst>
                <a:path w="923241" h="914400">
                  <a:moveTo>
                    <a:pt x="914400" y="914400"/>
                  </a:moveTo>
                  <a:lnTo>
                    <a:pt x="914400" y="899553"/>
                  </a:lnTo>
                  <a:lnTo>
                    <a:pt x="917850" y="904896"/>
                  </a:lnTo>
                  <a:lnTo>
                    <a:pt x="922269" y="912528"/>
                  </a:lnTo>
                  <a:lnTo>
                    <a:pt x="923241" y="914400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3123910" y="19986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014" y="931638"/>
                  </a:lnTo>
                  <a:lnTo>
                    <a:pt x="909933" y="923600"/>
                  </a:lnTo>
                  <a:lnTo>
                    <a:pt x="910102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31239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31331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314243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31516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31609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31702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31794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318874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319800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32072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3216532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322579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32350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32443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32535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32628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327210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328136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32906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32998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330915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33184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33276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33369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33462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335546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3364728" y="2015925"/>
              <a:ext cx="917579" cy="914400"/>
            </a:xfrm>
            <a:custGeom>
              <a:avLst/>
              <a:pathLst>
                <a:path w="9175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79" y="897161"/>
                  </a:lnTo>
                  <a:lnTo>
                    <a:pt x="917290" y="898935"/>
                  </a:lnTo>
                  <a:lnTo>
                    <a:pt x="916799" y="901947"/>
                  </a:lnTo>
                  <a:lnTo>
                    <a:pt x="916309" y="904959"/>
                  </a:lnTo>
                  <a:lnTo>
                    <a:pt x="915818" y="907970"/>
                  </a:lnTo>
                  <a:lnTo>
                    <a:pt x="915326" y="910996"/>
                  </a:lnTo>
                  <a:lnTo>
                    <a:pt x="914721" y="914400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2271786" y="1981448"/>
              <a:ext cx="914400" cy="928844"/>
            </a:xfrm>
            <a:custGeom>
              <a:avLst/>
              <a:pathLst>
                <a:path w="914400" h="928844">
                  <a:moveTo>
                    <a:pt x="914400" y="914400"/>
                  </a:moveTo>
                  <a:lnTo>
                    <a:pt x="914400" y="928844"/>
                  </a:lnTo>
                  <a:lnTo>
                    <a:pt x="913164" y="926472"/>
                  </a:lnTo>
                  <a:lnTo>
                    <a:pt x="909391" y="918432"/>
                  </a:lnTo>
                  <a:lnTo>
                    <a:pt x="907687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227178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54" y="931638"/>
                  </a:lnTo>
                  <a:lnTo>
                    <a:pt x="914400" y="928844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228104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22903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22995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230883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23180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23273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23366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23458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235514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236440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23736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238293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239219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24014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24107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24199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24292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243850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244776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24570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24662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247555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24848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24940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25033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25126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252186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253112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254039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254965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2568177" y="19986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133" y="897161"/>
                  </a:lnTo>
                  <a:lnTo>
                    <a:pt x="912618" y="902065"/>
                  </a:lnTo>
                  <a:lnTo>
                    <a:pt x="914400" y="904263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2568177" y="1998687"/>
              <a:ext cx="922074" cy="914400"/>
            </a:xfrm>
            <a:custGeom>
              <a:avLst/>
              <a:pathLst>
                <a:path w="922074" h="914400">
                  <a:moveTo>
                    <a:pt x="914400" y="914400"/>
                  </a:moveTo>
                  <a:lnTo>
                    <a:pt x="914400" y="904263"/>
                  </a:lnTo>
                  <a:lnTo>
                    <a:pt x="917642" y="908264"/>
                  </a:lnTo>
                  <a:lnTo>
                    <a:pt x="922074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3123910" y="19814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02" y="931638"/>
                  </a:lnTo>
                  <a:lnTo>
                    <a:pt x="910135" y="929860"/>
                  </a:lnTo>
                  <a:lnTo>
                    <a:pt x="910649" y="918918"/>
                  </a:lnTo>
                  <a:lnTo>
                    <a:pt x="910992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31239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31331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314243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31516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31609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31702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31794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318874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319800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32072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3216532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322579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32350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32443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32535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32628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327210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328136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32906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32998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330915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33184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33276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33369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33462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335546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3364728" y="1998687"/>
              <a:ext cx="920284" cy="914400"/>
            </a:xfrm>
            <a:custGeom>
              <a:avLst/>
              <a:pathLst>
                <a:path w="92028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284" y="897161"/>
                  </a:lnTo>
                  <a:lnTo>
                    <a:pt x="919257" y="904113"/>
                  </a:lnTo>
                  <a:lnTo>
                    <a:pt x="918764" y="907138"/>
                  </a:lnTo>
                  <a:lnTo>
                    <a:pt x="918272" y="910150"/>
                  </a:lnTo>
                  <a:lnTo>
                    <a:pt x="917781" y="913162"/>
                  </a:lnTo>
                  <a:lnTo>
                    <a:pt x="917579" y="914400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2262523" y="1964210"/>
              <a:ext cx="914400" cy="925414"/>
            </a:xfrm>
            <a:custGeom>
              <a:avLst/>
              <a:pathLst>
                <a:path w="914400" h="925414">
                  <a:moveTo>
                    <a:pt x="914400" y="914400"/>
                  </a:moveTo>
                  <a:lnTo>
                    <a:pt x="914400" y="925414"/>
                  </a:lnTo>
                  <a:lnTo>
                    <a:pt x="911799" y="918559"/>
                  </a:lnTo>
                  <a:lnTo>
                    <a:pt x="910388" y="914400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226252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49" y="931638"/>
                  </a:lnTo>
                  <a:lnTo>
                    <a:pt x="915107" y="927279"/>
                  </a:lnTo>
                  <a:lnTo>
                    <a:pt x="914400" y="925414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227178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228104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22903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22995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230883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23180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23273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23366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23458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235514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236440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23736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238293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239219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24014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24107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24199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24292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243850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244776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24570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24662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247555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24848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24940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25033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25126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252186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253112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2549652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899671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2558914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71"/>
                  </a:lnTo>
                  <a:lnTo>
                    <a:pt x="906977" y="903668"/>
                  </a:lnTo>
                  <a:lnTo>
                    <a:pt x="907198" y="903894"/>
                  </a:lnTo>
                  <a:lnTo>
                    <a:pt x="907419" y="904121"/>
                  </a:lnTo>
                  <a:lnTo>
                    <a:pt x="907639" y="904347"/>
                  </a:lnTo>
                  <a:lnTo>
                    <a:pt x="907860" y="904573"/>
                  </a:lnTo>
                  <a:lnTo>
                    <a:pt x="908081" y="904799"/>
                  </a:lnTo>
                  <a:lnTo>
                    <a:pt x="908301" y="905025"/>
                  </a:lnTo>
                  <a:lnTo>
                    <a:pt x="908522" y="905251"/>
                  </a:lnTo>
                  <a:lnTo>
                    <a:pt x="908743" y="905477"/>
                  </a:lnTo>
                  <a:lnTo>
                    <a:pt x="908964" y="905703"/>
                  </a:lnTo>
                  <a:lnTo>
                    <a:pt x="909184" y="905930"/>
                  </a:lnTo>
                  <a:lnTo>
                    <a:pt x="909405" y="906156"/>
                  </a:lnTo>
                  <a:lnTo>
                    <a:pt x="909626" y="906382"/>
                  </a:lnTo>
                  <a:lnTo>
                    <a:pt x="909846" y="906608"/>
                  </a:lnTo>
                  <a:lnTo>
                    <a:pt x="910067" y="906834"/>
                  </a:lnTo>
                  <a:lnTo>
                    <a:pt x="910288" y="907060"/>
                  </a:lnTo>
                  <a:lnTo>
                    <a:pt x="910508" y="907287"/>
                  </a:lnTo>
                  <a:lnTo>
                    <a:pt x="910729" y="907513"/>
                  </a:lnTo>
                  <a:lnTo>
                    <a:pt x="910950" y="907739"/>
                  </a:lnTo>
                  <a:lnTo>
                    <a:pt x="911170" y="907965"/>
                  </a:lnTo>
                  <a:lnTo>
                    <a:pt x="911391" y="908191"/>
                  </a:lnTo>
                  <a:lnTo>
                    <a:pt x="911611" y="908417"/>
                  </a:lnTo>
                  <a:lnTo>
                    <a:pt x="911832" y="908644"/>
                  </a:lnTo>
                  <a:lnTo>
                    <a:pt x="912053" y="908870"/>
                  </a:lnTo>
                  <a:lnTo>
                    <a:pt x="912273" y="909096"/>
                  </a:lnTo>
                  <a:lnTo>
                    <a:pt x="912494" y="909322"/>
                  </a:lnTo>
                  <a:lnTo>
                    <a:pt x="912714" y="909548"/>
                  </a:lnTo>
                  <a:lnTo>
                    <a:pt x="912935" y="909775"/>
                  </a:lnTo>
                  <a:lnTo>
                    <a:pt x="913155" y="910001"/>
                  </a:lnTo>
                  <a:lnTo>
                    <a:pt x="913376" y="910227"/>
                  </a:lnTo>
                  <a:lnTo>
                    <a:pt x="913596" y="910453"/>
                  </a:lnTo>
                  <a:lnTo>
                    <a:pt x="913817" y="910680"/>
                  </a:lnTo>
                  <a:lnTo>
                    <a:pt x="914037" y="910906"/>
                  </a:lnTo>
                  <a:lnTo>
                    <a:pt x="914258" y="911132"/>
                  </a:lnTo>
                  <a:lnTo>
                    <a:pt x="914400" y="911277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2558914" y="1981448"/>
              <a:ext cx="917395" cy="914400"/>
            </a:xfrm>
            <a:custGeom>
              <a:avLst/>
              <a:pathLst>
                <a:path w="917395" h="914400">
                  <a:moveTo>
                    <a:pt x="914400" y="914400"/>
                  </a:moveTo>
                  <a:lnTo>
                    <a:pt x="914479" y="911358"/>
                  </a:lnTo>
                  <a:lnTo>
                    <a:pt x="914699" y="911584"/>
                  </a:lnTo>
                  <a:lnTo>
                    <a:pt x="914919" y="911811"/>
                  </a:lnTo>
                  <a:lnTo>
                    <a:pt x="915140" y="912037"/>
                  </a:lnTo>
                  <a:lnTo>
                    <a:pt x="915360" y="912263"/>
                  </a:lnTo>
                  <a:lnTo>
                    <a:pt x="915581" y="912489"/>
                  </a:lnTo>
                  <a:lnTo>
                    <a:pt x="915801" y="912716"/>
                  </a:lnTo>
                  <a:lnTo>
                    <a:pt x="916022" y="912942"/>
                  </a:lnTo>
                  <a:lnTo>
                    <a:pt x="916242" y="913168"/>
                  </a:lnTo>
                  <a:lnTo>
                    <a:pt x="916463" y="913395"/>
                  </a:lnTo>
                  <a:lnTo>
                    <a:pt x="916683" y="913621"/>
                  </a:lnTo>
                  <a:lnTo>
                    <a:pt x="917395" y="914400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3123910" y="19642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992" y="931638"/>
                  </a:lnTo>
                  <a:lnTo>
                    <a:pt x="911475" y="925280"/>
                  </a:lnTo>
                  <a:lnTo>
                    <a:pt x="912624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31239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31331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314243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31516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31609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31702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31794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318874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319800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32072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3216532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322579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32350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32443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32535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32628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327210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328136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32906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32998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330915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33184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33276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33369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33462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335546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3364728" y="1981448"/>
              <a:ext cx="922337" cy="914400"/>
            </a:xfrm>
            <a:custGeom>
              <a:avLst/>
              <a:pathLst>
                <a:path w="92233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337" y="897161"/>
                  </a:lnTo>
                  <a:lnTo>
                    <a:pt x="922096" y="899909"/>
                  </a:lnTo>
                  <a:lnTo>
                    <a:pt x="920831" y="910701"/>
                  </a:lnTo>
                  <a:lnTo>
                    <a:pt x="920284" y="914400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225326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50" y="931638"/>
                  </a:lnTo>
                  <a:lnTo>
                    <a:pt x="917998" y="926770"/>
                  </a:lnTo>
                  <a:lnTo>
                    <a:pt x="915190" y="917462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226252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227178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228104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229031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22995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230883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23180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23273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23366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23458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235514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236440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23736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238293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239219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24014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24107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24199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24292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243850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244776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24570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24662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247555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24848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24940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25033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25126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252186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253112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2540390" y="1964210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37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3123910" y="19642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624" y="914400"/>
                  </a:lnTo>
                  <a:lnTo>
                    <a:pt x="914051" y="903848"/>
                  </a:lnTo>
                  <a:lnTo>
                    <a:pt x="914400" y="901752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3133172" y="19469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991"/>
                  </a:lnTo>
                  <a:lnTo>
                    <a:pt x="905900" y="914400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31331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314243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31516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31609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31702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31794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318874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319800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32072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3216532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322579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32350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32443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32535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32628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327210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328136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32906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32998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330915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33184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33276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33369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33462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335546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3364728" y="1964210"/>
              <a:ext cx="923580" cy="914400"/>
            </a:xfrm>
            <a:custGeom>
              <a:avLst/>
              <a:pathLst>
                <a:path w="92358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580" y="897161"/>
                  </a:lnTo>
                  <a:lnTo>
                    <a:pt x="923050" y="906245"/>
                  </a:lnTo>
                  <a:lnTo>
                    <a:pt x="922337" y="914400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2253261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375" y="931638"/>
                  </a:lnTo>
                  <a:lnTo>
                    <a:pt x="912644" y="925134"/>
                  </a:lnTo>
                  <a:lnTo>
                    <a:pt x="910366" y="915336"/>
                  </a:lnTo>
                  <a:lnTo>
                    <a:pt x="910178" y="914400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225326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226252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227178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228104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229031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22995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230883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23180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23273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23366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23458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235514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236440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23736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238293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239219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24014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24107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24199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24292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243850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244776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24570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24662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247555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24848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24940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25033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25126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252186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2540390" y="19469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85" y="897266"/>
                  </a:lnTo>
                  <a:lnTo>
                    <a:pt x="907184" y="897704"/>
                  </a:lnTo>
                  <a:lnTo>
                    <a:pt x="907382" y="898141"/>
                  </a:lnTo>
                  <a:lnTo>
                    <a:pt x="907580" y="898579"/>
                  </a:lnTo>
                  <a:lnTo>
                    <a:pt x="907778" y="899016"/>
                  </a:lnTo>
                  <a:lnTo>
                    <a:pt x="907976" y="899453"/>
                  </a:lnTo>
                  <a:lnTo>
                    <a:pt x="908174" y="899891"/>
                  </a:lnTo>
                  <a:lnTo>
                    <a:pt x="908372" y="900328"/>
                  </a:lnTo>
                  <a:lnTo>
                    <a:pt x="908571" y="900766"/>
                  </a:lnTo>
                  <a:lnTo>
                    <a:pt x="908769" y="901203"/>
                  </a:lnTo>
                  <a:lnTo>
                    <a:pt x="908967" y="901641"/>
                  </a:lnTo>
                  <a:lnTo>
                    <a:pt x="909165" y="902078"/>
                  </a:lnTo>
                  <a:lnTo>
                    <a:pt x="909363" y="902516"/>
                  </a:lnTo>
                  <a:lnTo>
                    <a:pt x="909561" y="902953"/>
                  </a:lnTo>
                  <a:lnTo>
                    <a:pt x="909759" y="903390"/>
                  </a:lnTo>
                  <a:lnTo>
                    <a:pt x="909957" y="903828"/>
                  </a:lnTo>
                  <a:lnTo>
                    <a:pt x="910155" y="904265"/>
                  </a:lnTo>
                  <a:lnTo>
                    <a:pt x="910353" y="904703"/>
                  </a:lnTo>
                  <a:lnTo>
                    <a:pt x="910551" y="905140"/>
                  </a:lnTo>
                  <a:lnTo>
                    <a:pt x="910749" y="905578"/>
                  </a:lnTo>
                  <a:lnTo>
                    <a:pt x="910946" y="906015"/>
                  </a:lnTo>
                  <a:lnTo>
                    <a:pt x="911144" y="906453"/>
                  </a:lnTo>
                  <a:lnTo>
                    <a:pt x="911342" y="906890"/>
                  </a:lnTo>
                  <a:lnTo>
                    <a:pt x="911540" y="907328"/>
                  </a:lnTo>
                  <a:lnTo>
                    <a:pt x="911738" y="907765"/>
                  </a:lnTo>
                  <a:lnTo>
                    <a:pt x="911936" y="908203"/>
                  </a:lnTo>
                  <a:lnTo>
                    <a:pt x="912134" y="908640"/>
                  </a:lnTo>
                  <a:lnTo>
                    <a:pt x="912332" y="909078"/>
                  </a:lnTo>
                  <a:lnTo>
                    <a:pt x="912529" y="909515"/>
                  </a:lnTo>
                  <a:lnTo>
                    <a:pt x="912727" y="909953"/>
                  </a:lnTo>
                  <a:lnTo>
                    <a:pt x="912925" y="910390"/>
                  </a:lnTo>
                  <a:lnTo>
                    <a:pt x="913123" y="910828"/>
                  </a:lnTo>
                  <a:lnTo>
                    <a:pt x="913321" y="911265"/>
                  </a:lnTo>
                  <a:lnTo>
                    <a:pt x="913518" y="911703"/>
                  </a:lnTo>
                  <a:lnTo>
                    <a:pt x="913716" y="912140"/>
                  </a:lnTo>
                  <a:lnTo>
                    <a:pt x="914400" y="913653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2540390" y="1946971"/>
              <a:ext cx="914737" cy="914400"/>
            </a:xfrm>
            <a:custGeom>
              <a:avLst/>
              <a:pathLst>
                <a:path w="914737" h="914400">
                  <a:moveTo>
                    <a:pt x="914400" y="914400"/>
                  </a:moveTo>
                  <a:lnTo>
                    <a:pt x="914400" y="913653"/>
                  </a:lnTo>
                  <a:lnTo>
                    <a:pt x="914737" y="914400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3133172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900" y="931638"/>
                  </a:lnTo>
                  <a:lnTo>
                    <a:pt x="906532" y="927831"/>
                  </a:lnTo>
                  <a:lnTo>
                    <a:pt x="908571" y="917523"/>
                  </a:lnTo>
                  <a:lnTo>
                    <a:pt x="909293" y="914400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31331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314243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31516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31609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31702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31794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318874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319800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32072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3216532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322579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32350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32443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32535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32628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327210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328136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32906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32998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330915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33184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33276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33369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33462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335546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3364728" y="19469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993"/>
                  </a:lnTo>
                  <a:lnTo>
                    <a:pt x="923580" y="914400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3373990" y="1929733"/>
              <a:ext cx="914755" cy="930231"/>
            </a:xfrm>
            <a:custGeom>
              <a:avLst/>
              <a:pathLst>
                <a:path w="914755" h="930231">
                  <a:moveTo>
                    <a:pt x="914400" y="914400"/>
                  </a:moveTo>
                  <a:lnTo>
                    <a:pt x="914755" y="914400"/>
                  </a:lnTo>
                  <a:lnTo>
                    <a:pt x="914752" y="918711"/>
                  </a:lnTo>
                  <a:lnTo>
                    <a:pt x="914428" y="929740"/>
                  </a:lnTo>
                  <a:lnTo>
                    <a:pt x="914400" y="930231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2253261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78" y="931638"/>
                  </a:lnTo>
                  <a:lnTo>
                    <a:pt x="908363" y="922571"/>
                  </a:lnTo>
                  <a:lnTo>
                    <a:pt x="907135" y="915314"/>
                  </a:lnTo>
                  <a:lnTo>
                    <a:pt x="906714" y="914678"/>
                  </a:lnTo>
                  <a:lnTo>
                    <a:pt x="906548" y="914400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225326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226252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227178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228104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229031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22995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230883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23180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23273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23366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23458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235514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236440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23736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238293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239219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24014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24107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24199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24292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243850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244776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24570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24662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247555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24848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24940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25033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25126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2531128" y="1929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378" y="897161"/>
                  </a:lnTo>
                  <a:lnTo>
                    <a:pt x="908508" y="897447"/>
                  </a:lnTo>
                  <a:lnTo>
                    <a:pt x="908707" y="897885"/>
                  </a:lnTo>
                  <a:lnTo>
                    <a:pt x="908905" y="898322"/>
                  </a:lnTo>
                  <a:lnTo>
                    <a:pt x="909104" y="898759"/>
                  </a:lnTo>
                  <a:lnTo>
                    <a:pt x="909303" y="899197"/>
                  </a:lnTo>
                  <a:lnTo>
                    <a:pt x="909501" y="899634"/>
                  </a:lnTo>
                  <a:lnTo>
                    <a:pt x="909700" y="900071"/>
                  </a:lnTo>
                  <a:lnTo>
                    <a:pt x="909899" y="900508"/>
                  </a:lnTo>
                  <a:lnTo>
                    <a:pt x="910097" y="900946"/>
                  </a:lnTo>
                  <a:lnTo>
                    <a:pt x="910296" y="901383"/>
                  </a:lnTo>
                  <a:lnTo>
                    <a:pt x="910495" y="901821"/>
                  </a:lnTo>
                  <a:lnTo>
                    <a:pt x="910693" y="902258"/>
                  </a:lnTo>
                  <a:lnTo>
                    <a:pt x="910892" y="902695"/>
                  </a:lnTo>
                  <a:lnTo>
                    <a:pt x="911090" y="903133"/>
                  </a:lnTo>
                  <a:lnTo>
                    <a:pt x="911289" y="903570"/>
                  </a:lnTo>
                  <a:lnTo>
                    <a:pt x="911487" y="904007"/>
                  </a:lnTo>
                  <a:lnTo>
                    <a:pt x="911686" y="904445"/>
                  </a:lnTo>
                  <a:lnTo>
                    <a:pt x="911884" y="904882"/>
                  </a:lnTo>
                  <a:lnTo>
                    <a:pt x="912083" y="905319"/>
                  </a:lnTo>
                  <a:lnTo>
                    <a:pt x="912281" y="905757"/>
                  </a:lnTo>
                  <a:lnTo>
                    <a:pt x="912480" y="906194"/>
                  </a:lnTo>
                  <a:lnTo>
                    <a:pt x="912678" y="906631"/>
                  </a:lnTo>
                  <a:lnTo>
                    <a:pt x="912877" y="907069"/>
                  </a:lnTo>
                  <a:lnTo>
                    <a:pt x="913075" y="907506"/>
                  </a:lnTo>
                  <a:lnTo>
                    <a:pt x="913273" y="907944"/>
                  </a:lnTo>
                  <a:lnTo>
                    <a:pt x="913472" y="908381"/>
                  </a:lnTo>
                  <a:lnTo>
                    <a:pt x="913670" y="908818"/>
                  </a:lnTo>
                  <a:lnTo>
                    <a:pt x="913868" y="909256"/>
                  </a:lnTo>
                  <a:lnTo>
                    <a:pt x="914067" y="909693"/>
                  </a:lnTo>
                  <a:lnTo>
                    <a:pt x="914265" y="910131"/>
                  </a:lnTo>
                  <a:lnTo>
                    <a:pt x="914400" y="910427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2531128" y="1929733"/>
              <a:ext cx="916200" cy="914400"/>
            </a:xfrm>
            <a:custGeom>
              <a:avLst/>
              <a:pathLst>
                <a:path w="916200" h="914400">
                  <a:moveTo>
                    <a:pt x="914400" y="914400"/>
                  </a:moveTo>
                  <a:lnTo>
                    <a:pt x="914400" y="910427"/>
                  </a:lnTo>
                  <a:lnTo>
                    <a:pt x="914463" y="910568"/>
                  </a:lnTo>
                  <a:lnTo>
                    <a:pt x="914662" y="911005"/>
                  </a:lnTo>
                  <a:lnTo>
                    <a:pt x="914860" y="911443"/>
                  </a:lnTo>
                  <a:lnTo>
                    <a:pt x="915058" y="911880"/>
                  </a:lnTo>
                  <a:lnTo>
                    <a:pt x="915257" y="912318"/>
                  </a:lnTo>
                  <a:lnTo>
                    <a:pt x="915455" y="912755"/>
                  </a:lnTo>
                  <a:lnTo>
                    <a:pt x="915653" y="913192"/>
                  </a:lnTo>
                  <a:lnTo>
                    <a:pt x="915851" y="913630"/>
                  </a:lnTo>
                  <a:lnTo>
                    <a:pt x="916049" y="914067"/>
                  </a:lnTo>
                  <a:lnTo>
                    <a:pt x="916200" y="914400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3133172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293" y="931638"/>
                  </a:lnTo>
                  <a:lnTo>
                    <a:pt x="910902" y="924670"/>
                  </a:lnTo>
                  <a:lnTo>
                    <a:pt x="913517" y="914822"/>
                  </a:lnTo>
                  <a:lnTo>
                    <a:pt x="913645" y="914400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31331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314243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31516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31609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31702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31794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318874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319800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32072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3216532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322579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32350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32443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32535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32628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327210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328136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32906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32998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330915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33184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33276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33369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33462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335546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336472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3373990" y="1929733"/>
              <a:ext cx="914760" cy="914400"/>
            </a:xfrm>
            <a:custGeom>
              <a:avLst/>
              <a:pathLst>
                <a:path w="914760" h="914400">
                  <a:moveTo>
                    <a:pt x="914400" y="914400"/>
                  </a:moveTo>
                  <a:lnTo>
                    <a:pt x="914465" y="897161"/>
                  </a:lnTo>
                  <a:lnTo>
                    <a:pt x="914760" y="907665"/>
                  </a:lnTo>
                  <a:lnTo>
                    <a:pt x="914755" y="914400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2243999" y="1895256"/>
              <a:ext cx="914400" cy="929265"/>
            </a:xfrm>
            <a:custGeom>
              <a:avLst/>
              <a:pathLst>
                <a:path w="914400" h="929265">
                  <a:moveTo>
                    <a:pt x="914400" y="914400"/>
                  </a:moveTo>
                  <a:lnTo>
                    <a:pt x="914400" y="929265"/>
                  </a:lnTo>
                  <a:lnTo>
                    <a:pt x="911612" y="924575"/>
                  </a:lnTo>
                  <a:lnTo>
                    <a:pt x="907462" y="916813"/>
                  </a:lnTo>
                  <a:lnTo>
                    <a:pt x="906301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224399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0" y="931638"/>
                  </a:lnTo>
                  <a:lnTo>
                    <a:pt x="914400" y="929265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225326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226252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227178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228104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229031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229957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230883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23180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23273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23366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23458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235514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236440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23736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238293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239219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24014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24107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24199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24292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243850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244776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24570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24662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247555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24848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24940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25033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2521866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90184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2521866" y="1912494"/>
              <a:ext cx="917640" cy="914400"/>
            </a:xfrm>
            <a:custGeom>
              <a:avLst/>
              <a:pathLst>
                <a:path w="917640" h="914400">
                  <a:moveTo>
                    <a:pt x="914400" y="914400"/>
                  </a:moveTo>
                  <a:lnTo>
                    <a:pt x="914400" y="901848"/>
                  </a:lnTo>
                  <a:lnTo>
                    <a:pt x="917207" y="913446"/>
                  </a:lnTo>
                  <a:lnTo>
                    <a:pt x="917373" y="913811"/>
                  </a:lnTo>
                  <a:lnTo>
                    <a:pt x="917572" y="914248"/>
                  </a:lnTo>
                  <a:lnTo>
                    <a:pt x="917640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3133172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5" y="914400"/>
                  </a:lnTo>
                  <a:lnTo>
                    <a:pt x="914400" y="911902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3142434" y="18952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141"/>
                  </a:lnTo>
                  <a:lnTo>
                    <a:pt x="907148" y="922486"/>
                  </a:lnTo>
                  <a:lnTo>
                    <a:pt x="909904" y="914400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314243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31516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31609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31702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31794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318874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319800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32072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3216532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322579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32350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32443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32535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32628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327210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328136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32906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32998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330915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33184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33276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33369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334620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335546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3373990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32" y="897161"/>
                  </a:lnTo>
                  <a:lnTo>
                    <a:pt x="913825" y="902888"/>
                  </a:lnTo>
                  <a:lnTo>
                    <a:pt x="914400" y="912977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3373990" y="1912494"/>
              <a:ext cx="914450" cy="914400"/>
            </a:xfrm>
            <a:custGeom>
              <a:avLst/>
              <a:pathLst>
                <a:path w="914450" h="914400">
                  <a:moveTo>
                    <a:pt x="914400" y="914400"/>
                  </a:moveTo>
                  <a:lnTo>
                    <a:pt x="914400" y="912977"/>
                  </a:lnTo>
                  <a:lnTo>
                    <a:pt x="914450" y="913872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2234737" y="1878018"/>
              <a:ext cx="914400" cy="929217"/>
            </a:xfrm>
            <a:custGeom>
              <a:avLst/>
              <a:pathLst>
                <a:path w="914400" h="929217">
                  <a:moveTo>
                    <a:pt x="914400" y="914400"/>
                  </a:moveTo>
                  <a:lnTo>
                    <a:pt x="914400" y="929217"/>
                  </a:lnTo>
                  <a:lnTo>
                    <a:pt x="912801" y="925893"/>
                  </a:lnTo>
                  <a:lnTo>
                    <a:pt x="911658" y="923385"/>
                  </a:lnTo>
                  <a:lnTo>
                    <a:pt x="910523" y="920896"/>
                  </a:lnTo>
                  <a:lnTo>
                    <a:pt x="909387" y="918406"/>
                  </a:lnTo>
                  <a:lnTo>
                    <a:pt x="908251" y="915917"/>
                  </a:lnTo>
                  <a:lnTo>
                    <a:pt x="907558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223473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564" y="931638"/>
                  </a:lnTo>
                  <a:lnTo>
                    <a:pt x="914400" y="929217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224399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225326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226252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227178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228104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229031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229957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230883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23180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23273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23366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23458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235514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236440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23736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238293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239219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24014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24107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24199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24292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243850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244776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24570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24662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247555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24848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24940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25033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2512603" y="1895256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354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3142434" y="18780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4" y="931638"/>
                  </a:lnTo>
                  <a:lnTo>
                    <a:pt x="910309" y="930449"/>
                  </a:lnTo>
                  <a:lnTo>
                    <a:pt x="911563" y="927167"/>
                  </a:lnTo>
                  <a:lnTo>
                    <a:pt x="911487" y="925215"/>
                  </a:lnTo>
                  <a:lnTo>
                    <a:pt x="911444" y="920297"/>
                  </a:lnTo>
                  <a:lnTo>
                    <a:pt x="910528" y="914953"/>
                  </a:lnTo>
                  <a:lnTo>
                    <a:pt x="910450" y="914400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314243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31516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31609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31702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31794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318874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319800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32072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3216532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322579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32350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32443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32535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32628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327210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328136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32906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32998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330915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33184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33276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33369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334620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335546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3364728" y="1895256"/>
              <a:ext cx="922594" cy="914400"/>
            </a:xfrm>
            <a:custGeom>
              <a:avLst/>
              <a:pathLst>
                <a:path w="92259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13" y="897161"/>
                  </a:lnTo>
                  <a:lnTo>
                    <a:pt x="920897" y="898421"/>
                  </a:lnTo>
                  <a:lnTo>
                    <a:pt x="922148" y="909219"/>
                  </a:lnTo>
                  <a:lnTo>
                    <a:pt x="922594" y="914400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2225475" y="1860779"/>
              <a:ext cx="914400" cy="926339"/>
            </a:xfrm>
            <a:custGeom>
              <a:avLst/>
              <a:pathLst>
                <a:path w="914400" h="926339">
                  <a:moveTo>
                    <a:pt x="914400" y="914400"/>
                  </a:moveTo>
                  <a:lnTo>
                    <a:pt x="914400" y="926339"/>
                  </a:lnTo>
                  <a:lnTo>
                    <a:pt x="914102" y="925687"/>
                  </a:lnTo>
                  <a:lnTo>
                    <a:pt x="912964" y="923198"/>
                  </a:lnTo>
                  <a:lnTo>
                    <a:pt x="911825" y="920709"/>
                  </a:lnTo>
                  <a:lnTo>
                    <a:pt x="910686" y="918220"/>
                  </a:lnTo>
                  <a:lnTo>
                    <a:pt x="909547" y="915732"/>
                  </a:lnTo>
                  <a:lnTo>
                    <a:pt x="908936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222547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820" y="931638"/>
                  </a:lnTo>
                  <a:lnTo>
                    <a:pt x="916377" y="930666"/>
                  </a:lnTo>
                  <a:lnTo>
                    <a:pt x="915239" y="928176"/>
                  </a:lnTo>
                  <a:lnTo>
                    <a:pt x="914400" y="92633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223473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224399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225326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226252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227178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228104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229031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229957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230883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23180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23273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23366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23458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235514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236440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23736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238293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239219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24014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24107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24199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24292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243850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244776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24570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24662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247555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24848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24940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2512603" y="18780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3" y="897161"/>
                  </a:lnTo>
                  <a:lnTo>
                    <a:pt x="914400" y="89807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2512603" y="1878018"/>
              <a:ext cx="918354" cy="914400"/>
            </a:xfrm>
            <a:custGeom>
              <a:avLst/>
              <a:pathLst>
                <a:path w="918354" h="914400">
                  <a:moveTo>
                    <a:pt x="914400" y="914400"/>
                  </a:moveTo>
                  <a:lnTo>
                    <a:pt x="914410" y="898109"/>
                  </a:lnTo>
                  <a:lnTo>
                    <a:pt x="914553" y="898702"/>
                  </a:lnTo>
                  <a:lnTo>
                    <a:pt x="914699" y="899301"/>
                  </a:lnTo>
                  <a:lnTo>
                    <a:pt x="914844" y="899901"/>
                  </a:lnTo>
                  <a:lnTo>
                    <a:pt x="914989" y="900500"/>
                  </a:lnTo>
                  <a:lnTo>
                    <a:pt x="915134" y="901099"/>
                  </a:lnTo>
                  <a:lnTo>
                    <a:pt x="915279" y="901699"/>
                  </a:lnTo>
                  <a:lnTo>
                    <a:pt x="915425" y="902298"/>
                  </a:lnTo>
                  <a:lnTo>
                    <a:pt x="915570" y="902898"/>
                  </a:lnTo>
                  <a:lnTo>
                    <a:pt x="915715" y="903497"/>
                  </a:lnTo>
                  <a:lnTo>
                    <a:pt x="915860" y="904096"/>
                  </a:lnTo>
                  <a:lnTo>
                    <a:pt x="916005" y="904696"/>
                  </a:lnTo>
                  <a:lnTo>
                    <a:pt x="916150" y="905295"/>
                  </a:lnTo>
                  <a:lnTo>
                    <a:pt x="918354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3142434" y="18607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50" y="931638"/>
                  </a:lnTo>
                  <a:lnTo>
                    <a:pt x="909065" y="921822"/>
                  </a:lnTo>
                  <a:lnTo>
                    <a:pt x="908235" y="914400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314243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31516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31609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31702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31794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318874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319800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32072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3216532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322579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32350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32443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32535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32628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327210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328136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32906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32998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330915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33184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33276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333694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334620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335546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3364728" y="18780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312"/>
                  </a:lnTo>
                  <a:lnTo>
                    <a:pt x="921581" y="908229"/>
                  </a:lnTo>
                  <a:lnTo>
                    <a:pt x="920436" y="912510"/>
                  </a:lnTo>
                  <a:lnTo>
                    <a:pt x="920713" y="914400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3373990" y="1860779"/>
              <a:ext cx="914861" cy="916550"/>
            </a:xfrm>
            <a:custGeom>
              <a:avLst/>
              <a:pathLst>
                <a:path w="914861" h="916550">
                  <a:moveTo>
                    <a:pt x="914400" y="914400"/>
                  </a:moveTo>
                  <a:lnTo>
                    <a:pt x="914861" y="914400"/>
                  </a:lnTo>
                  <a:lnTo>
                    <a:pt x="914613" y="915637"/>
                  </a:lnTo>
                  <a:lnTo>
                    <a:pt x="914400" y="916550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2216212" y="1843541"/>
              <a:ext cx="914400" cy="923351"/>
            </a:xfrm>
            <a:custGeom>
              <a:avLst/>
              <a:pathLst>
                <a:path w="914400" h="923351">
                  <a:moveTo>
                    <a:pt x="914400" y="914400"/>
                  </a:moveTo>
                  <a:lnTo>
                    <a:pt x="914400" y="923351"/>
                  </a:lnTo>
                  <a:lnTo>
                    <a:pt x="914246" y="923016"/>
                  </a:lnTo>
                  <a:lnTo>
                    <a:pt x="913096" y="920510"/>
                  </a:lnTo>
                  <a:lnTo>
                    <a:pt x="910437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221621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99" y="931638"/>
                  </a:lnTo>
                  <a:lnTo>
                    <a:pt x="917669" y="930481"/>
                  </a:lnTo>
                  <a:lnTo>
                    <a:pt x="916528" y="927993"/>
                  </a:lnTo>
                  <a:lnTo>
                    <a:pt x="915388" y="925505"/>
                  </a:lnTo>
                  <a:lnTo>
                    <a:pt x="914400" y="923351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222547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223473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224399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225326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226252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227178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228104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229031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229957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230883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23180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23273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23366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23458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235514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236440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23736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238293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239219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24014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24107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24199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24292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243850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244776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24570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24662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247555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24848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24940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2503341" y="1860779"/>
              <a:ext cx="923426" cy="914400"/>
            </a:xfrm>
            <a:custGeom>
              <a:avLst/>
              <a:pathLst>
                <a:path w="923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650" y="897161"/>
                  </a:lnTo>
                  <a:lnTo>
                    <a:pt x="921123" y="905530"/>
                  </a:lnTo>
                  <a:lnTo>
                    <a:pt x="923426" y="914400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3142434" y="18435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235" y="931638"/>
                  </a:lnTo>
                  <a:lnTo>
                    <a:pt x="907892" y="928564"/>
                  </a:lnTo>
                  <a:lnTo>
                    <a:pt x="907012" y="917969"/>
                  </a:lnTo>
                  <a:lnTo>
                    <a:pt x="906817" y="914400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314243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31516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31609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31702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31794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318874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319800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32072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3216532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322579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32350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32443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32535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32628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327210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328136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32906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32998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330915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33184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33276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333694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334620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335546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336472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3373990" y="1860779"/>
              <a:ext cx="918063" cy="914400"/>
            </a:xfrm>
            <a:custGeom>
              <a:avLst/>
              <a:pathLst>
                <a:path w="91806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063" y="897161"/>
                  </a:lnTo>
                  <a:lnTo>
                    <a:pt x="916630" y="905598"/>
                  </a:lnTo>
                  <a:lnTo>
                    <a:pt x="914861" y="914400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2206950" y="1826302"/>
              <a:ext cx="914400" cy="918058"/>
            </a:xfrm>
            <a:custGeom>
              <a:avLst/>
              <a:pathLst>
                <a:path w="914400" h="918058">
                  <a:moveTo>
                    <a:pt x="914400" y="914400"/>
                  </a:moveTo>
                  <a:lnTo>
                    <a:pt x="914400" y="918058"/>
                  </a:lnTo>
                  <a:lnTo>
                    <a:pt x="913123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220695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18702" y="929346"/>
                  </a:lnTo>
                  <a:lnTo>
                    <a:pt x="915287" y="920599"/>
                  </a:lnTo>
                  <a:lnTo>
                    <a:pt x="914400" y="91805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221621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222547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223473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224399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225326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226252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227178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228104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229031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229957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230883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23180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23273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23366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23458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235514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236440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23736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238293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239219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24014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24107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24199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24292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243850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244776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24570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24662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247555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24848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2503341" y="18435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671" y="897161"/>
                  </a:lnTo>
                  <a:lnTo>
                    <a:pt x="914400" y="901782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2503341" y="1843541"/>
              <a:ext cx="918650" cy="914400"/>
            </a:xfrm>
            <a:custGeom>
              <a:avLst/>
              <a:pathLst>
                <a:path w="918650" h="914400">
                  <a:moveTo>
                    <a:pt x="914400" y="914400"/>
                  </a:moveTo>
                  <a:lnTo>
                    <a:pt x="914400" y="901782"/>
                  </a:lnTo>
                  <a:lnTo>
                    <a:pt x="915210" y="903949"/>
                  </a:lnTo>
                  <a:lnTo>
                    <a:pt x="918300" y="913213"/>
                  </a:lnTo>
                  <a:lnTo>
                    <a:pt x="918650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3142434" y="18263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817" y="931638"/>
                  </a:lnTo>
                  <a:lnTo>
                    <a:pt x="906429" y="924541"/>
                  </a:lnTo>
                  <a:lnTo>
                    <a:pt x="906159" y="914400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314243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31516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31609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31702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31794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318874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319800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32072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3216532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322579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32350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32443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32535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32628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327210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328136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32906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32998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330915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33184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332767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333694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334620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335546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336472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3373990" y="1843541"/>
              <a:ext cx="920375" cy="914400"/>
            </a:xfrm>
            <a:custGeom>
              <a:avLst/>
              <a:pathLst>
                <a:path w="920375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375" y="897161"/>
                  </a:lnTo>
                  <a:lnTo>
                    <a:pt x="919815" y="902244"/>
                  </a:lnTo>
                  <a:lnTo>
                    <a:pt x="918366" y="912617"/>
                  </a:lnTo>
                  <a:lnTo>
                    <a:pt x="918063" y="914400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2206950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123" y="931638"/>
                  </a:lnTo>
                  <a:lnTo>
                    <a:pt x="912122" y="928771"/>
                  </a:lnTo>
                  <a:lnTo>
                    <a:pt x="909215" y="919408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220695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221621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222547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223473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224399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225326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226252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227178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228104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229031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229957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230883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23180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23273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23366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23458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235514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236440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23736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238293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239219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24014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24107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24199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24292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243850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244776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24570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24662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247555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24848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2494079" y="1826302"/>
              <a:ext cx="921933" cy="914400"/>
            </a:xfrm>
            <a:custGeom>
              <a:avLst/>
              <a:pathLst>
                <a:path w="921933" h="914400">
                  <a:moveTo>
                    <a:pt x="914400" y="914400"/>
                  </a:moveTo>
                  <a:lnTo>
                    <a:pt x="914518" y="897161"/>
                  </a:lnTo>
                  <a:lnTo>
                    <a:pt x="917528" y="903631"/>
                  </a:lnTo>
                  <a:lnTo>
                    <a:pt x="921124" y="912239"/>
                  </a:lnTo>
                  <a:lnTo>
                    <a:pt x="921933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3142434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59" y="931638"/>
                  </a:lnTo>
                  <a:lnTo>
                    <a:pt x="906144" y="931072"/>
                  </a:lnTo>
                  <a:lnTo>
                    <a:pt x="906157" y="920351"/>
                  </a:lnTo>
                  <a:lnTo>
                    <a:pt x="906330" y="914400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314243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31516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31609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31702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31794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318874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319800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32072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3216532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322579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32350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32443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32535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32628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327210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328136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32906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32998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330915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33184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332767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333694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334620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335546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336472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3373990" y="1826302"/>
              <a:ext cx="921903" cy="914400"/>
            </a:xfrm>
            <a:custGeom>
              <a:avLst/>
              <a:pathLst>
                <a:path w="921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903" y="897161"/>
                  </a:lnTo>
                  <a:lnTo>
                    <a:pt x="921837" y="898387"/>
                  </a:lnTo>
                  <a:lnTo>
                    <a:pt x="920973" y="908983"/>
                  </a:lnTo>
                  <a:lnTo>
                    <a:pt x="920375" y="914400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2197688" y="1791825"/>
              <a:ext cx="914400" cy="921008"/>
            </a:xfrm>
            <a:custGeom>
              <a:avLst/>
              <a:pathLst>
                <a:path w="914400" h="921008">
                  <a:moveTo>
                    <a:pt x="914400" y="914400"/>
                  </a:moveTo>
                  <a:lnTo>
                    <a:pt x="914400" y="921008"/>
                  </a:lnTo>
                  <a:lnTo>
                    <a:pt x="913979" y="919252"/>
                  </a:lnTo>
                  <a:lnTo>
                    <a:pt x="911860" y="916430"/>
                  </a:lnTo>
                  <a:lnTo>
                    <a:pt x="910493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219768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5838" y="927014"/>
                  </a:lnTo>
                  <a:lnTo>
                    <a:pt x="914400" y="92100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220695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221621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222547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223473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224399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225326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226252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227178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228104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229031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229957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230883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23180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23273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23366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23458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235514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236440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23736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238293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239219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24014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24107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24199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24292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243850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244776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24570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24662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247555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5" y="897161"/>
                  </a:lnTo>
                  <a:lnTo>
                    <a:pt x="905349" y="897324"/>
                  </a:lnTo>
                  <a:lnTo>
                    <a:pt x="909629" y="904770"/>
                  </a:lnTo>
                  <a:lnTo>
                    <a:pt x="913692" y="912626"/>
                  </a:lnTo>
                  <a:lnTo>
                    <a:pt x="914400" y="914146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146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3142434" y="17918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330" y="931638"/>
                  </a:lnTo>
                  <a:lnTo>
                    <a:pt x="906468" y="926884"/>
                  </a:lnTo>
                  <a:lnTo>
                    <a:pt x="907077" y="916223"/>
                  </a:lnTo>
                  <a:lnTo>
                    <a:pt x="907233" y="914400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314243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31516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31609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31702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31794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318874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319800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32072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3216532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322579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32350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32443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32535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32628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327210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328136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32906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32998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330915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331841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332767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333694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334620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335546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336472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3373990" y="1809064"/>
              <a:ext cx="922603" cy="914400"/>
            </a:xfrm>
            <a:custGeom>
              <a:avLst/>
              <a:pathLst>
                <a:path w="9226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603" y="897161"/>
                  </a:lnTo>
                  <a:lnTo>
                    <a:pt x="922406" y="904960"/>
                  </a:lnTo>
                  <a:lnTo>
                    <a:pt x="921903" y="914400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2188426" y="1774587"/>
              <a:ext cx="914400" cy="923321"/>
            </a:xfrm>
            <a:custGeom>
              <a:avLst/>
              <a:pathLst>
                <a:path w="914400" h="923321">
                  <a:moveTo>
                    <a:pt x="914400" y="914400"/>
                  </a:moveTo>
                  <a:lnTo>
                    <a:pt x="914400" y="923321"/>
                  </a:lnTo>
                  <a:lnTo>
                    <a:pt x="912242" y="919758"/>
                  </a:lnTo>
                  <a:lnTo>
                    <a:pt x="909319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218842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55" y="931638"/>
                  </a:lnTo>
                  <a:lnTo>
                    <a:pt x="916585" y="926929"/>
                  </a:lnTo>
                  <a:lnTo>
                    <a:pt x="914400" y="923321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219768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220695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221621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222547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223473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224399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225326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226252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227178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228104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229031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229957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230883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23180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23273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23366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23458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235514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236440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23736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238293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2392195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24014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24107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24199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24292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243850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244776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24570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24662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069" y="897161"/>
                  </a:lnTo>
                  <a:lnTo>
                    <a:pt x="910230" y="905657"/>
                  </a:lnTo>
                  <a:lnTo>
                    <a:pt x="910920" y="908789"/>
                  </a:lnTo>
                  <a:lnTo>
                    <a:pt x="914400" y="914232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232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3142434" y="17745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233" y="931638"/>
                  </a:lnTo>
                  <a:lnTo>
                    <a:pt x="907982" y="922873"/>
                  </a:lnTo>
                  <a:lnTo>
                    <a:pt x="908950" y="914400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314243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31516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31609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31702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31794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318874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319800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32072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3216532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322579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32350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32443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32535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32628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327210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328136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32906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32998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330915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331841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332767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333694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334620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335546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336472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3373990" y="17918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42"/>
                  </a:lnTo>
                  <a:lnTo>
                    <a:pt x="922916" y="904237"/>
                  </a:lnTo>
                  <a:lnTo>
                    <a:pt x="922753" y="904759"/>
                  </a:lnTo>
                  <a:lnTo>
                    <a:pt x="922736" y="906253"/>
                  </a:lnTo>
                  <a:lnTo>
                    <a:pt x="922706" y="908872"/>
                  </a:lnTo>
                  <a:lnTo>
                    <a:pt x="922676" y="911492"/>
                  </a:lnTo>
                  <a:lnTo>
                    <a:pt x="922603" y="914400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3383252" y="1774587"/>
              <a:ext cx="915611" cy="918780"/>
            </a:xfrm>
            <a:custGeom>
              <a:avLst/>
              <a:pathLst>
                <a:path w="915611" h="918780">
                  <a:moveTo>
                    <a:pt x="914400" y="914400"/>
                  </a:moveTo>
                  <a:lnTo>
                    <a:pt x="915611" y="914400"/>
                  </a:lnTo>
                  <a:lnTo>
                    <a:pt x="914400" y="918780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2179163" y="1757348"/>
              <a:ext cx="914400" cy="923369"/>
            </a:xfrm>
            <a:custGeom>
              <a:avLst/>
              <a:pathLst>
                <a:path w="914400" h="923369">
                  <a:moveTo>
                    <a:pt x="914400" y="914400"/>
                  </a:moveTo>
                  <a:lnTo>
                    <a:pt x="914400" y="923369"/>
                  </a:lnTo>
                  <a:lnTo>
                    <a:pt x="913451" y="921438"/>
                  </a:lnTo>
                  <a:lnTo>
                    <a:pt x="910340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217916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82" y="931638"/>
                  </a:lnTo>
                  <a:lnTo>
                    <a:pt x="917368" y="929413"/>
                  </a:lnTo>
                  <a:lnTo>
                    <a:pt x="914400" y="9233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218842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219768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220695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221621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222547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223473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224399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225326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226252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227178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228104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229031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229957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230883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23180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23273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23366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23458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235514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236440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23736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238293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2392195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24014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24107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24199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24292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243850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244776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24570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2475555" y="17745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145" y="897161"/>
                  </a:lnTo>
                  <a:lnTo>
                    <a:pt x="914215" y="903484"/>
                  </a:lnTo>
                  <a:lnTo>
                    <a:pt x="914399" y="90411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2475555" y="1774587"/>
              <a:ext cx="917331" cy="914400"/>
            </a:xfrm>
            <a:custGeom>
              <a:avLst/>
              <a:pathLst>
                <a:path w="917331" h="914400">
                  <a:moveTo>
                    <a:pt x="914399" y="914400"/>
                  </a:moveTo>
                  <a:lnTo>
                    <a:pt x="914399" y="904119"/>
                  </a:lnTo>
                  <a:lnTo>
                    <a:pt x="916991" y="913060"/>
                  </a:lnTo>
                  <a:lnTo>
                    <a:pt x="917331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3142434" y="17573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950" y="931638"/>
                  </a:lnTo>
                  <a:lnTo>
                    <a:pt x="909180" y="929625"/>
                  </a:lnTo>
                  <a:lnTo>
                    <a:pt x="910669" y="919268"/>
                  </a:lnTo>
                  <a:lnTo>
                    <a:pt x="911517" y="914400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314243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31516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31609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31702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31794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318874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319800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32072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3216532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322579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32350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32443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32535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32628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327210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328136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32906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329989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330915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331841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332767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333694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334620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335546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336472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337399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3383252" y="1774587"/>
              <a:ext cx="919708" cy="914400"/>
            </a:xfrm>
            <a:custGeom>
              <a:avLst/>
              <a:pathLst>
                <a:path w="91970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708" y="897161"/>
                  </a:lnTo>
                  <a:lnTo>
                    <a:pt x="918681" y="902071"/>
                  </a:lnTo>
                  <a:lnTo>
                    <a:pt x="916303" y="911895"/>
                  </a:lnTo>
                  <a:lnTo>
                    <a:pt x="915611" y="914400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2169901" y="1740110"/>
              <a:ext cx="914400" cy="918327"/>
            </a:xfrm>
            <a:custGeom>
              <a:avLst/>
              <a:pathLst>
                <a:path w="914400" h="918327">
                  <a:moveTo>
                    <a:pt x="914400" y="914400"/>
                  </a:moveTo>
                  <a:lnTo>
                    <a:pt x="914400" y="918327"/>
                  </a:lnTo>
                  <a:lnTo>
                    <a:pt x="913005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216990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02" y="931638"/>
                  </a:lnTo>
                  <a:lnTo>
                    <a:pt x="919025" y="930332"/>
                  </a:lnTo>
                  <a:lnTo>
                    <a:pt x="915576" y="921640"/>
                  </a:lnTo>
                  <a:lnTo>
                    <a:pt x="914400" y="918327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217916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218842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219768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220695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221621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222547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223473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224399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225326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226252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227178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228104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229031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229957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230883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23180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23273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23366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23458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235514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236440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23736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238293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2392195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24014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24107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24199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24292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243850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244776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24570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2466292" y="1757348"/>
              <a:ext cx="921407" cy="914400"/>
            </a:xfrm>
            <a:custGeom>
              <a:avLst/>
              <a:pathLst>
                <a:path w="9214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64" y="897161"/>
                  </a:lnTo>
                  <a:lnTo>
                    <a:pt x="917135" y="902449"/>
                  </a:lnTo>
                  <a:lnTo>
                    <a:pt x="920435" y="911430"/>
                  </a:lnTo>
                  <a:lnTo>
                    <a:pt x="921407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3142434" y="17573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517" y="914400"/>
                  </a:lnTo>
                  <a:lnTo>
                    <a:pt x="912444" y="909069"/>
                  </a:lnTo>
                  <a:lnTo>
                    <a:pt x="914400" y="899549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3151697" y="17401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787"/>
                  </a:lnTo>
                  <a:lnTo>
                    <a:pt x="905239" y="916293"/>
                  </a:lnTo>
                  <a:lnTo>
                    <a:pt x="905359" y="915751"/>
                  </a:lnTo>
                  <a:lnTo>
                    <a:pt x="905480" y="915202"/>
                  </a:lnTo>
                  <a:lnTo>
                    <a:pt x="905602" y="914654"/>
                  </a:lnTo>
                  <a:lnTo>
                    <a:pt x="905658" y="914400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31516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31609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31702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31794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318874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319800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32072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3216532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322579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32350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32443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32535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32628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327210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328136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32906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329989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330915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331841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332767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333694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334620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335546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336472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337399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3383252" y="1757348"/>
              <a:ext cx="922872" cy="914400"/>
            </a:xfrm>
            <a:custGeom>
              <a:avLst/>
              <a:pathLst>
                <a:path w="9228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872" y="897161"/>
                  </a:lnTo>
                  <a:lnTo>
                    <a:pt x="922596" y="899038"/>
                  </a:lnTo>
                  <a:lnTo>
                    <a:pt x="920780" y="909269"/>
                  </a:lnTo>
                  <a:lnTo>
                    <a:pt x="919708" y="914400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2169901" y="17228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005" y="931638"/>
                  </a:lnTo>
                  <a:lnTo>
                    <a:pt x="912375" y="929863"/>
                  </a:lnTo>
                  <a:lnTo>
                    <a:pt x="909432" y="920549"/>
                  </a:lnTo>
                  <a:lnTo>
                    <a:pt x="907714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216990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217916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218842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219768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220695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221621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222547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223473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224399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225326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226252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227178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228104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229031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229957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230883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23180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23273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23366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23458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235514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236440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23736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238293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2392195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24014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24107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24199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24292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243850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244776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2466292" y="17401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52" y="897161"/>
                  </a:lnTo>
                  <a:lnTo>
                    <a:pt x="909796" y="902755"/>
                  </a:lnTo>
                  <a:lnTo>
                    <a:pt x="913585" y="911042"/>
                  </a:lnTo>
                  <a:lnTo>
                    <a:pt x="914400" y="913026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2466292" y="1740110"/>
              <a:ext cx="914964" cy="914400"/>
            </a:xfrm>
            <a:custGeom>
              <a:avLst/>
              <a:pathLst>
                <a:path w="914964" h="914400">
                  <a:moveTo>
                    <a:pt x="914400" y="914400"/>
                  </a:moveTo>
                  <a:lnTo>
                    <a:pt x="914400" y="913026"/>
                  </a:lnTo>
                  <a:lnTo>
                    <a:pt x="914964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3142434" y="1722871"/>
              <a:ext cx="914400" cy="921299"/>
            </a:xfrm>
            <a:custGeom>
              <a:avLst/>
              <a:pathLst>
                <a:path w="914400" h="921299">
                  <a:moveTo>
                    <a:pt x="914400" y="914400"/>
                  </a:moveTo>
                  <a:lnTo>
                    <a:pt x="914400" y="921299"/>
                  </a:lnTo>
                  <a:lnTo>
                    <a:pt x="911692" y="919372"/>
                  </a:lnTo>
                  <a:lnTo>
                    <a:pt x="906421" y="915025"/>
                  </a:lnTo>
                  <a:lnTo>
                    <a:pt x="905758" y="914400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314243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20" y="931638"/>
                  </a:lnTo>
                  <a:lnTo>
                    <a:pt x="914985" y="931344"/>
                  </a:lnTo>
                  <a:lnTo>
                    <a:pt x="915107" y="930796"/>
                  </a:lnTo>
                  <a:lnTo>
                    <a:pt x="915228" y="930248"/>
                  </a:lnTo>
                  <a:lnTo>
                    <a:pt x="915350" y="929700"/>
                  </a:lnTo>
                  <a:lnTo>
                    <a:pt x="915471" y="929152"/>
                  </a:lnTo>
                  <a:lnTo>
                    <a:pt x="915593" y="928604"/>
                  </a:lnTo>
                  <a:lnTo>
                    <a:pt x="915714" y="928055"/>
                  </a:lnTo>
                  <a:lnTo>
                    <a:pt x="915836" y="927507"/>
                  </a:lnTo>
                  <a:lnTo>
                    <a:pt x="915957" y="926959"/>
                  </a:lnTo>
                  <a:lnTo>
                    <a:pt x="916079" y="926411"/>
                  </a:lnTo>
                  <a:lnTo>
                    <a:pt x="916200" y="925863"/>
                  </a:lnTo>
                  <a:lnTo>
                    <a:pt x="916322" y="925315"/>
                  </a:lnTo>
                  <a:lnTo>
                    <a:pt x="916444" y="924766"/>
                  </a:lnTo>
                  <a:lnTo>
                    <a:pt x="916565" y="924218"/>
                  </a:lnTo>
                  <a:lnTo>
                    <a:pt x="916687" y="923670"/>
                  </a:lnTo>
                  <a:lnTo>
                    <a:pt x="916829" y="923028"/>
                  </a:lnTo>
                  <a:lnTo>
                    <a:pt x="914400" y="921299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31516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31609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31702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31794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318874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319800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32072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3216532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322579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32350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32443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32535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32628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327210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328136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329063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329989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330915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331841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332767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333694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334620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335546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336472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337399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3383252" y="17401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024"/>
                  </a:lnTo>
                  <a:lnTo>
                    <a:pt x="922872" y="914400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3392514" y="1722871"/>
              <a:ext cx="918902" cy="926262"/>
            </a:xfrm>
            <a:custGeom>
              <a:avLst/>
              <a:pathLst>
                <a:path w="918902" h="926262">
                  <a:moveTo>
                    <a:pt x="914400" y="914400"/>
                  </a:moveTo>
                  <a:lnTo>
                    <a:pt x="918902" y="914400"/>
                  </a:lnTo>
                  <a:lnTo>
                    <a:pt x="918782" y="914665"/>
                  </a:lnTo>
                  <a:lnTo>
                    <a:pt x="914955" y="922323"/>
                  </a:lnTo>
                  <a:lnTo>
                    <a:pt x="914861" y="923122"/>
                  </a:lnTo>
                  <a:lnTo>
                    <a:pt x="914400" y="926262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2160639" y="1705633"/>
              <a:ext cx="914400" cy="921590"/>
            </a:xfrm>
            <a:custGeom>
              <a:avLst/>
              <a:pathLst>
                <a:path w="914400" h="921590">
                  <a:moveTo>
                    <a:pt x="914400" y="914400"/>
                  </a:moveTo>
                  <a:lnTo>
                    <a:pt x="914400" y="921590"/>
                  </a:lnTo>
                  <a:lnTo>
                    <a:pt x="913611" y="918366"/>
                  </a:lnTo>
                  <a:lnTo>
                    <a:pt x="912772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216063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76" y="931638"/>
                  </a:lnTo>
                  <a:lnTo>
                    <a:pt x="916016" y="928201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216990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217916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218842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219768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220695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221621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222547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223473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224399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225326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226252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227178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228104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229031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22995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230883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23180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23273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23366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23458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235514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2364408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23736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238293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2392195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24014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24107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24199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24292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243850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2457030" y="17228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218" y="897161"/>
                  </a:lnTo>
                  <a:lnTo>
                    <a:pt x="910576" y="899252"/>
                  </a:lnTo>
                  <a:lnTo>
                    <a:pt x="911500" y="905821"/>
                  </a:lnTo>
                  <a:lnTo>
                    <a:pt x="914400" y="910955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2457030" y="1722871"/>
              <a:ext cx="916214" cy="914400"/>
            </a:xfrm>
            <a:custGeom>
              <a:avLst/>
              <a:pathLst>
                <a:path w="916214" h="914400">
                  <a:moveTo>
                    <a:pt x="914400" y="914400"/>
                  </a:moveTo>
                  <a:lnTo>
                    <a:pt x="914400" y="910955"/>
                  </a:lnTo>
                  <a:lnTo>
                    <a:pt x="915040" y="912090"/>
                  </a:lnTo>
                  <a:lnTo>
                    <a:pt x="916214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3123910" y="1705633"/>
              <a:ext cx="914400" cy="921591"/>
            </a:xfrm>
            <a:custGeom>
              <a:avLst/>
              <a:pathLst>
                <a:path w="914400" h="921591">
                  <a:moveTo>
                    <a:pt x="914400" y="914400"/>
                  </a:moveTo>
                  <a:lnTo>
                    <a:pt x="914400" y="921591"/>
                  </a:lnTo>
                  <a:lnTo>
                    <a:pt x="909954" y="916256"/>
                  </a:lnTo>
                  <a:lnTo>
                    <a:pt x="908571" y="914400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3123910" y="1705633"/>
              <a:ext cx="923662" cy="931053"/>
            </a:xfrm>
            <a:custGeom>
              <a:avLst/>
              <a:pathLst>
                <a:path w="923662" h="93105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053"/>
                  </a:lnTo>
                  <a:lnTo>
                    <a:pt x="919802" y="927412"/>
                  </a:lnTo>
                  <a:lnTo>
                    <a:pt x="914800" y="922072"/>
                  </a:lnTo>
                  <a:lnTo>
                    <a:pt x="914400" y="921591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31331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20" y="931638"/>
                  </a:lnTo>
                  <a:lnTo>
                    <a:pt x="914400" y="931053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314243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31516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31609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31702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31794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318874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319800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32072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3216532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322579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32350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32443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32535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32628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327210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328136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329063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329989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330915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331841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332767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333694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334620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335546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336472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337399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338325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3392514" y="17228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522"/>
                  </a:lnTo>
                  <a:lnTo>
                    <a:pt x="922551" y="906277"/>
                  </a:lnTo>
                  <a:lnTo>
                    <a:pt x="918902" y="914400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3401777" y="1705633"/>
              <a:ext cx="916948" cy="920761"/>
            </a:xfrm>
            <a:custGeom>
              <a:avLst/>
              <a:pathLst>
                <a:path w="916948" h="920761">
                  <a:moveTo>
                    <a:pt x="914400" y="914400"/>
                  </a:moveTo>
                  <a:lnTo>
                    <a:pt x="916948" y="914400"/>
                  </a:lnTo>
                  <a:lnTo>
                    <a:pt x="916815" y="914768"/>
                  </a:lnTo>
                  <a:lnTo>
                    <a:pt x="914400" y="920761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2160639" y="16883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772" y="931638"/>
                  </a:lnTo>
                  <a:lnTo>
                    <a:pt x="911485" y="925550"/>
                  </a:lnTo>
                  <a:lnTo>
                    <a:pt x="909644" y="915302"/>
                  </a:lnTo>
                  <a:lnTo>
                    <a:pt x="909509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216063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216990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217916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218842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219768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220695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221621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222547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223473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224399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225326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226252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227178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22810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22903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22995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230883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23180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23273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23366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23458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235514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2364408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23736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238293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2392195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24014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24107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3">
                <a:alpha val="100000"/>
              </a:srgbClr>
            </a:solidFill>
            <a:ln w="5420" cap="flat">
              <a:solidFill>
                <a:srgbClr val="CDEA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24199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24292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243850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2447768" y="1705633"/>
              <a:ext cx="919480" cy="914400"/>
            </a:xfrm>
            <a:custGeom>
              <a:avLst/>
              <a:pathLst>
                <a:path w="91948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6242" y="897161"/>
                  </a:lnTo>
                  <a:lnTo>
                    <a:pt x="918057" y="906094"/>
                  </a:lnTo>
                  <a:lnTo>
                    <a:pt x="919480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3114648" y="1688394"/>
              <a:ext cx="914400" cy="927009"/>
            </a:xfrm>
            <a:custGeom>
              <a:avLst/>
              <a:pathLst>
                <a:path w="914400" h="927009">
                  <a:moveTo>
                    <a:pt x="914400" y="914400"/>
                  </a:moveTo>
                  <a:lnTo>
                    <a:pt x="914400" y="927009"/>
                  </a:lnTo>
                  <a:lnTo>
                    <a:pt x="910043" y="920499"/>
                  </a:lnTo>
                  <a:lnTo>
                    <a:pt x="906369" y="914400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31146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833" y="931638"/>
                  </a:lnTo>
                  <a:lnTo>
                    <a:pt x="914539" y="927218"/>
                  </a:lnTo>
                  <a:lnTo>
                    <a:pt x="914400" y="927009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31239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31331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314243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31516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31609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31702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31794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318874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319800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32072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3216532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322579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32350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32443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32535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32628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327210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328136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329063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329989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330915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331841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332767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333694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334620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335546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336472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337399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338325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339251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3401777" y="17056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80"/>
                  </a:lnTo>
                  <a:lnTo>
                    <a:pt x="922269" y="901517"/>
                  </a:lnTo>
                  <a:lnTo>
                    <a:pt x="921251" y="902054"/>
                  </a:lnTo>
                  <a:lnTo>
                    <a:pt x="920087" y="905686"/>
                  </a:lnTo>
                  <a:lnTo>
                    <a:pt x="916948" y="914400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3411039" y="1688394"/>
              <a:ext cx="921256" cy="918019"/>
            </a:xfrm>
            <a:custGeom>
              <a:avLst/>
              <a:pathLst>
                <a:path w="921256" h="918019">
                  <a:moveTo>
                    <a:pt x="914400" y="914400"/>
                  </a:moveTo>
                  <a:lnTo>
                    <a:pt x="921256" y="914400"/>
                  </a:lnTo>
                  <a:lnTo>
                    <a:pt x="920054" y="915034"/>
                  </a:lnTo>
                  <a:lnTo>
                    <a:pt x="918644" y="915778"/>
                  </a:lnTo>
                  <a:lnTo>
                    <a:pt x="917234" y="916522"/>
                  </a:lnTo>
                  <a:lnTo>
                    <a:pt x="915825" y="917266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2160639" y="16711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09" y="931638"/>
                  </a:lnTo>
                  <a:lnTo>
                    <a:pt x="908093" y="922128"/>
                  </a:lnTo>
                  <a:lnTo>
                    <a:pt x="907172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216063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216990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217916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218842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219768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220695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221621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222547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223473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224399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225326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226252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22717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22810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22903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22995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230883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23180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23273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23366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23458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235514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2364408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23736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238293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2392195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24014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24107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24199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24292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2447768" y="168839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005" y="897161"/>
                  </a:lnTo>
                  <a:lnTo>
                    <a:pt x="913623" y="903135"/>
                  </a:lnTo>
                  <a:lnTo>
                    <a:pt x="914399" y="90642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2447768" y="1688394"/>
              <a:ext cx="916242" cy="914400"/>
            </a:xfrm>
            <a:custGeom>
              <a:avLst/>
              <a:pathLst>
                <a:path w="916242" h="914400">
                  <a:moveTo>
                    <a:pt x="914399" y="914400"/>
                  </a:moveTo>
                  <a:lnTo>
                    <a:pt x="914399" y="906420"/>
                  </a:lnTo>
                  <a:lnTo>
                    <a:pt x="915983" y="913125"/>
                  </a:lnTo>
                  <a:lnTo>
                    <a:pt x="916242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3105386" y="1671156"/>
              <a:ext cx="914400" cy="929483"/>
            </a:xfrm>
            <a:custGeom>
              <a:avLst/>
              <a:pathLst>
                <a:path w="914400" h="929483">
                  <a:moveTo>
                    <a:pt x="914400" y="914400"/>
                  </a:moveTo>
                  <a:lnTo>
                    <a:pt x="914400" y="929483"/>
                  </a:lnTo>
                  <a:lnTo>
                    <a:pt x="910904" y="923043"/>
                  </a:lnTo>
                  <a:lnTo>
                    <a:pt x="907022" y="915108"/>
                  </a:lnTo>
                  <a:lnTo>
                    <a:pt x="906710" y="914400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31053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32" y="931638"/>
                  </a:lnTo>
                  <a:lnTo>
                    <a:pt x="915002" y="930593"/>
                  </a:lnTo>
                  <a:lnTo>
                    <a:pt x="914400" y="929483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31146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31239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31331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314243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31516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31609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31702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31794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318874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319800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32072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3216532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322579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32350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32443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32535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32628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327210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328136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329063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329989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330915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331841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332767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333694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334620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335546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336472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337399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338325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339251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340177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3411039" y="16883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131"/>
                  </a:lnTo>
                  <a:lnTo>
                    <a:pt x="922875" y="913546"/>
                  </a:lnTo>
                  <a:lnTo>
                    <a:pt x="921464" y="914290"/>
                  </a:lnTo>
                  <a:lnTo>
                    <a:pt x="921256" y="914400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3420301" y="1671156"/>
              <a:ext cx="923662" cy="930370"/>
            </a:xfrm>
            <a:custGeom>
              <a:avLst/>
              <a:pathLst>
                <a:path w="923662" h="93037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925"/>
                  </a:lnTo>
                  <a:lnTo>
                    <a:pt x="921676" y="926274"/>
                  </a:lnTo>
                  <a:lnTo>
                    <a:pt x="916438" y="929295"/>
                  </a:lnTo>
                  <a:lnTo>
                    <a:pt x="915023" y="930041"/>
                  </a:lnTo>
                  <a:lnTo>
                    <a:pt x="914400" y="930370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3429563" y="1671156"/>
              <a:ext cx="923662" cy="924925"/>
            </a:xfrm>
            <a:custGeom>
              <a:avLst/>
              <a:pathLst>
                <a:path w="923662" h="92492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72"/>
                  </a:lnTo>
                  <a:lnTo>
                    <a:pt x="922617" y="918808"/>
                  </a:lnTo>
                  <a:lnTo>
                    <a:pt x="917565" y="922775"/>
                  </a:lnTo>
                  <a:lnTo>
                    <a:pt x="914400" y="924925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3438825" y="1671156"/>
              <a:ext cx="918275" cy="917872"/>
            </a:xfrm>
            <a:custGeom>
              <a:avLst/>
              <a:pathLst>
                <a:path w="918275" h="917872">
                  <a:moveTo>
                    <a:pt x="914400" y="914400"/>
                  </a:moveTo>
                  <a:lnTo>
                    <a:pt x="918275" y="914400"/>
                  </a:lnTo>
                  <a:lnTo>
                    <a:pt x="914400" y="917872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2160639" y="16539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172" y="931638"/>
                  </a:lnTo>
                  <a:lnTo>
                    <a:pt x="906836" y="928818"/>
                  </a:lnTo>
                  <a:lnTo>
                    <a:pt x="905877" y="918161"/>
                  </a:lnTo>
                  <a:lnTo>
                    <a:pt x="905646" y="914400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21606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21699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21791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218842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219768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220695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221621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222547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223473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224399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225326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22625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22717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22810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22903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22995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230883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23180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23273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23366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23458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235514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2364408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23736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238293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2392195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24014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24107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24199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24292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2438506" y="1671156"/>
              <a:ext cx="921267" cy="914400"/>
            </a:xfrm>
            <a:custGeom>
              <a:avLst/>
              <a:pathLst>
                <a:path w="92126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950" y="897161"/>
                  </a:lnTo>
                  <a:lnTo>
                    <a:pt x="917334" y="901158"/>
                  </a:lnTo>
                  <a:lnTo>
                    <a:pt x="920246" y="910629"/>
                  </a:lnTo>
                  <a:lnTo>
                    <a:pt x="921267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3096123" y="1653917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629" y="924048"/>
                  </a:lnTo>
                  <a:lnTo>
                    <a:pt x="909209" y="915407"/>
                  </a:lnTo>
                  <a:lnTo>
                    <a:pt x="908852" y="914400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30961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972" y="931638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31053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31146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31239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31331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314243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31516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31609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31702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31794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318874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319800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32072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3216532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322579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32350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32443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32535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32628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327210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328136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329063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329989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330915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331841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332767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333694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334620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335546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336472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337399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338325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339251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340177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34110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34203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34295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3438825" y="16711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885"/>
                  </a:lnTo>
                  <a:lnTo>
                    <a:pt x="923113" y="909507"/>
                  </a:lnTo>
                  <a:lnTo>
                    <a:pt x="918275" y="914400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3448088" y="1653917"/>
              <a:ext cx="923662" cy="926123"/>
            </a:xfrm>
            <a:custGeom>
              <a:avLst/>
              <a:pathLst>
                <a:path w="923662" h="9261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12"/>
                  </a:lnTo>
                  <a:lnTo>
                    <a:pt x="923069" y="915701"/>
                  </a:lnTo>
                  <a:lnTo>
                    <a:pt x="918533" y="921435"/>
                  </a:lnTo>
                  <a:lnTo>
                    <a:pt x="914400" y="926123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3457350" y="1653917"/>
              <a:ext cx="914784" cy="914912"/>
            </a:xfrm>
            <a:custGeom>
              <a:avLst/>
              <a:pathLst>
                <a:path w="914784" h="914912">
                  <a:moveTo>
                    <a:pt x="914400" y="914400"/>
                  </a:moveTo>
                  <a:lnTo>
                    <a:pt x="914784" y="914400"/>
                  </a:lnTo>
                  <a:lnTo>
                    <a:pt x="914400" y="914912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2151377" y="1636679"/>
              <a:ext cx="914400" cy="922220"/>
            </a:xfrm>
            <a:custGeom>
              <a:avLst/>
              <a:pathLst>
                <a:path w="914400" h="922220">
                  <a:moveTo>
                    <a:pt x="914400" y="914400"/>
                  </a:moveTo>
                  <a:lnTo>
                    <a:pt x="914400" y="922220"/>
                  </a:lnTo>
                  <a:lnTo>
                    <a:pt x="914141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21513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08" y="931638"/>
                  </a:lnTo>
                  <a:lnTo>
                    <a:pt x="914480" y="924664"/>
                  </a:lnTo>
                  <a:lnTo>
                    <a:pt x="914400" y="92222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21606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21699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21791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218842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21976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220695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221621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222547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223473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224399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22532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22625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22717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22810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3">
                <a:alpha val="100000"/>
              </a:srgbClr>
            </a:solidFill>
            <a:ln w="5420" cap="flat">
              <a:solidFill>
                <a:srgbClr val="CDEA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22903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22995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230883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23180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23273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23366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23458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235514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2364408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23736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238293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2392195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24014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24107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24199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2438506" y="16539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34" y="897161"/>
                  </a:lnTo>
                  <a:lnTo>
                    <a:pt x="910725" y="900376"/>
                  </a:lnTo>
                  <a:lnTo>
                    <a:pt x="914157" y="909224"/>
                  </a:lnTo>
                  <a:lnTo>
                    <a:pt x="914400" y="909923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2438506" y="1653917"/>
              <a:ext cx="915950" cy="914400"/>
            </a:xfrm>
            <a:custGeom>
              <a:avLst/>
              <a:pathLst>
                <a:path w="915950" h="914400">
                  <a:moveTo>
                    <a:pt x="914400" y="914400"/>
                  </a:moveTo>
                  <a:lnTo>
                    <a:pt x="914400" y="909923"/>
                  </a:lnTo>
                  <a:lnTo>
                    <a:pt x="915950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3086861" y="1636679"/>
              <a:ext cx="914400" cy="920841"/>
            </a:xfrm>
            <a:custGeom>
              <a:avLst/>
              <a:pathLst>
                <a:path w="914400" h="920841">
                  <a:moveTo>
                    <a:pt x="914400" y="914400"/>
                  </a:moveTo>
                  <a:lnTo>
                    <a:pt x="914400" y="920841"/>
                  </a:lnTo>
                  <a:lnTo>
                    <a:pt x="912368" y="914400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30868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15" y="931638"/>
                  </a:lnTo>
                  <a:lnTo>
                    <a:pt x="915297" y="923686"/>
                  </a:lnTo>
                  <a:lnTo>
                    <a:pt x="914400" y="920841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30961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31053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31146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31239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31331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314243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31516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31609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31702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31794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318874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319800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32072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3216532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322579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32350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32443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32535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326284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327210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328136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329063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329989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330915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331841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332767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333694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334620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335546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336472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337399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338325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339251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34017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34110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34203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34295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343882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34480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3457350" y="16539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11"/>
                  </a:lnTo>
                  <a:lnTo>
                    <a:pt x="923046" y="907822"/>
                  </a:lnTo>
                  <a:lnTo>
                    <a:pt x="921821" y="908440"/>
                  </a:lnTo>
                  <a:lnTo>
                    <a:pt x="920596" y="909059"/>
                  </a:lnTo>
                  <a:lnTo>
                    <a:pt x="919371" y="909677"/>
                  </a:lnTo>
                  <a:lnTo>
                    <a:pt x="918147" y="910296"/>
                  </a:lnTo>
                  <a:lnTo>
                    <a:pt x="917693" y="910525"/>
                  </a:lnTo>
                  <a:lnTo>
                    <a:pt x="917551" y="910714"/>
                  </a:lnTo>
                  <a:lnTo>
                    <a:pt x="916305" y="912373"/>
                  </a:lnTo>
                  <a:lnTo>
                    <a:pt x="915060" y="914032"/>
                  </a:lnTo>
                  <a:lnTo>
                    <a:pt x="914784" y="914400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3466612" y="1636679"/>
              <a:ext cx="923662" cy="924749"/>
            </a:xfrm>
            <a:custGeom>
              <a:avLst/>
              <a:pathLst>
                <a:path w="923662" h="924749">
                  <a:moveTo>
                    <a:pt x="914400" y="914400"/>
                  </a:moveTo>
                  <a:lnTo>
                    <a:pt x="923662" y="914400"/>
                  </a:lnTo>
                  <a:lnTo>
                    <a:pt x="923587" y="920117"/>
                  </a:lnTo>
                  <a:lnTo>
                    <a:pt x="922361" y="920734"/>
                  </a:lnTo>
                  <a:lnTo>
                    <a:pt x="921135" y="921352"/>
                  </a:lnTo>
                  <a:lnTo>
                    <a:pt x="919910" y="921970"/>
                  </a:lnTo>
                  <a:lnTo>
                    <a:pt x="918684" y="922587"/>
                  </a:lnTo>
                  <a:lnTo>
                    <a:pt x="917459" y="923205"/>
                  </a:lnTo>
                  <a:lnTo>
                    <a:pt x="916234" y="923823"/>
                  </a:lnTo>
                  <a:lnTo>
                    <a:pt x="915008" y="924442"/>
                  </a:lnTo>
                  <a:lnTo>
                    <a:pt x="914400" y="924749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3475874" y="1636679"/>
              <a:ext cx="923662" cy="920079"/>
            </a:xfrm>
            <a:custGeom>
              <a:avLst/>
              <a:pathLst>
                <a:path w="923662" h="9200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186"/>
                  </a:lnTo>
                  <a:lnTo>
                    <a:pt x="919234" y="917646"/>
                  </a:lnTo>
                  <a:lnTo>
                    <a:pt x="918003" y="918265"/>
                  </a:lnTo>
                  <a:lnTo>
                    <a:pt x="916777" y="918882"/>
                  </a:lnTo>
                  <a:lnTo>
                    <a:pt x="915551" y="919499"/>
                  </a:lnTo>
                  <a:lnTo>
                    <a:pt x="914400" y="920079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3485137" y="1636679"/>
              <a:ext cx="915767" cy="915186"/>
            </a:xfrm>
            <a:custGeom>
              <a:avLst/>
              <a:pathLst>
                <a:path w="915767" h="915186">
                  <a:moveTo>
                    <a:pt x="914400" y="914400"/>
                  </a:moveTo>
                  <a:lnTo>
                    <a:pt x="915767" y="914400"/>
                  </a:lnTo>
                  <a:lnTo>
                    <a:pt x="915514" y="914567"/>
                  </a:lnTo>
                  <a:lnTo>
                    <a:pt x="914400" y="915186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2151377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41" y="931638"/>
                  </a:lnTo>
                  <a:lnTo>
                    <a:pt x="914124" y="931117"/>
                  </a:lnTo>
                  <a:lnTo>
                    <a:pt x="914070" y="920312"/>
                  </a:lnTo>
                  <a:lnTo>
                    <a:pt x="914207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21513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21606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21699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21791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218842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21976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22069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22162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222547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223473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224399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22532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22625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22717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22810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22903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22995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230883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23180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23273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23366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23458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235514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2364408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23736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238293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2392195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24014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24107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2429243" y="16366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347" y="897161"/>
                  </a:lnTo>
                  <a:lnTo>
                    <a:pt x="912396" y="900989"/>
                  </a:lnTo>
                  <a:lnTo>
                    <a:pt x="914400" y="90514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2429243" y="1636679"/>
              <a:ext cx="918597" cy="914400"/>
            </a:xfrm>
            <a:custGeom>
              <a:avLst/>
              <a:pathLst>
                <a:path w="918597" h="914400">
                  <a:moveTo>
                    <a:pt x="914400" y="914400"/>
                  </a:moveTo>
                  <a:lnTo>
                    <a:pt x="914400" y="905149"/>
                  </a:lnTo>
                  <a:lnTo>
                    <a:pt x="916310" y="909115"/>
                  </a:lnTo>
                  <a:lnTo>
                    <a:pt x="918597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3086861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68" y="931638"/>
                  </a:lnTo>
                  <a:lnTo>
                    <a:pt x="909718" y="922148"/>
                  </a:lnTo>
                  <a:lnTo>
                    <a:pt x="907823" y="914400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30868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30961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31053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31146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31239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31331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314243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31516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31609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31702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31794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318874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319800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32072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3216532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322579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32350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32443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325358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326284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327210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328136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329063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329989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330915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331841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332767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333694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334620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335546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336472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337399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338325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339251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34017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34110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34203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34295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343882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34480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34573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34666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347587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3485137" y="16366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067"/>
                  </a:lnTo>
                  <a:lnTo>
                    <a:pt x="922143" y="910442"/>
                  </a:lnTo>
                  <a:lnTo>
                    <a:pt x="921508" y="910534"/>
                  </a:lnTo>
                  <a:lnTo>
                    <a:pt x="920962" y="910957"/>
                  </a:lnTo>
                  <a:lnTo>
                    <a:pt x="915767" y="914400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3494399" y="1619441"/>
              <a:ext cx="923662" cy="927305"/>
            </a:xfrm>
            <a:custGeom>
              <a:avLst/>
              <a:pathLst>
                <a:path w="923662" h="9273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520"/>
                  </a:lnTo>
                  <a:lnTo>
                    <a:pt x="918791" y="926221"/>
                  </a:lnTo>
                  <a:lnTo>
                    <a:pt x="914400" y="927305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3503661" y="1619441"/>
              <a:ext cx="923662" cy="924520"/>
            </a:xfrm>
            <a:custGeom>
              <a:avLst/>
              <a:pathLst>
                <a:path w="923662" h="9245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54"/>
                  </a:lnTo>
                  <a:lnTo>
                    <a:pt x="921179" y="921547"/>
                  </a:lnTo>
                  <a:lnTo>
                    <a:pt x="915387" y="924175"/>
                  </a:lnTo>
                  <a:lnTo>
                    <a:pt x="914400" y="924520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3512923" y="1619441"/>
              <a:ext cx="923662" cy="920154"/>
            </a:xfrm>
            <a:custGeom>
              <a:avLst/>
              <a:pathLst>
                <a:path w="923662" h="92015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628"/>
                  </a:lnTo>
                  <a:lnTo>
                    <a:pt x="922645" y="915254"/>
                  </a:lnTo>
                  <a:lnTo>
                    <a:pt x="920973" y="916283"/>
                  </a:lnTo>
                  <a:lnTo>
                    <a:pt x="919301" y="917312"/>
                  </a:lnTo>
                  <a:lnTo>
                    <a:pt x="917624" y="918345"/>
                  </a:lnTo>
                  <a:lnTo>
                    <a:pt x="914400" y="920154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3522185" y="1619441"/>
              <a:ext cx="914771" cy="914628"/>
            </a:xfrm>
            <a:custGeom>
              <a:avLst/>
              <a:pathLst>
                <a:path w="914771" h="914628">
                  <a:moveTo>
                    <a:pt x="914400" y="914400"/>
                  </a:moveTo>
                  <a:lnTo>
                    <a:pt x="914771" y="914400"/>
                  </a:lnTo>
                  <a:lnTo>
                    <a:pt x="914400" y="91462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2151377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207" y="914400"/>
                  </a:lnTo>
                  <a:lnTo>
                    <a:pt x="914319" y="909517"/>
                  </a:lnTo>
                  <a:lnTo>
                    <a:pt x="914341" y="908925"/>
                  </a:lnTo>
                  <a:lnTo>
                    <a:pt x="914364" y="908332"/>
                  </a:lnTo>
                  <a:lnTo>
                    <a:pt x="914386" y="907739"/>
                  </a:lnTo>
                  <a:lnTo>
                    <a:pt x="914400" y="907366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2160639" y="1602202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04"/>
                  </a:lnTo>
                  <a:lnTo>
                    <a:pt x="905145" y="924384"/>
                  </a:lnTo>
                  <a:lnTo>
                    <a:pt x="905168" y="923791"/>
                  </a:lnTo>
                  <a:lnTo>
                    <a:pt x="905190" y="923197"/>
                  </a:lnTo>
                  <a:lnTo>
                    <a:pt x="905212" y="922604"/>
                  </a:lnTo>
                  <a:lnTo>
                    <a:pt x="905234" y="922011"/>
                  </a:lnTo>
                  <a:lnTo>
                    <a:pt x="905256" y="921418"/>
                  </a:lnTo>
                  <a:lnTo>
                    <a:pt x="905278" y="920825"/>
                  </a:lnTo>
                  <a:lnTo>
                    <a:pt x="905300" y="920231"/>
                  </a:lnTo>
                  <a:lnTo>
                    <a:pt x="905322" y="919638"/>
                  </a:lnTo>
                  <a:lnTo>
                    <a:pt x="905344" y="919045"/>
                  </a:lnTo>
                  <a:lnTo>
                    <a:pt x="905366" y="918452"/>
                  </a:lnTo>
                  <a:lnTo>
                    <a:pt x="905388" y="917858"/>
                  </a:lnTo>
                  <a:lnTo>
                    <a:pt x="905411" y="917265"/>
                  </a:lnTo>
                  <a:lnTo>
                    <a:pt x="905433" y="916672"/>
                  </a:lnTo>
                  <a:lnTo>
                    <a:pt x="905455" y="916079"/>
                  </a:lnTo>
                  <a:lnTo>
                    <a:pt x="905477" y="915486"/>
                  </a:lnTo>
                  <a:lnTo>
                    <a:pt x="905499" y="914892"/>
                  </a:lnTo>
                  <a:lnTo>
                    <a:pt x="905517" y="91439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21606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21699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21791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218842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21976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22069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22162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222547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22347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22439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22532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22625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22717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22810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22903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22995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230883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23180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23273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23366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23458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235514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2364408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23736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238293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2392195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24014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2419981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181" y="897161"/>
                  </a:lnTo>
                  <a:lnTo>
                    <a:pt x="913168" y="903183"/>
                  </a:lnTo>
                  <a:lnTo>
                    <a:pt x="914400" y="905252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2419981" y="1619441"/>
              <a:ext cx="919609" cy="914400"/>
            </a:xfrm>
            <a:custGeom>
              <a:avLst/>
              <a:pathLst>
                <a:path w="919609" h="914400">
                  <a:moveTo>
                    <a:pt x="914400" y="914400"/>
                  </a:moveTo>
                  <a:lnTo>
                    <a:pt x="914400" y="905252"/>
                  </a:lnTo>
                  <a:lnTo>
                    <a:pt x="917520" y="910497"/>
                  </a:lnTo>
                  <a:lnTo>
                    <a:pt x="919609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3077599" y="1602202"/>
              <a:ext cx="914400" cy="919205"/>
            </a:xfrm>
            <a:custGeom>
              <a:avLst/>
              <a:pathLst>
                <a:path w="914400" h="919205">
                  <a:moveTo>
                    <a:pt x="914400" y="914399"/>
                  </a:moveTo>
                  <a:lnTo>
                    <a:pt x="914400" y="919205"/>
                  </a:lnTo>
                  <a:lnTo>
                    <a:pt x="913534" y="914399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30775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7085" y="931638"/>
                  </a:lnTo>
                  <a:lnTo>
                    <a:pt x="916591" y="929619"/>
                  </a:lnTo>
                  <a:lnTo>
                    <a:pt x="914477" y="919635"/>
                  </a:lnTo>
                  <a:lnTo>
                    <a:pt x="914400" y="919205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30868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30961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31053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31146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31239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31331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314243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31516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31609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31702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31794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318874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319800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32072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3216532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322579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32350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324431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325358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326284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327210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328136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329063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329989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330915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331841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332767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333694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334620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335546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336472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337399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338325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339251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340177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34110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34203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34295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343882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34480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34573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34666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347587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34851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34943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35036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35129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3522185" y="16194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936"/>
                  </a:lnTo>
                  <a:lnTo>
                    <a:pt x="923421" y="909084"/>
                  </a:lnTo>
                  <a:lnTo>
                    <a:pt x="921747" y="910112"/>
                  </a:lnTo>
                  <a:lnTo>
                    <a:pt x="920074" y="911140"/>
                  </a:lnTo>
                  <a:lnTo>
                    <a:pt x="918401" y="912168"/>
                  </a:lnTo>
                  <a:lnTo>
                    <a:pt x="916728" y="913196"/>
                  </a:lnTo>
                  <a:lnTo>
                    <a:pt x="915055" y="914225"/>
                  </a:lnTo>
                  <a:lnTo>
                    <a:pt x="914771" y="914400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3531448" y="1602202"/>
              <a:ext cx="923662" cy="926175"/>
            </a:xfrm>
            <a:custGeom>
              <a:avLst/>
              <a:pathLst>
                <a:path w="923662" h="92617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495"/>
                  </a:lnTo>
                  <a:lnTo>
                    <a:pt x="922532" y="921187"/>
                  </a:lnTo>
                  <a:lnTo>
                    <a:pt x="920857" y="922214"/>
                  </a:lnTo>
                  <a:lnTo>
                    <a:pt x="919182" y="923241"/>
                  </a:lnTo>
                  <a:lnTo>
                    <a:pt x="917507" y="924268"/>
                  </a:lnTo>
                  <a:lnTo>
                    <a:pt x="915833" y="925295"/>
                  </a:lnTo>
                  <a:lnTo>
                    <a:pt x="914400" y="926175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3540710" y="1602202"/>
              <a:ext cx="923494" cy="920495"/>
            </a:xfrm>
            <a:custGeom>
              <a:avLst/>
              <a:pathLst>
                <a:path w="923494" h="920495">
                  <a:moveTo>
                    <a:pt x="914400" y="914399"/>
                  </a:moveTo>
                  <a:lnTo>
                    <a:pt x="923494" y="914399"/>
                  </a:lnTo>
                  <a:lnTo>
                    <a:pt x="921276" y="916070"/>
                  </a:lnTo>
                  <a:lnTo>
                    <a:pt x="916627" y="919131"/>
                  </a:lnTo>
                  <a:lnTo>
                    <a:pt x="914946" y="920161"/>
                  </a:lnTo>
                  <a:lnTo>
                    <a:pt x="914400" y="920495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216063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21" y="931538"/>
                  </a:lnTo>
                  <a:lnTo>
                    <a:pt x="905543" y="930944"/>
                  </a:lnTo>
                  <a:lnTo>
                    <a:pt x="905565" y="930351"/>
                  </a:lnTo>
                  <a:lnTo>
                    <a:pt x="905587" y="929758"/>
                  </a:lnTo>
                  <a:lnTo>
                    <a:pt x="905610" y="929165"/>
                  </a:lnTo>
                  <a:lnTo>
                    <a:pt x="905632" y="928571"/>
                  </a:lnTo>
                  <a:lnTo>
                    <a:pt x="905654" y="927978"/>
                  </a:lnTo>
                  <a:lnTo>
                    <a:pt x="905676" y="927385"/>
                  </a:lnTo>
                  <a:lnTo>
                    <a:pt x="905698" y="926792"/>
                  </a:lnTo>
                  <a:lnTo>
                    <a:pt x="905720" y="926199"/>
                  </a:lnTo>
                  <a:lnTo>
                    <a:pt x="905742" y="925605"/>
                  </a:lnTo>
                  <a:lnTo>
                    <a:pt x="905764" y="925012"/>
                  </a:lnTo>
                  <a:lnTo>
                    <a:pt x="905994" y="920473"/>
                  </a:lnTo>
                  <a:lnTo>
                    <a:pt x="905975" y="920322"/>
                  </a:lnTo>
                  <a:lnTo>
                    <a:pt x="905700" y="918137"/>
                  </a:lnTo>
                  <a:lnTo>
                    <a:pt x="905424" y="915953"/>
                  </a:lnTo>
                  <a:lnTo>
                    <a:pt x="905229" y="91439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21606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21699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21791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218842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21976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22069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22162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222547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22347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22439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22532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22625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22717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22810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22903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22995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230883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23180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23273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23366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23458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235514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2364408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23736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238293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2392195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2410719" y="1602202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7078" y="897161"/>
                  </a:lnTo>
                  <a:lnTo>
                    <a:pt x="907567" y="900478"/>
                  </a:lnTo>
                  <a:lnTo>
                    <a:pt x="908220" y="901179"/>
                  </a:lnTo>
                  <a:lnTo>
                    <a:pt x="913136" y="907125"/>
                  </a:lnTo>
                  <a:lnTo>
                    <a:pt x="914400" y="908835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2410719" y="1602202"/>
              <a:ext cx="918444" cy="914399"/>
            </a:xfrm>
            <a:custGeom>
              <a:avLst/>
              <a:pathLst>
                <a:path w="918444" h="914399">
                  <a:moveTo>
                    <a:pt x="914400" y="914399"/>
                  </a:moveTo>
                  <a:lnTo>
                    <a:pt x="914400" y="908835"/>
                  </a:lnTo>
                  <a:lnTo>
                    <a:pt x="917878" y="913545"/>
                  </a:lnTo>
                  <a:lnTo>
                    <a:pt x="918444" y="91439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307759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3534" y="931638"/>
                  </a:lnTo>
                  <a:lnTo>
                    <a:pt x="912644" y="926698"/>
                  </a:lnTo>
                  <a:lnTo>
                    <a:pt x="911097" y="916360"/>
                  </a:lnTo>
                  <a:lnTo>
                    <a:pt x="910861" y="914399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30775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30868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2">
                <a:alpha val="100000"/>
              </a:srgbClr>
            </a:solidFill>
            <a:ln w="5420" cap="flat">
              <a:solidFill>
                <a:srgbClr val="C9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30961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31053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31146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31239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31331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314243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31516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31609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31702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31794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318874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319800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32072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3216532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322579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323505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324431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325358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326284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327210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328136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329063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329989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330915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331841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332767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333694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334620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335546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336472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337399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338325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339251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340177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34110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34203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34295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343882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34480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34573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34666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347587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34851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34943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35036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35129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352218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35314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3540710" y="160220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73"/>
                  </a:lnTo>
                  <a:lnTo>
                    <a:pt x="923494" y="914399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3549972" y="1584964"/>
              <a:ext cx="923662" cy="931512"/>
            </a:xfrm>
            <a:custGeom>
              <a:avLst/>
              <a:pathLst>
                <a:path w="923662" h="931512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715"/>
                  </a:lnTo>
                  <a:lnTo>
                    <a:pt x="922489" y="924771"/>
                  </a:lnTo>
                  <a:lnTo>
                    <a:pt x="921068" y="926052"/>
                  </a:lnTo>
                  <a:lnTo>
                    <a:pt x="916584" y="929867"/>
                  </a:lnTo>
                  <a:lnTo>
                    <a:pt x="914400" y="931512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3559234" y="1584964"/>
              <a:ext cx="923662" cy="923715"/>
            </a:xfrm>
            <a:custGeom>
              <a:avLst/>
              <a:pathLst>
                <a:path w="923662" h="9237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381"/>
                  </a:lnTo>
                  <a:lnTo>
                    <a:pt x="923138" y="915851"/>
                  </a:lnTo>
                  <a:lnTo>
                    <a:pt x="921721" y="917125"/>
                  </a:lnTo>
                  <a:lnTo>
                    <a:pt x="920305" y="918399"/>
                  </a:lnTo>
                  <a:lnTo>
                    <a:pt x="918889" y="919673"/>
                  </a:lnTo>
                  <a:lnTo>
                    <a:pt x="917473" y="920947"/>
                  </a:lnTo>
                  <a:lnTo>
                    <a:pt x="916057" y="922222"/>
                  </a:lnTo>
                  <a:lnTo>
                    <a:pt x="914642" y="923496"/>
                  </a:lnTo>
                  <a:lnTo>
                    <a:pt x="914400" y="923715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3568497" y="1584964"/>
              <a:ext cx="915845" cy="915381"/>
            </a:xfrm>
            <a:custGeom>
              <a:avLst/>
              <a:pathLst>
                <a:path w="915845" h="915381">
                  <a:moveTo>
                    <a:pt x="914400" y="914399"/>
                  </a:moveTo>
                  <a:lnTo>
                    <a:pt x="915845" y="914399"/>
                  </a:lnTo>
                  <a:lnTo>
                    <a:pt x="915105" y="914746"/>
                  </a:lnTo>
                  <a:lnTo>
                    <a:pt x="914400" y="915381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2151377" y="1567725"/>
              <a:ext cx="914400" cy="930912"/>
            </a:xfrm>
            <a:custGeom>
              <a:avLst/>
              <a:pathLst>
                <a:path w="914400" h="930912">
                  <a:moveTo>
                    <a:pt x="914400" y="914400"/>
                  </a:moveTo>
                  <a:lnTo>
                    <a:pt x="914400" y="930912"/>
                  </a:lnTo>
                  <a:lnTo>
                    <a:pt x="914136" y="928822"/>
                  </a:lnTo>
                  <a:lnTo>
                    <a:pt x="913861" y="926638"/>
                  </a:lnTo>
                  <a:lnTo>
                    <a:pt x="913585" y="924453"/>
                  </a:lnTo>
                  <a:lnTo>
                    <a:pt x="913310" y="922269"/>
                  </a:lnTo>
                  <a:lnTo>
                    <a:pt x="913034" y="920084"/>
                  </a:lnTo>
                  <a:lnTo>
                    <a:pt x="912758" y="917900"/>
                  </a:lnTo>
                  <a:lnTo>
                    <a:pt x="912481" y="915707"/>
                  </a:lnTo>
                  <a:lnTo>
                    <a:pt x="912334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21513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91" y="931638"/>
                  </a:lnTo>
                  <a:lnTo>
                    <a:pt x="914400" y="930912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21606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21699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21791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218842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21976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22069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22162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222547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22347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22439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22532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22625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22717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22810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22903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22995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230883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23180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23273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23366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23458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235514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2364408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23736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238293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2401457" y="1584964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426" y="897161"/>
                  </a:lnTo>
                  <a:lnTo>
                    <a:pt x="913591" y="897942"/>
                  </a:lnTo>
                  <a:lnTo>
                    <a:pt x="914400" y="902473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2401457" y="1584964"/>
              <a:ext cx="916340" cy="914399"/>
            </a:xfrm>
            <a:custGeom>
              <a:avLst/>
              <a:pathLst>
                <a:path w="916340" h="914399">
                  <a:moveTo>
                    <a:pt x="914400" y="914399"/>
                  </a:moveTo>
                  <a:lnTo>
                    <a:pt x="914400" y="902473"/>
                  </a:lnTo>
                  <a:lnTo>
                    <a:pt x="915441" y="908307"/>
                  </a:lnTo>
                  <a:lnTo>
                    <a:pt x="916340" y="91439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3077599" y="15677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61" y="931638"/>
                  </a:lnTo>
                  <a:lnTo>
                    <a:pt x="909840" y="923125"/>
                  </a:lnTo>
                  <a:lnTo>
                    <a:pt x="909045" y="914400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30775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30868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30961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31053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31146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31239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31331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31424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31516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31609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31702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31794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318874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319800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32072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3216532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322579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323505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324431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325358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326284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327210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328136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329063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329989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330915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331841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332767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333694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334620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335546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336472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337399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338325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339251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34017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34110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34203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34295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343882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34480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34573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34666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347587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2">
                <a:alpha val="100000"/>
              </a:srgbClr>
            </a:solidFill>
            <a:ln w="5420" cap="flat">
              <a:solidFill>
                <a:srgbClr val="C9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34851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34943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35036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35129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352218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35314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35407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35499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35592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3568497" y="1584964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571" y="910782"/>
                  </a:lnTo>
                  <a:lnTo>
                    <a:pt x="922494" y="911286"/>
                  </a:lnTo>
                  <a:lnTo>
                    <a:pt x="921417" y="911790"/>
                  </a:lnTo>
                  <a:lnTo>
                    <a:pt x="920340" y="912294"/>
                  </a:lnTo>
                  <a:lnTo>
                    <a:pt x="919264" y="912798"/>
                  </a:lnTo>
                  <a:lnTo>
                    <a:pt x="918187" y="913303"/>
                  </a:lnTo>
                  <a:lnTo>
                    <a:pt x="917110" y="913807"/>
                  </a:lnTo>
                  <a:lnTo>
                    <a:pt x="916034" y="914311"/>
                  </a:lnTo>
                  <a:lnTo>
                    <a:pt x="915845" y="91439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3577759" y="1567725"/>
              <a:ext cx="923662" cy="927979"/>
            </a:xfrm>
            <a:custGeom>
              <a:avLst/>
              <a:pathLst>
                <a:path w="923662" h="9279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652"/>
                  </a:lnTo>
                  <a:lnTo>
                    <a:pt x="922929" y="923993"/>
                  </a:lnTo>
                  <a:lnTo>
                    <a:pt x="921852" y="924496"/>
                  </a:lnTo>
                  <a:lnTo>
                    <a:pt x="920774" y="925000"/>
                  </a:lnTo>
                  <a:lnTo>
                    <a:pt x="919696" y="925503"/>
                  </a:lnTo>
                  <a:lnTo>
                    <a:pt x="918619" y="926006"/>
                  </a:lnTo>
                  <a:lnTo>
                    <a:pt x="917541" y="926510"/>
                  </a:lnTo>
                  <a:lnTo>
                    <a:pt x="916464" y="927013"/>
                  </a:lnTo>
                  <a:lnTo>
                    <a:pt x="915386" y="927517"/>
                  </a:lnTo>
                  <a:lnTo>
                    <a:pt x="914400" y="92797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3587021" y="1567725"/>
              <a:ext cx="923662" cy="923652"/>
            </a:xfrm>
            <a:custGeom>
              <a:avLst/>
              <a:pathLst>
                <a:path w="923662" h="92365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151"/>
                  </a:lnTo>
                  <a:lnTo>
                    <a:pt x="920140" y="920975"/>
                  </a:lnTo>
                  <a:lnTo>
                    <a:pt x="919058" y="921479"/>
                  </a:lnTo>
                  <a:lnTo>
                    <a:pt x="917980" y="921982"/>
                  </a:lnTo>
                  <a:lnTo>
                    <a:pt x="916901" y="922484"/>
                  </a:lnTo>
                  <a:lnTo>
                    <a:pt x="915823" y="922987"/>
                  </a:lnTo>
                  <a:lnTo>
                    <a:pt x="914745" y="923490"/>
                  </a:lnTo>
                  <a:lnTo>
                    <a:pt x="914400" y="923652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3596283" y="1567725"/>
              <a:ext cx="922301" cy="919151"/>
            </a:xfrm>
            <a:custGeom>
              <a:avLst/>
              <a:pathLst>
                <a:path w="922301" h="919151">
                  <a:moveTo>
                    <a:pt x="914400" y="914400"/>
                  </a:moveTo>
                  <a:lnTo>
                    <a:pt x="922301" y="914400"/>
                  </a:lnTo>
                  <a:lnTo>
                    <a:pt x="921953" y="914655"/>
                  </a:lnTo>
                  <a:lnTo>
                    <a:pt x="916460" y="918084"/>
                  </a:lnTo>
                  <a:lnTo>
                    <a:pt x="914400" y="919151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2151377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4" y="931638"/>
                  </a:lnTo>
                  <a:lnTo>
                    <a:pt x="911371" y="923082"/>
                  </a:lnTo>
                  <a:lnTo>
                    <a:pt x="910628" y="91439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21513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21606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21699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21791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218842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21976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22069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22162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222547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22347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22439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22532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22625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22717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22810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22903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22995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230883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23180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23273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23366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23458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235514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2364408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23736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238293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2392195" y="1567725"/>
              <a:ext cx="922688" cy="914400"/>
            </a:xfrm>
            <a:custGeom>
              <a:avLst/>
              <a:pathLst>
                <a:path w="922688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795" y="897161"/>
                  </a:lnTo>
                  <a:lnTo>
                    <a:pt x="920711" y="905012"/>
                  </a:lnTo>
                  <a:lnTo>
                    <a:pt x="922688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3077599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9045" y="931638"/>
                  </a:lnTo>
                  <a:lnTo>
                    <a:pt x="908876" y="929783"/>
                  </a:lnTo>
                  <a:lnTo>
                    <a:pt x="908209" y="919123"/>
                  </a:lnTo>
                  <a:lnTo>
                    <a:pt x="908046" y="91439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30775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30868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30961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31053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31146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31239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2">
                <a:alpha val="100000"/>
              </a:srgbClr>
            </a:solidFill>
            <a:ln w="5420" cap="flat">
              <a:solidFill>
                <a:srgbClr val="C9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31331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31424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31516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31609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31702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31794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318874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319800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32072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3216532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322579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323505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324431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325358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326284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327210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328136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329063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329989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330915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331841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332767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333694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334620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335546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336472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337399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338325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339251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34017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34110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34203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34295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343882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34480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34573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34666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347587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34851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34943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35036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35129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352218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35314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35407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35499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35592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35684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35777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35870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3596283" y="15677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401"/>
                  </a:lnTo>
                  <a:lnTo>
                    <a:pt x="922301" y="914400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3605545" y="1550487"/>
              <a:ext cx="923662" cy="930639"/>
            </a:xfrm>
            <a:custGeom>
              <a:avLst/>
              <a:pathLst>
                <a:path w="923662" h="930639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163"/>
                  </a:lnTo>
                  <a:lnTo>
                    <a:pt x="923353" y="923462"/>
                  </a:lnTo>
                  <a:lnTo>
                    <a:pt x="918081" y="927937"/>
                  </a:lnTo>
                  <a:lnTo>
                    <a:pt x="914400" y="93063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3614808" y="1550487"/>
              <a:ext cx="922956" cy="923163"/>
            </a:xfrm>
            <a:custGeom>
              <a:avLst/>
              <a:pathLst>
                <a:path w="922956" h="923163">
                  <a:moveTo>
                    <a:pt x="914400" y="914399"/>
                  </a:moveTo>
                  <a:lnTo>
                    <a:pt x="922956" y="914399"/>
                  </a:lnTo>
                  <a:lnTo>
                    <a:pt x="919230" y="918483"/>
                  </a:lnTo>
                  <a:lnTo>
                    <a:pt x="914400" y="923163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2142115" y="1533248"/>
              <a:ext cx="914400" cy="919434"/>
            </a:xfrm>
            <a:custGeom>
              <a:avLst/>
              <a:pathLst>
                <a:path w="914400" h="919434">
                  <a:moveTo>
                    <a:pt x="914400" y="914399"/>
                  </a:moveTo>
                  <a:lnTo>
                    <a:pt x="914400" y="919434"/>
                  </a:lnTo>
                  <a:lnTo>
                    <a:pt x="912019" y="917566"/>
                  </a:lnTo>
                  <a:lnTo>
                    <a:pt x="908500" y="91439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214211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891" y="931638"/>
                  </a:lnTo>
                  <a:lnTo>
                    <a:pt x="919782" y="930369"/>
                  </a:lnTo>
                  <a:lnTo>
                    <a:pt x="919354" y="923093"/>
                  </a:lnTo>
                  <a:lnTo>
                    <a:pt x="917264" y="921682"/>
                  </a:lnTo>
                  <a:lnTo>
                    <a:pt x="914400" y="919434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21513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21606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21699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21791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218842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21976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22069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22162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222547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22347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22439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22532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22625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22717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22810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22903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22995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230883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23180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23273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23366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23458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235514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2364408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23736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2392195" y="1550487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853" y="897161"/>
                  </a:lnTo>
                  <a:lnTo>
                    <a:pt x="914399" y="89888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2392195" y="1550487"/>
              <a:ext cx="918795" cy="914399"/>
            </a:xfrm>
            <a:custGeom>
              <a:avLst/>
              <a:pathLst>
                <a:path w="918795" h="914399">
                  <a:moveTo>
                    <a:pt x="914399" y="914399"/>
                  </a:moveTo>
                  <a:lnTo>
                    <a:pt x="914399" y="898889"/>
                  </a:lnTo>
                  <a:lnTo>
                    <a:pt x="915578" y="902616"/>
                  </a:lnTo>
                  <a:lnTo>
                    <a:pt x="918284" y="912307"/>
                  </a:lnTo>
                  <a:lnTo>
                    <a:pt x="918795" y="91439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3077599" y="1533248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046" y="931638"/>
                  </a:lnTo>
                  <a:lnTo>
                    <a:pt x="907840" y="925652"/>
                  </a:lnTo>
                  <a:lnTo>
                    <a:pt x="907769" y="914921"/>
                  </a:lnTo>
                  <a:lnTo>
                    <a:pt x="907780" y="91439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30775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30868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30961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31053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31146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31239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31331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31424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31516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2">
                <a:alpha val="100000"/>
              </a:srgbClr>
            </a:solidFill>
            <a:ln w="5420" cap="flat">
              <a:solidFill>
                <a:srgbClr val="C9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31609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31702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31794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31887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319800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32072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3216532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322579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323505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324431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325358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326284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327210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328136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329063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329989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330915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331841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332767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333694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334620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335546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336472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337399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338325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339251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34017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34110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34203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2">
                <a:alpha val="100000"/>
              </a:srgbClr>
            </a:solidFill>
            <a:ln w="5420" cap="flat">
              <a:solidFill>
                <a:srgbClr val="C9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34295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343882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34480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34573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34666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347587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34851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34943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35036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35129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352218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35314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35407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35499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35592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35684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35777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35870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35962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36055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3614808" y="1550487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627"/>
                  </a:lnTo>
                  <a:lnTo>
                    <a:pt x="922956" y="91439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3624070" y="1533248"/>
              <a:ext cx="923662" cy="930865"/>
            </a:xfrm>
            <a:custGeom>
              <a:avLst/>
              <a:pathLst>
                <a:path w="923662" h="9308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022"/>
                  </a:lnTo>
                  <a:lnTo>
                    <a:pt x="921688" y="922437"/>
                  </a:lnTo>
                  <a:lnTo>
                    <a:pt x="920001" y="924396"/>
                  </a:lnTo>
                  <a:lnTo>
                    <a:pt x="918323" y="926343"/>
                  </a:lnTo>
                  <a:lnTo>
                    <a:pt x="916647" y="928291"/>
                  </a:lnTo>
                  <a:lnTo>
                    <a:pt x="914961" y="930250"/>
                  </a:lnTo>
                  <a:lnTo>
                    <a:pt x="914400" y="930865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3633332" y="1533248"/>
              <a:ext cx="918789" cy="920022"/>
            </a:xfrm>
            <a:custGeom>
              <a:avLst/>
              <a:pathLst>
                <a:path w="918789" h="920022">
                  <a:moveTo>
                    <a:pt x="914400" y="914399"/>
                  </a:moveTo>
                  <a:lnTo>
                    <a:pt x="918789" y="914399"/>
                  </a:lnTo>
                  <a:lnTo>
                    <a:pt x="916892" y="916972"/>
                  </a:lnTo>
                  <a:lnTo>
                    <a:pt x="914400" y="920022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2123590" y="1516010"/>
              <a:ext cx="914400" cy="918019"/>
            </a:xfrm>
            <a:custGeom>
              <a:avLst/>
              <a:pathLst>
                <a:path w="914400" h="918019">
                  <a:moveTo>
                    <a:pt x="914400" y="914400"/>
                  </a:moveTo>
                  <a:lnTo>
                    <a:pt x="914400" y="918019"/>
                  </a:lnTo>
                  <a:lnTo>
                    <a:pt x="911581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2123590" y="1516010"/>
              <a:ext cx="923662" cy="928401"/>
            </a:xfrm>
            <a:custGeom>
              <a:avLst/>
              <a:pathLst>
                <a:path w="923662" h="92840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401"/>
                  </a:lnTo>
                  <a:lnTo>
                    <a:pt x="920429" y="925102"/>
                  </a:lnTo>
                  <a:lnTo>
                    <a:pt x="915585" y="919541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21328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62" y="931638"/>
                  </a:lnTo>
                  <a:lnTo>
                    <a:pt x="916157" y="930194"/>
                  </a:lnTo>
                  <a:lnTo>
                    <a:pt x="914400" y="928401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214211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21513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21606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21699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21791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218842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21976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22069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22162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222547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22347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22439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22532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22625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22717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22810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22903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22995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230883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23180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23273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23366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23458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235514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2364408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23736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2382932" y="1533248"/>
              <a:ext cx="923115" cy="914399"/>
            </a:xfrm>
            <a:custGeom>
              <a:avLst/>
              <a:pathLst>
                <a:path w="92311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963" y="897161"/>
                  </a:lnTo>
                  <a:lnTo>
                    <a:pt x="918624" y="901335"/>
                  </a:lnTo>
                  <a:lnTo>
                    <a:pt x="921864" y="910442"/>
                  </a:lnTo>
                  <a:lnTo>
                    <a:pt x="923115" y="91439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3077599" y="15160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780" y="931638"/>
                  </a:lnTo>
                  <a:lnTo>
                    <a:pt x="907998" y="921436"/>
                  </a:lnTo>
                  <a:lnTo>
                    <a:pt x="908345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30775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30868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30961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31053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31146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31239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31331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982">
                <a:alpha val="100000"/>
              </a:srgbClr>
            </a:solidFill>
            <a:ln w="5420" cap="flat">
              <a:solidFill>
                <a:srgbClr val="CA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31424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31516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31609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31702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31794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31887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2">
                <a:alpha val="100000"/>
              </a:srgbClr>
            </a:solidFill>
            <a:ln w="5420" cap="flat">
              <a:solidFill>
                <a:srgbClr val="C9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31980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32072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3216532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322579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323505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324431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325358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326284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327210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328136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329063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329989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330915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331841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332767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333694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334620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335546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336472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337399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2">
                <a:alpha val="100000"/>
              </a:srgbClr>
            </a:solidFill>
            <a:ln w="5420" cap="flat">
              <a:solidFill>
                <a:srgbClr val="C9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33832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339251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34017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34110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34203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34295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343882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34480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34573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34666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347587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34851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34943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35036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35129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352218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35314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35407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35499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35592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35684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35777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35870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35962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36055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36148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36240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3633332" y="153324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443"/>
                  </a:lnTo>
                  <a:lnTo>
                    <a:pt x="921212" y="911114"/>
                  </a:lnTo>
                  <a:lnTo>
                    <a:pt x="918789" y="91439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3642594" y="1516010"/>
              <a:ext cx="920751" cy="924681"/>
            </a:xfrm>
            <a:custGeom>
              <a:avLst/>
              <a:pathLst>
                <a:path w="920751" h="924681">
                  <a:moveTo>
                    <a:pt x="914400" y="914400"/>
                  </a:moveTo>
                  <a:lnTo>
                    <a:pt x="920751" y="914400"/>
                  </a:lnTo>
                  <a:lnTo>
                    <a:pt x="920110" y="915510"/>
                  </a:lnTo>
                  <a:lnTo>
                    <a:pt x="916113" y="922114"/>
                  </a:lnTo>
                  <a:lnTo>
                    <a:pt x="914400" y="924681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2114328" y="1498771"/>
              <a:ext cx="914400" cy="922326"/>
            </a:xfrm>
            <a:custGeom>
              <a:avLst/>
              <a:pathLst>
                <a:path w="914400" h="922326">
                  <a:moveTo>
                    <a:pt x="914400" y="914400"/>
                  </a:moveTo>
                  <a:lnTo>
                    <a:pt x="914400" y="922326"/>
                  </a:lnTo>
                  <a:lnTo>
                    <a:pt x="911319" y="917434"/>
                  </a:lnTo>
                  <a:lnTo>
                    <a:pt x="909595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21143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843" y="931638"/>
                  </a:lnTo>
                  <a:lnTo>
                    <a:pt x="920162" y="930764"/>
                  </a:lnTo>
                  <a:lnTo>
                    <a:pt x="915649" y="924310"/>
                  </a:lnTo>
                  <a:lnTo>
                    <a:pt x="914400" y="922326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21235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21328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214211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21513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21606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21699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21791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218842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21976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22069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22162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222547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22347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22439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22532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22625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22717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22810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22903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22995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230883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23180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23273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23366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23458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235514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2364408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2382932" y="15160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400" y="897161"/>
                  </a:lnTo>
                  <a:lnTo>
                    <a:pt x="914400" y="904996"/>
                  </a:lnTo>
                  <a:lnTo>
                    <a:pt x="913815" y="906834"/>
                  </a:lnTo>
                  <a:lnTo>
                    <a:pt x="914400" y="90815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2382932" y="1516010"/>
              <a:ext cx="916963" cy="914400"/>
            </a:xfrm>
            <a:custGeom>
              <a:avLst/>
              <a:pathLst>
                <a:path w="916963" h="914400">
                  <a:moveTo>
                    <a:pt x="914400" y="914400"/>
                  </a:moveTo>
                  <a:lnTo>
                    <a:pt x="914400" y="908150"/>
                  </a:lnTo>
                  <a:lnTo>
                    <a:pt x="915131" y="909798"/>
                  </a:lnTo>
                  <a:lnTo>
                    <a:pt x="916963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2382932" y="1498771"/>
              <a:ext cx="916866" cy="922235"/>
            </a:xfrm>
            <a:custGeom>
              <a:avLst/>
              <a:pathLst>
                <a:path w="916866" h="922235">
                  <a:moveTo>
                    <a:pt x="914400" y="914400"/>
                  </a:moveTo>
                  <a:lnTo>
                    <a:pt x="916866" y="914400"/>
                  </a:lnTo>
                  <a:lnTo>
                    <a:pt x="916675" y="915078"/>
                  </a:lnTo>
                  <a:lnTo>
                    <a:pt x="914400" y="922235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3077599" y="14987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345" y="931638"/>
                  </a:lnTo>
                  <a:lnTo>
                    <a:pt x="908525" y="927988"/>
                  </a:lnTo>
                  <a:lnTo>
                    <a:pt x="909349" y="917366"/>
                  </a:lnTo>
                  <a:lnTo>
                    <a:pt x="909665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30775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30868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30961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31053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31146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31239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31331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31424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31516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31609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31702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31794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31887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31980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32072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3216532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322579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323505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324431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325358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326284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327210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2">
                <a:alpha val="100000"/>
              </a:srgbClr>
            </a:solidFill>
            <a:ln w="5420" cap="flat">
              <a:solidFill>
                <a:srgbClr val="C9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328136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2">
                <a:alpha val="100000"/>
              </a:srgbClr>
            </a:solidFill>
            <a:ln w="5420" cap="flat">
              <a:solidFill>
                <a:srgbClr val="C9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329063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329989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330915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331841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332767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333694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334620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335546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33647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33739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33832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339251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34017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34110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34203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34295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343882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34480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34573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34666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347587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34851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34943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35036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35129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352218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35314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35407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35499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35592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35684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35777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35870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35962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36055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36148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36240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363333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3642594" y="15160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9437"/>
                  </a:lnTo>
                  <a:lnTo>
                    <a:pt x="922449" y="911457"/>
                  </a:lnTo>
                  <a:lnTo>
                    <a:pt x="921284" y="913476"/>
                  </a:lnTo>
                  <a:lnTo>
                    <a:pt x="920751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3651857" y="1498771"/>
              <a:ext cx="921385" cy="926595"/>
            </a:xfrm>
            <a:custGeom>
              <a:avLst/>
              <a:pathLst>
                <a:path w="921385" h="926595">
                  <a:moveTo>
                    <a:pt x="914400" y="914400"/>
                  </a:moveTo>
                  <a:lnTo>
                    <a:pt x="921385" y="914400"/>
                  </a:lnTo>
                  <a:lnTo>
                    <a:pt x="920196" y="916565"/>
                  </a:lnTo>
                  <a:lnTo>
                    <a:pt x="919020" y="918599"/>
                  </a:lnTo>
                  <a:lnTo>
                    <a:pt x="917852" y="920618"/>
                  </a:lnTo>
                  <a:lnTo>
                    <a:pt x="916685" y="922637"/>
                  </a:lnTo>
                  <a:lnTo>
                    <a:pt x="915519" y="924656"/>
                  </a:lnTo>
                  <a:lnTo>
                    <a:pt x="914400" y="926595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2105066" y="1481533"/>
              <a:ext cx="914400" cy="923402"/>
            </a:xfrm>
            <a:custGeom>
              <a:avLst/>
              <a:pathLst>
                <a:path w="914400" h="923402">
                  <a:moveTo>
                    <a:pt x="914400" y="914400"/>
                  </a:moveTo>
                  <a:lnTo>
                    <a:pt x="914400" y="923402"/>
                  </a:lnTo>
                  <a:lnTo>
                    <a:pt x="912517" y="919731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210506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857" y="931638"/>
                  </a:lnTo>
                  <a:lnTo>
                    <a:pt x="916446" y="927394"/>
                  </a:lnTo>
                  <a:lnTo>
                    <a:pt x="914400" y="923402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21143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21235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21328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214211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21513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21606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21699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21791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218842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21976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22069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22162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222547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22347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22439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22532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22625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22717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22810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22903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22995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230883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23180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23273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23366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23458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235514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2364408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23736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2382932" y="1498771"/>
              <a:ext cx="921426" cy="914400"/>
            </a:xfrm>
            <a:custGeom>
              <a:avLst/>
              <a:pathLst>
                <a:path w="921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26" y="897161"/>
                  </a:lnTo>
                  <a:lnTo>
                    <a:pt x="919356" y="905553"/>
                  </a:lnTo>
                  <a:lnTo>
                    <a:pt x="916866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3077599" y="14815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665" y="931638"/>
                  </a:lnTo>
                  <a:lnTo>
                    <a:pt x="910468" y="924077"/>
                  </a:lnTo>
                  <a:lnTo>
                    <a:pt x="911781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30775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30868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30961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31053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31146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31239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31331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31424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31516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31609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31702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31794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31887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31980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32072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3216532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32257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323505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324431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325358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326284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327210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328136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329063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329989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330915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331841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332767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333694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334620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982">
                <a:alpha val="100000"/>
              </a:srgbClr>
            </a:solidFill>
            <a:ln w="5420" cap="flat">
              <a:solidFill>
                <a:srgbClr val="CA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335546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33647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33739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33832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339251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34017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34110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34203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34295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343882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34480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34573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34666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347587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34851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34943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35036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35129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352218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35314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35407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35499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35592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35684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35777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35870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35962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36055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36148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36240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363333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36425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3651857" y="14987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199"/>
                  </a:lnTo>
                  <a:lnTo>
                    <a:pt x="922887" y="911664"/>
                  </a:lnTo>
                  <a:lnTo>
                    <a:pt x="921385" y="914400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3661119" y="1481533"/>
              <a:ext cx="923662" cy="928437"/>
            </a:xfrm>
            <a:custGeom>
              <a:avLst/>
              <a:pathLst>
                <a:path w="923662" h="9284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113"/>
                  </a:lnTo>
                  <a:lnTo>
                    <a:pt x="922945" y="922704"/>
                  </a:lnTo>
                  <a:lnTo>
                    <a:pt x="917513" y="926565"/>
                  </a:lnTo>
                  <a:lnTo>
                    <a:pt x="914400" y="928437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3670381" y="1481533"/>
              <a:ext cx="923150" cy="922113"/>
            </a:xfrm>
            <a:custGeom>
              <a:avLst/>
              <a:pathLst>
                <a:path w="923150" h="922113">
                  <a:moveTo>
                    <a:pt x="914400" y="914400"/>
                  </a:moveTo>
                  <a:lnTo>
                    <a:pt x="923150" y="914400"/>
                  </a:lnTo>
                  <a:lnTo>
                    <a:pt x="918998" y="918320"/>
                  </a:lnTo>
                  <a:lnTo>
                    <a:pt x="914400" y="922113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2095803" y="1464294"/>
              <a:ext cx="914400" cy="920598"/>
            </a:xfrm>
            <a:custGeom>
              <a:avLst/>
              <a:pathLst>
                <a:path w="914400" h="920598">
                  <a:moveTo>
                    <a:pt x="914400" y="914400"/>
                  </a:moveTo>
                  <a:lnTo>
                    <a:pt x="914400" y="920598"/>
                  </a:lnTo>
                  <a:lnTo>
                    <a:pt x="913874" y="919403"/>
                  </a:lnTo>
                  <a:lnTo>
                    <a:pt x="912827" y="917023"/>
                  </a:lnTo>
                  <a:lnTo>
                    <a:pt x="911780" y="914643"/>
                  </a:lnTo>
                  <a:lnTo>
                    <a:pt x="911673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20958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313" y="931638"/>
                  </a:lnTo>
                  <a:lnTo>
                    <a:pt x="918066" y="928941"/>
                  </a:lnTo>
                  <a:lnTo>
                    <a:pt x="917013" y="926543"/>
                  </a:lnTo>
                  <a:lnTo>
                    <a:pt x="915967" y="924163"/>
                  </a:lnTo>
                  <a:lnTo>
                    <a:pt x="914921" y="921783"/>
                  </a:lnTo>
                  <a:lnTo>
                    <a:pt x="914400" y="92059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210506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21143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21235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21328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214211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21513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21606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21699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21791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218842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21976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22069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22162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222547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22347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22439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22532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22625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22717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22810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22903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22995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230883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23180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23273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23366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23458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235514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2364408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23736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2382932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147"/>
                  </a:lnTo>
                  <a:lnTo>
                    <a:pt x="921766" y="913020"/>
                  </a:lnTo>
                  <a:lnTo>
                    <a:pt x="921426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2392195" y="1464294"/>
              <a:ext cx="915706" cy="921386"/>
            </a:xfrm>
            <a:custGeom>
              <a:avLst/>
              <a:pathLst>
                <a:path w="915706" h="921386">
                  <a:moveTo>
                    <a:pt x="914399" y="914400"/>
                  </a:moveTo>
                  <a:lnTo>
                    <a:pt x="915706" y="914400"/>
                  </a:lnTo>
                  <a:lnTo>
                    <a:pt x="914638" y="920267"/>
                  </a:lnTo>
                  <a:lnTo>
                    <a:pt x="914399" y="921386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3077599" y="14815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781" y="914400"/>
                  </a:lnTo>
                  <a:lnTo>
                    <a:pt x="911879" y="913671"/>
                  </a:lnTo>
                  <a:lnTo>
                    <a:pt x="913578" y="903416"/>
                  </a:lnTo>
                  <a:lnTo>
                    <a:pt x="914400" y="899242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3086861" y="14642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80"/>
                  </a:lnTo>
                  <a:lnTo>
                    <a:pt x="905547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30868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30961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31053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31146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31239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31331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31424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31516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31609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31702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31794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31887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31980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32072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3216532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32257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32350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32443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325358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326284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327210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328136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329063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329989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330915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331841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332767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333694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33462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335546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33647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33739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33832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339251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34017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34110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34203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34295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343882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34480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34573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34666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347587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34851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34943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35036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35129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352218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35314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35407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35499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35592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35684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35777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35870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35962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36055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36148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36240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363333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36425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36518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36611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3670381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917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3679643" y="1464294"/>
              <a:ext cx="923662" cy="931155"/>
            </a:xfrm>
            <a:custGeom>
              <a:avLst/>
              <a:pathLst>
                <a:path w="923662" h="93115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815"/>
                  </a:lnTo>
                  <a:lnTo>
                    <a:pt x="919961" y="925270"/>
                  </a:lnTo>
                  <a:lnTo>
                    <a:pt x="914920" y="930663"/>
                  </a:lnTo>
                  <a:lnTo>
                    <a:pt x="914400" y="931155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3688905" y="1464294"/>
              <a:ext cx="919289" cy="920815"/>
            </a:xfrm>
            <a:custGeom>
              <a:avLst/>
              <a:pathLst>
                <a:path w="919289" h="920815">
                  <a:moveTo>
                    <a:pt x="914400" y="914400"/>
                  </a:moveTo>
                  <a:lnTo>
                    <a:pt x="919289" y="914400"/>
                  </a:lnTo>
                  <a:lnTo>
                    <a:pt x="915580" y="919394"/>
                  </a:lnTo>
                  <a:lnTo>
                    <a:pt x="914400" y="920815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2086541" y="1447056"/>
              <a:ext cx="914400" cy="916975"/>
            </a:xfrm>
            <a:custGeom>
              <a:avLst/>
              <a:pathLst>
                <a:path w="914400" h="916975">
                  <a:moveTo>
                    <a:pt x="914400" y="914400"/>
                  </a:moveTo>
                  <a:lnTo>
                    <a:pt x="914400" y="916975"/>
                  </a:lnTo>
                  <a:lnTo>
                    <a:pt x="913933" y="916145"/>
                  </a:lnTo>
                  <a:lnTo>
                    <a:pt x="912951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20865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935" y="931638"/>
                  </a:lnTo>
                  <a:lnTo>
                    <a:pt x="919994" y="929502"/>
                  </a:lnTo>
                  <a:lnTo>
                    <a:pt x="918946" y="927122"/>
                  </a:lnTo>
                  <a:lnTo>
                    <a:pt x="917897" y="924743"/>
                  </a:lnTo>
                  <a:lnTo>
                    <a:pt x="916848" y="922363"/>
                  </a:lnTo>
                  <a:lnTo>
                    <a:pt x="915799" y="919984"/>
                  </a:lnTo>
                  <a:lnTo>
                    <a:pt x="914732" y="917566"/>
                  </a:lnTo>
                  <a:lnTo>
                    <a:pt x="914400" y="916975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20958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210506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21143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21235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21328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214211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21513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21606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21699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21791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218842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21976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22069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22162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222547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22347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22439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22532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22625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22717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22810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22903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22995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230883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23180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23273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23366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23458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235514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2364408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23736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23829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2392195" y="1464294"/>
              <a:ext cx="918370" cy="914400"/>
            </a:xfrm>
            <a:custGeom>
              <a:avLst/>
              <a:pathLst>
                <a:path w="91837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370" y="897161"/>
                  </a:lnTo>
                  <a:lnTo>
                    <a:pt x="918057" y="899733"/>
                  </a:lnTo>
                  <a:lnTo>
                    <a:pt x="916491" y="910083"/>
                  </a:lnTo>
                  <a:lnTo>
                    <a:pt x="915706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3086861" y="14470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47" y="931638"/>
                  </a:lnTo>
                  <a:lnTo>
                    <a:pt x="906299" y="927816"/>
                  </a:lnTo>
                  <a:lnTo>
                    <a:pt x="908559" y="917943"/>
                  </a:lnTo>
                  <a:lnTo>
                    <a:pt x="909490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30868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30961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31053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31146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31239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31331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31424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31516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31609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31702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31794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31887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31980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32072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3216532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32257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32350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32443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32535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32628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327210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328136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329063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329989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330915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331841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332767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33369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33462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335546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33647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33739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33832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339251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34017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34110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34203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34295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343882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34480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34573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3">
                <a:alpha val="100000"/>
              </a:srgbClr>
            </a:solidFill>
            <a:ln w="5420" cap="flat">
              <a:solidFill>
                <a:srgbClr val="CDEA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34666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347587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34851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34943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35036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35129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352218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35314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35407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35499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35592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35684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35777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35870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35962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36055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36148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36240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36333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36425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36518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36611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36703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36796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3688905" y="14642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990"/>
                  </a:lnTo>
                  <a:lnTo>
                    <a:pt x="920290" y="913051"/>
                  </a:lnTo>
                  <a:lnTo>
                    <a:pt x="919289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3698168" y="1447056"/>
              <a:ext cx="920892" cy="925229"/>
            </a:xfrm>
            <a:custGeom>
              <a:avLst/>
              <a:pathLst>
                <a:path w="920892" h="925229">
                  <a:moveTo>
                    <a:pt x="914400" y="914400"/>
                  </a:moveTo>
                  <a:lnTo>
                    <a:pt x="920892" y="914400"/>
                  </a:lnTo>
                  <a:lnTo>
                    <a:pt x="919882" y="916272"/>
                  </a:lnTo>
                  <a:lnTo>
                    <a:pt x="915554" y="923496"/>
                  </a:lnTo>
                  <a:lnTo>
                    <a:pt x="914400" y="92522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2077279" y="1429817"/>
              <a:ext cx="914400" cy="917764"/>
            </a:xfrm>
            <a:custGeom>
              <a:avLst/>
              <a:pathLst>
                <a:path w="914400" h="917764">
                  <a:moveTo>
                    <a:pt x="914400" y="914400"/>
                  </a:moveTo>
                  <a:lnTo>
                    <a:pt x="914400" y="917764"/>
                  </a:lnTo>
                  <a:lnTo>
                    <a:pt x="914273" y="917540"/>
                  </a:lnTo>
                  <a:lnTo>
                    <a:pt x="913156" y="915560"/>
                  </a:lnTo>
                  <a:lnTo>
                    <a:pt x="912501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20772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213" y="931638"/>
                  </a:lnTo>
                  <a:lnTo>
                    <a:pt x="922081" y="931403"/>
                  </a:lnTo>
                  <a:lnTo>
                    <a:pt x="920967" y="929422"/>
                  </a:lnTo>
                  <a:lnTo>
                    <a:pt x="919852" y="927441"/>
                  </a:lnTo>
                  <a:lnTo>
                    <a:pt x="918737" y="925461"/>
                  </a:lnTo>
                  <a:lnTo>
                    <a:pt x="917622" y="923480"/>
                  </a:lnTo>
                  <a:lnTo>
                    <a:pt x="916506" y="921500"/>
                  </a:lnTo>
                  <a:lnTo>
                    <a:pt x="915389" y="919520"/>
                  </a:lnTo>
                  <a:lnTo>
                    <a:pt x="914400" y="917764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20865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20958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210506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21143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21235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21328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214211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21513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21606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21699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21791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218842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21976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22069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22162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222547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22347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22439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22532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22625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22717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22810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22903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22995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230883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23180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23273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23366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23458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235514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2364408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23736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23829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2392195" y="1447056"/>
              <a:ext cx="920195" cy="914400"/>
            </a:xfrm>
            <a:custGeom>
              <a:avLst/>
              <a:pathLst>
                <a:path w="92019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195" y="897161"/>
                  </a:lnTo>
                  <a:lnTo>
                    <a:pt x="919332" y="906484"/>
                  </a:lnTo>
                  <a:lnTo>
                    <a:pt x="918370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3086861" y="14470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490" y="914400"/>
                  </a:lnTo>
                  <a:lnTo>
                    <a:pt x="911092" y="908302"/>
                  </a:lnTo>
                  <a:lnTo>
                    <a:pt x="913890" y="898918"/>
                  </a:lnTo>
                  <a:lnTo>
                    <a:pt x="914400" y="897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3096123" y="14298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639"/>
                  </a:lnTo>
                  <a:lnTo>
                    <a:pt x="905218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30961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31053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31146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31239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31331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31424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31516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31609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31702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31794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31887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31980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32072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3216532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32257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32350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32443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32535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32628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32721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328136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329063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329989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330915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331841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33276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33369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33462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335546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33647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33739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33832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339251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34017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34110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34203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34295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343882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34480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34573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34666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347587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34851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34943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35036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35129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352218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35314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35407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35499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35592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35684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35777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35870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35962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36055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36148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36240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36333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36425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36518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36611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36703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36796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36889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3698168" y="14470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266"/>
                  </a:lnTo>
                  <a:lnTo>
                    <a:pt x="920892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3707430" y="1429817"/>
              <a:ext cx="920146" cy="926505"/>
            </a:xfrm>
            <a:custGeom>
              <a:avLst/>
              <a:pathLst>
                <a:path w="920146" h="926505">
                  <a:moveTo>
                    <a:pt x="914400" y="914400"/>
                  </a:moveTo>
                  <a:lnTo>
                    <a:pt x="920146" y="914400"/>
                  </a:lnTo>
                  <a:lnTo>
                    <a:pt x="918639" y="917849"/>
                  </a:lnTo>
                  <a:lnTo>
                    <a:pt x="914739" y="925875"/>
                  </a:lnTo>
                  <a:lnTo>
                    <a:pt x="914400" y="926505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2068017" y="1412579"/>
              <a:ext cx="914400" cy="917701"/>
            </a:xfrm>
            <a:custGeom>
              <a:avLst/>
              <a:pathLst>
                <a:path w="914400" h="917701">
                  <a:moveTo>
                    <a:pt x="914400" y="914400"/>
                  </a:moveTo>
                  <a:lnTo>
                    <a:pt x="914400" y="917701"/>
                  </a:lnTo>
                  <a:lnTo>
                    <a:pt x="912806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20680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763" y="931638"/>
                  </a:lnTo>
                  <a:lnTo>
                    <a:pt x="921301" y="930818"/>
                  </a:lnTo>
                  <a:lnTo>
                    <a:pt x="920175" y="928824"/>
                  </a:lnTo>
                  <a:lnTo>
                    <a:pt x="916089" y="921201"/>
                  </a:lnTo>
                  <a:lnTo>
                    <a:pt x="914400" y="917701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20772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20865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20958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210506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21143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21235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21328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214211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21513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21606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21699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21791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218842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21976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22069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22162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222547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22347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22439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22532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22625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22717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22810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22903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22995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230883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23180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23273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23366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23458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235514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2364408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23736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23829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2392195" y="1429817"/>
              <a:ext cx="921185" cy="914400"/>
            </a:xfrm>
            <a:custGeom>
              <a:avLst/>
              <a:pathLst>
                <a:path w="92118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185" y="897161"/>
                  </a:lnTo>
                  <a:lnTo>
                    <a:pt x="920996" y="902450"/>
                  </a:lnTo>
                  <a:lnTo>
                    <a:pt x="920312" y="913126"/>
                  </a:lnTo>
                  <a:lnTo>
                    <a:pt x="920195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3096123" y="14125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218" y="931638"/>
                  </a:lnTo>
                  <a:lnTo>
                    <a:pt x="907683" y="924294"/>
                  </a:lnTo>
                  <a:lnTo>
                    <a:pt x="910988" y="915500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30961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31053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31146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31239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31331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31424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31516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31609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31702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31794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31887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31980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32072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3">
                <a:alpha val="100000"/>
              </a:srgbClr>
            </a:solidFill>
            <a:ln w="5420" cap="flat">
              <a:solidFill>
                <a:srgbClr val="CDEA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3216532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32257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32350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32443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32535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32628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32721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32813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329063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329989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330915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33184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33276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33369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33462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335546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33647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33739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33832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339251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34017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34110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34203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34295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343882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34480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34573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34666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347587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34851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34943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35036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35129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352218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35314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35407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35499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35592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35684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35777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35870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35962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36055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36148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36240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36333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36425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36518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36611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36703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36796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36889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36981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3707430" y="14298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001"/>
                  </a:lnTo>
                  <a:lnTo>
                    <a:pt x="922307" y="909454"/>
                  </a:lnTo>
                  <a:lnTo>
                    <a:pt x="920146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3716692" y="1412579"/>
              <a:ext cx="917719" cy="923239"/>
            </a:xfrm>
            <a:custGeom>
              <a:avLst/>
              <a:pathLst>
                <a:path w="917719" h="923239">
                  <a:moveTo>
                    <a:pt x="914400" y="914400"/>
                  </a:moveTo>
                  <a:lnTo>
                    <a:pt x="917719" y="914400"/>
                  </a:lnTo>
                  <a:lnTo>
                    <a:pt x="916473" y="917953"/>
                  </a:lnTo>
                  <a:lnTo>
                    <a:pt x="914400" y="92323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2068017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806" y="931638"/>
                  </a:lnTo>
                  <a:lnTo>
                    <a:pt x="912223" y="930431"/>
                  </a:lnTo>
                  <a:lnTo>
                    <a:pt x="908585" y="922058"/>
                  </a:lnTo>
                  <a:lnTo>
                    <a:pt x="905597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20680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20772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20865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20958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210506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21143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21235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21328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214211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21513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21606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21699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21791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218842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21976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22069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22162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222547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22347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22439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22532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22625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22717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22810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22903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22995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230883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23180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23273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23366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23458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235514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2364408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23736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23829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2392195" y="1412579"/>
              <a:ext cx="921464" cy="914400"/>
            </a:xfrm>
            <a:custGeom>
              <a:avLst/>
              <a:pathLst>
                <a:path w="921464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443" y="897161"/>
                  </a:lnTo>
                  <a:lnTo>
                    <a:pt x="921464" y="898209"/>
                  </a:lnTo>
                  <a:lnTo>
                    <a:pt x="921380" y="908960"/>
                  </a:lnTo>
                  <a:lnTo>
                    <a:pt x="921185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3096123" y="14125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450" y="914400"/>
                  </a:lnTo>
                  <a:lnTo>
                    <a:pt x="914400" y="90735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3105386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597"/>
                  </a:lnTo>
                  <a:lnTo>
                    <a:pt x="905272" y="924276"/>
                  </a:lnTo>
                  <a:lnTo>
                    <a:pt x="909049" y="916167"/>
                  </a:lnTo>
                  <a:lnTo>
                    <a:pt x="909962" y="914400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31053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31146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31239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31331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31424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31516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31609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31702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31794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31887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31980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32072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3216532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32257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32350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32443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32535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32628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32721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32813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32906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329989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330915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33184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33276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33369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33462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335546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33647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33739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33832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339251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34017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34110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34203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34295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343882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34480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34573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34666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347587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34851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34943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35036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35129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352218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35314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35407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35499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35592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35684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35777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35870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35962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36055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36148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36240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36333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36425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36518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36611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36703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36796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36889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36981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37074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3716692" y="1412579"/>
              <a:ext cx="923222" cy="914400"/>
            </a:xfrm>
            <a:custGeom>
              <a:avLst/>
              <a:pathLst>
                <a:path w="92322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222" y="897161"/>
                  </a:lnTo>
                  <a:lnTo>
                    <a:pt x="922569" y="899533"/>
                  </a:lnTo>
                  <a:lnTo>
                    <a:pt x="919650" y="908891"/>
                  </a:lnTo>
                  <a:lnTo>
                    <a:pt x="917719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2058755" y="1378102"/>
              <a:ext cx="914400" cy="930443"/>
            </a:xfrm>
            <a:custGeom>
              <a:avLst/>
              <a:pathLst>
                <a:path w="914400" h="930443">
                  <a:moveTo>
                    <a:pt x="914400" y="914400"/>
                  </a:moveTo>
                  <a:lnTo>
                    <a:pt x="914400" y="930443"/>
                  </a:lnTo>
                  <a:lnTo>
                    <a:pt x="912516" y="925043"/>
                  </a:lnTo>
                  <a:lnTo>
                    <a:pt x="910910" y="922839"/>
                  </a:lnTo>
                  <a:lnTo>
                    <a:pt x="906415" y="915962"/>
                  </a:lnTo>
                  <a:lnTo>
                    <a:pt x="905496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205875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860" y="931638"/>
                  </a:lnTo>
                  <a:lnTo>
                    <a:pt x="914448" y="930584"/>
                  </a:lnTo>
                  <a:lnTo>
                    <a:pt x="914400" y="930443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20680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20772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20865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20958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210506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21143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21235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21328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214211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21513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21606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21699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21791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218842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21976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22069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22162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222547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22347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22439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22532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22625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227178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22810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22903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22995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230883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23180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23273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23366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23458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235514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2364408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23736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23829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2392195" y="1395340"/>
              <a:ext cx="921443" cy="914400"/>
            </a:xfrm>
            <a:custGeom>
              <a:avLst/>
              <a:pathLst>
                <a:path w="921443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990" y="897161"/>
                  </a:lnTo>
                  <a:lnTo>
                    <a:pt x="921000" y="897451"/>
                  </a:lnTo>
                  <a:lnTo>
                    <a:pt x="921011" y="897766"/>
                  </a:lnTo>
                  <a:lnTo>
                    <a:pt x="921022" y="898082"/>
                  </a:lnTo>
                  <a:lnTo>
                    <a:pt x="921033" y="898397"/>
                  </a:lnTo>
                  <a:lnTo>
                    <a:pt x="921043" y="898712"/>
                  </a:lnTo>
                  <a:lnTo>
                    <a:pt x="921054" y="899027"/>
                  </a:lnTo>
                  <a:lnTo>
                    <a:pt x="921065" y="899343"/>
                  </a:lnTo>
                  <a:lnTo>
                    <a:pt x="921076" y="899658"/>
                  </a:lnTo>
                  <a:lnTo>
                    <a:pt x="921086" y="899973"/>
                  </a:lnTo>
                  <a:lnTo>
                    <a:pt x="921097" y="900289"/>
                  </a:lnTo>
                  <a:lnTo>
                    <a:pt x="921108" y="900604"/>
                  </a:lnTo>
                  <a:lnTo>
                    <a:pt x="921119" y="900919"/>
                  </a:lnTo>
                  <a:lnTo>
                    <a:pt x="921129" y="901234"/>
                  </a:lnTo>
                  <a:lnTo>
                    <a:pt x="921140" y="901550"/>
                  </a:lnTo>
                  <a:lnTo>
                    <a:pt x="921151" y="901865"/>
                  </a:lnTo>
                  <a:lnTo>
                    <a:pt x="921162" y="902180"/>
                  </a:lnTo>
                  <a:lnTo>
                    <a:pt x="921172" y="902496"/>
                  </a:lnTo>
                  <a:lnTo>
                    <a:pt x="921183" y="902811"/>
                  </a:lnTo>
                  <a:lnTo>
                    <a:pt x="921194" y="903126"/>
                  </a:lnTo>
                  <a:lnTo>
                    <a:pt x="921205" y="903441"/>
                  </a:lnTo>
                  <a:lnTo>
                    <a:pt x="921215" y="903757"/>
                  </a:lnTo>
                  <a:lnTo>
                    <a:pt x="921226" y="904072"/>
                  </a:lnTo>
                  <a:lnTo>
                    <a:pt x="921237" y="904387"/>
                  </a:lnTo>
                  <a:lnTo>
                    <a:pt x="921248" y="904703"/>
                  </a:lnTo>
                  <a:lnTo>
                    <a:pt x="921443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3105386" y="13953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962" y="914400"/>
                  </a:lnTo>
                  <a:lnTo>
                    <a:pt x="913046" y="908433"/>
                  </a:lnTo>
                  <a:lnTo>
                    <a:pt x="914400" y="906073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3114648" y="13781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11"/>
                  </a:lnTo>
                  <a:lnTo>
                    <a:pt x="907992" y="918334"/>
                  </a:lnTo>
                  <a:lnTo>
                    <a:pt x="910496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31146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31239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31331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31424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31516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31609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31702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31794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31887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31980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32072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3216532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32257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32350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32443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32535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32628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32721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32813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32906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329989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330915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33184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33276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33369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33462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335546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33647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33739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33832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339251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34017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34110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34203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34295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343882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34480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34573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34666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347587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34851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34943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35036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35129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352218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35314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35407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35499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35592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35684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35777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h6425"/>
            <p:cNvSpPr/>
            <p:nvPr/>
          </p:nvSpPr>
          <p:spPr>
            <a:xfrm>
              <a:off x="35870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h6426"/>
            <p:cNvSpPr/>
            <p:nvPr/>
          </p:nvSpPr>
          <p:spPr>
            <a:xfrm>
              <a:off x="35962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h6427"/>
            <p:cNvSpPr/>
            <p:nvPr/>
          </p:nvSpPr>
          <p:spPr>
            <a:xfrm>
              <a:off x="36055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h6428"/>
            <p:cNvSpPr/>
            <p:nvPr/>
          </p:nvSpPr>
          <p:spPr>
            <a:xfrm>
              <a:off x="36148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h6429"/>
            <p:cNvSpPr/>
            <p:nvPr/>
          </p:nvSpPr>
          <p:spPr>
            <a:xfrm>
              <a:off x="36240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h6430"/>
            <p:cNvSpPr/>
            <p:nvPr/>
          </p:nvSpPr>
          <p:spPr>
            <a:xfrm>
              <a:off x="36333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h6431"/>
            <p:cNvSpPr/>
            <p:nvPr/>
          </p:nvSpPr>
          <p:spPr>
            <a:xfrm>
              <a:off x="36425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h6432"/>
            <p:cNvSpPr/>
            <p:nvPr/>
          </p:nvSpPr>
          <p:spPr>
            <a:xfrm>
              <a:off x="36518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h6433"/>
            <p:cNvSpPr/>
            <p:nvPr/>
          </p:nvSpPr>
          <p:spPr>
            <a:xfrm>
              <a:off x="36611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h6434"/>
            <p:cNvSpPr/>
            <p:nvPr/>
          </p:nvSpPr>
          <p:spPr>
            <a:xfrm>
              <a:off x="36703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h6435"/>
            <p:cNvSpPr/>
            <p:nvPr/>
          </p:nvSpPr>
          <p:spPr>
            <a:xfrm>
              <a:off x="36796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h6436"/>
            <p:cNvSpPr/>
            <p:nvPr/>
          </p:nvSpPr>
          <p:spPr>
            <a:xfrm>
              <a:off x="36889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h6437"/>
            <p:cNvSpPr/>
            <p:nvPr/>
          </p:nvSpPr>
          <p:spPr>
            <a:xfrm>
              <a:off x="36981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h6438"/>
            <p:cNvSpPr/>
            <p:nvPr/>
          </p:nvSpPr>
          <p:spPr>
            <a:xfrm>
              <a:off x="37074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h6439"/>
            <p:cNvSpPr/>
            <p:nvPr/>
          </p:nvSpPr>
          <p:spPr>
            <a:xfrm>
              <a:off x="3716692" y="139534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01"/>
                  </a:lnTo>
                  <a:lnTo>
                    <a:pt x="923222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h6440"/>
            <p:cNvSpPr/>
            <p:nvPr/>
          </p:nvSpPr>
          <p:spPr>
            <a:xfrm>
              <a:off x="3725954" y="1378102"/>
              <a:ext cx="918335" cy="930039"/>
            </a:xfrm>
            <a:custGeom>
              <a:avLst/>
              <a:pathLst>
                <a:path w="918335" h="930039">
                  <a:moveTo>
                    <a:pt x="914400" y="914400"/>
                  </a:moveTo>
                  <a:lnTo>
                    <a:pt x="918335" y="914505"/>
                  </a:lnTo>
                  <a:lnTo>
                    <a:pt x="915958" y="924380"/>
                  </a:lnTo>
                  <a:lnTo>
                    <a:pt x="914400" y="93003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h6441"/>
            <p:cNvSpPr/>
            <p:nvPr/>
          </p:nvSpPr>
          <p:spPr>
            <a:xfrm>
              <a:off x="2049492" y="1360864"/>
              <a:ext cx="914400" cy="931028"/>
            </a:xfrm>
            <a:custGeom>
              <a:avLst/>
              <a:pathLst>
                <a:path w="914400" h="931028">
                  <a:moveTo>
                    <a:pt x="914400" y="914400"/>
                  </a:moveTo>
                  <a:lnTo>
                    <a:pt x="914400" y="931028"/>
                  </a:lnTo>
                  <a:lnTo>
                    <a:pt x="911382" y="925896"/>
                  </a:lnTo>
                  <a:lnTo>
                    <a:pt x="907297" y="918182"/>
                  </a:lnTo>
                  <a:lnTo>
                    <a:pt x="905494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h6442"/>
            <p:cNvSpPr/>
            <p:nvPr/>
          </p:nvSpPr>
          <p:spPr>
            <a:xfrm>
              <a:off x="20494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8" y="931638"/>
                  </a:lnTo>
                  <a:lnTo>
                    <a:pt x="914400" y="93102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h6443"/>
            <p:cNvSpPr/>
            <p:nvPr/>
          </p:nvSpPr>
          <p:spPr>
            <a:xfrm>
              <a:off x="205875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h6444"/>
            <p:cNvSpPr/>
            <p:nvPr/>
          </p:nvSpPr>
          <p:spPr>
            <a:xfrm>
              <a:off x="20680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h6445"/>
            <p:cNvSpPr/>
            <p:nvPr/>
          </p:nvSpPr>
          <p:spPr>
            <a:xfrm>
              <a:off x="20772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h6446"/>
            <p:cNvSpPr/>
            <p:nvPr/>
          </p:nvSpPr>
          <p:spPr>
            <a:xfrm>
              <a:off x="20865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h6447"/>
            <p:cNvSpPr/>
            <p:nvPr/>
          </p:nvSpPr>
          <p:spPr>
            <a:xfrm>
              <a:off x="20958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h6448"/>
            <p:cNvSpPr/>
            <p:nvPr/>
          </p:nvSpPr>
          <p:spPr>
            <a:xfrm>
              <a:off x="210506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h6449"/>
            <p:cNvSpPr/>
            <p:nvPr/>
          </p:nvSpPr>
          <p:spPr>
            <a:xfrm>
              <a:off x="21143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h6450"/>
            <p:cNvSpPr/>
            <p:nvPr/>
          </p:nvSpPr>
          <p:spPr>
            <a:xfrm>
              <a:off x="21235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h6451"/>
            <p:cNvSpPr/>
            <p:nvPr/>
          </p:nvSpPr>
          <p:spPr>
            <a:xfrm>
              <a:off x="21328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h6452"/>
            <p:cNvSpPr/>
            <p:nvPr/>
          </p:nvSpPr>
          <p:spPr>
            <a:xfrm>
              <a:off x="214211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h6453"/>
            <p:cNvSpPr/>
            <p:nvPr/>
          </p:nvSpPr>
          <p:spPr>
            <a:xfrm>
              <a:off x="21513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h6454"/>
            <p:cNvSpPr/>
            <p:nvPr/>
          </p:nvSpPr>
          <p:spPr>
            <a:xfrm>
              <a:off x="21606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21699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h6456"/>
            <p:cNvSpPr/>
            <p:nvPr/>
          </p:nvSpPr>
          <p:spPr>
            <a:xfrm>
              <a:off x="21791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h6457"/>
            <p:cNvSpPr/>
            <p:nvPr/>
          </p:nvSpPr>
          <p:spPr>
            <a:xfrm>
              <a:off x="218842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h6458"/>
            <p:cNvSpPr/>
            <p:nvPr/>
          </p:nvSpPr>
          <p:spPr>
            <a:xfrm>
              <a:off x="21976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22069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22162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222547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22347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22439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22532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22625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227178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22810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22903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22995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230883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23180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23273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23366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23458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235514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2364408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23736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23829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2392195" y="1378102"/>
              <a:ext cx="920990" cy="914400"/>
            </a:xfrm>
            <a:custGeom>
              <a:avLst/>
              <a:pathLst>
                <a:path w="92099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082" y="897161"/>
                  </a:lnTo>
                  <a:lnTo>
                    <a:pt x="920377" y="900985"/>
                  </a:lnTo>
                  <a:lnTo>
                    <a:pt x="920903" y="911853"/>
                  </a:lnTo>
                  <a:lnTo>
                    <a:pt x="920914" y="912167"/>
                  </a:lnTo>
                  <a:lnTo>
                    <a:pt x="920925" y="912482"/>
                  </a:lnTo>
                  <a:lnTo>
                    <a:pt x="920936" y="912798"/>
                  </a:lnTo>
                  <a:lnTo>
                    <a:pt x="920946" y="913113"/>
                  </a:lnTo>
                  <a:lnTo>
                    <a:pt x="920957" y="913428"/>
                  </a:lnTo>
                  <a:lnTo>
                    <a:pt x="920968" y="913744"/>
                  </a:lnTo>
                  <a:lnTo>
                    <a:pt x="920979" y="914059"/>
                  </a:lnTo>
                  <a:lnTo>
                    <a:pt x="920990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3114648" y="13781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96" y="914400"/>
                  </a:lnTo>
                  <a:lnTo>
                    <a:pt x="912398" y="911412"/>
                  </a:lnTo>
                  <a:lnTo>
                    <a:pt x="914400" y="908586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3123910" y="13608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825"/>
                  </a:lnTo>
                  <a:lnTo>
                    <a:pt x="907730" y="922164"/>
                  </a:lnTo>
                  <a:lnTo>
                    <a:pt x="912498" y="916129"/>
                  </a:lnTo>
                  <a:lnTo>
                    <a:pt x="914029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31239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31331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31424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31516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31609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31702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31794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31887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31980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32072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3216532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32257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32350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32443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32535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32628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32721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32813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32906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32998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330915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33184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33276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33369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33462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335546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33647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33739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33832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339251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34017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34110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34203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34295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343882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34480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34573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34666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347587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34851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34943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35036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35129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352218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35314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35407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35499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35592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35684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35777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35870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35962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36055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36148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36240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36333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36425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36518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36611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36703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36796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36889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36981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37074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37166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3725954" y="1378102"/>
              <a:ext cx="921709" cy="914400"/>
            </a:xfrm>
            <a:custGeom>
              <a:avLst/>
              <a:pathLst>
                <a:path w="92170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09" y="897161"/>
                  </a:lnTo>
                  <a:lnTo>
                    <a:pt x="920432" y="904413"/>
                  </a:lnTo>
                  <a:lnTo>
                    <a:pt x="918357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2040230" y="1343625"/>
              <a:ext cx="914400" cy="930889"/>
            </a:xfrm>
            <a:custGeom>
              <a:avLst/>
              <a:pathLst>
                <a:path w="914400" h="930889">
                  <a:moveTo>
                    <a:pt x="914400" y="914400"/>
                  </a:moveTo>
                  <a:lnTo>
                    <a:pt x="914400" y="930889"/>
                  </a:lnTo>
                  <a:lnTo>
                    <a:pt x="912698" y="927319"/>
                  </a:lnTo>
                  <a:lnTo>
                    <a:pt x="909069" y="918853"/>
                  </a:lnTo>
                  <a:lnTo>
                    <a:pt x="907357" y="91440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20402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6" y="931638"/>
                  </a:lnTo>
                  <a:lnTo>
                    <a:pt x="914400" y="93088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20494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205875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20680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20772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20865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20958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210506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21143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21235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21328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214211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21513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21606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21699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21791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218842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21976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22069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22162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222547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22347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22439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22532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22625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227178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22810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22903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22995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230883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23180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23273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23366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23458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235514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2364408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23736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23829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2392195" y="1360864"/>
              <a:ext cx="920082" cy="914400"/>
            </a:xfrm>
            <a:custGeom>
              <a:avLst/>
              <a:pathLst>
                <a:path w="92008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452" y="897161"/>
                  </a:lnTo>
                  <a:lnTo>
                    <a:pt x="919543" y="907422"/>
                  </a:lnTo>
                  <a:lnTo>
                    <a:pt x="920082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3123910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29" y="914400"/>
                  </a:lnTo>
                  <a:lnTo>
                    <a:pt x="914400" y="913981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3133172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981"/>
                  </a:lnTo>
                  <a:lnTo>
                    <a:pt x="908165" y="910562"/>
                  </a:lnTo>
                  <a:lnTo>
                    <a:pt x="913244" y="905479"/>
                  </a:lnTo>
                  <a:lnTo>
                    <a:pt x="914400" y="904462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3142434" y="13436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1701"/>
                  </a:lnTo>
                  <a:lnTo>
                    <a:pt x="909195" y="918131"/>
                  </a:lnTo>
                  <a:lnTo>
                    <a:pt x="914077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31424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31516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31609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31702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31794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31887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31980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32072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3216532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32257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32350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32443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32535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32628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32721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32813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32906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32998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330915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33184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33276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33369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33462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335546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33647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33739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33832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339251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34017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34110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34203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34295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343882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34480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34573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34666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347587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34851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34943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35036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35129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352218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35314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35407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35499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35592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35684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35777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35870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35962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36055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36148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36240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36333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36425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36518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36611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36703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36796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36889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36981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37074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37166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3725954" y="13608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606"/>
                  </a:lnTo>
                  <a:lnTo>
                    <a:pt x="922242" y="911368"/>
                  </a:lnTo>
                  <a:lnTo>
                    <a:pt x="921709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3735217" y="1343625"/>
              <a:ext cx="914934" cy="918845"/>
            </a:xfrm>
            <a:custGeom>
              <a:avLst/>
              <a:pathLst>
                <a:path w="914934" h="918845">
                  <a:moveTo>
                    <a:pt x="914400" y="914400"/>
                  </a:moveTo>
                  <a:lnTo>
                    <a:pt x="914934" y="914400"/>
                  </a:lnTo>
                  <a:lnTo>
                    <a:pt x="914499" y="918162"/>
                  </a:lnTo>
                  <a:lnTo>
                    <a:pt x="914400" y="918845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2030968" y="1326387"/>
              <a:ext cx="914400" cy="925695"/>
            </a:xfrm>
            <a:custGeom>
              <a:avLst/>
              <a:pathLst>
                <a:path w="914400" h="925695">
                  <a:moveTo>
                    <a:pt x="914400" y="914400"/>
                  </a:moveTo>
                  <a:lnTo>
                    <a:pt x="914400" y="925695"/>
                  </a:lnTo>
                  <a:lnTo>
                    <a:pt x="911812" y="918158"/>
                  </a:lnTo>
                  <a:lnTo>
                    <a:pt x="910665" y="91440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20309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619" y="931638"/>
                  </a:lnTo>
                  <a:lnTo>
                    <a:pt x="914945" y="927284"/>
                  </a:lnTo>
                  <a:lnTo>
                    <a:pt x="914400" y="925695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20402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20494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205875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20680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20772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20865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20958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210506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21143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21235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21328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214211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21513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21606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21699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21791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218842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21976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22069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22162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222547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22347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22439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22532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22625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227178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22810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22903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22995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230883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23180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23273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23366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23458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235514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2364408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23736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23829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2392195" y="1343625"/>
              <a:ext cx="918452" cy="914400"/>
            </a:xfrm>
            <a:custGeom>
              <a:avLst/>
              <a:pathLst>
                <a:path w="91845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5928" y="897161"/>
                  </a:lnTo>
                  <a:lnTo>
                    <a:pt x="916965" y="903378"/>
                  </a:lnTo>
                  <a:lnTo>
                    <a:pt x="918405" y="913956"/>
                  </a:lnTo>
                  <a:lnTo>
                    <a:pt x="918452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3142434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77" y="914400"/>
                  </a:lnTo>
                  <a:lnTo>
                    <a:pt x="914400" y="914153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3151697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53"/>
                  </a:lnTo>
                  <a:lnTo>
                    <a:pt x="905266" y="914055"/>
                  </a:lnTo>
                  <a:lnTo>
                    <a:pt x="910707" y="910498"/>
                  </a:lnTo>
                  <a:lnTo>
                    <a:pt x="914400" y="90847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3160959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478"/>
                  </a:lnTo>
                  <a:lnTo>
                    <a:pt x="906976" y="907472"/>
                  </a:lnTo>
                  <a:lnTo>
                    <a:pt x="907270" y="907326"/>
                  </a:lnTo>
                  <a:lnTo>
                    <a:pt x="907566" y="907180"/>
                  </a:lnTo>
                  <a:lnTo>
                    <a:pt x="907861" y="907034"/>
                  </a:lnTo>
                  <a:lnTo>
                    <a:pt x="908157" y="906887"/>
                  </a:lnTo>
                  <a:lnTo>
                    <a:pt x="908453" y="906741"/>
                  </a:lnTo>
                  <a:lnTo>
                    <a:pt x="908748" y="906595"/>
                  </a:lnTo>
                  <a:lnTo>
                    <a:pt x="909044" y="906448"/>
                  </a:lnTo>
                  <a:lnTo>
                    <a:pt x="909340" y="906302"/>
                  </a:lnTo>
                  <a:lnTo>
                    <a:pt x="909635" y="906156"/>
                  </a:lnTo>
                  <a:lnTo>
                    <a:pt x="909931" y="906010"/>
                  </a:lnTo>
                  <a:lnTo>
                    <a:pt x="910227" y="905863"/>
                  </a:lnTo>
                  <a:lnTo>
                    <a:pt x="910522" y="905717"/>
                  </a:lnTo>
                  <a:lnTo>
                    <a:pt x="910818" y="905571"/>
                  </a:lnTo>
                  <a:lnTo>
                    <a:pt x="911114" y="905425"/>
                  </a:lnTo>
                  <a:lnTo>
                    <a:pt x="911410" y="905278"/>
                  </a:lnTo>
                  <a:lnTo>
                    <a:pt x="911705" y="905132"/>
                  </a:lnTo>
                  <a:lnTo>
                    <a:pt x="912001" y="904986"/>
                  </a:lnTo>
                  <a:lnTo>
                    <a:pt x="912297" y="904840"/>
                  </a:lnTo>
                  <a:lnTo>
                    <a:pt x="912593" y="904693"/>
                  </a:lnTo>
                  <a:lnTo>
                    <a:pt x="912888" y="904547"/>
                  </a:lnTo>
                  <a:lnTo>
                    <a:pt x="913184" y="904401"/>
                  </a:lnTo>
                  <a:lnTo>
                    <a:pt x="913480" y="904255"/>
                  </a:lnTo>
                  <a:lnTo>
                    <a:pt x="913776" y="904109"/>
                  </a:lnTo>
                  <a:lnTo>
                    <a:pt x="914071" y="903962"/>
                  </a:lnTo>
                  <a:lnTo>
                    <a:pt x="914400" y="9038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3170221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00"/>
                  </a:lnTo>
                  <a:lnTo>
                    <a:pt x="905401" y="903670"/>
                  </a:lnTo>
                  <a:lnTo>
                    <a:pt x="905697" y="903524"/>
                  </a:lnTo>
                  <a:lnTo>
                    <a:pt x="905992" y="903378"/>
                  </a:lnTo>
                  <a:lnTo>
                    <a:pt x="906288" y="903232"/>
                  </a:lnTo>
                  <a:lnTo>
                    <a:pt x="906584" y="903085"/>
                  </a:lnTo>
                  <a:lnTo>
                    <a:pt x="906880" y="902939"/>
                  </a:lnTo>
                  <a:lnTo>
                    <a:pt x="907176" y="902793"/>
                  </a:lnTo>
                  <a:lnTo>
                    <a:pt x="907472" y="902647"/>
                  </a:lnTo>
                  <a:lnTo>
                    <a:pt x="907767" y="902501"/>
                  </a:lnTo>
                  <a:lnTo>
                    <a:pt x="908063" y="902355"/>
                  </a:lnTo>
                  <a:lnTo>
                    <a:pt x="908359" y="902209"/>
                  </a:lnTo>
                  <a:lnTo>
                    <a:pt x="908655" y="902063"/>
                  </a:lnTo>
                  <a:lnTo>
                    <a:pt x="908951" y="901917"/>
                  </a:lnTo>
                  <a:lnTo>
                    <a:pt x="909247" y="901770"/>
                  </a:lnTo>
                  <a:lnTo>
                    <a:pt x="909543" y="901624"/>
                  </a:lnTo>
                  <a:lnTo>
                    <a:pt x="909839" y="901478"/>
                  </a:lnTo>
                  <a:lnTo>
                    <a:pt x="910135" y="901332"/>
                  </a:lnTo>
                  <a:lnTo>
                    <a:pt x="910430" y="901186"/>
                  </a:lnTo>
                  <a:lnTo>
                    <a:pt x="910726" y="901040"/>
                  </a:lnTo>
                  <a:lnTo>
                    <a:pt x="911022" y="900894"/>
                  </a:lnTo>
                  <a:lnTo>
                    <a:pt x="911318" y="900748"/>
                  </a:lnTo>
                  <a:lnTo>
                    <a:pt x="911614" y="900602"/>
                  </a:lnTo>
                  <a:lnTo>
                    <a:pt x="911910" y="900456"/>
                  </a:lnTo>
                  <a:lnTo>
                    <a:pt x="912206" y="900310"/>
                  </a:lnTo>
                  <a:lnTo>
                    <a:pt x="912502" y="900164"/>
                  </a:lnTo>
                  <a:lnTo>
                    <a:pt x="912798" y="900018"/>
                  </a:lnTo>
                  <a:lnTo>
                    <a:pt x="913094" y="899872"/>
                  </a:lnTo>
                  <a:lnTo>
                    <a:pt x="913390" y="899726"/>
                  </a:lnTo>
                  <a:lnTo>
                    <a:pt x="913686" y="899580"/>
                  </a:lnTo>
                  <a:lnTo>
                    <a:pt x="913982" y="899434"/>
                  </a:lnTo>
                  <a:lnTo>
                    <a:pt x="914400" y="89922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3179483" y="13263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67"/>
                  </a:lnTo>
                  <a:lnTo>
                    <a:pt x="905312" y="916381"/>
                  </a:lnTo>
                  <a:lnTo>
                    <a:pt x="905608" y="916235"/>
                  </a:lnTo>
                  <a:lnTo>
                    <a:pt x="905904" y="916089"/>
                  </a:lnTo>
                  <a:lnTo>
                    <a:pt x="906200" y="915943"/>
                  </a:lnTo>
                  <a:lnTo>
                    <a:pt x="906496" y="915797"/>
                  </a:lnTo>
                  <a:lnTo>
                    <a:pt x="906792" y="915651"/>
                  </a:lnTo>
                  <a:lnTo>
                    <a:pt x="907088" y="915505"/>
                  </a:lnTo>
                  <a:lnTo>
                    <a:pt x="907384" y="915359"/>
                  </a:lnTo>
                  <a:lnTo>
                    <a:pt x="909546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31794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31887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31980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32072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3216532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32257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32350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32443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32535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32628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32721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32813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32906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32998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33091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33184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33276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33369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33462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335546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33647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33739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33832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339251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34017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34110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34203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34295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343882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34480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34573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34666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347587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34851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34943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35036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35129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352218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35314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35407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35499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355923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35684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35777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35870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35962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36055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36148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36240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36333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36425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36518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36611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36703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36796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36889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36981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37074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37166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37259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3735217" y="13436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009"/>
                  </a:lnTo>
                  <a:lnTo>
                    <a:pt x="922021" y="905654"/>
                  </a:lnTo>
                  <a:lnTo>
                    <a:pt x="916823" y="910235"/>
                  </a:lnTo>
                  <a:lnTo>
                    <a:pt x="915279" y="911418"/>
                  </a:lnTo>
                  <a:lnTo>
                    <a:pt x="914934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3744479" y="1326387"/>
              <a:ext cx="920846" cy="921248"/>
            </a:xfrm>
            <a:custGeom>
              <a:avLst/>
              <a:pathLst>
                <a:path w="920846" h="921248">
                  <a:moveTo>
                    <a:pt x="914400" y="914400"/>
                  </a:moveTo>
                  <a:lnTo>
                    <a:pt x="920846" y="914400"/>
                  </a:lnTo>
                  <a:lnTo>
                    <a:pt x="917822" y="917817"/>
                  </a:lnTo>
                  <a:lnTo>
                    <a:pt x="914400" y="92124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2030968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665" y="931638"/>
                  </a:lnTo>
                  <a:lnTo>
                    <a:pt x="908939" y="925978"/>
                  </a:lnTo>
                  <a:lnTo>
                    <a:pt x="906335" y="916293"/>
                  </a:lnTo>
                  <a:lnTo>
                    <a:pt x="905891" y="91440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20309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20402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20494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205875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20680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20772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20865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20958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210506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21143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21235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21328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214211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21513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21606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21699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21791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218842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21976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22069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22162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222547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22347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22439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22532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22625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227178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22810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22903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22995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230883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23180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23273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23366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23458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235514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2364408" y="13091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23736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2392195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550" y="897161"/>
                  </a:lnTo>
                  <a:lnTo>
                    <a:pt x="913197" y="899958"/>
                  </a:lnTo>
                  <a:lnTo>
                    <a:pt x="914399" y="906022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2392195" y="1326387"/>
              <a:ext cx="915928" cy="914400"/>
            </a:xfrm>
            <a:custGeom>
              <a:avLst/>
              <a:pathLst>
                <a:path w="915928" h="914400">
                  <a:moveTo>
                    <a:pt x="914399" y="914400"/>
                  </a:moveTo>
                  <a:lnTo>
                    <a:pt x="914399" y="906022"/>
                  </a:lnTo>
                  <a:lnTo>
                    <a:pt x="915227" y="910195"/>
                  </a:lnTo>
                  <a:lnTo>
                    <a:pt x="915928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317948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546" y="914400"/>
                  </a:lnTo>
                  <a:lnTo>
                    <a:pt x="912718" y="912991"/>
                  </a:lnTo>
                  <a:lnTo>
                    <a:pt x="914400" y="912406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318874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406"/>
                  </a:lnTo>
                  <a:lnTo>
                    <a:pt x="908847" y="911115"/>
                  </a:lnTo>
                  <a:lnTo>
                    <a:pt x="914400" y="909717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319800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717"/>
                  </a:lnTo>
                  <a:lnTo>
                    <a:pt x="910482" y="908858"/>
                  </a:lnTo>
                  <a:lnTo>
                    <a:pt x="914400" y="90859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320727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590"/>
                  </a:lnTo>
                  <a:lnTo>
                    <a:pt x="906699" y="908483"/>
                  </a:lnTo>
                  <a:lnTo>
                    <a:pt x="912183" y="908610"/>
                  </a:lnTo>
                  <a:lnTo>
                    <a:pt x="912651" y="908643"/>
                  </a:lnTo>
                  <a:lnTo>
                    <a:pt x="913122" y="908676"/>
                  </a:lnTo>
                  <a:lnTo>
                    <a:pt x="913592" y="908708"/>
                  </a:lnTo>
                  <a:lnTo>
                    <a:pt x="914063" y="908741"/>
                  </a:lnTo>
                  <a:lnTo>
                    <a:pt x="914400" y="908764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3216532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764"/>
                  </a:lnTo>
                  <a:lnTo>
                    <a:pt x="905271" y="908774"/>
                  </a:lnTo>
                  <a:lnTo>
                    <a:pt x="905742" y="908806"/>
                  </a:lnTo>
                  <a:lnTo>
                    <a:pt x="906213" y="908839"/>
                  </a:lnTo>
                  <a:lnTo>
                    <a:pt x="906683" y="908872"/>
                  </a:lnTo>
                  <a:lnTo>
                    <a:pt x="907154" y="908904"/>
                  </a:lnTo>
                  <a:lnTo>
                    <a:pt x="907624" y="908937"/>
                  </a:lnTo>
                  <a:lnTo>
                    <a:pt x="908095" y="908970"/>
                  </a:lnTo>
                  <a:lnTo>
                    <a:pt x="908565" y="909003"/>
                  </a:lnTo>
                  <a:lnTo>
                    <a:pt x="909036" y="909036"/>
                  </a:lnTo>
                  <a:lnTo>
                    <a:pt x="909506" y="909068"/>
                  </a:lnTo>
                  <a:lnTo>
                    <a:pt x="909977" y="909101"/>
                  </a:lnTo>
                  <a:lnTo>
                    <a:pt x="910448" y="909134"/>
                  </a:lnTo>
                  <a:lnTo>
                    <a:pt x="910918" y="909167"/>
                  </a:lnTo>
                  <a:lnTo>
                    <a:pt x="911389" y="909200"/>
                  </a:lnTo>
                  <a:lnTo>
                    <a:pt x="911859" y="909233"/>
                  </a:lnTo>
                  <a:lnTo>
                    <a:pt x="912330" y="909266"/>
                  </a:lnTo>
                  <a:lnTo>
                    <a:pt x="912800" y="909299"/>
                  </a:lnTo>
                  <a:lnTo>
                    <a:pt x="913271" y="909332"/>
                  </a:lnTo>
                  <a:lnTo>
                    <a:pt x="913741" y="909365"/>
                  </a:lnTo>
                  <a:lnTo>
                    <a:pt x="914212" y="909398"/>
                  </a:lnTo>
                  <a:lnTo>
                    <a:pt x="914399" y="909411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322579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11"/>
                  </a:lnTo>
                  <a:lnTo>
                    <a:pt x="905420" y="909431"/>
                  </a:lnTo>
                  <a:lnTo>
                    <a:pt x="905891" y="909464"/>
                  </a:lnTo>
                  <a:lnTo>
                    <a:pt x="906361" y="909497"/>
                  </a:lnTo>
                  <a:lnTo>
                    <a:pt x="906832" y="909530"/>
                  </a:lnTo>
                  <a:lnTo>
                    <a:pt x="907302" y="909563"/>
                  </a:lnTo>
                  <a:lnTo>
                    <a:pt x="907773" y="909596"/>
                  </a:lnTo>
                  <a:lnTo>
                    <a:pt x="908243" y="909629"/>
                  </a:lnTo>
                  <a:lnTo>
                    <a:pt x="908714" y="909662"/>
                  </a:lnTo>
                  <a:lnTo>
                    <a:pt x="909184" y="909695"/>
                  </a:lnTo>
                  <a:lnTo>
                    <a:pt x="909655" y="909729"/>
                  </a:lnTo>
                  <a:lnTo>
                    <a:pt x="910125" y="909762"/>
                  </a:lnTo>
                  <a:lnTo>
                    <a:pt x="910596" y="909795"/>
                  </a:lnTo>
                  <a:lnTo>
                    <a:pt x="911066" y="909828"/>
                  </a:lnTo>
                  <a:lnTo>
                    <a:pt x="911537" y="909861"/>
                  </a:lnTo>
                  <a:lnTo>
                    <a:pt x="912007" y="909895"/>
                  </a:lnTo>
                  <a:lnTo>
                    <a:pt x="912478" y="909928"/>
                  </a:lnTo>
                  <a:lnTo>
                    <a:pt x="912948" y="909961"/>
                  </a:lnTo>
                  <a:lnTo>
                    <a:pt x="913419" y="909995"/>
                  </a:lnTo>
                  <a:lnTo>
                    <a:pt x="913889" y="910028"/>
                  </a:lnTo>
                  <a:lnTo>
                    <a:pt x="914400" y="910064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323505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64"/>
                  </a:lnTo>
                  <a:lnTo>
                    <a:pt x="905568" y="910095"/>
                  </a:lnTo>
                  <a:lnTo>
                    <a:pt x="906038" y="910128"/>
                  </a:lnTo>
                  <a:lnTo>
                    <a:pt x="906509" y="910161"/>
                  </a:lnTo>
                  <a:lnTo>
                    <a:pt x="906979" y="910195"/>
                  </a:lnTo>
                  <a:lnTo>
                    <a:pt x="907450" y="910228"/>
                  </a:lnTo>
                  <a:lnTo>
                    <a:pt x="907920" y="910262"/>
                  </a:lnTo>
                  <a:lnTo>
                    <a:pt x="908391" y="910295"/>
                  </a:lnTo>
                  <a:lnTo>
                    <a:pt x="908861" y="910329"/>
                  </a:lnTo>
                  <a:lnTo>
                    <a:pt x="909332" y="910362"/>
                  </a:lnTo>
                  <a:lnTo>
                    <a:pt x="909802" y="910396"/>
                  </a:lnTo>
                  <a:lnTo>
                    <a:pt x="910273" y="910429"/>
                  </a:lnTo>
                  <a:lnTo>
                    <a:pt x="910743" y="910463"/>
                  </a:lnTo>
                  <a:lnTo>
                    <a:pt x="914400" y="910724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3244319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724"/>
                  </a:lnTo>
                  <a:lnTo>
                    <a:pt x="914400" y="911384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3253581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384"/>
                  </a:lnTo>
                  <a:lnTo>
                    <a:pt x="914400" y="912045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326284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045"/>
                  </a:lnTo>
                  <a:lnTo>
                    <a:pt x="914400" y="912706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327210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706"/>
                  </a:lnTo>
                  <a:lnTo>
                    <a:pt x="914400" y="91251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328136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510"/>
                  </a:lnTo>
                  <a:lnTo>
                    <a:pt x="914400" y="912314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329063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314"/>
                  </a:lnTo>
                  <a:lnTo>
                    <a:pt x="914400" y="91211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3299892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119"/>
                  </a:lnTo>
                  <a:lnTo>
                    <a:pt x="913862" y="911879"/>
                  </a:lnTo>
                  <a:lnTo>
                    <a:pt x="914226" y="911571"/>
                  </a:lnTo>
                  <a:lnTo>
                    <a:pt x="914400" y="911425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330915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425"/>
                  </a:lnTo>
                  <a:lnTo>
                    <a:pt x="905329" y="911263"/>
                  </a:lnTo>
                  <a:lnTo>
                    <a:pt x="905694" y="910955"/>
                  </a:lnTo>
                  <a:lnTo>
                    <a:pt x="906058" y="910647"/>
                  </a:lnTo>
                  <a:lnTo>
                    <a:pt x="911025" y="906724"/>
                  </a:lnTo>
                  <a:lnTo>
                    <a:pt x="914400" y="904411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331841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411"/>
                  </a:lnTo>
                  <a:lnTo>
                    <a:pt x="906825" y="903254"/>
                  </a:lnTo>
                  <a:lnTo>
                    <a:pt x="911973" y="900246"/>
                  </a:lnTo>
                  <a:lnTo>
                    <a:pt x="914400" y="898947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3327679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185"/>
                  </a:lnTo>
                  <a:lnTo>
                    <a:pt x="908474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33276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33369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33462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335546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33647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33739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33832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339251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34017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34110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34203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34295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343882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34480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34573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34666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347587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34851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34943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35036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35129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352218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35314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35407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35499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355923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35684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35777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35870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35962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360554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361480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36240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363333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364259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365185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366111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367038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367964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368890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36981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37074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37166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372595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37352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3744479" y="13263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090"/>
                  </a:lnTo>
                  <a:lnTo>
                    <a:pt x="922737" y="912262"/>
                  </a:lnTo>
                  <a:lnTo>
                    <a:pt x="920846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3753741" y="1309148"/>
              <a:ext cx="923662" cy="928329"/>
            </a:xfrm>
            <a:custGeom>
              <a:avLst/>
              <a:pathLst>
                <a:path w="923662" h="9283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69"/>
                  </a:lnTo>
                  <a:lnTo>
                    <a:pt x="922810" y="917007"/>
                  </a:lnTo>
                  <a:lnTo>
                    <a:pt x="918229" y="923479"/>
                  </a:lnTo>
                  <a:lnTo>
                    <a:pt x="914400" y="92832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3763003" y="1309148"/>
              <a:ext cx="915208" cy="915669"/>
            </a:xfrm>
            <a:custGeom>
              <a:avLst/>
              <a:pathLst>
                <a:path w="915208" h="915669">
                  <a:moveTo>
                    <a:pt x="914400" y="914400"/>
                  </a:moveTo>
                  <a:lnTo>
                    <a:pt x="915208" y="914400"/>
                  </a:lnTo>
                  <a:lnTo>
                    <a:pt x="914400" y="9156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2021706" y="1291910"/>
              <a:ext cx="914400" cy="928423"/>
            </a:xfrm>
            <a:custGeom>
              <a:avLst/>
              <a:pathLst>
                <a:path w="914400" h="928423">
                  <a:moveTo>
                    <a:pt x="914400" y="914399"/>
                  </a:moveTo>
                  <a:lnTo>
                    <a:pt x="914400" y="928423"/>
                  </a:lnTo>
                  <a:lnTo>
                    <a:pt x="913270" y="923605"/>
                  </a:lnTo>
                  <a:lnTo>
                    <a:pt x="911412" y="91439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202170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154" y="931638"/>
                  </a:lnTo>
                  <a:lnTo>
                    <a:pt x="914400" y="928423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20309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20402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20494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205875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20680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20772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20865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209580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210506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21143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21235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21328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214211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21513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21606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21699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21791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218842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21976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22069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22162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222547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22347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22439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22532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22625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227178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22810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22903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22995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230883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23180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23273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23366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23458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235514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2364408" y="12919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23736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2382932" y="1309148"/>
              <a:ext cx="921812" cy="914400"/>
            </a:xfrm>
            <a:custGeom>
              <a:avLst/>
              <a:pathLst>
                <a:path w="92181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477" y="897161"/>
                  </a:lnTo>
                  <a:lnTo>
                    <a:pt x="917542" y="897392"/>
                  </a:lnTo>
                  <a:lnTo>
                    <a:pt x="920141" y="907174"/>
                  </a:lnTo>
                  <a:lnTo>
                    <a:pt x="921812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3327679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74" y="914400"/>
                  </a:lnTo>
                  <a:lnTo>
                    <a:pt x="914400" y="91122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3336941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28"/>
                  </a:lnTo>
                  <a:lnTo>
                    <a:pt x="914400" y="90627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3346203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270"/>
                  </a:lnTo>
                  <a:lnTo>
                    <a:pt x="911518" y="902842"/>
                  </a:lnTo>
                  <a:lnTo>
                    <a:pt x="911838" y="902418"/>
                  </a:lnTo>
                  <a:lnTo>
                    <a:pt x="912158" y="901993"/>
                  </a:lnTo>
                  <a:lnTo>
                    <a:pt x="912478" y="901569"/>
                  </a:lnTo>
                  <a:lnTo>
                    <a:pt x="912798" y="901144"/>
                  </a:lnTo>
                  <a:lnTo>
                    <a:pt x="913118" y="900720"/>
                  </a:lnTo>
                  <a:lnTo>
                    <a:pt x="913438" y="900295"/>
                  </a:lnTo>
                  <a:lnTo>
                    <a:pt x="913758" y="899871"/>
                  </a:lnTo>
                  <a:lnTo>
                    <a:pt x="914078" y="899447"/>
                  </a:lnTo>
                  <a:lnTo>
                    <a:pt x="914400" y="899021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3355465" y="12919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259"/>
                  </a:lnTo>
                  <a:lnTo>
                    <a:pt x="905456" y="915836"/>
                  </a:lnTo>
                  <a:lnTo>
                    <a:pt x="905777" y="915412"/>
                  </a:lnTo>
                  <a:lnTo>
                    <a:pt x="906097" y="914988"/>
                  </a:lnTo>
                  <a:lnTo>
                    <a:pt x="906417" y="914563"/>
                  </a:lnTo>
                  <a:lnTo>
                    <a:pt x="906541" y="91439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335546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33647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33739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33832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339251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34017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34110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34203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34295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343882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34480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34573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34666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347587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34851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34943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35036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35129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352218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35314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35407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35499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355923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35684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35777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35870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35962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360554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361480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36240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363333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364259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365185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366111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367038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367964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368890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36981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37074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37166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372595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37352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37444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37537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3763003" y="13091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843"/>
                  </a:lnTo>
                  <a:lnTo>
                    <a:pt x="922140" y="902787"/>
                  </a:lnTo>
                  <a:lnTo>
                    <a:pt x="917943" y="910104"/>
                  </a:lnTo>
                  <a:lnTo>
                    <a:pt x="915208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3772265" y="1291910"/>
              <a:ext cx="915787" cy="917082"/>
            </a:xfrm>
            <a:custGeom>
              <a:avLst/>
              <a:pathLst>
                <a:path w="915787" h="917082">
                  <a:moveTo>
                    <a:pt x="914400" y="914399"/>
                  </a:moveTo>
                  <a:lnTo>
                    <a:pt x="915787" y="914399"/>
                  </a:lnTo>
                  <a:lnTo>
                    <a:pt x="914400" y="917082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2021706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12" y="931638"/>
                  </a:lnTo>
                  <a:lnTo>
                    <a:pt x="911224" y="930705"/>
                  </a:lnTo>
                  <a:lnTo>
                    <a:pt x="909467" y="920381"/>
                  </a:lnTo>
                  <a:lnTo>
                    <a:pt x="908631" y="91439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202170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20309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20402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20494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205875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20680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20772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20865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20958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210506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21143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21235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21328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214211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21513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21606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21699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21791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218842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21976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22069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22162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222547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22347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22439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22532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22625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227178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22810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22903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22995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230883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23180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23273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23366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23458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235514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2364408" y="127467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2382932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513" y="897161"/>
                  </a:lnTo>
                  <a:lnTo>
                    <a:pt x="913695" y="901076"/>
                  </a:lnTo>
                  <a:lnTo>
                    <a:pt x="913814" y="901494"/>
                  </a:lnTo>
                  <a:lnTo>
                    <a:pt x="913934" y="901918"/>
                  </a:lnTo>
                  <a:lnTo>
                    <a:pt x="914054" y="902341"/>
                  </a:lnTo>
                  <a:lnTo>
                    <a:pt x="914175" y="902765"/>
                  </a:lnTo>
                  <a:lnTo>
                    <a:pt x="914295" y="903189"/>
                  </a:lnTo>
                  <a:lnTo>
                    <a:pt x="914400" y="903556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2382932" y="1291910"/>
              <a:ext cx="917477" cy="914399"/>
            </a:xfrm>
            <a:custGeom>
              <a:avLst/>
              <a:pathLst>
                <a:path w="917477" h="914399">
                  <a:moveTo>
                    <a:pt x="914400" y="914399"/>
                  </a:moveTo>
                  <a:lnTo>
                    <a:pt x="914416" y="903613"/>
                  </a:lnTo>
                  <a:lnTo>
                    <a:pt x="914536" y="904036"/>
                  </a:lnTo>
                  <a:lnTo>
                    <a:pt x="914656" y="904460"/>
                  </a:lnTo>
                  <a:lnTo>
                    <a:pt x="914777" y="904884"/>
                  </a:lnTo>
                  <a:lnTo>
                    <a:pt x="914897" y="905308"/>
                  </a:lnTo>
                  <a:lnTo>
                    <a:pt x="915017" y="905731"/>
                  </a:lnTo>
                  <a:lnTo>
                    <a:pt x="915138" y="906155"/>
                  </a:lnTo>
                  <a:lnTo>
                    <a:pt x="915258" y="906579"/>
                  </a:lnTo>
                  <a:lnTo>
                    <a:pt x="915378" y="907003"/>
                  </a:lnTo>
                  <a:lnTo>
                    <a:pt x="915499" y="907426"/>
                  </a:lnTo>
                  <a:lnTo>
                    <a:pt x="915619" y="907850"/>
                  </a:lnTo>
                  <a:lnTo>
                    <a:pt x="915739" y="908274"/>
                  </a:lnTo>
                  <a:lnTo>
                    <a:pt x="915859" y="908698"/>
                  </a:lnTo>
                  <a:lnTo>
                    <a:pt x="915980" y="909122"/>
                  </a:lnTo>
                  <a:lnTo>
                    <a:pt x="916100" y="909545"/>
                  </a:lnTo>
                  <a:lnTo>
                    <a:pt x="916220" y="909969"/>
                  </a:lnTo>
                  <a:lnTo>
                    <a:pt x="916340" y="910393"/>
                  </a:lnTo>
                  <a:lnTo>
                    <a:pt x="916461" y="910817"/>
                  </a:lnTo>
                  <a:lnTo>
                    <a:pt x="916581" y="911240"/>
                  </a:lnTo>
                  <a:lnTo>
                    <a:pt x="916701" y="911664"/>
                  </a:lnTo>
                  <a:lnTo>
                    <a:pt x="916821" y="912088"/>
                  </a:lnTo>
                  <a:lnTo>
                    <a:pt x="916942" y="912512"/>
                  </a:lnTo>
                  <a:lnTo>
                    <a:pt x="917062" y="912936"/>
                  </a:lnTo>
                  <a:lnTo>
                    <a:pt x="917182" y="913359"/>
                  </a:lnTo>
                  <a:lnTo>
                    <a:pt x="917302" y="913783"/>
                  </a:lnTo>
                  <a:lnTo>
                    <a:pt x="917422" y="914207"/>
                  </a:lnTo>
                  <a:lnTo>
                    <a:pt x="917477" y="91439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3355465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6541" y="914399"/>
                  </a:lnTo>
                  <a:lnTo>
                    <a:pt x="906737" y="914139"/>
                  </a:lnTo>
                  <a:lnTo>
                    <a:pt x="911370" y="908321"/>
                  </a:lnTo>
                  <a:lnTo>
                    <a:pt x="914400" y="904916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3364728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155"/>
                  </a:lnTo>
                  <a:lnTo>
                    <a:pt x="906891" y="920183"/>
                  </a:lnTo>
                  <a:lnTo>
                    <a:pt x="911814" y="915260"/>
                  </a:lnTo>
                  <a:lnTo>
                    <a:pt x="912790" y="91439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33647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33739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33832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339251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34017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34110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34203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34295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343882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34480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34573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34666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347587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34851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34943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35036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35129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352218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35314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35407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35499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355923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35684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35777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35870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35962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360554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361480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362407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363333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364259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365185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366111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367038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367964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368890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36981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37074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37166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372595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37352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37444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37537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37630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3772265" y="1291910"/>
              <a:ext cx="923598" cy="914399"/>
            </a:xfrm>
            <a:custGeom>
              <a:avLst/>
              <a:pathLst>
                <a:path w="92359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598" y="897161"/>
                  </a:lnTo>
                  <a:lnTo>
                    <a:pt x="920634" y="904228"/>
                  </a:lnTo>
                  <a:lnTo>
                    <a:pt x="916865" y="912314"/>
                  </a:lnTo>
                  <a:lnTo>
                    <a:pt x="915787" y="91439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2021706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631" y="931638"/>
                  </a:lnTo>
                  <a:lnTo>
                    <a:pt x="908002" y="927138"/>
                  </a:lnTo>
                  <a:lnTo>
                    <a:pt x="906833" y="916529"/>
                  </a:lnTo>
                  <a:lnTo>
                    <a:pt x="906661" y="91439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202170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20309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20402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20494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205875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20680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20772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20865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20958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210506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211432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212359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213285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214211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21513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21606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21699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21791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218842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21976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22069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22162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222547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22347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22439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22532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22625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227178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22810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22903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22995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230883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23180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23273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23366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23458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235514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2364408" y="12574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2373670" y="1274671"/>
              <a:ext cx="921775" cy="914399"/>
            </a:xfrm>
            <a:custGeom>
              <a:avLst/>
              <a:pathLst>
                <a:path w="9217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005" y="897161"/>
                  </a:lnTo>
                  <a:lnTo>
                    <a:pt x="917146" y="900172"/>
                  </a:lnTo>
                  <a:lnTo>
                    <a:pt x="920176" y="909105"/>
                  </a:lnTo>
                  <a:lnTo>
                    <a:pt x="921775" y="91439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3364728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790" y="914399"/>
                  </a:lnTo>
                  <a:lnTo>
                    <a:pt x="914400" y="91297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3373990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2979"/>
                  </a:lnTo>
                  <a:lnTo>
                    <a:pt x="907602" y="910805"/>
                  </a:lnTo>
                  <a:lnTo>
                    <a:pt x="912766" y="906827"/>
                  </a:lnTo>
                  <a:lnTo>
                    <a:pt x="914400" y="905744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3383252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5744"/>
                  </a:lnTo>
                  <a:lnTo>
                    <a:pt x="908768" y="903337"/>
                  </a:lnTo>
                  <a:lnTo>
                    <a:pt x="914120" y="900344"/>
                  </a:lnTo>
                  <a:lnTo>
                    <a:pt x="914400" y="900202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3392514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441"/>
                  </a:lnTo>
                  <a:lnTo>
                    <a:pt x="911118" y="91439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339251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34017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34110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34203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34295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343882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34480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34573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34666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347587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34851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34943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35036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35129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352218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35314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35407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35499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355923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35684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35777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35870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35962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360554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361480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362407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363333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364259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365185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366111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367038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367964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368890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36981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37074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37166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372595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37352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37444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37537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37630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3772265" y="1274671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48"/>
                  </a:lnTo>
                  <a:lnTo>
                    <a:pt x="923598" y="91439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3781528" y="1257433"/>
              <a:ext cx="920598" cy="931486"/>
            </a:xfrm>
            <a:custGeom>
              <a:avLst/>
              <a:pathLst>
                <a:path w="920598" h="931486">
                  <a:moveTo>
                    <a:pt x="914400" y="914399"/>
                  </a:moveTo>
                  <a:lnTo>
                    <a:pt x="920598" y="914399"/>
                  </a:lnTo>
                  <a:lnTo>
                    <a:pt x="918210" y="921502"/>
                  </a:lnTo>
                  <a:lnTo>
                    <a:pt x="914910" y="930268"/>
                  </a:lnTo>
                  <a:lnTo>
                    <a:pt x="914400" y="931486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2021706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6661" y="931638"/>
                  </a:lnTo>
                  <a:lnTo>
                    <a:pt x="905965" y="923058"/>
                  </a:lnTo>
                  <a:lnTo>
                    <a:pt x="905511" y="91439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202170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20309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20402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20494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205875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20680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20772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20865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20958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210506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211432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212359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213285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214211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21513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21606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21699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21791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218842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21976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22069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22162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222547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22347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22439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22532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22625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227178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22810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22903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22995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230883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23180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23273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23366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23458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235514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2373670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825" y="897161"/>
                  </a:lnTo>
                  <a:lnTo>
                    <a:pt x="910371" y="900466"/>
                  </a:lnTo>
                  <a:lnTo>
                    <a:pt x="913875" y="908777"/>
                  </a:lnTo>
                  <a:lnTo>
                    <a:pt x="914400" y="910162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2373670" y="1257433"/>
              <a:ext cx="916005" cy="914399"/>
            </a:xfrm>
            <a:custGeom>
              <a:avLst/>
              <a:pathLst>
                <a:path w="916005" h="914399">
                  <a:moveTo>
                    <a:pt x="914400" y="914399"/>
                  </a:moveTo>
                  <a:lnTo>
                    <a:pt x="914400" y="910162"/>
                  </a:lnTo>
                  <a:lnTo>
                    <a:pt x="916005" y="91439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3392514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1118" y="914399"/>
                  </a:lnTo>
                  <a:lnTo>
                    <a:pt x="914400" y="912731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3401777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969"/>
                  </a:lnTo>
                  <a:lnTo>
                    <a:pt x="909255" y="927820"/>
                  </a:lnTo>
                  <a:lnTo>
                    <a:pt x="910375" y="917026"/>
                  </a:lnTo>
                  <a:lnTo>
                    <a:pt x="910727" y="91439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34017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34110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34203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34295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343882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34480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34573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34666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347587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34851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34943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35036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35129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352218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35314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35407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35499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355923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35684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35777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35870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35962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360554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361480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362407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363333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364259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365185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366111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367038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367964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368890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36981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37074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37166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372595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37352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37444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37537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37630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377226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3781528" y="12574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396"/>
                  </a:lnTo>
                  <a:lnTo>
                    <a:pt x="921261" y="912430"/>
                  </a:lnTo>
                  <a:lnTo>
                    <a:pt x="920598" y="91439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3790790" y="1240194"/>
              <a:ext cx="916352" cy="921634"/>
            </a:xfrm>
            <a:custGeom>
              <a:avLst/>
              <a:pathLst>
                <a:path w="916352" h="921634">
                  <a:moveTo>
                    <a:pt x="914400" y="914399"/>
                  </a:moveTo>
                  <a:lnTo>
                    <a:pt x="916352" y="914399"/>
                  </a:lnTo>
                  <a:lnTo>
                    <a:pt x="914794" y="920314"/>
                  </a:lnTo>
                  <a:lnTo>
                    <a:pt x="914400" y="921634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2021706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11" y="931638"/>
                  </a:lnTo>
                  <a:lnTo>
                    <a:pt x="905399" y="929518"/>
                  </a:lnTo>
                  <a:lnTo>
                    <a:pt x="905137" y="918699"/>
                  </a:lnTo>
                  <a:lnTo>
                    <a:pt x="905154" y="91439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202170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20309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20402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20494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205875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20680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20772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20865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20958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210506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21143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212359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213285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214211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21513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21606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21699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21791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218842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21976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22069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22162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222547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22347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22439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22532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22625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227178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22810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22903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22995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230883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23180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23273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23366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23458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2364408" y="1240194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111" y="897161"/>
                  </a:lnTo>
                  <a:lnTo>
                    <a:pt x="911966" y="902134"/>
                  </a:lnTo>
                  <a:lnTo>
                    <a:pt x="914399" y="90682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2364408" y="1240194"/>
              <a:ext cx="918088" cy="914399"/>
            </a:xfrm>
            <a:custGeom>
              <a:avLst/>
              <a:pathLst>
                <a:path w="918088" h="914399">
                  <a:moveTo>
                    <a:pt x="914399" y="914399"/>
                  </a:moveTo>
                  <a:lnTo>
                    <a:pt x="914399" y="906829"/>
                  </a:lnTo>
                  <a:lnTo>
                    <a:pt x="915907" y="909737"/>
                  </a:lnTo>
                  <a:lnTo>
                    <a:pt x="918088" y="91439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3401777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0727" y="931638"/>
                  </a:lnTo>
                  <a:lnTo>
                    <a:pt x="911802" y="923596"/>
                  </a:lnTo>
                  <a:lnTo>
                    <a:pt x="913315" y="91439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34017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34110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34203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34295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343882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34480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34573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34666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347587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34851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34943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35036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35129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352218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35314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35407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35499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355923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35684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35777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35870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35962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360554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361480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362407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363333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364259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365185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366111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367038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367964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368890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36981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37074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37166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372595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37352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37444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37537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37630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377226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37815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3790790" y="1240194"/>
              <a:ext cx="920318" cy="914399"/>
            </a:xfrm>
            <a:custGeom>
              <a:avLst/>
              <a:pathLst>
                <a:path w="92031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0318" y="897161"/>
                  </a:lnTo>
                  <a:lnTo>
                    <a:pt x="919586" y="900862"/>
                  </a:lnTo>
                  <a:lnTo>
                    <a:pt x="917325" y="910704"/>
                  </a:lnTo>
                  <a:lnTo>
                    <a:pt x="916352" y="91439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2021706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54" y="931638"/>
                  </a:lnTo>
                  <a:lnTo>
                    <a:pt x="905180" y="925108"/>
                  </a:lnTo>
                  <a:lnTo>
                    <a:pt x="905524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202170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20309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20402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20494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205875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20680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20772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20865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20958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210506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21143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212359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213285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214211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215137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21606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21699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21791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218842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21976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22069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22162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222547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22347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22439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22532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22625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227178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22810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22903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22995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230883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23180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23273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23366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2355146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6827" y="897161"/>
                  </a:lnTo>
                  <a:lnTo>
                    <a:pt x="908229" y="898944"/>
                  </a:lnTo>
                  <a:lnTo>
                    <a:pt x="912747" y="905338"/>
                  </a:lnTo>
                  <a:lnTo>
                    <a:pt x="914400" y="907935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2355146" y="1222956"/>
              <a:ext cx="918373" cy="914399"/>
            </a:xfrm>
            <a:custGeom>
              <a:avLst/>
              <a:pathLst>
                <a:path w="918373" h="914399">
                  <a:moveTo>
                    <a:pt x="914400" y="914399"/>
                  </a:moveTo>
                  <a:lnTo>
                    <a:pt x="914400" y="907935"/>
                  </a:lnTo>
                  <a:lnTo>
                    <a:pt x="917084" y="912154"/>
                  </a:lnTo>
                  <a:lnTo>
                    <a:pt x="918373" y="91439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3401777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3315" y="914399"/>
                  </a:lnTo>
                  <a:lnTo>
                    <a:pt x="913532" y="913084"/>
                  </a:lnTo>
                  <a:lnTo>
                    <a:pt x="914400" y="908664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3411039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902"/>
                  </a:lnTo>
                  <a:lnTo>
                    <a:pt x="906297" y="919997"/>
                  </a:lnTo>
                  <a:lnTo>
                    <a:pt x="907580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34110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34203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34295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343882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34480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34573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34666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347587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34851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34943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35036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35129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352218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35314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35407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35499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355923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35684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35777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35870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359628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360554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361480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362407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363333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364259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365185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366111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367038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367964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368890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36981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37074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37166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372595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37352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37444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37537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37630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377226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37815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3790790" y="1222956"/>
              <a:ext cx="923375" cy="914399"/>
            </a:xfrm>
            <a:custGeom>
              <a:avLst/>
              <a:pathLst>
                <a:path w="9233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375" y="897161"/>
                  </a:lnTo>
                  <a:lnTo>
                    <a:pt x="923274" y="897832"/>
                  </a:lnTo>
                  <a:lnTo>
                    <a:pt x="921571" y="908055"/>
                  </a:lnTo>
                  <a:lnTo>
                    <a:pt x="920318" y="91439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2021706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27" y="931536"/>
                  </a:lnTo>
                  <a:lnTo>
                    <a:pt x="906177" y="920773"/>
                  </a:lnTo>
                  <a:lnTo>
                    <a:pt x="906746" y="914400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202170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20309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20402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20494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205875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20680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20772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20865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20958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210506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21143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212359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213285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214211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215137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21606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21699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21791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218842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21976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22069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22162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222547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22347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22439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22532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22625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227178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22810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22903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22995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230883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23180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2336621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95" y="897161"/>
                  </a:lnTo>
                  <a:lnTo>
                    <a:pt x="912232" y="899685"/>
                  </a:lnTo>
                  <a:lnTo>
                    <a:pt x="914400" y="901872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2345883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72"/>
                  </a:lnTo>
                  <a:lnTo>
                    <a:pt x="907959" y="904721"/>
                  </a:lnTo>
                  <a:lnTo>
                    <a:pt x="912804" y="910225"/>
                  </a:lnTo>
                  <a:lnTo>
                    <a:pt x="914400" y="912252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2345883" y="1205717"/>
              <a:ext cx="916089" cy="914400"/>
            </a:xfrm>
            <a:custGeom>
              <a:avLst/>
              <a:pathLst>
                <a:path w="916089" h="914400">
                  <a:moveTo>
                    <a:pt x="914400" y="914400"/>
                  </a:moveTo>
                  <a:lnTo>
                    <a:pt x="914400" y="912252"/>
                  </a:lnTo>
                  <a:lnTo>
                    <a:pt x="916089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3411039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580" y="931638"/>
                  </a:lnTo>
                  <a:lnTo>
                    <a:pt x="908616" y="927124"/>
                  </a:lnTo>
                  <a:lnTo>
                    <a:pt x="911220" y="917257"/>
                  </a:lnTo>
                  <a:lnTo>
                    <a:pt x="912078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34110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34203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34295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343882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34480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34573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34666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347587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34851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34943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35036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35129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352218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35314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35407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35499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355923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35684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357775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358702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359628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360554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361480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362407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363333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364259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365185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366111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367038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367964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368890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36981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37074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37166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372595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37352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37444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37537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37630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377226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37815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3790790" y="12057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507"/>
                  </a:lnTo>
                  <a:lnTo>
                    <a:pt x="923375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3800052" y="1188479"/>
              <a:ext cx="916727" cy="929746"/>
            </a:xfrm>
            <a:custGeom>
              <a:avLst/>
              <a:pathLst>
                <a:path w="916727" h="929746">
                  <a:moveTo>
                    <a:pt x="914400" y="914400"/>
                  </a:moveTo>
                  <a:lnTo>
                    <a:pt x="916727" y="914400"/>
                  </a:lnTo>
                  <a:lnTo>
                    <a:pt x="916297" y="917230"/>
                  </a:lnTo>
                  <a:lnTo>
                    <a:pt x="915840" y="920243"/>
                  </a:lnTo>
                  <a:lnTo>
                    <a:pt x="915383" y="923256"/>
                  </a:lnTo>
                  <a:lnTo>
                    <a:pt x="914926" y="926269"/>
                  </a:lnTo>
                  <a:lnTo>
                    <a:pt x="914470" y="929282"/>
                  </a:lnTo>
                  <a:lnTo>
                    <a:pt x="914400" y="929746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2021706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746" y="931638"/>
                  </a:lnTo>
                  <a:lnTo>
                    <a:pt x="907130" y="927328"/>
                  </a:lnTo>
                  <a:lnTo>
                    <a:pt x="908381" y="916751"/>
                  </a:lnTo>
                  <a:lnTo>
                    <a:pt x="908730" y="914400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202170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20309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20402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20494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205875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20680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20772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20865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20958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210506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21143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21235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213285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214211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215137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216063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21699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21791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218842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21976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22069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22162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222547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22347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22439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22532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22625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227178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22810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22903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2308835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795" y="897169"/>
                  </a:lnTo>
                  <a:lnTo>
                    <a:pt x="913369" y="899169"/>
                  </a:lnTo>
                  <a:lnTo>
                    <a:pt x="914400" y="899642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2318097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42"/>
                  </a:lnTo>
                  <a:lnTo>
                    <a:pt x="909618" y="901697"/>
                  </a:lnTo>
                  <a:lnTo>
                    <a:pt x="914400" y="90437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232735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378"/>
                  </a:lnTo>
                  <a:lnTo>
                    <a:pt x="905790" y="904744"/>
                  </a:lnTo>
                  <a:lnTo>
                    <a:pt x="911134" y="908304"/>
                  </a:lnTo>
                  <a:lnTo>
                    <a:pt x="914400" y="910837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2327359" y="1188479"/>
              <a:ext cx="918657" cy="914400"/>
            </a:xfrm>
            <a:custGeom>
              <a:avLst/>
              <a:pathLst>
                <a:path w="918657" h="914400">
                  <a:moveTo>
                    <a:pt x="914400" y="914400"/>
                  </a:moveTo>
                  <a:lnTo>
                    <a:pt x="914400" y="910837"/>
                  </a:lnTo>
                  <a:lnTo>
                    <a:pt x="916373" y="912368"/>
                  </a:lnTo>
                  <a:lnTo>
                    <a:pt x="918657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341103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78" y="914400"/>
                  </a:lnTo>
                  <a:lnTo>
                    <a:pt x="914102" y="907661"/>
                  </a:lnTo>
                  <a:lnTo>
                    <a:pt x="914400" y="906784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3420301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022"/>
                  </a:lnTo>
                  <a:lnTo>
                    <a:pt x="907992" y="915602"/>
                  </a:lnTo>
                  <a:lnTo>
                    <a:pt x="908449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34203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34295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343882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34480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34573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34666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347587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34851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34943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35036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35129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352218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35314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35407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354997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355923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356849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357775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358702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359628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360554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361480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362407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363333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364259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365185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366111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367038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367964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368890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36981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37074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37166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372595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37352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37444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37537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37630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377226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37815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37907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3800052" y="1188479"/>
              <a:ext cx="919166" cy="914400"/>
            </a:xfrm>
            <a:custGeom>
              <a:avLst/>
              <a:pathLst>
                <a:path w="9191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166" y="897161"/>
                  </a:lnTo>
                  <a:lnTo>
                    <a:pt x="919117" y="897615"/>
                  </a:lnTo>
                  <a:lnTo>
                    <a:pt x="917672" y="908178"/>
                  </a:lnTo>
                  <a:lnTo>
                    <a:pt x="917212" y="911204"/>
                  </a:lnTo>
                  <a:lnTo>
                    <a:pt x="916755" y="914217"/>
                  </a:lnTo>
                  <a:lnTo>
                    <a:pt x="916727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2021706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730" y="931638"/>
                  </a:lnTo>
                  <a:lnTo>
                    <a:pt x="909928" y="923550"/>
                  </a:lnTo>
                  <a:lnTo>
                    <a:pt x="911566" y="914400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202170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20309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20402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20494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205875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20680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20772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20865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20958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210506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21143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21235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213285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214211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215137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216063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216990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21791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218842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21976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22069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22162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222547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22347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22439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2262523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07" y="897161"/>
                  </a:lnTo>
                  <a:lnTo>
                    <a:pt x="908625" y="900500"/>
                  </a:lnTo>
                  <a:lnTo>
                    <a:pt x="910569" y="901004"/>
                  </a:lnTo>
                  <a:lnTo>
                    <a:pt x="910907" y="901107"/>
                  </a:lnTo>
                  <a:lnTo>
                    <a:pt x="911248" y="901211"/>
                  </a:lnTo>
                  <a:lnTo>
                    <a:pt x="911588" y="901316"/>
                  </a:lnTo>
                  <a:lnTo>
                    <a:pt x="911929" y="901420"/>
                  </a:lnTo>
                  <a:lnTo>
                    <a:pt x="912269" y="901524"/>
                  </a:lnTo>
                  <a:lnTo>
                    <a:pt x="912610" y="901628"/>
                  </a:lnTo>
                  <a:lnTo>
                    <a:pt x="912950" y="901732"/>
                  </a:lnTo>
                  <a:lnTo>
                    <a:pt x="913291" y="901837"/>
                  </a:lnTo>
                  <a:lnTo>
                    <a:pt x="913631" y="901941"/>
                  </a:lnTo>
                  <a:lnTo>
                    <a:pt x="913972" y="902045"/>
                  </a:lnTo>
                  <a:lnTo>
                    <a:pt x="914400" y="902176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2271786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176"/>
                  </a:lnTo>
                  <a:lnTo>
                    <a:pt x="905391" y="902254"/>
                  </a:lnTo>
                  <a:lnTo>
                    <a:pt x="905731" y="902358"/>
                  </a:lnTo>
                  <a:lnTo>
                    <a:pt x="906071" y="902462"/>
                  </a:lnTo>
                  <a:lnTo>
                    <a:pt x="906412" y="902566"/>
                  </a:lnTo>
                  <a:lnTo>
                    <a:pt x="906752" y="902671"/>
                  </a:lnTo>
                  <a:lnTo>
                    <a:pt x="907093" y="902775"/>
                  </a:lnTo>
                  <a:lnTo>
                    <a:pt x="907433" y="902879"/>
                  </a:lnTo>
                  <a:lnTo>
                    <a:pt x="907774" y="902984"/>
                  </a:lnTo>
                  <a:lnTo>
                    <a:pt x="908114" y="903088"/>
                  </a:lnTo>
                  <a:lnTo>
                    <a:pt x="908454" y="903192"/>
                  </a:lnTo>
                  <a:lnTo>
                    <a:pt x="908795" y="903297"/>
                  </a:lnTo>
                  <a:lnTo>
                    <a:pt x="909135" y="903401"/>
                  </a:lnTo>
                  <a:lnTo>
                    <a:pt x="909476" y="903505"/>
                  </a:lnTo>
                  <a:lnTo>
                    <a:pt x="909816" y="903610"/>
                  </a:lnTo>
                  <a:lnTo>
                    <a:pt x="910156" y="903714"/>
                  </a:lnTo>
                  <a:lnTo>
                    <a:pt x="910497" y="903818"/>
                  </a:lnTo>
                  <a:lnTo>
                    <a:pt x="910837" y="903923"/>
                  </a:lnTo>
                  <a:lnTo>
                    <a:pt x="911178" y="904027"/>
                  </a:lnTo>
                  <a:lnTo>
                    <a:pt x="911518" y="904132"/>
                  </a:lnTo>
                  <a:lnTo>
                    <a:pt x="911858" y="904236"/>
                  </a:lnTo>
                  <a:lnTo>
                    <a:pt x="912199" y="904340"/>
                  </a:lnTo>
                  <a:lnTo>
                    <a:pt x="912539" y="904445"/>
                  </a:lnTo>
                  <a:lnTo>
                    <a:pt x="912879" y="904549"/>
                  </a:lnTo>
                  <a:lnTo>
                    <a:pt x="913220" y="904654"/>
                  </a:lnTo>
                  <a:lnTo>
                    <a:pt x="913560" y="904758"/>
                  </a:lnTo>
                  <a:lnTo>
                    <a:pt x="913900" y="904863"/>
                  </a:lnTo>
                  <a:lnTo>
                    <a:pt x="914241" y="904967"/>
                  </a:lnTo>
                  <a:lnTo>
                    <a:pt x="914400" y="905016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2281048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016"/>
                  </a:lnTo>
                  <a:lnTo>
                    <a:pt x="905319" y="905072"/>
                  </a:lnTo>
                  <a:lnTo>
                    <a:pt x="905659" y="905176"/>
                  </a:lnTo>
                  <a:lnTo>
                    <a:pt x="905999" y="905281"/>
                  </a:lnTo>
                  <a:lnTo>
                    <a:pt x="906340" y="905385"/>
                  </a:lnTo>
                  <a:lnTo>
                    <a:pt x="906680" y="905490"/>
                  </a:lnTo>
                  <a:lnTo>
                    <a:pt x="907020" y="905594"/>
                  </a:lnTo>
                  <a:lnTo>
                    <a:pt x="907360" y="905699"/>
                  </a:lnTo>
                  <a:lnTo>
                    <a:pt x="907701" y="905803"/>
                  </a:lnTo>
                  <a:lnTo>
                    <a:pt x="908041" y="905908"/>
                  </a:lnTo>
                  <a:lnTo>
                    <a:pt x="908381" y="906013"/>
                  </a:lnTo>
                  <a:lnTo>
                    <a:pt x="908721" y="906117"/>
                  </a:lnTo>
                  <a:lnTo>
                    <a:pt x="909062" y="906222"/>
                  </a:lnTo>
                  <a:lnTo>
                    <a:pt x="909402" y="906326"/>
                  </a:lnTo>
                  <a:lnTo>
                    <a:pt x="909742" y="906431"/>
                  </a:lnTo>
                  <a:lnTo>
                    <a:pt x="910082" y="906536"/>
                  </a:lnTo>
                  <a:lnTo>
                    <a:pt x="910423" y="906640"/>
                  </a:lnTo>
                  <a:lnTo>
                    <a:pt x="910763" y="906745"/>
                  </a:lnTo>
                  <a:lnTo>
                    <a:pt x="911103" y="906849"/>
                  </a:lnTo>
                  <a:lnTo>
                    <a:pt x="911443" y="906954"/>
                  </a:lnTo>
                  <a:lnTo>
                    <a:pt x="911783" y="907059"/>
                  </a:lnTo>
                  <a:lnTo>
                    <a:pt x="912124" y="907163"/>
                  </a:lnTo>
                  <a:lnTo>
                    <a:pt x="912464" y="907268"/>
                  </a:lnTo>
                  <a:lnTo>
                    <a:pt x="912804" y="907373"/>
                  </a:lnTo>
                  <a:lnTo>
                    <a:pt x="913144" y="907477"/>
                  </a:lnTo>
                  <a:lnTo>
                    <a:pt x="913484" y="907582"/>
                  </a:lnTo>
                  <a:lnTo>
                    <a:pt x="913824" y="907687"/>
                  </a:lnTo>
                  <a:lnTo>
                    <a:pt x="914165" y="907792"/>
                  </a:lnTo>
                  <a:lnTo>
                    <a:pt x="914400" y="907864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2290310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2" y="907896"/>
                  </a:lnTo>
                  <a:lnTo>
                    <a:pt x="905583" y="908001"/>
                  </a:lnTo>
                  <a:lnTo>
                    <a:pt x="905923" y="908106"/>
                  </a:lnTo>
                  <a:lnTo>
                    <a:pt x="906263" y="908211"/>
                  </a:lnTo>
                  <a:lnTo>
                    <a:pt x="906603" y="908315"/>
                  </a:lnTo>
                  <a:lnTo>
                    <a:pt x="906943" y="908420"/>
                  </a:lnTo>
                  <a:lnTo>
                    <a:pt x="907283" y="908525"/>
                  </a:lnTo>
                  <a:lnTo>
                    <a:pt x="907623" y="908630"/>
                  </a:lnTo>
                  <a:lnTo>
                    <a:pt x="907963" y="908735"/>
                  </a:lnTo>
                  <a:lnTo>
                    <a:pt x="908304" y="908839"/>
                  </a:lnTo>
                  <a:lnTo>
                    <a:pt x="908644" y="908944"/>
                  </a:lnTo>
                  <a:lnTo>
                    <a:pt x="908984" y="909049"/>
                  </a:lnTo>
                  <a:lnTo>
                    <a:pt x="909324" y="909154"/>
                  </a:lnTo>
                  <a:lnTo>
                    <a:pt x="909664" y="909259"/>
                  </a:lnTo>
                  <a:lnTo>
                    <a:pt x="910004" y="909364"/>
                  </a:lnTo>
                  <a:lnTo>
                    <a:pt x="910344" y="909468"/>
                  </a:lnTo>
                  <a:lnTo>
                    <a:pt x="910684" y="909573"/>
                  </a:lnTo>
                  <a:lnTo>
                    <a:pt x="911024" y="909678"/>
                  </a:lnTo>
                  <a:lnTo>
                    <a:pt x="911364" y="909783"/>
                  </a:lnTo>
                  <a:lnTo>
                    <a:pt x="911704" y="909888"/>
                  </a:lnTo>
                  <a:lnTo>
                    <a:pt x="912044" y="909993"/>
                  </a:lnTo>
                  <a:lnTo>
                    <a:pt x="912384" y="910098"/>
                  </a:lnTo>
                  <a:lnTo>
                    <a:pt x="912724" y="910203"/>
                  </a:lnTo>
                  <a:lnTo>
                    <a:pt x="913064" y="910308"/>
                  </a:lnTo>
                  <a:lnTo>
                    <a:pt x="913404" y="910413"/>
                  </a:lnTo>
                  <a:lnTo>
                    <a:pt x="913744" y="910518"/>
                  </a:lnTo>
                  <a:lnTo>
                    <a:pt x="914084" y="910623"/>
                  </a:lnTo>
                  <a:lnTo>
                    <a:pt x="914400" y="91072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2299572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62" y="910728"/>
                  </a:lnTo>
                  <a:lnTo>
                    <a:pt x="905502" y="910833"/>
                  </a:lnTo>
                  <a:lnTo>
                    <a:pt x="905842" y="910938"/>
                  </a:lnTo>
                  <a:lnTo>
                    <a:pt x="906182" y="911043"/>
                  </a:lnTo>
                  <a:lnTo>
                    <a:pt x="906522" y="911148"/>
                  </a:lnTo>
                  <a:lnTo>
                    <a:pt x="906862" y="911253"/>
                  </a:lnTo>
                  <a:lnTo>
                    <a:pt x="907202" y="911358"/>
                  </a:lnTo>
                  <a:lnTo>
                    <a:pt x="907542" y="911463"/>
                  </a:lnTo>
                  <a:lnTo>
                    <a:pt x="907882" y="911568"/>
                  </a:lnTo>
                  <a:lnTo>
                    <a:pt x="908222" y="911673"/>
                  </a:lnTo>
                  <a:lnTo>
                    <a:pt x="908561" y="911778"/>
                  </a:lnTo>
                  <a:lnTo>
                    <a:pt x="908901" y="911883"/>
                  </a:lnTo>
                  <a:lnTo>
                    <a:pt x="909241" y="911988"/>
                  </a:lnTo>
                  <a:lnTo>
                    <a:pt x="909581" y="912093"/>
                  </a:lnTo>
                  <a:lnTo>
                    <a:pt x="909921" y="912198"/>
                  </a:lnTo>
                  <a:lnTo>
                    <a:pt x="910261" y="912303"/>
                  </a:lnTo>
                  <a:lnTo>
                    <a:pt x="910601" y="912408"/>
                  </a:lnTo>
                  <a:lnTo>
                    <a:pt x="910941" y="912513"/>
                  </a:lnTo>
                  <a:lnTo>
                    <a:pt x="911281" y="912619"/>
                  </a:lnTo>
                  <a:lnTo>
                    <a:pt x="911621" y="912724"/>
                  </a:lnTo>
                  <a:lnTo>
                    <a:pt x="911960" y="912829"/>
                  </a:lnTo>
                  <a:lnTo>
                    <a:pt x="912300" y="912934"/>
                  </a:lnTo>
                  <a:lnTo>
                    <a:pt x="912640" y="913039"/>
                  </a:lnTo>
                  <a:lnTo>
                    <a:pt x="912980" y="913144"/>
                  </a:lnTo>
                  <a:lnTo>
                    <a:pt x="913320" y="913250"/>
                  </a:lnTo>
                  <a:lnTo>
                    <a:pt x="913660" y="913355"/>
                  </a:lnTo>
                  <a:lnTo>
                    <a:pt x="913999" y="913460"/>
                  </a:lnTo>
                  <a:lnTo>
                    <a:pt x="914400" y="913584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2299572" y="1171240"/>
              <a:ext cx="917033" cy="914400"/>
            </a:xfrm>
            <a:custGeom>
              <a:avLst/>
              <a:pathLst>
                <a:path w="917033" h="914400">
                  <a:moveTo>
                    <a:pt x="914400" y="914400"/>
                  </a:moveTo>
                  <a:lnTo>
                    <a:pt x="914400" y="913584"/>
                  </a:lnTo>
                  <a:lnTo>
                    <a:pt x="914679" y="913670"/>
                  </a:lnTo>
                  <a:lnTo>
                    <a:pt x="915019" y="913776"/>
                  </a:lnTo>
                  <a:lnTo>
                    <a:pt x="915359" y="913881"/>
                  </a:lnTo>
                  <a:lnTo>
                    <a:pt x="915699" y="913986"/>
                  </a:lnTo>
                  <a:lnTo>
                    <a:pt x="916038" y="914091"/>
                  </a:lnTo>
                  <a:lnTo>
                    <a:pt x="916378" y="914197"/>
                  </a:lnTo>
                  <a:lnTo>
                    <a:pt x="916718" y="914302"/>
                  </a:lnTo>
                  <a:lnTo>
                    <a:pt x="917033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3420301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49" y="914400"/>
                  </a:lnTo>
                  <a:lnTo>
                    <a:pt x="911405" y="906630"/>
                  </a:lnTo>
                  <a:lnTo>
                    <a:pt x="914400" y="899583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3429563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822"/>
                  </a:lnTo>
                  <a:lnTo>
                    <a:pt x="905807" y="915246"/>
                  </a:lnTo>
                  <a:lnTo>
                    <a:pt x="906208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34295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343882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34480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34573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34666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347587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34851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34943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350366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351292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352218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353144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354071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354997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355923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356849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357775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358702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359628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360554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361480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362407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363333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364259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365185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366111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367038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367964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368890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36981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37074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37166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372595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37352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37444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37537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37630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377226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37815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37907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3800052" y="1171240"/>
              <a:ext cx="920807" cy="914400"/>
            </a:xfrm>
            <a:custGeom>
              <a:avLst/>
              <a:pathLst>
                <a:path w="9208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807" y="897161"/>
                  </a:lnTo>
                  <a:lnTo>
                    <a:pt x="920262" y="904164"/>
                  </a:lnTo>
                  <a:lnTo>
                    <a:pt x="919166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2021706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566" y="931638"/>
                  </a:lnTo>
                  <a:lnTo>
                    <a:pt x="911767" y="930513"/>
                  </a:lnTo>
                  <a:lnTo>
                    <a:pt x="911892" y="929917"/>
                  </a:lnTo>
                  <a:lnTo>
                    <a:pt x="911956" y="928325"/>
                  </a:lnTo>
                  <a:lnTo>
                    <a:pt x="912690" y="917595"/>
                  </a:lnTo>
                  <a:lnTo>
                    <a:pt x="913001" y="914400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202170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20309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20402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20494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205875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20680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20772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20865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20958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210506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21143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21235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213285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214211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215137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216063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216990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217916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218842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21976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22069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22162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222547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22347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22439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2253261" y="1154002"/>
              <a:ext cx="917469" cy="914400"/>
            </a:xfrm>
            <a:custGeom>
              <a:avLst/>
              <a:pathLst>
                <a:path w="9174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3" y="897161"/>
                  </a:lnTo>
                  <a:lnTo>
                    <a:pt x="915385" y="900542"/>
                  </a:lnTo>
                  <a:lnTo>
                    <a:pt x="917105" y="911496"/>
                  </a:lnTo>
                  <a:lnTo>
                    <a:pt x="917469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3429563" y="11540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6208" y="914400"/>
                  </a:lnTo>
                  <a:lnTo>
                    <a:pt x="909712" y="906998"/>
                  </a:lnTo>
                  <a:lnTo>
                    <a:pt x="913848" y="899147"/>
                  </a:lnTo>
                  <a:lnTo>
                    <a:pt x="914400" y="898206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3438825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444"/>
                  </a:lnTo>
                  <a:lnTo>
                    <a:pt x="905749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343882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34480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34573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34666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347587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34851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34943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350366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351292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352218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353144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354071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354997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355923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356849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357775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358702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359628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360554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361480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362407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363333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364259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365185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366111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367038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367964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368890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36981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37074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37166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372595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37352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37444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37537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37630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377226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37815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37907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3800052" y="1154002"/>
              <a:ext cx="921689" cy="914400"/>
            </a:xfrm>
            <a:custGeom>
              <a:avLst/>
              <a:pathLst>
                <a:path w="92168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689" y="897161"/>
                  </a:lnTo>
                  <a:lnTo>
                    <a:pt x="921635" y="899761"/>
                  </a:lnTo>
                  <a:lnTo>
                    <a:pt x="921102" y="910616"/>
                  </a:lnTo>
                  <a:lnTo>
                    <a:pt x="920807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2021706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001" y="914400"/>
                  </a:lnTo>
                  <a:lnTo>
                    <a:pt x="913725" y="906951"/>
                  </a:lnTo>
                  <a:lnTo>
                    <a:pt x="914400" y="901622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203096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60"/>
                  </a:lnTo>
                  <a:lnTo>
                    <a:pt x="905702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20309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20402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20494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205875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20680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20772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20865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20958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210506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21143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21235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213285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214211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215137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216063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216990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217916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218842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21976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22069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22162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222547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22347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2253261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434" y="897161"/>
                  </a:lnTo>
                  <a:lnTo>
                    <a:pt x="912814" y="902253"/>
                  </a:lnTo>
                  <a:lnTo>
                    <a:pt x="913003" y="905373"/>
                  </a:lnTo>
                  <a:lnTo>
                    <a:pt x="913081" y="905753"/>
                  </a:lnTo>
                  <a:lnTo>
                    <a:pt x="913169" y="906175"/>
                  </a:lnTo>
                  <a:lnTo>
                    <a:pt x="913256" y="906598"/>
                  </a:lnTo>
                  <a:lnTo>
                    <a:pt x="913343" y="907020"/>
                  </a:lnTo>
                  <a:lnTo>
                    <a:pt x="914400" y="912587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2253261" y="1136763"/>
              <a:ext cx="914743" cy="914400"/>
            </a:xfrm>
            <a:custGeom>
              <a:avLst/>
              <a:pathLst>
                <a:path w="914743" h="914400">
                  <a:moveTo>
                    <a:pt x="914400" y="914400"/>
                  </a:moveTo>
                  <a:lnTo>
                    <a:pt x="914400" y="912587"/>
                  </a:lnTo>
                  <a:lnTo>
                    <a:pt x="914743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3438825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749" y="914400"/>
                  </a:lnTo>
                  <a:lnTo>
                    <a:pt x="908939" y="908956"/>
                  </a:lnTo>
                  <a:lnTo>
                    <a:pt x="913498" y="901966"/>
                  </a:lnTo>
                  <a:lnTo>
                    <a:pt x="914400" y="90072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344808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967"/>
                  </a:lnTo>
                  <a:lnTo>
                    <a:pt x="907734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34480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34573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34666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347587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34851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349439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350366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351292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352218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353144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354071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354997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355923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356849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357775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358702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359628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360554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361480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362407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363333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364259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365185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366111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367038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367964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368890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36981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37074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37166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372595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37352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37444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37537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37630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377226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37815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37907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3800052" y="1136763"/>
              <a:ext cx="921861" cy="914400"/>
            </a:xfrm>
            <a:custGeom>
              <a:avLst/>
              <a:pathLst>
                <a:path w="92186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93" y="897161"/>
                  </a:lnTo>
                  <a:lnTo>
                    <a:pt x="921861" y="906108"/>
                  </a:lnTo>
                  <a:lnTo>
                    <a:pt x="921689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2030968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02" y="931638"/>
                  </a:lnTo>
                  <a:lnTo>
                    <a:pt x="905795" y="930900"/>
                  </a:lnTo>
                  <a:lnTo>
                    <a:pt x="907421" y="920515"/>
                  </a:lnTo>
                  <a:lnTo>
                    <a:pt x="908568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20309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20402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20494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205875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20680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20772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20865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20958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210506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21143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21235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213285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214211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215137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216063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216990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217916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218842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219768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22069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22162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222547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22347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2243999" y="1119525"/>
              <a:ext cx="921696" cy="914400"/>
            </a:xfrm>
            <a:custGeom>
              <a:avLst/>
              <a:pathLst>
                <a:path w="92169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043" y="897161"/>
                  </a:lnTo>
                  <a:lnTo>
                    <a:pt x="920177" y="898174"/>
                  </a:lnTo>
                  <a:lnTo>
                    <a:pt x="921277" y="908787"/>
                  </a:lnTo>
                  <a:lnTo>
                    <a:pt x="921696" y="914400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3448088" y="11195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734" y="914400"/>
                  </a:lnTo>
                  <a:lnTo>
                    <a:pt x="908989" y="912676"/>
                  </a:lnTo>
                  <a:lnTo>
                    <a:pt x="913921" y="906627"/>
                  </a:lnTo>
                  <a:lnTo>
                    <a:pt x="914400" y="906105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3457350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44"/>
                  </a:lnTo>
                  <a:lnTo>
                    <a:pt x="909756" y="918312"/>
                  </a:lnTo>
                  <a:lnTo>
                    <a:pt x="913830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34573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34666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347587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34851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349439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350366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351292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352218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353144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354071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354997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355923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356849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357775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358702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359628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360554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361480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362407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363333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364259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365185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366111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367038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367964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368890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36981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37074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37166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372595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37352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37444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37537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37630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377226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37815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37907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3800052" y="1119525"/>
              <a:ext cx="921793" cy="914400"/>
            </a:xfrm>
            <a:custGeom>
              <a:avLst/>
              <a:pathLst>
                <a:path w="9217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102" y="897161"/>
                  </a:lnTo>
                  <a:lnTo>
                    <a:pt x="921387" y="901573"/>
                  </a:lnTo>
                  <a:lnTo>
                    <a:pt x="921778" y="912448"/>
                  </a:lnTo>
                  <a:lnTo>
                    <a:pt x="921793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2030968" y="10850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568" y="931638"/>
                  </a:lnTo>
                  <a:lnTo>
                    <a:pt x="909337" y="927541"/>
                  </a:lnTo>
                  <a:lnTo>
                    <a:pt x="911536" y="917529"/>
                  </a:lnTo>
                  <a:lnTo>
                    <a:pt x="912329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20309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20402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20494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205875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20680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20772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20865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20958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210506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21143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21235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213285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214211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215137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216063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216990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217916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218842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219768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220695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22162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222547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22347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2243999" y="1102287"/>
              <a:ext cx="920043" cy="914400"/>
            </a:xfrm>
            <a:custGeom>
              <a:avLst/>
              <a:pathLst>
                <a:path w="92004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15" y="897161"/>
                  </a:lnTo>
                  <a:lnTo>
                    <a:pt x="918782" y="904920"/>
                  </a:lnTo>
                  <a:lnTo>
                    <a:pt x="920043" y="914400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3429563" y="1085048"/>
              <a:ext cx="914400" cy="914645"/>
            </a:xfrm>
            <a:custGeom>
              <a:avLst/>
              <a:pathLst>
                <a:path w="914400" h="914645">
                  <a:moveTo>
                    <a:pt x="914400" y="914400"/>
                  </a:moveTo>
                  <a:lnTo>
                    <a:pt x="914400" y="914645"/>
                  </a:lnTo>
                  <a:lnTo>
                    <a:pt x="913674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3429563" y="1085048"/>
              <a:ext cx="923662" cy="917195"/>
            </a:xfrm>
            <a:custGeom>
              <a:avLst/>
              <a:pathLst>
                <a:path w="923662" h="917195">
                  <a:moveTo>
                    <a:pt x="914400" y="914400"/>
                  </a:moveTo>
                  <a:lnTo>
                    <a:pt x="923662" y="914400"/>
                  </a:lnTo>
                  <a:lnTo>
                    <a:pt x="923588" y="917195"/>
                  </a:lnTo>
                  <a:lnTo>
                    <a:pt x="917931" y="915838"/>
                  </a:lnTo>
                  <a:lnTo>
                    <a:pt x="914400" y="914645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3438825" y="1085048"/>
              <a:ext cx="923662" cy="918184"/>
            </a:xfrm>
            <a:custGeom>
              <a:avLst/>
              <a:pathLst>
                <a:path w="923662" h="91818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184"/>
                  </a:lnTo>
                  <a:lnTo>
                    <a:pt x="920013" y="918010"/>
                  </a:lnTo>
                  <a:lnTo>
                    <a:pt x="914400" y="917206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3457350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30" y="914400"/>
                  </a:lnTo>
                  <a:lnTo>
                    <a:pt x="914400" y="913853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3448088" y="1085048"/>
              <a:ext cx="923662" cy="918282"/>
            </a:xfrm>
            <a:custGeom>
              <a:avLst/>
              <a:pathLst>
                <a:path w="923662" h="9182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64"/>
                  </a:lnTo>
                  <a:lnTo>
                    <a:pt x="922156" y="918008"/>
                  </a:lnTo>
                  <a:lnTo>
                    <a:pt x="916454" y="918282"/>
                  </a:lnTo>
                  <a:lnTo>
                    <a:pt x="914400" y="918184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3466612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853"/>
                  </a:lnTo>
                  <a:lnTo>
                    <a:pt x="905743" y="913271"/>
                  </a:lnTo>
                  <a:lnTo>
                    <a:pt x="911129" y="908755"/>
                  </a:lnTo>
                  <a:lnTo>
                    <a:pt x="914400" y="906394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3457350" y="1085048"/>
              <a:ext cx="923662" cy="917864"/>
            </a:xfrm>
            <a:custGeom>
              <a:avLst/>
              <a:pathLst>
                <a:path w="923662" h="91786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980"/>
                  </a:lnTo>
                  <a:lnTo>
                    <a:pt x="922239" y="917116"/>
                  </a:lnTo>
                  <a:lnTo>
                    <a:pt x="920371" y="917294"/>
                  </a:lnTo>
                  <a:lnTo>
                    <a:pt x="918502" y="917472"/>
                  </a:lnTo>
                  <a:lnTo>
                    <a:pt x="916634" y="917650"/>
                  </a:lnTo>
                  <a:lnTo>
                    <a:pt x="914766" y="917829"/>
                  </a:lnTo>
                  <a:lnTo>
                    <a:pt x="914400" y="917864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34666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lnTo>
                    <a:pt x="914400" y="923632"/>
                  </a:lnTo>
                  <a:lnTo>
                    <a:pt x="916636" y="922017"/>
                  </a:lnTo>
                  <a:lnTo>
                    <a:pt x="916924" y="921826"/>
                  </a:lnTo>
                  <a:lnTo>
                    <a:pt x="917214" y="921633"/>
                  </a:lnTo>
                  <a:lnTo>
                    <a:pt x="917504" y="921440"/>
                  </a:lnTo>
                  <a:lnTo>
                    <a:pt x="917794" y="921247"/>
                  </a:lnTo>
                  <a:lnTo>
                    <a:pt x="918084" y="921053"/>
                  </a:lnTo>
                  <a:lnTo>
                    <a:pt x="918374" y="920860"/>
                  </a:lnTo>
                  <a:lnTo>
                    <a:pt x="918664" y="920667"/>
                  </a:lnTo>
                  <a:lnTo>
                    <a:pt x="918954" y="920474"/>
                  </a:lnTo>
                  <a:lnTo>
                    <a:pt x="919244" y="920281"/>
                  </a:lnTo>
                  <a:lnTo>
                    <a:pt x="919534" y="920088"/>
                  </a:lnTo>
                  <a:lnTo>
                    <a:pt x="919825" y="919895"/>
                  </a:lnTo>
                  <a:lnTo>
                    <a:pt x="920115" y="919702"/>
                  </a:lnTo>
                  <a:lnTo>
                    <a:pt x="920405" y="919509"/>
                  </a:lnTo>
                  <a:lnTo>
                    <a:pt x="920695" y="919316"/>
                  </a:lnTo>
                  <a:lnTo>
                    <a:pt x="920985" y="919123"/>
                  </a:lnTo>
                  <a:lnTo>
                    <a:pt x="921275" y="918930"/>
                  </a:lnTo>
                  <a:lnTo>
                    <a:pt x="921566" y="918737"/>
                  </a:lnTo>
                  <a:lnTo>
                    <a:pt x="921856" y="918544"/>
                  </a:lnTo>
                  <a:lnTo>
                    <a:pt x="922073" y="918400"/>
                  </a:lnTo>
                  <a:lnTo>
                    <a:pt x="920926" y="916934"/>
                  </a:lnTo>
                  <a:lnTo>
                    <a:pt x="920444" y="916318"/>
                  </a:lnTo>
                  <a:lnTo>
                    <a:pt x="918586" y="916583"/>
                  </a:lnTo>
                  <a:lnTo>
                    <a:pt x="916714" y="916761"/>
                  </a:lnTo>
                  <a:lnTo>
                    <a:pt x="914845" y="916938"/>
                  </a:lnTo>
                  <a:lnTo>
                    <a:pt x="914400" y="91698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347587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34851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349439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350366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351292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352218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353144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354071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354997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355923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356849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357775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358702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359628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360554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361480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362407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363333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364259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365185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366111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367038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367964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368890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36981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37074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37166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372595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37352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37444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37537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37630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377226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37815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37907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3800052" y="1102287"/>
              <a:ext cx="921102" cy="914400"/>
            </a:xfrm>
            <a:custGeom>
              <a:avLst/>
              <a:pathLst>
                <a:path w="92110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685" y="897252"/>
                  </a:lnTo>
                  <a:lnTo>
                    <a:pt x="920688" y="907990"/>
                  </a:lnTo>
                  <a:lnTo>
                    <a:pt x="921102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2030968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329" y="914400"/>
                  </a:lnTo>
                  <a:lnTo>
                    <a:pt x="914014" y="907745"/>
                  </a:lnTo>
                  <a:lnTo>
                    <a:pt x="914400" y="90641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2040230" y="10678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649"/>
                  </a:lnTo>
                  <a:lnTo>
                    <a:pt x="907501" y="915454"/>
                  </a:lnTo>
                  <a:lnTo>
                    <a:pt x="907845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20402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20494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205875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20680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20772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20865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20958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210506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21143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21235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213285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214211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215137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216063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21699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21791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218842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21976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22069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22162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222547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2243999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098" y="897161"/>
                  </a:lnTo>
                  <a:lnTo>
                    <a:pt x="914400" y="89848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2243999" y="1085048"/>
              <a:ext cx="917515" cy="914400"/>
            </a:xfrm>
            <a:custGeom>
              <a:avLst/>
              <a:pathLst>
                <a:path w="917515" h="914400">
                  <a:moveTo>
                    <a:pt x="914400" y="914400"/>
                  </a:moveTo>
                  <a:lnTo>
                    <a:pt x="914400" y="898489"/>
                  </a:lnTo>
                  <a:lnTo>
                    <a:pt x="915117" y="901654"/>
                  </a:lnTo>
                  <a:lnTo>
                    <a:pt x="917093" y="911817"/>
                  </a:lnTo>
                  <a:lnTo>
                    <a:pt x="917515" y="914400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3401777" y="1067810"/>
              <a:ext cx="914400" cy="914866"/>
            </a:xfrm>
            <a:custGeom>
              <a:avLst/>
              <a:pathLst>
                <a:path w="914400" h="914866">
                  <a:moveTo>
                    <a:pt x="914400" y="914400"/>
                  </a:moveTo>
                  <a:lnTo>
                    <a:pt x="914400" y="914866"/>
                  </a:lnTo>
                  <a:lnTo>
                    <a:pt x="913862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3401777" y="1067810"/>
              <a:ext cx="923662" cy="922302"/>
            </a:xfrm>
            <a:custGeom>
              <a:avLst/>
              <a:pathLst>
                <a:path w="923662" h="92230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302"/>
                  </a:lnTo>
                  <a:lnTo>
                    <a:pt x="918397" y="918334"/>
                  </a:lnTo>
                  <a:lnTo>
                    <a:pt x="914400" y="914866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3411039" y="1067810"/>
              <a:ext cx="923662" cy="927872"/>
            </a:xfrm>
            <a:custGeom>
              <a:avLst/>
              <a:pathLst>
                <a:path w="923662" h="92787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872"/>
                  </a:lnTo>
                  <a:lnTo>
                    <a:pt x="919812" y="925795"/>
                  </a:lnTo>
                  <a:lnTo>
                    <a:pt x="914400" y="922302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34203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936" y="931638"/>
                  </a:lnTo>
                  <a:lnTo>
                    <a:pt x="921581" y="931180"/>
                  </a:lnTo>
                  <a:lnTo>
                    <a:pt x="916028" y="928751"/>
                  </a:lnTo>
                  <a:lnTo>
                    <a:pt x="914400" y="927872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34295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343882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34480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34573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34666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347587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348513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349439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350366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351292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352218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353144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354071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354997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355923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356849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357775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358702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359628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360554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361480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362407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363333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364259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365185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366111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367038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367964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368890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369816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37074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37166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372595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37352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37444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37537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37630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377226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37815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37907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3800052" y="1085048"/>
              <a:ext cx="919674" cy="914400"/>
            </a:xfrm>
            <a:custGeom>
              <a:avLst/>
              <a:pathLst>
                <a:path w="91967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352" y="897161"/>
                  </a:lnTo>
                  <a:lnTo>
                    <a:pt x="918378" y="903865"/>
                  </a:lnTo>
                  <a:lnTo>
                    <a:pt x="919674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2040230" y="10505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845" y="931638"/>
                  </a:lnTo>
                  <a:lnTo>
                    <a:pt x="910515" y="923443"/>
                  </a:lnTo>
                  <a:lnTo>
                    <a:pt x="913824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20402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20494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205875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20680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20772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20865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20958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210506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21143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212359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213285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214211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21513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21606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21699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21791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218842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21976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22069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22162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222547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2234737" y="1067810"/>
              <a:ext cx="923360" cy="914400"/>
            </a:xfrm>
            <a:custGeom>
              <a:avLst/>
              <a:pathLst>
                <a:path w="92336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79" y="897161"/>
                  </a:lnTo>
                  <a:lnTo>
                    <a:pt x="919586" y="899211"/>
                  </a:lnTo>
                  <a:lnTo>
                    <a:pt x="922121" y="908935"/>
                  </a:lnTo>
                  <a:lnTo>
                    <a:pt x="923360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3383252" y="1050571"/>
              <a:ext cx="914400" cy="915267"/>
            </a:xfrm>
            <a:custGeom>
              <a:avLst/>
              <a:pathLst>
                <a:path w="914400" h="915267">
                  <a:moveTo>
                    <a:pt x="914400" y="914400"/>
                  </a:moveTo>
                  <a:lnTo>
                    <a:pt x="914400" y="915267"/>
                  </a:lnTo>
                  <a:lnTo>
                    <a:pt x="910477" y="91440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3383252" y="1050571"/>
              <a:ext cx="923662" cy="922720"/>
            </a:xfrm>
            <a:custGeom>
              <a:avLst/>
              <a:pathLst>
                <a:path w="923662" h="9227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20"/>
                  </a:lnTo>
                  <a:lnTo>
                    <a:pt x="921816" y="920667"/>
                  </a:lnTo>
                  <a:lnTo>
                    <a:pt x="917896" y="915780"/>
                  </a:lnTo>
                  <a:lnTo>
                    <a:pt x="915195" y="915443"/>
                  </a:lnTo>
                  <a:lnTo>
                    <a:pt x="914400" y="915267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339251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3124" y="931638"/>
                  </a:lnTo>
                  <a:lnTo>
                    <a:pt x="922489" y="931087"/>
                  </a:lnTo>
                  <a:lnTo>
                    <a:pt x="917449" y="926114"/>
                  </a:lnTo>
                  <a:lnTo>
                    <a:pt x="914400" y="92272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34017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34110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34203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34295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343882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34480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34573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34666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347587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348513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349439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350366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351292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352218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353144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354071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354997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355923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356849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357775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358702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359628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360554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361480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362407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363333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364259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365185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366111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367038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367964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368890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369816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37074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37166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372595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37352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37444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37537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37630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377226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37815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3800052" y="10678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92" y="897161"/>
                  </a:lnTo>
                  <a:lnTo>
                    <a:pt x="914400" y="89812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3800052" y="1067810"/>
              <a:ext cx="917352" cy="914400"/>
            </a:xfrm>
            <a:custGeom>
              <a:avLst/>
              <a:pathLst>
                <a:path w="917352" h="914400">
                  <a:moveTo>
                    <a:pt x="914400" y="914400"/>
                  </a:moveTo>
                  <a:lnTo>
                    <a:pt x="914400" y="898120"/>
                  </a:lnTo>
                  <a:lnTo>
                    <a:pt x="914874" y="900311"/>
                  </a:lnTo>
                  <a:lnTo>
                    <a:pt x="916773" y="910621"/>
                  </a:lnTo>
                  <a:lnTo>
                    <a:pt x="917352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2040230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24" y="914400"/>
                  </a:lnTo>
                  <a:lnTo>
                    <a:pt x="914400" y="91299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2049492" y="10333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229"/>
                  </a:lnTo>
                  <a:lnTo>
                    <a:pt x="908037" y="923125"/>
                  </a:lnTo>
                  <a:lnTo>
                    <a:pt x="911789" y="914865"/>
                  </a:lnTo>
                  <a:lnTo>
                    <a:pt x="912013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20494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205875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20680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20772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20865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20958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210506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21143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21235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21328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214211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21513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21606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21699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21791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218842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21976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22069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22162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2234737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474" y="897161"/>
                  </a:lnTo>
                  <a:lnTo>
                    <a:pt x="913715" y="897806"/>
                  </a:lnTo>
                  <a:lnTo>
                    <a:pt x="914400" y="899854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2234737" y="1050571"/>
              <a:ext cx="918979" cy="914400"/>
            </a:xfrm>
            <a:custGeom>
              <a:avLst/>
              <a:pathLst>
                <a:path w="918979" h="914400">
                  <a:moveTo>
                    <a:pt x="914400" y="914400"/>
                  </a:moveTo>
                  <a:lnTo>
                    <a:pt x="914400" y="899854"/>
                  </a:lnTo>
                  <a:lnTo>
                    <a:pt x="916782" y="906985"/>
                  </a:lnTo>
                  <a:lnTo>
                    <a:pt x="918979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3355465" y="1033333"/>
              <a:ext cx="914400" cy="920479"/>
            </a:xfrm>
            <a:custGeom>
              <a:avLst/>
              <a:pathLst>
                <a:path w="914400" h="920479">
                  <a:moveTo>
                    <a:pt x="914400" y="914400"/>
                  </a:moveTo>
                  <a:lnTo>
                    <a:pt x="914400" y="920479"/>
                  </a:lnTo>
                  <a:lnTo>
                    <a:pt x="909826" y="917122"/>
                  </a:lnTo>
                  <a:lnTo>
                    <a:pt x="906613" y="91440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3355465" y="1033333"/>
              <a:ext cx="923662" cy="926030"/>
            </a:xfrm>
            <a:custGeom>
              <a:avLst/>
              <a:pathLst>
                <a:path w="923662" h="92603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6030"/>
                  </a:lnTo>
                  <a:lnTo>
                    <a:pt x="920571" y="924421"/>
                  </a:lnTo>
                  <a:lnTo>
                    <a:pt x="915148" y="921029"/>
                  </a:lnTo>
                  <a:lnTo>
                    <a:pt x="914400" y="92047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3364728" y="1033333"/>
              <a:ext cx="923662" cy="930029"/>
            </a:xfrm>
            <a:custGeom>
              <a:avLst/>
              <a:pathLst>
                <a:path w="923662" h="9300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029"/>
                  </a:lnTo>
                  <a:lnTo>
                    <a:pt x="922400" y="929626"/>
                  </a:lnTo>
                  <a:lnTo>
                    <a:pt x="916819" y="927289"/>
                  </a:lnTo>
                  <a:lnTo>
                    <a:pt x="914400" y="92603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33739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39" y="931638"/>
                  </a:lnTo>
                  <a:lnTo>
                    <a:pt x="918777" y="931425"/>
                  </a:lnTo>
                  <a:lnTo>
                    <a:pt x="914400" y="93002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33832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339251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34017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34110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34203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34295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343882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34480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34573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34666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347587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348513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349439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350366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351292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352218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353144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354071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354997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355923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356849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357775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358702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359628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360554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361480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362407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363333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364259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365185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366111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367038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367964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368890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369816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370743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37166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372595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37352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37444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37537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37630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377226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37815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3790790" y="1050571"/>
              <a:ext cx="923454" cy="914400"/>
            </a:xfrm>
            <a:custGeom>
              <a:avLst/>
              <a:pathLst>
                <a:path w="92345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92" y="897246"/>
                  </a:lnTo>
                  <a:lnTo>
                    <a:pt x="919476" y="897559"/>
                  </a:lnTo>
                  <a:lnTo>
                    <a:pt x="921947" y="907440"/>
                  </a:lnTo>
                  <a:lnTo>
                    <a:pt x="923454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2049492" y="10333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13" y="914400"/>
                  </a:lnTo>
                  <a:lnTo>
                    <a:pt x="912147" y="914119"/>
                  </a:lnTo>
                  <a:lnTo>
                    <a:pt x="912327" y="913743"/>
                  </a:lnTo>
                  <a:lnTo>
                    <a:pt x="912507" y="913367"/>
                  </a:lnTo>
                  <a:lnTo>
                    <a:pt x="912687" y="912991"/>
                  </a:lnTo>
                  <a:lnTo>
                    <a:pt x="912867" y="912615"/>
                  </a:lnTo>
                  <a:lnTo>
                    <a:pt x="913047" y="912240"/>
                  </a:lnTo>
                  <a:lnTo>
                    <a:pt x="913227" y="911864"/>
                  </a:lnTo>
                  <a:lnTo>
                    <a:pt x="913408" y="911488"/>
                  </a:lnTo>
                  <a:lnTo>
                    <a:pt x="913588" y="911112"/>
                  </a:lnTo>
                  <a:lnTo>
                    <a:pt x="913768" y="910736"/>
                  </a:lnTo>
                  <a:lnTo>
                    <a:pt x="913948" y="910360"/>
                  </a:lnTo>
                  <a:lnTo>
                    <a:pt x="914128" y="909985"/>
                  </a:lnTo>
                  <a:lnTo>
                    <a:pt x="914308" y="909609"/>
                  </a:lnTo>
                  <a:lnTo>
                    <a:pt x="914400" y="90941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2058755" y="10160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657"/>
                  </a:lnTo>
                  <a:lnTo>
                    <a:pt x="905226" y="926471"/>
                  </a:lnTo>
                  <a:lnTo>
                    <a:pt x="905407" y="926096"/>
                  </a:lnTo>
                  <a:lnTo>
                    <a:pt x="905587" y="925720"/>
                  </a:lnTo>
                  <a:lnTo>
                    <a:pt x="905767" y="925344"/>
                  </a:lnTo>
                  <a:lnTo>
                    <a:pt x="905947" y="924968"/>
                  </a:lnTo>
                  <a:lnTo>
                    <a:pt x="906127" y="924592"/>
                  </a:lnTo>
                  <a:lnTo>
                    <a:pt x="906308" y="924217"/>
                  </a:lnTo>
                  <a:lnTo>
                    <a:pt x="906488" y="923841"/>
                  </a:lnTo>
                  <a:lnTo>
                    <a:pt x="906668" y="923465"/>
                  </a:lnTo>
                  <a:lnTo>
                    <a:pt x="906849" y="923089"/>
                  </a:lnTo>
                  <a:lnTo>
                    <a:pt x="907029" y="922713"/>
                  </a:lnTo>
                  <a:lnTo>
                    <a:pt x="907209" y="922338"/>
                  </a:lnTo>
                  <a:lnTo>
                    <a:pt x="907390" y="921962"/>
                  </a:lnTo>
                  <a:lnTo>
                    <a:pt x="907570" y="921586"/>
                  </a:lnTo>
                  <a:lnTo>
                    <a:pt x="907750" y="921210"/>
                  </a:lnTo>
                  <a:lnTo>
                    <a:pt x="907931" y="920834"/>
                  </a:lnTo>
                  <a:lnTo>
                    <a:pt x="908111" y="920459"/>
                  </a:lnTo>
                  <a:lnTo>
                    <a:pt x="908291" y="920083"/>
                  </a:lnTo>
                  <a:lnTo>
                    <a:pt x="908472" y="919707"/>
                  </a:lnTo>
                  <a:lnTo>
                    <a:pt x="908652" y="919331"/>
                  </a:lnTo>
                  <a:lnTo>
                    <a:pt x="908833" y="918956"/>
                  </a:lnTo>
                  <a:lnTo>
                    <a:pt x="909013" y="918580"/>
                  </a:lnTo>
                  <a:lnTo>
                    <a:pt x="909194" y="918204"/>
                  </a:lnTo>
                  <a:lnTo>
                    <a:pt x="909374" y="917828"/>
                  </a:lnTo>
                  <a:lnTo>
                    <a:pt x="909554" y="917452"/>
                  </a:lnTo>
                  <a:lnTo>
                    <a:pt x="909735" y="917077"/>
                  </a:lnTo>
                  <a:lnTo>
                    <a:pt x="909915" y="916701"/>
                  </a:lnTo>
                  <a:lnTo>
                    <a:pt x="910096" y="916325"/>
                  </a:lnTo>
                  <a:lnTo>
                    <a:pt x="910276" y="915949"/>
                  </a:lnTo>
                  <a:lnTo>
                    <a:pt x="910457" y="915574"/>
                  </a:lnTo>
                  <a:lnTo>
                    <a:pt x="910638" y="915198"/>
                  </a:lnTo>
                  <a:lnTo>
                    <a:pt x="910818" y="914822"/>
                  </a:lnTo>
                  <a:lnTo>
                    <a:pt x="911021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205875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20680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20772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20865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20958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210506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21143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21235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21328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214211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21513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21606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21699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21791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218842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21976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22069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22162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2225475" y="1033333"/>
              <a:ext cx="922736" cy="914400"/>
            </a:xfrm>
            <a:custGeom>
              <a:avLst/>
              <a:pathLst>
                <a:path w="92273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871" y="897161"/>
                  </a:lnTo>
                  <a:lnTo>
                    <a:pt x="916094" y="897642"/>
                  </a:lnTo>
                  <a:lnTo>
                    <a:pt x="919658" y="906176"/>
                  </a:lnTo>
                  <a:lnTo>
                    <a:pt x="922736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3336941" y="1016094"/>
              <a:ext cx="914400" cy="921201"/>
            </a:xfrm>
            <a:custGeom>
              <a:avLst/>
              <a:pathLst>
                <a:path w="914400" h="921201">
                  <a:moveTo>
                    <a:pt x="914400" y="914400"/>
                  </a:moveTo>
                  <a:lnTo>
                    <a:pt x="914323" y="921201"/>
                  </a:lnTo>
                  <a:lnTo>
                    <a:pt x="913077" y="919922"/>
                  </a:lnTo>
                  <a:lnTo>
                    <a:pt x="911831" y="918644"/>
                  </a:lnTo>
                  <a:lnTo>
                    <a:pt x="910584" y="917365"/>
                  </a:lnTo>
                  <a:lnTo>
                    <a:pt x="909337" y="916086"/>
                  </a:lnTo>
                  <a:lnTo>
                    <a:pt x="908090" y="914808"/>
                  </a:lnTo>
                  <a:lnTo>
                    <a:pt x="907692" y="91440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3336941" y="1016094"/>
              <a:ext cx="923662" cy="930388"/>
            </a:xfrm>
            <a:custGeom>
              <a:avLst/>
              <a:pathLst>
                <a:path w="923662" h="93038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388"/>
                  </a:lnTo>
                  <a:lnTo>
                    <a:pt x="923144" y="929949"/>
                  </a:lnTo>
                  <a:lnTo>
                    <a:pt x="918066" y="925045"/>
                  </a:lnTo>
                  <a:lnTo>
                    <a:pt x="916814" y="923759"/>
                  </a:lnTo>
                  <a:lnTo>
                    <a:pt x="915569" y="922480"/>
                  </a:lnTo>
                  <a:lnTo>
                    <a:pt x="914400" y="92128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33462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75" y="931638"/>
                  </a:lnTo>
                  <a:lnTo>
                    <a:pt x="914400" y="93038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33554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33647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33739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33832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339251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34017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34110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34203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34295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343882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34480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34573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34666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347587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348513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349439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350366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351292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352218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353144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354071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354997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355923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356849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357775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358702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359628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360554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361480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362407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363333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364259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365185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366111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367038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367964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368890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369816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370743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371669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372595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37352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37444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37537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37630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37722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37815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3790790" y="1033333"/>
              <a:ext cx="919369" cy="914400"/>
            </a:xfrm>
            <a:custGeom>
              <a:avLst/>
              <a:pathLst>
                <a:path w="9193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9" y="897161"/>
                  </a:lnTo>
                  <a:lnTo>
                    <a:pt x="914785" y="897295"/>
                  </a:lnTo>
                  <a:lnTo>
                    <a:pt x="914869" y="897608"/>
                  </a:lnTo>
                  <a:lnTo>
                    <a:pt x="914953" y="897920"/>
                  </a:lnTo>
                  <a:lnTo>
                    <a:pt x="915037" y="898233"/>
                  </a:lnTo>
                  <a:lnTo>
                    <a:pt x="915121" y="898545"/>
                  </a:lnTo>
                  <a:lnTo>
                    <a:pt x="915205" y="898858"/>
                  </a:lnTo>
                  <a:lnTo>
                    <a:pt x="915288" y="899170"/>
                  </a:lnTo>
                  <a:lnTo>
                    <a:pt x="915372" y="899483"/>
                  </a:lnTo>
                  <a:lnTo>
                    <a:pt x="915456" y="899795"/>
                  </a:lnTo>
                  <a:lnTo>
                    <a:pt x="915540" y="900108"/>
                  </a:lnTo>
                  <a:lnTo>
                    <a:pt x="915624" y="900421"/>
                  </a:lnTo>
                  <a:lnTo>
                    <a:pt x="915708" y="900733"/>
                  </a:lnTo>
                  <a:lnTo>
                    <a:pt x="915791" y="901046"/>
                  </a:lnTo>
                  <a:lnTo>
                    <a:pt x="915875" y="901358"/>
                  </a:lnTo>
                  <a:lnTo>
                    <a:pt x="915959" y="901671"/>
                  </a:lnTo>
                  <a:lnTo>
                    <a:pt x="916043" y="901983"/>
                  </a:lnTo>
                  <a:lnTo>
                    <a:pt x="916127" y="902296"/>
                  </a:lnTo>
                  <a:lnTo>
                    <a:pt x="916211" y="902608"/>
                  </a:lnTo>
                  <a:lnTo>
                    <a:pt x="916294" y="902921"/>
                  </a:lnTo>
                  <a:lnTo>
                    <a:pt x="916378" y="903233"/>
                  </a:lnTo>
                  <a:lnTo>
                    <a:pt x="916462" y="903546"/>
                  </a:lnTo>
                  <a:lnTo>
                    <a:pt x="916546" y="903858"/>
                  </a:lnTo>
                  <a:lnTo>
                    <a:pt x="916630" y="904171"/>
                  </a:lnTo>
                  <a:lnTo>
                    <a:pt x="916713" y="904483"/>
                  </a:lnTo>
                  <a:lnTo>
                    <a:pt x="916797" y="904796"/>
                  </a:lnTo>
                  <a:lnTo>
                    <a:pt x="916881" y="905108"/>
                  </a:lnTo>
                  <a:lnTo>
                    <a:pt x="916965" y="905421"/>
                  </a:lnTo>
                  <a:lnTo>
                    <a:pt x="917048" y="905733"/>
                  </a:lnTo>
                  <a:lnTo>
                    <a:pt x="917132" y="906046"/>
                  </a:lnTo>
                  <a:lnTo>
                    <a:pt x="917216" y="906359"/>
                  </a:lnTo>
                  <a:lnTo>
                    <a:pt x="917300" y="906671"/>
                  </a:lnTo>
                  <a:lnTo>
                    <a:pt x="917383" y="906984"/>
                  </a:lnTo>
                  <a:lnTo>
                    <a:pt x="917467" y="907296"/>
                  </a:lnTo>
                  <a:lnTo>
                    <a:pt x="917551" y="907609"/>
                  </a:lnTo>
                  <a:lnTo>
                    <a:pt x="917635" y="907921"/>
                  </a:lnTo>
                  <a:lnTo>
                    <a:pt x="917718" y="908234"/>
                  </a:lnTo>
                  <a:lnTo>
                    <a:pt x="917802" y="908546"/>
                  </a:lnTo>
                  <a:lnTo>
                    <a:pt x="917886" y="908859"/>
                  </a:lnTo>
                  <a:lnTo>
                    <a:pt x="917970" y="909171"/>
                  </a:lnTo>
                  <a:lnTo>
                    <a:pt x="918053" y="909484"/>
                  </a:lnTo>
                  <a:lnTo>
                    <a:pt x="918137" y="909796"/>
                  </a:lnTo>
                  <a:lnTo>
                    <a:pt x="918221" y="910109"/>
                  </a:lnTo>
                  <a:lnTo>
                    <a:pt x="918304" y="910421"/>
                  </a:lnTo>
                  <a:lnTo>
                    <a:pt x="918388" y="910734"/>
                  </a:lnTo>
                  <a:lnTo>
                    <a:pt x="918472" y="911047"/>
                  </a:lnTo>
                  <a:lnTo>
                    <a:pt x="918555" y="911359"/>
                  </a:lnTo>
                  <a:lnTo>
                    <a:pt x="918639" y="911672"/>
                  </a:lnTo>
                  <a:lnTo>
                    <a:pt x="918723" y="911984"/>
                  </a:lnTo>
                  <a:lnTo>
                    <a:pt x="918806" y="912297"/>
                  </a:lnTo>
                  <a:lnTo>
                    <a:pt x="918890" y="912609"/>
                  </a:lnTo>
                  <a:lnTo>
                    <a:pt x="918974" y="912922"/>
                  </a:lnTo>
                  <a:lnTo>
                    <a:pt x="919057" y="913234"/>
                  </a:lnTo>
                  <a:lnTo>
                    <a:pt x="919141" y="913547"/>
                  </a:lnTo>
                  <a:lnTo>
                    <a:pt x="919225" y="913859"/>
                  </a:lnTo>
                  <a:lnTo>
                    <a:pt x="919308" y="914172"/>
                  </a:lnTo>
                  <a:lnTo>
                    <a:pt x="919369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205875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021" y="914400"/>
                  </a:lnTo>
                  <a:lnTo>
                    <a:pt x="911179" y="914071"/>
                  </a:lnTo>
                  <a:lnTo>
                    <a:pt x="911360" y="913695"/>
                  </a:lnTo>
                  <a:lnTo>
                    <a:pt x="911540" y="913319"/>
                  </a:lnTo>
                  <a:lnTo>
                    <a:pt x="911721" y="912943"/>
                  </a:lnTo>
                  <a:lnTo>
                    <a:pt x="911902" y="912568"/>
                  </a:lnTo>
                  <a:lnTo>
                    <a:pt x="912082" y="912192"/>
                  </a:lnTo>
                  <a:lnTo>
                    <a:pt x="912263" y="911816"/>
                  </a:lnTo>
                  <a:lnTo>
                    <a:pt x="912444" y="911440"/>
                  </a:lnTo>
                  <a:lnTo>
                    <a:pt x="912624" y="911065"/>
                  </a:lnTo>
                  <a:lnTo>
                    <a:pt x="912805" y="910689"/>
                  </a:lnTo>
                  <a:lnTo>
                    <a:pt x="912986" y="910313"/>
                  </a:lnTo>
                  <a:lnTo>
                    <a:pt x="913166" y="909938"/>
                  </a:lnTo>
                  <a:lnTo>
                    <a:pt x="913347" y="909562"/>
                  </a:lnTo>
                  <a:lnTo>
                    <a:pt x="913528" y="909186"/>
                  </a:lnTo>
                  <a:lnTo>
                    <a:pt x="913709" y="908810"/>
                  </a:lnTo>
                  <a:lnTo>
                    <a:pt x="913889" y="908435"/>
                  </a:lnTo>
                  <a:lnTo>
                    <a:pt x="914070" y="908059"/>
                  </a:lnTo>
                  <a:lnTo>
                    <a:pt x="914400" y="90740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2068017" y="9988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48"/>
                  </a:lnTo>
                  <a:lnTo>
                    <a:pt x="908794" y="917437"/>
                  </a:lnTo>
                  <a:lnTo>
                    <a:pt x="910503" y="91439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20680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20772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20865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20958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210506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21143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21235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21328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214211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21513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21606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21699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21791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218842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21976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22069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222547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271" y="897161"/>
                  </a:lnTo>
                  <a:lnTo>
                    <a:pt x="908273" y="898910"/>
                  </a:lnTo>
                  <a:lnTo>
                    <a:pt x="912295" y="906705"/>
                  </a:lnTo>
                  <a:lnTo>
                    <a:pt x="914400" y="911233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2225475" y="1016094"/>
              <a:ext cx="915871" cy="914400"/>
            </a:xfrm>
            <a:custGeom>
              <a:avLst/>
              <a:pathLst>
                <a:path w="915871" h="914400">
                  <a:moveTo>
                    <a:pt x="914400" y="914400"/>
                  </a:moveTo>
                  <a:lnTo>
                    <a:pt x="914400" y="911233"/>
                  </a:lnTo>
                  <a:lnTo>
                    <a:pt x="915871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3318417" y="998856"/>
              <a:ext cx="914400" cy="919406"/>
            </a:xfrm>
            <a:custGeom>
              <a:avLst/>
              <a:pathLst>
                <a:path w="914400" h="919406">
                  <a:moveTo>
                    <a:pt x="914400" y="914399"/>
                  </a:moveTo>
                  <a:lnTo>
                    <a:pt x="914400" y="919406"/>
                  </a:lnTo>
                  <a:lnTo>
                    <a:pt x="911696" y="916472"/>
                  </a:lnTo>
                  <a:lnTo>
                    <a:pt x="909994" y="91439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3318417" y="998856"/>
              <a:ext cx="923662" cy="929021"/>
            </a:xfrm>
            <a:custGeom>
              <a:avLst/>
              <a:pathLst>
                <a:path w="923662" h="92902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021"/>
                  </a:lnTo>
                  <a:lnTo>
                    <a:pt x="922871" y="928212"/>
                  </a:lnTo>
                  <a:lnTo>
                    <a:pt x="921623" y="926934"/>
                  </a:lnTo>
                  <a:lnTo>
                    <a:pt x="920375" y="925656"/>
                  </a:lnTo>
                  <a:lnTo>
                    <a:pt x="919126" y="924379"/>
                  </a:lnTo>
                  <a:lnTo>
                    <a:pt x="917876" y="923101"/>
                  </a:lnTo>
                  <a:lnTo>
                    <a:pt x="916620" y="921817"/>
                  </a:lnTo>
                  <a:lnTo>
                    <a:pt x="914400" y="919406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33276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954" y="931638"/>
                  </a:lnTo>
                  <a:lnTo>
                    <a:pt x="916105" y="930768"/>
                  </a:lnTo>
                  <a:lnTo>
                    <a:pt x="914857" y="929490"/>
                  </a:lnTo>
                  <a:lnTo>
                    <a:pt x="914400" y="929021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33369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33462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33554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33647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33739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33832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339251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34017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34110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34203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34295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343882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34480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34573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346661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347587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348513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349439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350366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351292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352218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353144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354071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354997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355923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356849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357775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358702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359628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360554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361480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362407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363333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364259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365185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366111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367038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367964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368890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369816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370743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371669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372595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37352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37444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37537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37630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37722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3790790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115" y="897161"/>
                  </a:lnTo>
                  <a:lnTo>
                    <a:pt x="910164" y="897345"/>
                  </a:lnTo>
                  <a:lnTo>
                    <a:pt x="910249" y="897658"/>
                  </a:lnTo>
                  <a:lnTo>
                    <a:pt x="910333" y="897970"/>
                  </a:lnTo>
                  <a:lnTo>
                    <a:pt x="910417" y="898283"/>
                  </a:lnTo>
                  <a:lnTo>
                    <a:pt x="910501" y="898595"/>
                  </a:lnTo>
                  <a:lnTo>
                    <a:pt x="910585" y="898908"/>
                  </a:lnTo>
                  <a:lnTo>
                    <a:pt x="910669" y="899220"/>
                  </a:lnTo>
                  <a:lnTo>
                    <a:pt x="910753" y="899533"/>
                  </a:lnTo>
                  <a:lnTo>
                    <a:pt x="910837" y="899845"/>
                  </a:lnTo>
                  <a:lnTo>
                    <a:pt x="910922" y="900158"/>
                  </a:lnTo>
                  <a:lnTo>
                    <a:pt x="911006" y="900470"/>
                  </a:lnTo>
                  <a:lnTo>
                    <a:pt x="911090" y="900783"/>
                  </a:lnTo>
                  <a:lnTo>
                    <a:pt x="911174" y="901095"/>
                  </a:lnTo>
                  <a:lnTo>
                    <a:pt x="911258" y="901408"/>
                  </a:lnTo>
                  <a:lnTo>
                    <a:pt x="911342" y="901721"/>
                  </a:lnTo>
                  <a:lnTo>
                    <a:pt x="911426" y="902033"/>
                  </a:lnTo>
                  <a:lnTo>
                    <a:pt x="911510" y="902346"/>
                  </a:lnTo>
                  <a:lnTo>
                    <a:pt x="911594" y="902658"/>
                  </a:lnTo>
                  <a:lnTo>
                    <a:pt x="911678" y="902971"/>
                  </a:lnTo>
                  <a:lnTo>
                    <a:pt x="911762" y="903283"/>
                  </a:lnTo>
                  <a:lnTo>
                    <a:pt x="911846" y="903596"/>
                  </a:lnTo>
                  <a:lnTo>
                    <a:pt x="911930" y="903908"/>
                  </a:lnTo>
                  <a:lnTo>
                    <a:pt x="912014" y="904221"/>
                  </a:lnTo>
                  <a:lnTo>
                    <a:pt x="912098" y="904533"/>
                  </a:lnTo>
                  <a:lnTo>
                    <a:pt x="912182" y="904846"/>
                  </a:lnTo>
                  <a:lnTo>
                    <a:pt x="912267" y="905158"/>
                  </a:lnTo>
                  <a:lnTo>
                    <a:pt x="912351" y="905471"/>
                  </a:lnTo>
                  <a:lnTo>
                    <a:pt x="912435" y="905783"/>
                  </a:lnTo>
                  <a:lnTo>
                    <a:pt x="912519" y="906096"/>
                  </a:lnTo>
                  <a:lnTo>
                    <a:pt x="912603" y="906408"/>
                  </a:lnTo>
                  <a:lnTo>
                    <a:pt x="912687" y="906721"/>
                  </a:lnTo>
                  <a:lnTo>
                    <a:pt x="912771" y="907033"/>
                  </a:lnTo>
                  <a:lnTo>
                    <a:pt x="912855" y="907346"/>
                  </a:lnTo>
                  <a:lnTo>
                    <a:pt x="912939" y="907658"/>
                  </a:lnTo>
                  <a:lnTo>
                    <a:pt x="913023" y="907971"/>
                  </a:lnTo>
                  <a:lnTo>
                    <a:pt x="913107" y="908283"/>
                  </a:lnTo>
                  <a:lnTo>
                    <a:pt x="913190" y="908596"/>
                  </a:lnTo>
                  <a:lnTo>
                    <a:pt x="913274" y="908908"/>
                  </a:lnTo>
                  <a:lnTo>
                    <a:pt x="913358" y="909221"/>
                  </a:lnTo>
                  <a:lnTo>
                    <a:pt x="913442" y="909533"/>
                  </a:lnTo>
                  <a:lnTo>
                    <a:pt x="913526" y="909846"/>
                  </a:lnTo>
                  <a:lnTo>
                    <a:pt x="913610" y="910158"/>
                  </a:lnTo>
                  <a:lnTo>
                    <a:pt x="913694" y="910471"/>
                  </a:lnTo>
                  <a:lnTo>
                    <a:pt x="913778" y="910783"/>
                  </a:lnTo>
                  <a:lnTo>
                    <a:pt x="913862" y="911096"/>
                  </a:lnTo>
                  <a:lnTo>
                    <a:pt x="913946" y="911409"/>
                  </a:lnTo>
                  <a:lnTo>
                    <a:pt x="914030" y="911721"/>
                  </a:lnTo>
                  <a:lnTo>
                    <a:pt x="914114" y="912034"/>
                  </a:lnTo>
                  <a:lnTo>
                    <a:pt x="914198" y="912346"/>
                  </a:lnTo>
                  <a:lnTo>
                    <a:pt x="914282" y="912659"/>
                  </a:lnTo>
                  <a:lnTo>
                    <a:pt x="914400" y="913097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3790790" y="1016094"/>
              <a:ext cx="914749" cy="914400"/>
            </a:xfrm>
            <a:custGeom>
              <a:avLst/>
              <a:pathLst>
                <a:path w="914749" h="914400">
                  <a:moveTo>
                    <a:pt x="914400" y="914400"/>
                  </a:moveTo>
                  <a:lnTo>
                    <a:pt x="914400" y="913097"/>
                  </a:lnTo>
                  <a:lnTo>
                    <a:pt x="914450" y="913284"/>
                  </a:lnTo>
                  <a:lnTo>
                    <a:pt x="914533" y="913596"/>
                  </a:lnTo>
                  <a:lnTo>
                    <a:pt x="914617" y="913909"/>
                  </a:lnTo>
                  <a:lnTo>
                    <a:pt x="914701" y="914221"/>
                  </a:lnTo>
                  <a:lnTo>
                    <a:pt x="914749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2068017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0503" y="914399"/>
                  </a:lnTo>
                  <a:lnTo>
                    <a:pt x="912994" y="909974"/>
                  </a:lnTo>
                  <a:lnTo>
                    <a:pt x="914400" y="907727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2077279" y="98161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965"/>
                  </a:lnTo>
                  <a:lnTo>
                    <a:pt x="908137" y="920168"/>
                  </a:lnTo>
                  <a:lnTo>
                    <a:pt x="912151" y="91439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20772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20865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20958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210506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21143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21235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21328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214211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21513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21606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21699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21791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218842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21976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2216212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5586" y="897161"/>
                  </a:lnTo>
                  <a:lnTo>
                    <a:pt x="908861" y="901783"/>
                  </a:lnTo>
                  <a:lnTo>
                    <a:pt x="913299" y="908755"/>
                  </a:lnTo>
                  <a:lnTo>
                    <a:pt x="914400" y="910676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2216212" y="998856"/>
              <a:ext cx="916533" cy="914399"/>
            </a:xfrm>
            <a:custGeom>
              <a:avLst/>
              <a:pathLst>
                <a:path w="916533" h="914399">
                  <a:moveTo>
                    <a:pt x="914400" y="914399"/>
                  </a:moveTo>
                  <a:lnTo>
                    <a:pt x="914400" y="910676"/>
                  </a:lnTo>
                  <a:lnTo>
                    <a:pt x="916533" y="91439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3309154" y="981617"/>
              <a:ext cx="914400" cy="925473"/>
            </a:xfrm>
            <a:custGeom>
              <a:avLst/>
              <a:pathLst>
                <a:path w="914400" h="925473">
                  <a:moveTo>
                    <a:pt x="914400" y="914399"/>
                  </a:moveTo>
                  <a:lnTo>
                    <a:pt x="914400" y="925473"/>
                  </a:lnTo>
                  <a:lnTo>
                    <a:pt x="911584" y="921647"/>
                  </a:lnTo>
                  <a:lnTo>
                    <a:pt x="907158" y="914961"/>
                  </a:lnTo>
                  <a:lnTo>
                    <a:pt x="906823" y="91439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33091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256" y="931638"/>
                  </a:lnTo>
                  <a:lnTo>
                    <a:pt x="916188" y="927903"/>
                  </a:lnTo>
                  <a:lnTo>
                    <a:pt x="914400" y="925473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33184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33276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33369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33462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33554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33647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33739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33832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339251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34017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34110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34203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34295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343882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34480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345735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346661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347587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348513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349439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350366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351292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352218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353144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354071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354997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355923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356849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357775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358702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359628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360554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361480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362407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363333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364259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365185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366111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367038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367964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368890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369816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370743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371669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37259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37352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37444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37537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37630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37722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3781528" y="998856"/>
              <a:ext cx="919377" cy="914399"/>
            </a:xfrm>
            <a:custGeom>
              <a:avLst/>
              <a:pathLst>
                <a:path w="919377" h="914399">
                  <a:moveTo>
                    <a:pt x="914400" y="914399"/>
                  </a:moveTo>
                  <a:lnTo>
                    <a:pt x="914423" y="897161"/>
                  </a:lnTo>
                  <a:lnTo>
                    <a:pt x="915117" y="899281"/>
                  </a:lnTo>
                  <a:lnTo>
                    <a:pt x="917997" y="909275"/>
                  </a:lnTo>
                  <a:lnTo>
                    <a:pt x="918080" y="909584"/>
                  </a:lnTo>
                  <a:lnTo>
                    <a:pt x="918164" y="909896"/>
                  </a:lnTo>
                  <a:lnTo>
                    <a:pt x="918248" y="910209"/>
                  </a:lnTo>
                  <a:lnTo>
                    <a:pt x="918333" y="910521"/>
                  </a:lnTo>
                  <a:lnTo>
                    <a:pt x="918417" y="910834"/>
                  </a:lnTo>
                  <a:lnTo>
                    <a:pt x="918501" y="911146"/>
                  </a:lnTo>
                  <a:lnTo>
                    <a:pt x="918585" y="911459"/>
                  </a:lnTo>
                  <a:lnTo>
                    <a:pt x="918669" y="911771"/>
                  </a:lnTo>
                  <a:lnTo>
                    <a:pt x="918753" y="912084"/>
                  </a:lnTo>
                  <a:lnTo>
                    <a:pt x="918838" y="912396"/>
                  </a:lnTo>
                  <a:lnTo>
                    <a:pt x="918922" y="912709"/>
                  </a:lnTo>
                  <a:lnTo>
                    <a:pt x="919006" y="913021"/>
                  </a:lnTo>
                  <a:lnTo>
                    <a:pt x="919090" y="913334"/>
                  </a:lnTo>
                  <a:lnTo>
                    <a:pt x="919174" y="913646"/>
                  </a:lnTo>
                  <a:lnTo>
                    <a:pt x="919258" y="913959"/>
                  </a:lnTo>
                  <a:lnTo>
                    <a:pt x="919343" y="914271"/>
                  </a:lnTo>
                  <a:lnTo>
                    <a:pt x="919377" y="91439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2077279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51" y="914399"/>
                  </a:lnTo>
                  <a:lnTo>
                    <a:pt x="912733" y="913562"/>
                  </a:lnTo>
                  <a:lnTo>
                    <a:pt x="914400" y="911416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2086541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1416"/>
                  </a:lnTo>
                  <a:lnTo>
                    <a:pt x="908246" y="907412"/>
                  </a:lnTo>
                  <a:lnTo>
                    <a:pt x="913188" y="901734"/>
                  </a:lnTo>
                  <a:lnTo>
                    <a:pt x="914400" y="90049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2095803" y="964379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738"/>
                  </a:lnTo>
                  <a:lnTo>
                    <a:pt x="908414" y="91439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20958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2105066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21143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21235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21328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214211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21513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21606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21699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21791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219768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314" y="897161"/>
                  </a:lnTo>
                  <a:lnTo>
                    <a:pt x="912985" y="900823"/>
                  </a:lnTo>
                  <a:lnTo>
                    <a:pt x="914400" y="902416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2206950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2416"/>
                  </a:lnTo>
                  <a:lnTo>
                    <a:pt x="908691" y="906419"/>
                  </a:lnTo>
                  <a:lnTo>
                    <a:pt x="913496" y="912491"/>
                  </a:lnTo>
                  <a:lnTo>
                    <a:pt x="914400" y="913767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2206950" y="981617"/>
              <a:ext cx="914848" cy="914399"/>
            </a:xfrm>
            <a:custGeom>
              <a:avLst/>
              <a:pathLst>
                <a:path w="914848" h="914399">
                  <a:moveTo>
                    <a:pt x="914400" y="914399"/>
                  </a:moveTo>
                  <a:lnTo>
                    <a:pt x="914400" y="913767"/>
                  </a:lnTo>
                  <a:lnTo>
                    <a:pt x="914848" y="91439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3299892" y="964379"/>
              <a:ext cx="914400" cy="928813"/>
            </a:xfrm>
            <a:custGeom>
              <a:avLst/>
              <a:pathLst>
                <a:path w="914400" h="928813">
                  <a:moveTo>
                    <a:pt x="914400" y="914399"/>
                  </a:moveTo>
                  <a:lnTo>
                    <a:pt x="914400" y="928813"/>
                  </a:lnTo>
                  <a:lnTo>
                    <a:pt x="912184" y="925100"/>
                  </a:lnTo>
                  <a:lnTo>
                    <a:pt x="908150" y="917605"/>
                  </a:lnTo>
                  <a:lnTo>
                    <a:pt x="906593" y="91439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32998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085" y="931638"/>
                  </a:lnTo>
                  <a:lnTo>
                    <a:pt x="914400" y="928813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33091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33184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33276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33369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33462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335546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33647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33739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33832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339251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34017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34110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34203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34295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343882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344808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345735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346661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347587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348513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349439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350366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351292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352218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353144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354071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354997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355923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356849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357775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358702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359628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360554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361480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362407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363333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364259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365185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366111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367038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367964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368890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369816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370743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37166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37259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37352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37444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37537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37630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378152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361" y="897161"/>
                  </a:lnTo>
                  <a:lnTo>
                    <a:pt x="908496" y="897486"/>
                  </a:lnTo>
                  <a:lnTo>
                    <a:pt x="911946" y="906834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209580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8414" y="914399"/>
                  </a:lnTo>
                  <a:lnTo>
                    <a:pt x="909020" y="913782"/>
                  </a:lnTo>
                  <a:lnTo>
                    <a:pt x="914252" y="909095"/>
                  </a:lnTo>
                  <a:lnTo>
                    <a:pt x="914400" y="908980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210506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980"/>
                  </a:lnTo>
                  <a:lnTo>
                    <a:pt x="910347" y="904923"/>
                  </a:lnTo>
                  <a:lnTo>
                    <a:pt x="914400" y="902220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2114328" y="94714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459"/>
                  </a:lnTo>
                  <a:lnTo>
                    <a:pt x="906552" y="918515"/>
                  </a:lnTo>
                  <a:lnTo>
                    <a:pt x="912114" y="915406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21143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21235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21328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214211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21513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2169901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738" y="897161"/>
                  </a:lnTo>
                  <a:lnTo>
                    <a:pt x="913962" y="897696"/>
                  </a:lnTo>
                  <a:lnTo>
                    <a:pt x="914400" y="897933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217916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933"/>
                  </a:lnTo>
                  <a:lnTo>
                    <a:pt x="910276" y="900714"/>
                  </a:lnTo>
                  <a:lnTo>
                    <a:pt x="914400" y="90338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218842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3388"/>
                  </a:lnTo>
                  <a:lnTo>
                    <a:pt x="906497" y="904270"/>
                  </a:lnTo>
                  <a:lnTo>
                    <a:pt x="911874" y="908354"/>
                  </a:lnTo>
                  <a:lnTo>
                    <a:pt x="914400" y="910565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2188426" y="964379"/>
              <a:ext cx="918577" cy="914399"/>
            </a:xfrm>
            <a:custGeom>
              <a:avLst/>
              <a:pathLst>
                <a:path w="918577" h="914399">
                  <a:moveTo>
                    <a:pt x="914400" y="914399"/>
                  </a:moveTo>
                  <a:lnTo>
                    <a:pt x="914400" y="910565"/>
                  </a:lnTo>
                  <a:lnTo>
                    <a:pt x="917129" y="912955"/>
                  </a:lnTo>
                  <a:lnTo>
                    <a:pt x="918577" y="91439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3290630" y="947140"/>
              <a:ext cx="914400" cy="928642"/>
            </a:xfrm>
            <a:custGeom>
              <a:avLst/>
              <a:pathLst>
                <a:path w="914400" h="928642">
                  <a:moveTo>
                    <a:pt x="914400" y="914399"/>
                  </a:moveTo>
                  <a:lnTo>
                    <a:pt x="914400" y="928642"/>
                  </a:lnTo>
                  <a:lnTo>
                    <a:pt x="913589" y="926973"/>
                  </a:lnTo>
                  <a:lnTo>
                    <a:pt x="909988" y="918749"/>
                  </a:lnTo>
                  <a:lnTo>
                    <a:pt x="908275" y="91439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32906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855" y="931638"/>
                  </a:lnTo>
                  <a:lnTo>
                    <a:pt x="914400" y="928642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32998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33091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33184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33276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33369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334620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335546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33647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33739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33832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339251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34017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341103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342030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342956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343882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344808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345735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346661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347587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348513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349439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350366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351292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352218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353144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354071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354997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355923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356849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357775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358702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359628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360554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361480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362407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363333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364259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365185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366111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367038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367964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368890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369816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37074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37166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37259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37352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37444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37537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3772265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0061" y="897161"/>
                  </a:lnTo>
                  <a:lnTo>
                    <a:pt x="914037" y="905743"/>
                  </a:lnTo>
                  <a:lnTo>
                    <a:pt x="914400" y="906617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3772265" y="964379"/>
              <a:ext cx="917623" cy="914399"/>
            </a:xfrm>
            <a:custGeom>
              <a:avLst/>
              <a:pathLst>
                <a:path w="917623" h="914399">
                  <a:moveTo>
                    <a:pt x="914400" y="914399"/>
                  </a:moveTo>
                  <a:lnTo>
                    <a:pt x="914400" y="906617"/>
                  </a:lnTo>
                  <a:lnTo>
                    <a:pt x="917623" y="91439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2123590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67"/>
                  </a:lnTo>
                  <a:lnTo>
                    <a:pt x="908493" y="912841"/>
                  </a:lnTo>
                  <a:lnTo>
                    <a:pt x="914199" y="910829"/>
                  </a:lnTo>
                  <a:lnTo>
                    <a:pt x="914400" y="91077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2132852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0778"/>
                  </a:lnTo>
                  <a:lnTo>
                    <a:pt x="910691" y="909373"/>
                  </a:lnTo>
                  <a:lnTo>
                    <a:pt x="914400" y="908801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2142115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801"/>
                  </a:lnTo>
                  <a:lnTo>
                    <a:pt x="907216" y="908479"/>
                  </a:lnTo>
                  <a:lnTo>
                    <a:pt x="913021" y="908149"/>
                  </a:lnTo>
                  <a:lnTo>
                    <a:pt x="914400" y="908205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2151377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205"/>
                  </a:lnTo>
                  <a:lnTo>
                    <a:pt x="909565" y="908384"/>
                  </a:lnTo>
                  <a:lnTo>
                    <a:pt x="914400" y="909051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2160639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9051"/>
                  </a:lnTo>
                  <a:lnTo>
                    <a:pt x="906094" y="909183"/>
                  </a:lnTo>
                  <a:lnTo>
                    <a:pt x="911855" y="910544"/>
                  </a:lnTo>
                  <a:lnTo>
                    <a:pt x="914400" y="91139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2160639" y="947140"/>
              <a:ext cx="922001" cy="914399"/>
            </a:xfrm>
            <a:custGeom>
              <a:avLst/>
              <a:pathLst>
                <a:path w="922001" h="914399">
                  <a:moveTo>
                    <a:pt x="914400" y="914399"/>
                  </a:moveTo>
                  <a:lnTo>
                    <a:pt x="914400" y="911398"/>
                  </a:lnTo>
                  <a:lnTo>
                    <a:pt x="917570" y="912462"/>
                  </a:lnTo>
                  <a:lnTo>
                    <a:pt x="922001" y="91439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3281368" y="929902"/>
              <a:ext cx="914400" cy="923234"/>
            </a:xfrm>
            <a:custGeom>
              <a:avLst/>
              <a:pathLst>
                <a:path w="914400" h="923234">
                  <a:moveTo>
                    <a:pt x="914400" y="914400"/>
                  </a:moveTo>
                  <a:lnTo>
                    <a:pt x="914400" y="923234"/>
                  </a:lnTo>
                  <a:lnTo>
                    <a:pt x="912751" y="918563"/>
                  </a:lnTo>
                  <a:lnTo>
                    <a:pt x="911440" y="914400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32813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537" y="931638"/>
                  </a:lnTo>
                  <a:lnTo>
                    <a:pt x="915880" y="927431"/>
                  </a:lnTo>
                  <a:lnTo>
                    <a:pt x="914400" y="923234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32906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32998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33091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33184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33276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333694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334620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335546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336472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337399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338325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339251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340177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341103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342030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342956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343882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344808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345735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346661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347587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348513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349439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350366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351292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352218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353144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354071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354997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355923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356849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357775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358702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359628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360554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361480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362407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363333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364259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365185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366111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367038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367964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368890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36981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37074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37166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37259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37352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37444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3763003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2" y="897161"/>
                  </a:lnTo>
                  <a:lnTo>
                    <a:pt x="910633" y="898497"/>
                  </a:lnTo>
                  <a:lnTo>
                    <a:pt x="914400" y="905021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3763003" y="947140"/>
              <a:ext cx="919323" cy="914399"/>
            </a:xfrm>
            <a:custGeom>
              <a:avLst/>
              <a:pathLst>
                <a:path w="919323" h="914399">
                  <a:moveTo>
                    <a:pt x="914400" y="914399"/>
                  </a:moveTo>
                  <a:lnTo>
                    <a:pt x="914400" y="905021"/>
                  </a:lnTo>
                  <a:lnTo>
                    <a:pt x="915094" y="906223"/>
                  </a:lnTo>
                  <a:lnTo>
                    <a:pt x="919323" y="91439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3281368" y="91266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40" y="931638"/>
                  </a:lnTo>
                  <a:lnTo>
                    <a:pt x="909870" y="926647"/>
                  </a:lnTo>
                  <a:lnTo>
                    <a:pt x="907244" y="917230"/>
                  </a:lnTo>
                  <a:lnTo>
                    <a:pt x="906552" y="91439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32813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32906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32998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33091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33184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332767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333694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334620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335546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336472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337399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338325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339251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340177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341103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342030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342956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343882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344808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345735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346661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347587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348513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349439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350366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351292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352218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353144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354071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354997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355923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356849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357775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358702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359628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360554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361480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362407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363333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364259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365185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366111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367038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367964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368890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36981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37074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37166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37259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37352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3753741" y="9299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789" y="897161"/>
                  </a:lnTo>
                  <a:lnTo>
                    <a:pt x="911067" y="897662"/>
                  </a:lnTo>
                  <a:lnTo>
                    <a:pt x="914400" y="904385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3753741" y="929902"/>
              <a:ext cx="919034" cy="914400"/>
            </a:xfrm>
            <a:custGeom>
              <a:avLst/>
              <a:pathLst>
                <a:path w="919034" h="914400">
                  <a:moveTo>
                    <a:pt x="914400" y="914400"/>
                  </a:moveTo>
                  <a:lnTo>
                    <a:pt x="914400" y="904385"/>
                  </a:lnTo>
                  <a:lnTo>
                    <a:pt x="915299" y="906201"/>
                  </a:lnTo>
                  <a:lnTo>
                    <a:pt x="918697" y="913876"/>
                  </a:lnTo>
                  <a:lnTo>
                    <a:pt x="919034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3272105" y="895425"/>
              <a:ext cx="914400" cy="925856"/>
            </a:xfrm>
            <a:custGeom>
              <a:avLst/>
              <a:pathLst>
                <a:path w="914400" h="925856">
                  <a:moveTo>
                    <a:pt x="914400" y="914400"/>
                  </a:moveTo>
                  <a:lnTo>
                    <a:pt x="914400" y="925856"/>
                  </a:lnTo>
                  <a:lnTo>
                    <a:pt x="914144" y="924813"/>
                  </a:lnTo>
                  <a:lnTo>
                    <a:pt x="912051" y="914945"/>
                  </a:lnTo>
                  <a:lnTo>
                    <a:pt x="911952" y="914400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32721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4" y="931638"/>
                  </a:lnTo>
                  <a:lnTo>
                    <a:pt x="914400" y="925856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32813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32906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32998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33091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331841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332767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333694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334620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335546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336472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337399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338325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339251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340177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341103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342030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342956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343882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344808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345735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346661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347587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348513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349439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350366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351292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352218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353144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354071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354997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355923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356849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357775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358702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359628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360554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361480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362407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363333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364259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365185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366111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367038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367964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36889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36981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37074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37166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37259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3744479" y="91266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8" y="897168"/>
                  </a:lnTo>
                  <a:lnTo>
                    <a:pt x="909970" y="897460"/>
                  </a:lnTo>
                  <a:lnTo>
                    <a:pt x="910163" y="897753"/>
                  </a:lnTo>
                  <a:lnTo>
                    <a:pt x="910355" y="898046"/>
                  </a:lnTo>
                  <a:lnTo>
                    <a:pt x="910548" y="898339"/>
                  </a:lnTo>
                  <a:lnTo>
                    <a:pt x="910740" y="898631"/>
                  </a:lnTo>
                  <a:lnTo>
                    <a:pt x="910933" y="898924"/>
                  </a:lnTo>
                  <a:lnTo>
                    <a:pt x="911125" y="899217"/>
                  </a:lnTo>
                  <a:lnTo>
                    <a:pt x="914400" y="90449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3744479" y="912663"/>
              <a:ext cx="920051" cy="914399"/>
            </a:xfrm>
            <a:custGeom>
              <a:avLst/>
              <a:pathLst>
                <a:path w="920051" h="914399">
                  <a:moveTo>
                    <a:pt x="914400" y="914399"/>
                  </a:moveTo>
                  <a:lnTo>
                    <a:pt x="914400" y="904490"/>
                  </a:lnTo>
                  <a:lnTo>
                    <a:pt x="915846" y="906818"/>
                  </a:lnTo>
                  <a:lnTo>
                    <a:pt x="920051" y="91439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3272105" y="8781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52" y="931638"/>
                  </a:lnTo>
                  <a:lnTo>
                    <a:pt x="910232" y="922129"/>
                  </a:lnTo>
                  <a:lnTo>
                    <a:pt x="909068" y="914400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32721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32813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32906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32998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330915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331841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332767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333694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334620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335546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336472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337399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338325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339251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340177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341103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342030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342956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343882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344808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345735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346661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347587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348513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349439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350366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351292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352218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353144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354071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354997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355923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356849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357775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358702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359628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360554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361480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362407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363333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364259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365185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366111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367038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367964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36889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36981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37074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37166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3735217" y="8954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658" y="897161"/>
                  </a:lnTo>
                  <a:lnTo>
                    <a:pt x="908053" y="897728"/>
                  </a:lnTo>
                  <a:lnTo>
                    <a:pt x="908243" y="898017"/>
                  </a:lnTo>
                  <a:lnTo>
                    <a:pt x="908436" y="898309"/>
                  </a:lnTo>
                  <a:lnTo>
                    <a:pt x="908629" y="898602"/>
                  </a:lnTo>
                  <a:lnTo>
                    <a:pt x="908822" y="898894"/>
                  </a:lnTo>
                  <a:lnTo>
                    <a:pt x="909015" y="899187"/>
                  </a:lnTo>
                  <a:lnTo>
                    <a:pt x="909208" y="899480"/>
                  </a:lnTo>
                  <a:lnTo>
                    <a:pt x="909401" y="899772"/>
                  </a:lnTo>
                  <a:lnTo>
                    <a:pt x="909594" y="900065"/>
                  </a:lnTo>
                  <a:lnTo>
                    <a:pt x="909787" y="900357"/>
                  </a:lnTo>
                  <a:lnTo>
                    <a:pt x="909980" y="900650"/>
                  </a:lnTo>
                  <a:lnTo>
                    <a:pt x="910173" y="900943"/>
                  </a:lnTo>
                  <a:lnTo>
                    <a:pt x="910366" y="901235"/>
                  </a:lnTo>
                  <a:lnTo>
                    <a:pt x="910559" y="901528"/>
                  </a:lnTo>
                  <a:lnTo>
                    <a:pt x="910752" y="901821"/>
                  </a:lnTo>
                  <a:lnTo>
                    <a:pt x="910945" y="902113"/>
                  </a:lnTo>
                  <a:lnTo>
                    <a:pt x="911138" y="902406"/>
                  </a:lnTo>
                  <a:lnTo>
                    <a:pt x="911331" y="902698"/>
                  </a:lnTo>
                  <a:lnTo>
                    <a:pt x="911524" y="902991"/>
                  </a:lnTo>
                  <a:lnTo>
                    <a:pt x="911717" y="903284"/>
                  </a:lnTo>
                  <a:lnTo>
                    <a:pt x="911910" y="903576"/>
                  </a:lnTo>
                  <a:lnTo>
                    <a:pt x="912103" y="903869"/>
                  </a:lnTo>
                  <a:lnTo>
                    <a:pt x="912296" y="904162"/>
                  </a:lnTo>
                  <a:lnTo>
                    <a:pt x="912488" y="904454"/>
                  </a:lnTo>
                  <a:lnTo>
                    <a:pt x="912681" y="904747"/>
                  </a:lnTo>
                  <a:lnTo>
                    <a:pt x="912874" y="905040"/>
                  </a:lnTo>
                  <a:lnTo>
                    <a:pt x="913067" y="905332"/>
                  </a:lnTo>
                  <a:lnTo>
                    <a:pt x="913260" y="905625"/>
                  </a:lnTo>
                  <a:lnTo>
                    <a:pt x="913453" y="905918"/>
                  </a:lnTo>
                  <a:lnTo>
                    <a:pt x="913645" y="906210"/>
                  </a:lnTo>
                  <a:lnTo>
                    <a:pt x="913838" y="906503"/>
                  </a:lnTo>
                  <a:lnTo>
                    <a:pt x="914031" y="906796"/>
                  </a:lnTo>
                  <a:lnTo>
                    <a:pt x="914224" y="907088"/>
                  </a:lnTo>
                  <a:lnTo>
                    <a:pt x="914400" y="907355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3735217" y="895425"/>
              <a:ext cx="919036" cy="914400"/>
            </a:xfrm>
            <a:custGeom>
              <a:avLst/>
              <a:pathLst>
                <a:path w="919036" h="914400">
                  <a:moveTo>
                    <a:pt x="914400" y="914400"/>
                  </a:moveTo>
                  <a:lnTo>
                    <a:pt x="914417" y="907381"/>
                  </a:lnTo>
                  <a:lnTo>
                    <a:pt x="914609" y="907674"/>
                  </a:lnTo>
                  <a:lnTo>
                    <a:pt x="914802" y="907966"/>
                  </a:lnTo>
                  <a:lnTo>
                    <a:pt x="914995" y="908259"/>
                  </a:lnTo>
                  <a:lnTo>
                    <a:pt x="915188" y="908552"/>
                  </a:lnTo>
                  <a:lnTo>
                    <a:pt x="915380" y="908844"/>
                  </a:lnTo>
                  <a:lnTo>
                    <a:pt x="915573" y="909137"/>
                  </a:lnTo>
                  <a:lnTo>
                    <a:pt x="915766" y="909430"/>
                  </a:lnTo>
                  <a:lnTo>
                    <a:pt x="915958" y="909722"/>
                  </a:lnTo>
                  <a:lnTo>
                    <a:pt x="916151" y="910015"/>
                  </a:lnTo>
                  <a:lnTo>
                    <a:pt x="916344" y="910308"/>
                  </a:lnTo>
                  <a:lnTo>
                    <a:pt x="916536" y="910601"/>
                  </a:lnTo>
                  <a:lnTo>
                    <a:pt x="916729" y="910893"/>
                  </a:lnTo>
                  <a:lnTo>
                    <a:pt x="916922" y="911186"/>
                  </a:lnTo>
                  <a:lnTo>
                    <a:pt x="917114" y="911479"/>
                  </a:lnTo>
                  <a:lnTo>
                    <a:pt x="917307" y="911771"/>
                  </a:lnTo>
                  <a:lnTo>
                    <a:pt x="917499" y="912064"/>
                  </a:lnTo>
                  <a:lnTo>
                    <a:pt x="917692" y="912357"/>
                  </a:lnTo>
                  <a:lnTo>
                    <a:pt x="917885" y="912650"/>
                  </a:lnTo>
                  <a:lnTo>
                    <a:pt x="918077" y="912942"/>
                  </a:lnTo>
                  <a:lnTo>
                    <a:pt x="918270" y="913235"/>
                  </a:lnTo>
                  <a:lnTo>
                    <a:pt x="918462" y="913528"/>
                  </a:lnTo>
                  <a:lnTo>
                    <a:pt x="918655" y="913820"/>
                  </a:lnTo>
                  <a:lnTo>
                    <a:pt x="918848" y="914113"/>
                  </a:lnTo>
                  <a:lnTo>
                    <a:pt x="919036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3272105" y="8609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68" y="931638"/>
                  </a:lnTo>
                  <a:lnTo>
                    <a:pt x="908693" y="929152"/>
                  </a:lnTo>
                  <a:lnTo>
                    <a:pt x="907437" y="918803"/>
                  </a:lnTo>
                  <a:lnTo>
                    <a:pt x="907029" y="914400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32721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32813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329063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329989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330915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331841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332767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333694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334620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335546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336472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337399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338325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339251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340177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341103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342030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342956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343882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344808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345735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346661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347587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348513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349439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350366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351292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352218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353144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354071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354997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355923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356849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357775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358702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359628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360554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361480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362407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363333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364259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365185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366111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367038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367964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36889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36981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3716692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00" y="897161"/>
                  </a:lnTo>
                  <a:lnTo>
                    <a:pt x="914400" y="89899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3725954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998"/>
                  </a:lnTo>
                  <a:lnTo>
                    <a:pt x="907956" y="902236"/>
                  </a:lnTo>
                  <a:lnTo>
                    <a:pt x="912725" y="908374"/>
                  </a:lnTo>
                  <a:lnTo>
                    <a:pt x="914400" y="91077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3725954" y="878187"/>
              <a:ext cx="916920" cy="914400"/>
            </a:xfrm>
            <a:custGeom>
              <a:avLst/>
              <a:pathLst>
                <a:path w="916920" h="914400">
                  <a:moveTo>
                    <a:pt x="914400" y="914400"/>
                  </a:moveTo>
                  <a:lnTo>
                    <a:pt x="914400" y="910779"/>
                  </a:lnTo>
                  <a:lnTo>
                    <a:pt x="916920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3272105" y="8437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29" y="931638"/>
                  </a:lnTo>
                  <a:lnTo>
                    <a:pt x="906468" y="925587"/>
                  </a:lnTo>
                  <a:lnTo>
                    <a:pt x="905788" y="915053"/>
                  </a:lnTo>
                  <a:lnTo>
                    <a:pt x="905764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32721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328136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329063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329989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330915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331841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332767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333694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334620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335546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336472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337399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338325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339251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340177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341103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342030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342956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343882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344808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345735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346661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347587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348513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349439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350366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351292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352218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353144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354071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354997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355923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356849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357775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358702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359628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360554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361480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362407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363333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364259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365185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366111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367038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367964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36889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3707430" y="8609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145" y="897161"/>
                  </a:lnTo>
                  <a:lnTo>
                    <a:pt x="909600" y="902672"/>
                  </a:lnTo>
                  <a:lnTo>
                    <a:pt x="911237" y="903947"/>
                  </a:lnTo>
                  <a:lnTo>
                    <a:pt x="914400" y="90678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3707430" y="860948"/>
              <a:ext cx="922063" cy="914400"/>
            </a:xfrm>
            <a:custGeom>
              <a:avLst/>
              <a:pathLst>
                <a:path w="922063" h="914400">
                  <a:moveTo>
                    <a:pt x="914400" y="914400"/>
                  </a:moveTo>
                  <a:lnTo>
                    <a:pt x="914400" y="906780"/>
                  </a:lnTo>
                  <a:lnTo>
                    <a:pt x="916461" y="908627"/>
                  </a:lnTo>
                  <a:lnTo>
                    <a:pt x="921547" y="913807"/>
                  </a:lnTo>
                  <a:lnTo>
                    <a:pt x="922063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3272105" y="8264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64" y="931638"/>
                  </a:lnTo>
                  <a:lnTo>
                    <a:pt x="905399" y="921707"/>
                  </a:lnTo>
                  <a:lnTo>
                    <a:pt x="905333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327210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328136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329063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329989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330915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331841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332767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333694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334620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335546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336472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337399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338325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339251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340177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341103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342030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342956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343882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344808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345735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346661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347587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348513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349439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350366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351292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352218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353144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354071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354997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355923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356849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357775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358702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359628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360554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361480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362407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363333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364259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365185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366111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367038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367964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3698168" y="8437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374" y="897161"/>
                  </a:lnTo>
                  <a:lnTo>
                    <a:pt x="908074" y="898310"/>
                  </a:lnTo>
                  <a:lnTo>
                    <a:pt x="912197" y="905823"/>
                  </a:lnTo>
                  <a:lnTo>
                    <a:pt x="914400" y="910274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3698168" y="843710"/>
              <a:ext cx="916407" cy="914400"/>
            </a:xfrm>
            <a:custGeom>
              <a:avLst/>
              <a:pathLst>
                <a:path w="916407" h="914400">
                  <a:moveTo>
                    <a:pt x="914400" y="914400"/>
                  </a:moveTo>
                  <a:lnTo>
                    <a:pt x="914400" y="910274"/>
                  </a:lnTo>
                  <a:lnTo>
                    <a:pt x="916106" y="913723"/>
                  </a:lnTo>
                  <a:lnTo>
                    <a:pt x="916407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3262843" y="809233"/>
              <a:ext cx="914400" cy="923960"/>
            </a:xfrm>
            <a:custGeom>
              <a:avLst/>
              <a:pathLst>
                <a:path w="914400" h="923960">
                  <a:moveTo>
                    <a:pt x="914400" y="914400"/>
                  </a:moveTo>
                  <a:lnTo>
                    <a:pt x="914400" y="923960"/>
                  </a:lnTo>
                  <a:lnTo>
                    <a:pt x="914351" y="923759"/>
                  </a:lnTo>
                  <a:lnTo>
                    <a:pt x="912385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326284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595" y="931638"/>
                  </a:lnTo>
                  <a:lnTo>
                    <a:pt x="914565" y="928338"/>
                  </a:lnTo>
                  <a:lnTo>
                    <a:pt x="914628" y="924904"/>
                  </a:lnTo>
                  <a:lnTo>
                    <a:pt x="914400" y="92396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327210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328136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329063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329989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330915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331841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332767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333694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334620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335546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336472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337399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338325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339251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340177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341103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342030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342956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343882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344808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345735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346661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347587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348513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349439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350366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351292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352218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353144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354071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354997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355923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356849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357775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358702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359628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360554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361480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362407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363333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364259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365185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366111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3679643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276" y="897161"/>
                  </a:lnTo>
                  <a:lnTo>
                    <a:pt x="914400" y="897325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3688905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325"/>
                  </a:lnTo>
                  <a:lnTo>
                    <a:pt x="908489" y="901768"/>
                  </a:lnTo>
                  <a:lnTo>
                    <a:pt x="913008" y="908444"/>
                  </a:lnTo>
                  <a:lnTo>
                    <a:pt x="914400" y="91072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3688905" y="826471"/>
              <a:ext cx="916636" cy="914400"/>
            </a:xfrm>
            <a:custGeom>
              <a:avLst/>
              <a:pathLst>
                <a:path w="916636" h="914400">
                  <a:moveTo>
                    <a:pt x="914400" y="914400"/>
                  </a:moveTo>
                  <a:lnTo>
                    <a:pt x="914400" y="910728"/>
                  </a:lnTo>
                  <a:lnTo>
                    <a:pt x="916636" y="91440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3262843" y="7919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85" y="931638"/>
                  </a:lnTo>
                  <a:lnTo>
                    <a:pt x="912291" y="931188"/>
                  </a:lnTo>
                  <a:lnTo>
                    <a:pt x="910501" y="921195"/>
                  </a:lnTo>
                  <a:lnTo>
                    <a:pt x="909488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326284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327210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328136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329063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329989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330915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331841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332767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333694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334620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335546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336472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337399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338325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339251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340177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341103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342030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342956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343882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344808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345735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346661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347587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348513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349439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350366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351292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352218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353144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354071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354997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355923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356849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357775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358702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359628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360554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361480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362407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363333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364259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365185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3670381" y="8092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828" y="897165"/>
                  </a:lnTo>
                  <a:lnTo>
                    <a:pt x="908288" y="897621"/>
                  </a:lnTo>
                  <a:lnTo>
                    <a:pt x="908748" y="898076"/>
                  </a:lnTo>
                  <a:lnTo>
                    <a:pt x="909208" y="898531"/>
                  </a:lnTo>
                  <a:lnTo>
                    <a:pt x="909667" y="898986"/>
                  </a:lnTo>
                  <a:lnTo>
                    <a:pt x="910127" y="899441"/>
                  </a:lnTo>
                  <a:lnTo>
                    <a:pt x="910587" y="899896"/>
                  </a:lnTo>
                  <a:lnTo>
                    <a:pt x="911046" y="900351"/>
                  </a:lnTo>
                  <a:lnTo>
                    <a:pt x="911506" y="900806"/>
                  </a:lnTo>
                  <a:lnTo>
                    <a:pt x="911965" y="901261"/>
                  </a:lnTo>
                  <a:lnTo>
                    <a:pt x="912425" y="901716"/>
                  </a:lnTo>
                  <a:lnTo>
                    <a:pt x="914400" y="903797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3670381" y="809233"/>
              <a:ext cx="923538" cy="914400"/>
            </a:xfrm>
            <a:custGeom>
              <a:avLst/>
              <a:pathLst>
                <a:path w="923538" h="914400">
                  <a:moveTo>
                    <a:pt x="914400" y="914400"/>
                  </a:moveTo>
                  <a:lnTo>
                    <a:pt x="914400" y="903797"/>
                  </a:lnTo>
                  <a:lnTo>
                    <a:pt x="917446" y="907007"/>
                  </a:lnTo>
                  <a:lnTo>
                    <a:pt x="922313" y="912776"/>
                  </a:lnTo>
                  <a:lnTo>
                    <a:pt x="923538" y="91440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3262843" y="7747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488" y="931638"/>
                  </a:lnTo>
                  <a:lnTo>
                    <a:pt x="908988" y="928284"/>
                  </a:lnTo>
                  <a:lnTo>
                    <a:pt x="907753" y="918005"/>
                  </a:lnTo>
                  <a:lnTo>
                    <a:pt x="907423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326284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327210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328136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329063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329989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330915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331841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332767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333694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334620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335546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336472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337399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338325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339251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340177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341103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342030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342956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343882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344808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345735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346661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347587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348513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349439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350366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351292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352218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353144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354071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354997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355923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356849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357775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358702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359628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360554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361480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362407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363333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3651857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91" y="897161"/>
                  </a:lnTo>
                  <a:lnTo>
                    <a:pt x="909316" y="897579"/>
                  </a:lnTo>
                  <a:lnTo>
                    <a:pt x="909777" y="898034"/>
                  </a:lnTo>
                  <a:lnTo>
                    <a:pt x="910238" y="898488"/>
                  </a:lnTo>
                  <a:lnTo>
                    <a:pt x="910699" y="898943"/>
                  </a:lnTo>
                  <a:lnTo>
                    <a:pt x="911160" y="899397"/>
                  </a:lnTo>
                  <a:lnTo>
                    <a:pt x="911621" y="899852"/>
                  </a:lnTo>
                  <a:lnTo>
                    <a:pt x="912082" y="900306"/>
                  </a:lnTo>
                  <a:lnTo>
                    <a:pt x="912543" y="900761"/>
                  </a:lnTo>
                  <a:lnTo>
                    <a:pt x="913004" y="901215"/>
                  </a:lnTo>
                  <a:lnTo>
                    <a:pt x="913464" y="901670"/>
                  </a:lnTo>
                  <a:lnTo>
                    <a:pt x="913925" y="902124"/>
                  </a:lnTo>
                  <a:lnTo>
                    <a:pt x="914400" y="902592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3661119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592"/>
                  </a:lnTo>
                  <a:lnTo>
                    <a:pt x="905584" y="903034"/>
                  </a:lnTo>
                  <a:lnTo>
                    <a:pt x="906045" y="903488"/>
                  </a:lnTo>
                  <a:lnTo>
                    <a:pt x="906506" y="903943"/>
                  </a:lnTo>
                  <a:lnTo>
                    <a:pt x="906966" y="904397"/>
                  </a:lnTo>
                  <a:lnTo>
                    <a:pt x="907427" y="904852"/>
                  </a:lnTo>
                  <a:lnTo>
                    <a:pt x="907888" y="905307"/>
                  </a:lnTo>
                  <a:lnTo>
                    <a:pt x="908348" y="905762"/>
                  </a:lnTo>
                  <a:lnTo>
                    <a:pt x="908809" y="906216"/>
                  </a:lnTo>
                  <a:lnTo>
                    <a:pt x="909269" y="906671"/>
                  </a:lnTo>
                  <a:lnTo>
                    <a:pt x="909729" y="907126"/>
                  </a:lnTo>
                  <a:lnTo>
                    <a:pt x="910190" y="907581"/>
                  </a:lnTo>
                  <a:lnTo>
                    <a:pt x="910650" y="908035"/>
                  </a:lnTo>
                  <a:lnTo>
                    <a:pt x="911110" y="908490"/>
                  </a:lnTo>
                  <a:lnTo>
                    <a:pt x="911571" y="908945"/>
                  </a:lnTo>
                  <a:lnTo>
                    <a:pt x="912031" y="909400"/>
                  </a:lnTo>
                  <a:lnTo>
                    <a:pt x="912491" y="909855"/>
                  </a:lnTo>
                  <a:lnTo>
                    <a:pt x="912951" y="910309"/>
                  </a:lnTo>
                  <a:lnTo>
                    <a:pt x="913411" y="910764"/>
                  </a:lnTo>
                  <a:lnTo>
                    <a:pt x="913871" y="911219"/>
                  </a:lnTo>
                  <a:lnTo>
                    <a:pt x="914400" y="911742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3661119" y="791994"/>
              <a:ext cx="917086" cy="914400"/>
            </a:xfrm>
            <a:custGeom>
              <a:avLst/>
              <a:pathLst>
                <a:path w="917086" h="914400">
                  <a:moveTo>
                    <a:pt x="914400" y="914400"/>
                  </a:moveTo>
                  <a:lnTo>
                    <a:pt x="914400" y="911742"/>
                  </a:lnTo>
                  <a:lnTo>
                    <a:pt x="914791" y="912129"/>
                  </a:lnTo>
                  <a:lnTo>
                    <a:pt x="915251" y="912584"/>
                  </a:lnTo>
                  <a:lnTo>
                    <a:pt x="915711" y="913039"/>
                  </a:lnTo>
                  <a:lnTo>
                    <a:pt x="916171" y="913494"/>
                  </a:lnTo>
                  <a:lnTo>
                    <a:pt x="916631" y="913949"/>
                  </a:lnTo>
                  <a:lnTo>
                    <a:pt x="917086" y="91440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3262843" y="7575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423" y="931638"/>
                  </a:lnTo>
                  <a:lnTo>
                    <a:pt x="906802" y="924860"/>
                  </a:lnTo>
                  <a:lnTo>
                    <a:pt x="906136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326284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327210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328136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329063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329989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330915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331841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332767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333694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334620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335546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336472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337399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338325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339251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340177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341103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342030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342956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343882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344808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345735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346661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347587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348513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349439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350366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351292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352218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353144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354071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354997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355923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356849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357775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358702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359628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360554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361480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3633332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41" y="897161"/>
                  </a:lnTo>
                  <a:lnTo>
                    <a:pt x="909206" y="897822"/>
                  </a:lnTo>
                  <a:lnTo>
                    <a:pt x="914400" y="901976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3642594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976"/>
                  </a:lnTo>
                  <a:lnTo>
                    <a:pt x="905408" y="902192"/>
                  </a:lnTo>
                  <a:lnTo>
                    <a:pt x="910738" y="907100"/>
                  </a:lnTo>
                  <a:lnTo>
                    <a:pt x="911195" y="907549"/>
                  </a:lnTo>
                  <a:lnTo>
                    <a:pt x="911657" y="908003"/>
                  </a:lnTo>
                  <a:lnTo>
                    <a:pt x="912118" y="908458"/>
                  </a:lnTo>
                  <a:lnTo>
                    <a:pt x="912580" y="908912"/>
                  </a:lnTo>
                  <a:lnTo>
                    <a:pt x="913041" y="909366"/>
                  </a:lnTo>
                  <a:lnTo>
                    <a:pt x="913503" y="909820"/>
                  </a:lnTo>
                  <a:lnTo>
                    <a:pt x="913965" y="910274"/>
                  </a:lnTo>
                  <a:lnTo>
                    <a:pt x="914400" y="910703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3642594" y="774756"/>
              <a:ext cx="918153" cy="914400"/>
            </a:xfrm>
            <a:custGeom>
              <a:avLst/>
              <a:pathLst>
                <a:path w="918153" h="914400">
                  <a:moveTo>
                    <a:pt x="914400" y="914400"/>
                  </a:moveTo>
                  <a:lnTo>
                    <a:pt x="914426" y="910729"/>
                  </a:lnTo>
                  <a:lnTo>
                    <a:pt x="914888" y="911183"/>
                  </a:lnTo>
                  <a:lnTo>
                    <a:pt x="915349" y="911637"/>
                  </a:lnTo>
                  <a:lnTo>
                    <a:pt x="915810" y="912092"/>
                  </a:lnTo>
                  <a:lnTo>
                    <a:pt x="916272" y="912546"/>
                  </a:lnTo>
                  <a:lnTo>
                    <a:pt x="916733" y="913000"/>
                  </a:lnTo>
                  <a:lnTo>
                    <a:pt x="917194" y="913455"/>
                  </a:lnTo>
                  <a:lnTo>
                    <a:pt x="917655" y="913909"/>
                  </a:lnTo>
                  <a:lnTo>
                    <a:pt x="918153" y="91440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3262843" y="7402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36" y="931638"/>
                  </a:lnTo>
                  <a:lnTo>
                    <a:pt x="905756" y="921130"/>
                  </a:lnTo>
                  <a:lnTo>
                    <a:pt x="905698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326284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327210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328136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329063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329989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330915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331841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332767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333694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334620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335546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336472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337399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338325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339251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340177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341103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342030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342956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343882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344808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345735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346661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347587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348513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349439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350366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351292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352218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353144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354071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354997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355923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356849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357775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3596283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6" y="897161"/>
                  </a:lnTo>
                  <a:lnTo>
                    <a:pt x="914400" y="899935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3605545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935"/>
                  </a:lnTo>
                  <a:lnTo>
                    <a:pt x="905612" y="900544"/>
                  </a:lnTo>
                  <a:lnTo>
                    <a:pt x="914122" y="903183"/>
                  </a:lnTo>
                  <a:lnTo>
                    <a:pt x="914400" y="903283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3614808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283"/>
                  </a:lnTo>
                  <a:lnTo>
                    <a:pt x="910697" y="905293"/>
                  </a:lnTo>
                  <a:lnTo>
                    <a:pt x="914400" y="90701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3624070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018"/>
                  </a:lnTo>
                  <a:lnTo>
                    <a:pt x="907204" y="907982"/>
                  </a:lnTo>
                  <a:lnTo>
                    <a:pt x="912887" y="911240"/>
                  </a:lnTo>
                  <a:lnTo>
                    <a:pt x="914400" y="912276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3624070" y="757517"/>
              <a:ext cx="917503" cy="914400"/>
            </a:xfrm>
            <a:custGeom>
              <a:avLst/>
              <a:pathLst>
                <a:path w="917503" h="914400">
                  <a:moveTo>
                    <a:pt x="914400" y="914400"/>
                  </a:moveTo>
                  <a:lnTo>
                    <a:pt x="914400" y="912276"/>
                  </a:lnTo>
                  <a:lnTo>
                    <a:pt x="917503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3262843" y="7230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698" y="931638"/>
                  </a:lnTo>
                  <a:lnTo>
                    <a:pt x="905665" y="927837"/>
                  </a:lnTo>
                  <a:lnTo>
                    <a:pt x="905862" y="917310"/>
                  </a:lnTo>
                  <a:lnTo>
                    <a:pt x="905996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326284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327210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328136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329063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329989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330915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331841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332767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333694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334620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335546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336472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337399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338325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339251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340177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341103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342030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342956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343882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344808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345735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346661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347587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348513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349439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350366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351292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352218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353144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354071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354997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355923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356849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3587021" y="7402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66" y="897161"/>
                  </a:lnTo>
                  <a:lnTo>
                    <a:pt x="914400" y="898422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3587021" y="740279"/>
              <a:ext cx="921498" cy="914400"/>
            </a:xfrm>
            <a:custGeom>
              <a:avLst/>
              <a:pathLst>
                <a:path w="921498" h="914400">
                  <a:moveTo>
                    <a:pt x="914400" y="914400"/>
                  </a:moveTo>
                  <a:lnTo>
                    <a:pt x="914400" y="898422"/>
                  </a:lnTo>
                  <a:lnTo>
                    <a:pt x="915302" y="900221"/>
                  </a:lnTo>
                  <a:lnTo>
                    <a:pt x="919114" y="908678"/>
                  </a:lnTo>
                  <a:lnTo>
                    <a:pt x="921347" y="914205"/>
                  </a:lnTo>
                  <a:lnTo>
                    <a:pt x="921498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3696990" y="1820892"/>
              <a:ext cx="929722" cy="1221796"/>
            </a:xfrm>
            <a:custGeom>
              <a:avLst/>
              <a:pathLst>
                <a:path w="929722" h="1221796">
                  <a:moveTo>
                    <a:pt x="914400" y="914400"/>
                  </a:moveTo>
                  <a:lnTo>
                    <a:pt x="905391" y="938708"/>
                  </a:lnTo>
                  <a:lnTo>
                    <a:pt x="892981" y="942816"/>
                  </a:lnTo>
                  <a:lnTo>
                    <a:pt x="881077" y="950913"/>
                  </a:lnTo>
                  <a:lnTo>
                    <a:pt x="876826" y="1027830"/>
                  </a:lnTo>
                  <a:lnTo>
                    <a:pt x="898498" y="1057055"/>
                  </a:lnTo>
                  <a:lnTo>
                    <a:pt x="886595" y="1061145"/>
                  </a:lnTo>
                  <a:lnTo>
                    <a:pt x="875704" y="1069899"/>
                  </a:lnTo>
                  <a:lnTo>
                    <a:pt x="867926" y="1082845"/>
                  </a:lnTo>
                  <a:lnTo>
                    <a:pt x="859966" y="1110706"/>
                  </a:lnTo>
                  <a:lnTo>
                    <a:pt x="830063" y="1126497"/>
                  </a:lnTo>
                  <a:lnTo>
                    <a:pt x="818738" y="1138180"/>
                  </a:lnTo>
                  <a:lnTo>
                    <a:pt x="802041" y="1164172"/>
                  </a:lnTo>
                  <a:lnTo>
                    <a:pt x="793339" y="1201898"/>
                  </a:lnTo>
                  <a:lnTo>
                    <a:pt x="776425" y="1217992"/>
                  </a:lnTo>
                  <a:lnTo>
                    <a:pt x="757430" y="1221796"/>
                  </a:lnTo>
                  <a:lnTo>
                    <a:pt x="768574" y="1190888"/>
                  </a:lnTo>
                  <a:lnTo>
                    <a:pt x="783173" y="1165704"/>
                  </a:lnTo>
                  <a:lnTo>
                    <a:pt x="769135" y="1148432"/>
                  </a:lnTo>
                  <a:lnTo>
                    <a:pt x="760686" y="1121396"/>
                  </a:lnTo>
                  <a:lnTo>
                    <a:pt x="749778" y="1100656"/>
                  </a:lnTo>
                  <a:lnTo>
                    <a:pt x="758461" y="1077492"/>
                  </a:lnTo>
                  <a:lnTo>
                    <a:pt x="754192" y="1039530"/>
                  </a:lnTo>
                  <a:lnTo>
                    <a:pt x="755603" y="1002477"/>
                  </a:lnTo>
                  <a:lnTo>
                    <a:pt x="768266" y="983774"/>
                  </a:lnTo>
                  <a:lnTo>
                    <a:pt x="782775" y="968522"/>
                  </a:lnTo>
                  <a:lnTo>
                    <a:pt x="805369" y="933456"/>
                  </a:lnTo>
                  <a:lnTo>
                    <a:pt x="829864" y="908036"/>
                  </a:lnTo>
                  <a:lnTo>
                    <a:pt x="864036" y="896605"/>
                  </a:lnTo>
                  <a:lnTo>
                    <a:pt x="879467" y="907144"/>
                  </a:lnTo>
                  <a:lnTo>
                    <a:pt x="886124" y="884030"/>
                  </a:lnTo>
                  <a:lnTo>
                    <a:pt x="897141" y="878761"/>
                  </a:lnTo>
                  <a:lnTo>
                    <a:pt x="907489" y="884098"/>
                  </a:lnTo>
                  <a:lnTo>
                    <a:pt x="929722" y="906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3230804" y="2362843"/>
              <a:ext cx="1033054" cy="914400"/>
            </a:xfrm>
            <a:custGeom>
              <a:avLst/>
              <a:pathLst>
                <a:path w="1033054" h="914400">
                  <a:moveTo>
                    <a:pt x="914400" y="914400"/>
                  </a:moveTo>
                  <a:lnTo>
                    <a:pt x="905969" y="913171"/>
                  </a:lnTo>
                  <a:lnTo>
                    <a:pt x="900343" y="890023"/>
                  </a:lnTo>
                  <a:lnTo>
                    <a:pt x="899023" y="830463"/>
                  </a:lnTo>
                  <a:lnTo>
                    <a:pt x="902388" y="801036"/>
                  </a:lnTo>
                  <a:lnTo>
                    <a:pt x="942783" y="694895"/>
                  </a:lnTo>
                  <a:lnTo>
                    <a:pt x="960819" y="686226"/>
                  </a:lnTo>
                  <a:lnTo>
                    <a:pt x="986182" y="621177"/>
                  </a:lnTo>
                  <a:lnTo>
                    <a:pt x="993020" y="592239"/>
                  </a:lnTo>
                  <a:lnTo>
                    <a:pt x="1004019" y="566179"/>
                  </a:lnTo>
                  <a:lnTo>
                    <a:pt x="1010513" y="542880"/>
                  </a:lnTo>
                  <a:lnTo>
                    <a:pt x="1015958" y="533470"/>
                  </a:lnTo>
                  <a:lnTo>
                    <a:pt x="1027789" y="537880"/>
                  </a:lnTo>
                  <a:lnTo>
                    <a:pt x="1033054" y="542173"/>
                  </a:lnTo>
                  <a:lnTo>
                    <a:pt x="1020589" y="555742"/>
                  </a:lnTo>
                  <a:lnTo>
                    <a:pt x="1022037" y="573401"/>
                  </a:lnTo>
                  <a:lnTo>
                    <a:pt x="1021168" y="580724"/>
                  </a:lnTo>
                  <a:lnTo>
                    <a:pt x="989709" y="657540"/>
                  </a:lnTo>
                  <a:lnTo>
                    <a:pt x="981297" y="707420"/>
                  </a:lnTo>
                  <a:lnTo>
                    <a:pt x="970136" y="719591"/>
                  </a:lnTo>
                  <a:lnTo>
                    <a:pt x="923915" y="897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2303388" y="1442538"/>
              <a:ext cx="2307387" cy="2142859"/>
            </a:xfrm>
            <a:custGeom>
              <a:avLst/>
              <a:pathLst>
                <a:path w="2307387" h="2142859">
                  <a:moveTo>
                    <a:pt x="914400" y="914400"/>
                  </a:moveTo>
                  <a:lnTo>
                    <a:pt x="927895" y="920090"/>
                  </a:lnTo>
                  <a:lnTo>
                    <a:pt x="946275" y="908693"/>
                  </a:lnTo>
                  <a:lnTo>
                    <a:pt x="959137" y="876775"/>
                  </a:lnTo>
                  <a:lnTo>
                    <a:pt x="966481" y="828881"/>
                  </a:lnTo>
                  <a:lnTo>
                    <a:pt x="975056" y="783259"/>
                  </a:lnTo>
                  <a:lnTo>
                    <a:pt x="964908" y="734456"/>
                  </a:lnTo>
                  <a:lnTo>
                    <a:pt x="954071" y="691596"/>
                  </a:lnTo>
                  <a:lnTo>
                    <a:pt x="953312" y="679004"/>
                  </a:lnTo>
                  <a:lnTo>
                    <a:pt x="981750" y="642843"/>
                  </a:lnTo>
                  <a:lnTo>
                    <a:pt x="990451" y="613433"/>
                  </a:lnTo>
                  <a:lnTo>
                    <a:pt x="999876" y="585438"/>
                  </a:lnTo>
                  <a:lnTo>
                    <a:pt x="1010278" y="575909"/>
                  </a:lnTo>
                  <a:lnTo>
                    <a:pt x="1025763" y="573738"/>
                  </a:lnTo>
                  <a:lnTo>
                    <a:pt x="1043799" y="568469"/>
                  </a:lnTo>
                  <a:lnTo>
                    <a:pt x="1066539" y="549732"/>
                  </a:lnTo>
                  <a:lnTo>
                    <a:pt x="1086926" y="524632"/>
                  </a:lnTo>
                  <a:lnTo>
                    <a:pt x="1102502" y="501619"/>
                  </a:lnTo>
                  <a:lnTo>
                    <a:pt x="1107785" y="456082"/>
                  </a:lnTo>
                  <a:lnTo>
                    <a:pt x="1108002" y="433204"/>
                  </a:lnTo>
                  <a:lnTo>
                    <a:pt x="1114858" y="416218"/>
                  </a:lnTo>
                  <a:lnTo>
                    <a:pt x="1121497" y="383037"/>
                  </a:lnTo>
                  <a:lnTo>
                    <a:pt x="1115039" y="350311"/>
                  </a:lnTo>
                  <a:lnTo>
                    <a:pt x="1094940" y="300666"/>
                  </a:lnTo>
                  <a:lnTo>
                    <a:pt x="1070736" y="230854"/>
                  </a:lnTo>
                  <a:lnTo>
                    <a:pt x="1067029" y="193667"/>
                  </a:lnTo>
                  <a:lnTo>
                    <a:pt x="1977664" y="193667"/>
                  </a:lnTo>
                  <a:lnTo>
                    <a:pt x="1978108" y="198549"/>
                  </a:lnTo>
                  <a:lnTo>
                    <a:pt x="1976262" y="210265"/>
                  </a:lnTo>
                  <a:lnTo>
                    <a:pt x="1990337" y="258429"/>
                  </a:lnTo>
                  <a:lnTo>
                    <a:pt x="1987062" y="275314"/>
                  </a:lnTo>
                  <a:lnTo>
                    <a:pt x="1985163" y="296828"/>
                  </a:lnTo>
                  <a:lnTo>
                    <a:pt x="2005334" y="317501"/>
                  </a:lnTo>
                  <a:lnTo>
                    <a:pt x="2023333" y="317164"/>
                  </a:lnTo>
                  <a:lnTo>
                    <a:pt x="2041568" y="316844"/>
                  </a:lnTo>
                  <a:lnTo>
                    <a:pt x="2048533" y="322029"/>
                  </a:lnTo>
                  <a:lnTo>
                    <a:pt x="2055516" y="336658"/>
                  </a:lnTo>
                  <a:lnTo>
                    <a:pt x="2061142" y="353931"/>
                  </a:lnTo>
                  <a:lnTo>
                    <a:pt x="2076157" y="352500"/>
                  </a:lnTo>
                  <a:lnTo>
                    <a:pt x="2100127" y="338443"/>
                  </a:lnTo>
                  <a:lnTo>
                    <a:pt x="2115720" y="335093"/>
                  </a:lnTo>
                  <a:lnTo>
                    <a:pt x="2126014" y="362112"/>
                  </a:lnTo>
                  <a:lnTo>
                    <a:pt x="2154017" y="397801"/>
                  </a:lnTo>
                  <a:lnTo>
                    <a:pt x="2170317" y="413794"/>
                  </a:lnTo>
                  <a:lnTo>
                    <a:pt x="2198013" y="422211"/>
                  </a:lnTo>
                  <a:lnTo>
                    <a:pt x="2227193" y="451015"/>
                  </a:lnTo>
                  <a:lnTo>
                    <a:pt x="2223104" y="485727"/>
                  </a:lnTo>
                  <a:lnTo>
                    <a:pt x="2235279" y="497326"/>
                  </a:lnTo>
                  <a:lnTo>
                    <a:pt x="2269705" y="511030"/>
                  </a:lnTo>
                  <a:lnTo>
                    <a:pt x="2281880" y="529514"/>
                  </a:lnTo>
                  <a:lnTo>
                    <a:pt x="2287723" y="545271"/>
                  </a:lnTo>
                  <a:lnTo>
                    <a:pt x="2296786" y="558334"/>
                  </a:lnTo>
                  <a:lnTo>
                    <a:pt x="2307387" y="597811"/>
                  </a:lnTo>
                  <a:lnTo>
                    <a:pt x="2303696" y="622137"/>
                  </a:lnTo>
                  <a:lnTo>
                    <a:pt x="2289821" y="630504"/>
                  </a:lnTo>
                  <a:lnTo>
                    <a:pt x="2257060" y="656563"/>
                  </a:lnTo>
                  <a:lnTo>
                    <a:pt x="2242461" y="676024"/>
                  </a:lnTo>
                  <a:lnTo>
                    <a:pt x="2231010" y="688145"/>
                  </a:lnTo>
                  <a:lnTo>
                    <a:pt x="2198465" y="714137"/>
                  </a:lnTo>
                  <a:lnTo>
                    <a:pt x="2186544" y="718800"/>
                  </a:lnTo>
                  <a:lnTo>
                    <a:pt x="2175129" y="732318"/>
                  </a:lnTo>
                  <a:lnTo>
                    <a:pt x="2164094" y="738227"/>
                  </a:lnTo>
                  <a:lnTo>
                    <a:pt x="2154216" y="734827"/>
                  </a:lnTo>
                  <a:lnTo>
                    <a:pt x="2117294" y="759304"/>
                  </a:lnTo>
                  <a:lnTo>
                    <a:pt x="2120171" y="769758"/>
                  </a:lnTo>
                  <a:lnTo>
                    <a:pt x="2148482" y="774185"/>
                  </a:lnTo>
                  <a:lnTo>
                    <a:pt x="2162918" y="768933"/>
                  </a:lnTo>
                  <a:lnTo>
                    <a:pt x="2174025" y="756627"/>
                  </a:lnTo>
                  <a:lnTo>
                    <a:pt x="2186164" y="753799"/>
                  </a:lnTo>
                  <a:lnTo>
                    <a:pt x="2197235" y="756122"/>
                  </a:lnTo>
                  <a:lnTo>
                    <a:pt x="2208976" y="746425"/>
                  </a:lnTo>
                  <a:lnTo>
                    <a:pt x="2218184" y="742554"/>
                  </a:lnTo>
                  <a:lnTo>
                    <a:pt x="2227699" y="747200"/>
                  </a:lnTo>
                  <a:lnTo>
                    <a:pt x="2238318" y="770448"/>
                  </a:lnTo>
                  <a:lnTo>
                    <a:pt x="2216284" y="782552"/>
                  </a:lnTo>
                  <a:lnTo>
                    <a:pt x="2200654" y="783108"/>
                  </a:lnTo>
                  <a:lnTo>
                    <a:pt x="2193020" y="821238"/>
                  </a:lnTo>
                  <a:lnTo>
                    <a:pt x="2183559" y="837618"/>
                  </a:lnTo>
                  <a:lnTo>
                    <a:pt x="2176775" y="845496"/>
                  </a:lnTo>
                  <a:lnTo>
                    <a:pt x="2142096" y="861725"/>
                  </a:lnTo>
                  <a:lnTo>
                    <a:pt x="2119212" y="882296"/>
                  </a:lnTo>
                  <a:lnTo>
                    <a:pt x="2092239" y="898861"/>
                  </a:lnTo>
                  <a:lnTo>
                    <a:pt x="2080462" y="895259"/>
                  </a:lnTo>
                  <a:lnTo>
                    <a:pt x="2062716" y="912093"/>
                  </a:lnTo>
                  <a:lnTo>
                    <a:pt x="2023279" y="932025"/>
                  </a:lnTo>
                  <a:lnTo>
                    <a:pt x="2003072" y="958876"/>
                  </a:lnTo>
                  <a:lnTo>
                    <a:pt x="1957720" y="982899"/>
                  </a:lnTo>
                  <a:lnTo>
                    <a:pt x="1934619" y="1002444"/>
                  </a:lnTo>
                  <a:lnTo>
                    <a:pt x="1871863" y="1003471"/>
                  </a:lnTo>
                  <a:lnTo>
                    <a:pt x="1811930" y="999178"/>
                  </a:lnTo>
                  <a:lnTo>
                    <a:pt x="1793117" y="1008470"/>
                  </a:lnTo>
                  <a:lnTo>
                    <a:pt x="1812346" y="1011349"/>
                  </a:lnTo>
                  <a:lnTo>
                    <a:pt x="1825824" y="1020473"/>
                  </a:lnTo>
                  <a:lnTo>
                    <a:pt x="1841978" y="1016669"/>
                  </a:lnTo>
                  <a:lnTo>
                    <a:pt x="1879950" y="1021231"/>
                  </a:lnTo>
                  <a:lnTo>
                    <a:pt x="1899487" y="1026197"/>
                  </a:lnTo>
                  <a:lnTo>
                    <a:pt x="1924560" y="1058149"/>
                  </a:lnTo>
                  <a:lnTo>
                    <a:pt x="1906126" y="1069512"/>
                  </a:lnTo>
                  <a:lnTo>
                    <a:pt x="1874197" y="1078232"/>
                  </a:lnTo>
                  <a:lnTo>
                    <a:pt x="1886173" y="1123551"/>
                  </a:lnTo>
                  <a:lnTo>
                    <a:pt x="1896050" y="1154105"/>
                  </a:lnTo>
                  <a:lnTo>
                    <a:pt x="1883116" y="1172539"/>
                  </a:lnTo>
                  <a:lnTo>
                    <a:pt x="1882157" y="1256408"/>
                  </a:lnTo>
                  <a:lnTo>
                    <a:pt x="1864012" y="1258007"/>
                  </a:lnTo>
                  <a:lnTo>
                    <a:pt x="1856306" y="1292703"/>
                  </a:lnTo>
                  <a:lnTo>
                    <a:pt x="1862022" y="1310396"/>
                  </a:lnTo>
                  <a:lnTo>
                    <a:pt x="1861570" y="1351489"/>
                  </a:lnTo>
                  <a:lnTo>
                    <a:pt x="1865351" y="1376808"/>
                  </a:lnTo>
                  <a:lnTo>
                    <a:pt x="1874251" y="1400124"/>
                  </a:lnTo>
                  <a:lnTo>
                    <a:pt x="1870290" y="1424432"/>
                  </a:lnTo>
                  <a:lnTo>
                    <a:pt x="1841598" y="1481333"/>
                  </a:lnTo>
                  <a:lnTo>
                    <a:pt x="1842250" y="1508032"/>
                  </a:lnTo>
                  <a:lnTo>
                    <a:pt x="1847405" y="1523890"/>
                  </a:lnTo>
                  <a:lnTo>
                    <a:pt x="1851222" y="1549243"/>
                  </a:lnTo>
                  <a:lnTo>
                    <a:pt x="1838179" y="1597979"/>
                  </a:lnTo>
                  <a:lnTo>
                    <a:pt x="1828971" y="1638701"/>
                  </a:lnTo>
                  <a:lnTo>
                    <a:pt x="1818027" y="1672976"/>
                  </a:lnTo>
                  <a:lnTo>
                    <a:pt x="1793533" y="1714103"/>
                  </a:lnTo>
                  <a:lnTo>
                    <a:pt x="1781340" y="1744842"/>
                  </a:lnTo>
                  <a:lnTo>
                    <a:pt x="1752811" y="1840765"/>
                  </a:lnTo>
                  <a:lnTo>
                    <a:pt x="1738665" y="1859805"/>
                  </a:lnTo>
                  <a:lnTo>
                    <a:pt x="1721316" y="1874434"/>
                  </a:lnTo>
                  <a:lnTo>
                    <a:pt x="1701978" y="1860899"/>
                  </a:lnTo>
                  <a:lnTo>
                    <a:pt x="1684249" y="1853526"/>
                  </a:lnTo>
                  <a:lnTo>
                    <a:pt x="1662595" y="1854418"/>
                  </a:lnTo>
                  <a:lnTo>
                    <a:pt x="1628676" y="1865512"/>
                  </a:lnTo>
                  <a:lnTo>
                    <a:pt x="1577661" y="1858138"/>
                  </a:lnTo>
                  <a:lnTo>
                    <a:pt x="1527805" y="1861690"/>
                  </a:lnTo>
                  <a:lnTo>
                    <a:pt x="1515196" y="1871269"/>
                  </a:lnTo>
                  <a:lnTo>
                    <a:pt x="1522757" y="1906083"/>
                  </a:lnTo>
                  <a:lnTo>
                    <a:pt x="1504378" y="1910645"/>
                  </a:lnTo>
                  <a:lnTo>
                    <a:pt x="1486414" y="1900746"/>
                  </a:lnTo>
                  <a:lnTo>
                    <a:pt x="1470603" y="1912564"/>
                  </a:lnTo>
                  <a:lnTo>
                    <a:pt x="1457397" y="1925526"/>
                  </a:lnTo>
                  <a:lnTo>
                    <a:pt x="1431456" y="1956283"/>
                  </a:lnTo>
                  <a:lnTo>
                    <a:pt x="1422772" y="1975222"/>
                  </a:lnTo>
                  <a:lnTo>
                    <a:pt x="1420529" y="2010894"/>
                  </a:lnTo>
                  <a:lnTo>
                    <a:pt x="1434151" y="2042879"/>
                  </a:lnTo>
                  <a:lnTo>
                    <a:pt x="1446235" y="2080336"/>
                  </a:lnTo>
                  <a:lnTo>
                    <a:pt x="1415120" y="2125536"/>
                  </a:lnTo>
                  <a:lnTo>
                    <a:pt x="1397754" y="2127068"/>
                  </a:lnTo>
                  <a:lnTo>
                    <a:pt x="1347065" y="2114527"/>
                  </a:lnTo>
                  <a:lnTo>
                    <a:pt x="1257228" y="2142859"/>
                  </a:lnTo>
                  <a:lnTo>
                    <a:pt x="1176546" y="2120452"/>
                  </a:lnTo>
                  <a:lnTo>
                    <a:pt x="1186694" y="2096244"/>
                  </a:lnTo>
                  <a:lnTo>
                    <a:pt x="1186351" y="2078450"/>
                  </a:lnTo>
                  <a:lnTo>
                    <a:pt x="1190909" y="2051078"/>
                  </a:lnTo>
                  <a:lnTo>
                    <a:pt x="1193623" y="2023082"/>
                  </a:lnTo>
                  <a:lnTo>
                    <a:pt x="1192863" y="2004345"/>
                  </a:lnTo>
                  <a:lnTo>
                    <a:pt x="1186948" y="1984380"/>
                  </a:lnTo>
                  <a:lnTo>
                    <a:pt x="1167048" y="1958253"/>
                  </a:lnTo>
                  <a:lnTo>
                    <a:pt x="1122221" y="1870074"/>
                  </a:lnTo>
                  <a:lnTo>
                    <a:pt x="1108960" y="1832853"/>
                  </a:lnTo>
                  <a:lnTo>
                    <a:pt x="1099734" y="1817348"/>
                  </a:lnTo>
                  <a:lnTo>
                    <a:pt x="1106373" y="1816507"/>
                  </a:lnTo>
                  <a:lnTo>
                    <a:pt x="1143296" y="1836489"/>
                  </a:lnTo>
                  <a:lnTo>
                    <a:pt x="1151907" y="1834031"/>
                  </a:lnTo>
                  <a:lnTo>
                    <a:pt x="1160952" y="1826523"/>
                  </a:lnTo>
                  <a:lnTo>
                    <a:pt x="1149935" y="1797921"/>
                  </a:lnTo>
                  <a:lnTo>
                    <a:pt x="1140474" y="1784976"/>
                  </a:lnTo>
                  <a:lnTo>
                    <a:pt x="1134052" y="1765616"/>
                  </a:lnTo>
                  <a:lnTo>
                    <a:pt x="1155669" y="1760381"/>
                  </a:lnTo>
                  <a:lnTo>
                    <a:pt x="1171281" y="1761542"/>
                  </a:lnTo>
                  <a:lnTo>
                    <a:pt x="1182787" y="1739758"/>
                  </a:lnTo>
                  <a:lnTo>
                    <a:pt x="1176148" y="1704541"/>
                  </a:lnTo>
                  <a:lnTo>
                    <a:pt x="1159378" y="1693699"/>
                  </a:lnTo>
                  <a:lnTo>
                    <a:pt x="1145376" y="1688986"/>
                  </a:lnTo>
                  <a:lnTo>
                    <a:pt x="1118530" y="1633668"/>
                  </a:lnTo>
                  <a:lnTo>
                    <a:pt x="1090526" y="1605016"/>
                  </a:lnTo>
                  <a:lnTo>
                    <a:pt x="1040579" y="1494497"/>
                  </a:lnTo>
                  <a:lnTo>
                    <a:pt x="1022308" y="1418641"/>
                  </a:lnTo>
                  <a:lnTo>
                    <a:pt x="1005321" y="1425847"/>
                  </a:lnTo>
                  <a:lnTo>
                    <a:pt x="997072" y="1392801"/>
                  </a:lnTo>
                  <a:lnTo>
                    <a:pt x="991157" y="1361505"/>
                  </a:lnTo>
                  <a:lnTo>
                    <a:pt x="989981" y="1338493"/>
                  </a:lnTo>
                  <a:lnTo>
                    <a:pt x="963352" y="1325311"/>
                  </a:lnTo>
                  <a:lnTo>
                    <a:pt x="962266" y="1309184"/>
                  </a:lnTo>
                  <a:lnTo>
                    <a:pt x="957472" y="1237217"/>
                  </a:lnTo>
                  <a:lnTo>
                    <a:pt x="928908" y="1227554"/>
                  </a:lnTo>
                  <a:lnTo>
                    <a:pt x="910438" y="1187168"/>
                  </a:lnTo>
                  <a:lnTo>
                    <a:pt x="907145" y="1110756"/>
                  </a:lnTo>
                  <a:lnTo>
                    <a:pt x="888331" y="1096851"/>
                  </a:lnTo>
                  <a:lnTo>
                    <a:pt x="873190" y="1100706"/>
                  </a:lnTo>
                  <a:lnTo>
                    <a:pt x="873895" y="1081767"/>
                  </a:lnTo>
                  <a:lnTo>
                    <a:pt x="877513" y="1063990"/>
                  </a:lnTo>
                  <a:lnTo>
                    <a:pt x="868667" y="993555"/>
                  </a:lnTo>
                  <a:lnTo>
                    <a:pt x="865719" y="929264"/>
                  </a:lnTo>
                  <a:lnTo>
                    <a:pt x="858537" y="909854"/>
                  </a:lnTo>
                  <a:lnTo>
                    <a:pt x="854466" y="887128"/>
                  </a:lnTo>
                  <a:lnTo>
                    <a:pt x="858121" y="867499"/>
                  </a:lnTo>
                  <a:lnTo>
                    <a:pt x="863475" y="856220"/>
                  </a:lnTo>
                  <a:lnTo>
                    <a:pt x="881909" y="853257"/>
                  </a:lnTo>
                  <a:lnTo>
                    <a:pt x="899131" y="870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3723782" y="1804293"/>
              <a:ext cx="950164" cy="914400"/>
            </a:xfrm>
            <a:custGeom>
              <a:avLst/>
              <a:pathLst>
                <a:path w="950164" h="914400">
                  <a:moveTo>
                    <a:pt x="914400" y="914400"/>
                  </a:moveTo>
                  <a:lnTo>
                    <a:pt x="904794" y="912767"/>
                  </a:lnTo>
                  <a:lnTo>
                    <a:pt x="896038" y="896892"/>
                  </a:lnTo>
                  <a:lnTo>
                    <a:pt x="913748" y="872650"/>
                  </a:lnTo>
                  <a:lnTo>
                    <a:pt x="940847" y="873963"/>
                  </a:lnTo>
                  <a:lnTo>
                    <a:pt x="950164" y="879014"/>
                  </a:lnTo>
                  <a:lnTo>
                    <a:pt x="917728" y="892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3581791" y="1404593"/>
              <a:ext cx="935457" cy="914399"/>
            </a:xfrm>
            <a:custGeom>
              <a:avLst/>
              <a:pathLst>
                <a:path w="935457" h="914399">
                  <a:moveTo>
                    <a:pt x="914400" y="914399"/>
                  </a:moveTo>
                  <a:lnTo>
                    <a:pt x="910329" y="913356"/>
                  </a:lnTo>
                  <a:lnTo>
                    <a:pt x="915394" y="897346"/>
                  </a:lnTo>
                  <a:lnTo>
                    <a:pt x="919157" y="890427"/>
                  </a:lnTo>
                  <a:lnTo>
                    <a:pt x="931640" y="883963"/>
                  </a:lnTo>
                  <a:lnTo>
                    <a:pt x="935457" y="885091"/>
                  </a:lnTo>
                  <a:lnTo>
                    <a:pt x="922612" y="9111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3618551" y="1260591"/>
              <a:ext cx="938134" cy="914400"/>
            </a:xfrm>
            <a:custGeom>
              <a:avLst/>
              <a:pathLst>
                <a:path w="938134" h="914400">
                  <a:moveTo>
                    <a:pt x="914400" y="914400"/>
                  </a:moveTo>
                  <a:lnTo>
                    <a:pt x="909732" y="900410"/>
                  </a:lnTo>
                  <a:lnTo>
                    <a:pt x="911596" y="897666"/>
                  </a:lnTo>
                  <a:lnTo>
                    <a:pt x="914779" y="883862"/>
                  </a:lnTo>
                  <a:lnTo>
                    <a:pt x="923770" y="876286"/>
                  </a:lnTo>
                  <a:lnTo>
                    <a:pt x="938134" y="880832"/>
                  </a:lnTo>
                  <a:lnTo>
                    <a:pt x="938043" y="884283"/>
                  </a:lnTo>
                  <a:lnTo>
                    <a:pt x="924313" y="895461"/>
                  </a:lnTo>
                  <a:lnTo>
                    <a:pt x="919049" y="9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3869372" y="2985566"/>
              <a:ext cx="928419" cy="915616"/>
            </a:xfrm>
            <a:custGeom>
              <a:avLst/>
              <a:pathLst>
                <a:path w="928419" h="915616">
                  <a:moveTo>
                    <a:pt x="914400" y="914400"/>
                  </a:moveTo>
                  <a:lnTo>
                    <a:pt x="862517" y="909888"/>
                  </a:lnTo>
                  <a:lnTo>
                    <a:pt x="855136" y="905713"/>
                  </a:lnTo>
                  <a:lnTo>
                    <a:pt x="883682" y="876185"/>
                  </a:lnTo>
                  <a:lnTo>
                    <a:pt x="902279" y="845496"/>
                  </a:lnTo>
                  <a:lnTo>
                    <a:pt x="918072" y="805447"/>
                  </a:lnTo>
                  <a:lnTo>
                    <a:pt x="919754" y="777704"/>
                  </a:lnTo>
                  <a:lnTo>
                    <a:pt x="923698" y="746425"/>
                  </a:lnTo>
                  <a:lnTo>
                    <a:pt x="928419" y="744095"/>
                  </a:lnTo>
                  <a:lnTo>
                    <a:pt x="928419" y="915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2904509" y="3128877"/>
              <a:ext cx="1893282" cy="920712"/>
            </a:xfrm>
            <a:custGeom>
              <a:avLst/>
              <a:pathLst>
                <a:path w="1893282" h="920712">
                  <a:moveTo>
                    <a:pt x="914400" y="914400"/>
                  </a:moveTo>
                  <a:lnTo>
                    <a:pt x="1020481" y="872482"/>
                  </a:lnTo>
                  <a:lnTo>
                    <a:pt x="1133780" y="833156"/>
                  </a:lnTo>
                  <a:lnTo>
                    <a:pt x="1160228" y="828881"/>
                  </a:lnTo>
                  <a:lnTo>
                    <a:pt x="1186821" y="820598"/>
                  </a:lnTo>
                  <a:lnTo>
                    <a:pt x="1196644" y="805885"/>
                  </a:lnTo>
                  <a:lnTo>
                    <a:pt x="1206449" y="796037"/>
                  </a:lnTo>
                  <a:lnTo>
                    <a:pt x="1221880" y="770095"/>
                  </a:lnTo>
                  <a:lnTo>
                    <a:pt x="1255998" y="729776"/>
                  </a:lnTo>
                  <a:lnTo>
                    <a:pt x="1316329" y="715097"/>
                  </a:lnTo>
                  <a:lnTo>
                    <a:pt x="1338852" y="695973"/>
                  </a:lnTo>
                  <a:lnTo>
                    <a:pt x="1386067" y="669189"/>
                  </a:lnTo>
                  <a:lnTo>
                    <a:pt x="1493704" y="639140"/>
                  </a:lnTo>
                  <a:lnTo>
                    <a:pt x="1538659" y="632540"/>
                  </a:lnTo>
                  <a:lnTo>
                    <a:pt x="1582709" y="631732"/>
                  </a:lnTo>
                  <a:lnTo>
                    <a:pt x="1621928" y="655435"/>
                  </a:lnTo>
                  <a:lnTo>
                    <a:pt x="1663445" y="684694"/>
                  </a:lnTo>
                  <a:lnTo>
                    <a:pt x="1670917" y="702353"/>
                  </a:lnTo>
                  <a:lnTo>
                    <a:pt x="1648449" y="691343"/>
                  </a:lnTo>
                  <a:lnTo>
                    <a:pt x="1615705" y="665065"/>
                  </a:lnTo>
                  <a:lnTo>
                    <a:pt x="1603603" y="663954"/>
                  </a:lnTo>
                  <a:lnTo>
                    <a:pt x="1631552" y="743883"/>
                  </a:lnTo>
                  <a:lnTo>
                    <a:pt x="1646839" y="772148"/>
                  </a:lnTo>
                  <a:lnTo>
                    <a:pt x="1677737" y="793293"/>
                  </a:lnTo>
                  <a:lnTo>
                    <a:pt x="1703642" y="800414"/>
                  </a:lnTo>
                  <a:lnTo>
                    <a:pt x="1783456" y="787603"/>
                  </a:lnTo>
                  <a:lnTo>
                    <a:pt x="1811804" y="770869"/>
                  </a:lnTo>
                  <a:lnTo>
                    <a:pt x="1819999" y="762401"/>
                  </a:lnTo>
                  <a:lnTo>
                    <a:pt x="1827379" y="766576"/>
                  </a:lnTo>
                  <a:lnTo>
                    <a:pt x="1879262" y="771088"/>
                  </a:lnTo>
                  <a:lnTo>
                    <a:pt x="1893282" y="772304"/>
                  </a:lnTo>
                  <a:lnTo>
                    <a:pt x="1893282" y="920712"/>
                  </a:lnTo>
                  <a:lnTo>
                    <a:pt x="902385" y="92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2459724" y="758992"/>
              <a:ext cx="965161" cy="1866109"/>
            </a:xfrm>
            <a:custGeom>
              <a:avLst/>
              <a:pathLst>
                <a:path w="965161" h="1866109">
                  <a:moveTo>
                    <a:pt x="914400" y="914400"/>
                  </a:moveTo>
                  <a:lnTo>
                    <a:pt x="938604" y="984212"/>
                  </a:lnTo>
                  <a:lnTo>
                    <a:pt x="958703" y="1033857"/>
                  </a:lnTo>
                  <a:lnTo>
                    <a:pt x="965161" y="1066583"/>
                  </a:lnTo>
                  <a:lnTo>
                    <a:pt x="958522" y="1099764"/>
                  </a:lnTo>
                  <a:lnTo>
                    <a:pt x="951665" y="1116749"/>
                  </a:lnTo>
                  <a:lnTo>
                    <a:pt x="951448" y="1139627"/>
                  </a:lnTo>
                  <a:lnTo>
                    <a:pt x="946166" y="1185165"/>
                  </a:lnTo>
                  <a:lnTo>
                    <a:pt x="930590" y="1208177"/>
                  </a:lnTo>
                  <a:lnTo>
                    <a:pt x="910203" y="1233277"/>
                  </a:lnTo>
                  <a:lnTo>
                    <a:pt x="887463" y="1252014"/>
                  </a:lnTo>
                  <a:lnTo>
                    <a:pt x="869427" y="1257283"/>
                  </a:lnTo>
                  <a:lnTo>
                    <a:pt x="853942" y="1259455"/>
                  </a:lnTo>
                  <a:lnTo>
                    <a:pt x="843540" y="1268983"/>
                  </a:lnTo>
                  <a:lnTo>
                    <a:pt x="834115" y="1296979"/>
                  </a:lnTo>
                  <a:lnTo>
                    <a:pt x="825413" y="1326389"/>
                  </a:lnTo>
                  <a:lnTo>
                    <a:pt x="796976" y="1362549"/>
                  </a:lnTo>
                  <a:lnTo>
                    <a:pt x="797735" y="1375141"/>
                  </a:lnTo>
                  <a:lnTo>
                    <a:pt x="808571" y="1418002"/>
                  </a:lnTo>
                  <a:lnTo>
                    <a:pt x="818720" y="1466805"/>
                  </a:lnTo>
                  <a:lnTo>
                    <a:pt x="810145" y="1512426"/>
                  </a:lnTo>
                  <a:lnTo>
                    <a:pt x="802801" y="1560320"/>
                  </a:lnTo>
                  <a:lnTo>
                    <a:pt x="789938" y="1592238"/>
                  </a:lnTo>
                  <a:lnTo>
                    <a:pt x="771559" y="1603635"/>
                  </a:lnTo>
                  <a:lnTo>
                    <a:pt x="758063" y="1597945"/>
                  </a:lnTo>
                  <a:lnTo>
                    <a:pt x="742795" y="1554159"/>
                  </a:lnTo>
                  <a:lnTo>
                    <a:pt x="742451" y="1544092"/>
                  </a:lnTo>
                  <a:lnTo>
                    <a:pt x="738652" y="1530708"/>
                  </a:lnTo>
                  <a:lnTo>
                    <a:pt x="695344" y="1517375"/>
                  </a:lnTo>
                  <a:lnTo>
                    <a:pt x="687692" y="1517864"/>
                  </a:lnTo>
                  <a:lnTo>
                    <a:pt x="670669" y="1510052"/>
                  </a:lnTo>
                  <a:lnTo>
                    <a:pt x="660683" y="1507847"/>
                  </a:lnTo>
                  <a:lnTo>
                    <a:pt x="640205" y="1503336"/>
                  </a:lnTo>
                  <a:lnTo>
                    <a:pt x="623182" y="1464700"/>
                  </a:lnTo>
                  <a:lnTo>
                    <a:pt x="605092" y="1432564"/>
                  </a:lnTo>
                  <a:lnTo>
                    <a:pt x="602523" y="1419130"/>
                  </a:lnTo>
                  <a:lnTo>
                    <a:pt x="603138" y="1359031"/>
                  </a:lnTo>
                  <a:lnTo>
                    <a:pt x="597603" y="1332298"/>
                  </a:lnTo>
                  <a:lnTo>
                    <a:pt x="595902" y="1303157"/>
                  </a:lnTo>
                  <a:lnTo>
                    <a:pt x="584523" y="1326860"/>
                  </a:lnTo>
                  <a:lnTo>
                    <a:pt x="591126" y="1364334"/>
                  </a:lnTo>
                  <a:lnTo>
                    <a:pt x="577088" y="1380057"/>
                  </a:lnTo>
                  <a:lnTo>
                    <a:pt x="559378" y="1387700"/>
                  </a:lnTo>
                  <a:lnTo>
                    <a:pt x="561042" y="1409652"/>
                  </a:lnTo>
                  <a:lnTo>
                    <a:pt x="568314" y="1413810"/>
                  </a:lnTo>
                  <a:lnTo>
                    <a:pt x="569834" y="1436604"/>
                  </a:lnTo>
                  <a:lnTo>
                    <a:pt x="565529" y="1470340"/>
                  </a:lnTo>
                  <a:lnTo>
                    <a:pt x="530669" y="1545354"/>
                  </a:lnTo>
                  <a:lnTo>
                    <a:pt x="523631" y="1553418"/>
                  </a:lnTo>
                  <a:lnTo>
                    <a:pt x="518856" y="1563552"/>
                  </a:lnTo>
                  <a:lnTo>
                    <a:pt x="501019" y="1556819"/>
                  </a:lnTo>
                  <a:lnTo>
                    <a:pt x="478134" y="1577710"/>
                  </a:lnTo>
                  <a:lnTo>
                    <a:pt x="456462" y="1581060"/>
                  </a:lnTo>
                  <a:lnTo>
                    <a:pt x="448611" y="1557425"/>
                  </a:lnTo>
                  <a:lnTo>
                    <a:pt x="418039" y="1526146"/>
                  </a:lnTo>
                  <a:lnTo>
                    <a:pt x="403603" y="1527897"/>
                  </a:lnTo>
                  <a:lnTo>
                    <a:pt x="416555" y="1543334"/>
                  </a:lnTo>
                  <a:lnTo>
                    <a:pt x="429327" y="1563401"/>
                  </a:lnTo>
                  <a:lnTo>
                    <a:pt x="422073" y="1576683"/>
                  </a:lnTo>
                  <a:lnTo>
                    <a:pt x="414945" y="1585353"/>
                  </a:lnTo>
                  <a:lnTo>
                    <a:pt x="402463" y="1589848"/>
                  </a:lnTo>
                  <a:lnTo>
                    <a:pt x="357798" y="1616109"/>
                  </a:lnTo>
                  <a:lnTo>
                    <a:pt x="373699" y="1633752"/>
                  </a:lnTo>
                  <a:lnTo>
                    <a:pt x="360204" y="1653785"/>
                  </a:lnTo>
                  <a:lnTo>
                    <a:pt x="344592" y="1656731"/>
                  </a:lnTo>
                  <a:lnTo>
                    <a:pt x="336271" y="1666091"/>
                  </a:lnTo>
                  <a:lnTo>
                    <a:pt x="333376" y="1678801"/>
                  </a:lnTo>
                  <a:lnTo>
                    <a:pt x="287119" y="1715012"/>
                  </a:lnTo>
                  <a:lnTo>
                    <a:pt x="211719" y="1807887"/>
                  </a:lnTo>
                  <a:lnTo>
                    <a:pt x="172970" y="1834132"/>
                  </a:lnTo>
                  <a:lnTo>
                    <a:pt x="145907" y="1861421"/>
                  </a:lnTo>
                  <a:lnTo>
                    <a:pt x="122064" y="1860747"/>
                  </a:lnTo>
                  <a:lnTo>
                    <a:pt x="115135" y="1866109"/>
                  </a:lnTo>
                  <a:lnTo>
                    <a:pt x="115135" y="877212"/>
                  </a:lnTo>
                  <a:lnTo>
                    <a:pt x="910693" y="877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827831" y="3135089"/>
              <a:ext cx="1314683" cy="914501"/>
            </a:xfrm>
            <a:custGeom>
              <a:avLst/>
              <a:pathLst>
                <a:path w="1314683" h="914501">
                  <a:moveTo>
                    <a:pt x="914400" y="914400"/>
                  </a:moveTo>
                  <a:lnTo>
                    <a:pt x="914978" y="824588"/>
                  </a:lnTo>
                  <a:lnTo>
                    <a:pt x="904775" y="811221"/>
                  </a:lnTo>
                  <a:lnTo>
                    <a:pt x="891588" y="806575"/>
                  </a:lnTo>
                  <a:lnTo>
                    <a:pt x="883375" y="812719"/>
                  </a:lnTo>
                  <a:lnTo>
                    <a:pt x="866496" y="812804"/>
                  </a:lnTo>
                  <a:lnTo>
                    <a:pt x="862951" y="792468"/>
                  </a:lnTo>
                  <a:lnTo>
                    <a:pt x="867075" y="777401"/>
                  </a:lnTo>
                  <a:lnTo>
                    <a:pt x="900995" y="767098"/>
                  </a:lnTo>
                  <a:lnTo>
                    <a:pt x="923354" y="753294"/>
                  </a:lnTo>
                  <a:lnTo>
                    <a:pt x="924349" y="728901"/>
                  </a:lnTo>
                  <a:lnTo>
                    <a:pt x="910221" y="709726"/>
                  </a:lnTo>
                  <a:lnTo>
                    <a:pt x="893306" y="674559"/>
                  </a:lnTo>
                  <a:lnTo>
                    <a:pt x="873425" y="641496"/>
                  </a:lnTo>
                  <a:lnTo>
                    <a:pt x="871272" y="603063"/>
                  </a:lnTo>
                  <a:lnTo>
                    <a:pt x="905825" y="603821"/>
                  </a:lnTo>
                  <a:lnTo>
                    <a:pt x="914291" y="605269"/>
                  </a:lnTo>
                  <a:lnTo>
                    <a:pt x="966698" y="623282"/>
                  </a:lnTo>
                  <a:lnTo>
                    <a:pt x="979506" y="635924"/>
                  </a:lnTo>
                  <a:lnTo>
                    <a:pt x="995625" y="636513"/>
                  </a:lnTo>
                  <a:lnTo>
                    <a:pt x="1024660" y="624746"/>
                  </a:lnTo>
                  <a:lnTo>
                    <a:pt x="1046350" y="619578"/>
                  </a:lnTo>
                  <a:lnTo>
                    <a:pt x="1054762" y="626834"/>
                  </a:lnTo>
                  <a:lnTo>
                    <a:pt x="1066575" y="629881"/>
                  </a:lnTo>
                  <a:lnTo>
                    <a:pt x="1069307" y="629881"/>
                  </a:lnTo>
                  <a:lnTo>
                    <a:pt x="1070446" y="636210"/>
                  </a:lnTo>
                  <a:lnTo>
                    <a:pt x="1097564" y="645368"/>
                  </a:lnTo>
                  <a:lnTo>
                    <a:pt x="1108960" y="659964"/>
                  </a:lnTo>
                  <a:lnTo>
                    <a:pt x="1121624" y="682152"/>
                  </a:lnTo>
                  <a:lnTo>
                    <a:pt x="1122854" y="714087"/>
                  </a:lnTo>
                  <a:lnTo>
                    <a:pt x="1106645" y="737066"/>
                  </a:lnTo>
                  <a:lnTo>
                    <a:pt x="1093186" y="751610"/>
                  </a:lnTo>
                  <a:lnTo>
                    <a:pt x="1144092" y="746106"/>
                  </a:lnTo>
                  <a:lnTo>
                    <a:pt x="1149157" y="759287"/>
                  </a:lnTo>
                  <a:lnTo>
                    <a:pt x="1156863" y="773512"/>
                  </a:lnTo>
                  <a:lnTo>
                    <a:pt x="1184288" y="763378"/>
                  </a:lnTo>
                  <a:lnTo>
                    <a:pt x="1253031" y="805464"/>
                  </a:lnTo>
                  <a:lnTo>
                    <a:pt x="1294603" y="784976"/>
                  </a:lnTo>
                  <a:lnTo>
                    <a:pt x="1305240" y="783781"/>
                  </a:lnTo>
                  <a:lnTo>
                    <a:pt x="1314683" y="817787"/>
                  </a:lnTo>
                  <a:lnTo>
                    <a:pt x="1304353" y="852045"/>
                  </a:lnTo>
                  <a:lnTo>
                    <a:pt x="1267703" y="888592"/>
                  </a:lnTo>
                  <a:lnTo>
                    <a:pt x="1275825" y="911117"/>
                  </a:lnTo>
                  <a:lnTo>
                    <a:pt x="1283746" y="914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2235513" y="3132025"/>
              <a:ext cx="922179" cy="917564"/>
            </a:xfrm>
            <a:custGeom>
              <a:avLst/>
              <a:pathLst>
                <a:path w="922179" h="917564">
                  <a:moveTo>
                    <a:pt x="914400" y="914400"/>
                  </a:moveTo>
                  <a:lnTo>
                    <a:pt x="922179" y="917564"/>
                  </a:lnTo>
                  <a:lnTo>
                    <a:pt x="891527" y="91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2345972" y="3096050"/>
              <a:ext cx="1308350" cy="953540"/>
            </a:xfrm>
            <a:custGeom>
              <a:avLst/>
              <a:pathLst>
                <a:path w="1308350" h="953540">
                  <a:moveTo>
                    <a:pt x="914400" y="914400"/>
                  </a:moveTo>
                  <a:lnTo>
                    <a:pt x="932128" y="903390"/>
                  </a:lnTo>
                  <a:lnTo>
                    <a:pt x="990487" y="895511"/>
                  </a:lnTo>
                  <a:lnTo>
                    <a:pt x="1001106" y="875663"/>
                  </a:lnTo>
                  <a:lnTo>
                    <a:pt x="1024750" y="855698"/>
                  </a:lnTo>
                  <a:lnTo>
                    <a:pt x="1039982" y="833897"/>
                  </a:lnTo>
                  <a:lnTo>
                    <a:pt x="1076452" y="792400"/>
                  </a:lnTo>
                  <a:lnTo>
                    <a:pt x="1114188" y="799875"/>
                  </a:lnTo>
                  <a:lnTo>
                    <a:pt x="1136222" y="807821"/>
                  </a:lnTo>
                  <a:lnTo>
                    <a:pt x="1160409" y="811827"/>
                  </a:lnTo>
                  <a:lnTo>
                    <a:pt x="1182425" y="856068"/>
                  </a:lnTo>
                  <a:lnTo>
                    <a:pt x="1238107" y="904972"/>
                  </a:lnTo>
                  <a:lnTo>
                    <a:pt x="1289266" y="900713"/>
                  </a:lnTo>
                  <a:lnTo>
                    <a:pt x="1307429" y="946974"/>
                  </a:lnTo>
                  <a:lnTo>
                    <a:pt x="1308350" y="953540"/>
                  </a:lnTo>
                  <a:lnTo>
                    <a:pt x="880553" y="953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2722684" y="3026440"/>
              <a:ext cx="914400" cy="938389"/>
            </a:xfrm>
            <a:custGeom>
              <a:avLst/>
              <a:pathLst>
                <a:path w="914400" h="938389">
                  <a:moveTo>
                    <a:pt x="914400" y="914400"/>
                  </a:moveTo>
                  <a:lnTo>
                    <a:pt x="909425" y="926217"/>
                  </a:lnTo>
                  <a:lnTo>
                    <a:pt x="888603" y="906555"/>
                  </a:lnTo>
                  <a:lnTo>
                    <a:pt x="867690" y="906824"/>
                  </a:lnTo>
                  <a:lnTo>
                    <a:pt x="855190" y="937109"/>
                  </a:lnTo>
                  <a:lnTo>
                    <a:pt x="845892" y="938389"/>
                  </a:lnTo>
                  <a:lnTo>
                    <a:pt x="813600" y="910881"/>
                  </a:lnTo>
                  <a:lnTo>
                    <a:pt x="808427" y="897464"/>
                  </a:lnTo>
                  <a:lnTo>
                    <a:pt x="807359" y="886303"/>
                  </a:lnTo>
                  <a:lnTo>
                    <a:pt x="811972" y="847668"/>
                  </a:lnTo>
                  <a:lnTo>
                    <a:pt x="811122" y="835513"/>
                  </a:lnTo>
                  <a:lnTo>
                    <a:pt x="821271" y="822231"/>
                  </a:lnTo>
                  <a:lnTo>
                    <a:pt x="822845" y="803040"/>
                  </a:lnTo>
                  <a:lnTo>
                    <a:pt x="840790" y="782805"/>
                  </a:lnTo>
                  <a:lnTo>
                    <a:pt x="856710" y="782047"/>
                  </a:lnTo>
                  <a:lnTo>
                    <a:pt x="861775" y="799185"/>
                  </a:lnTo>
                  <a:lnTo>
                    <a:pt x="869391" y="810986"/>
                  </a:lnTo>
                  <a:lnTo>
                    <a:pt x="896219" y="824217"/>
                  </a:lnTo>
                  <a:lnTo>
                    <a:pt x="900217" y="830227"/>
                  </a:lnTo>
                  <a:lnTo>
                    <a:pt x="902641" y="838544"/>
                  </a:lnTo>
                  <a:lnTo>
                    <a:pt x="890159" y="854839"/>
                  </a:lnTo>
                  <a:lnTo>
                    <a:pt x="885925" y="863189"/>
                  </a:lnTo>
                  <a:lnTo>
                    <a:pt x="889887" y="876573"/>
                  </a:lnTo>
                  <a:lnTo>
                    <a:pt x="909768" y="891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2748300" y="3122682"/>
              <a:ext cx="958345" cy="926907"/>
            </a:xfrm>
            <a:custGeom>
              <a:avLst/>
              <a:pathLst>
                <a:path w="958345" h="926907">
                  <a:moveTo>
                    <a:pt x="914399" y="914400"/>
                  </a:moveTo>
                  <a:lnTo>
                    <a:pt x="906006" y="906369"/>
                  </a:lnTo>
                  <a:lnTo>
                    <a:pt x="904757" y="894905"/>
                  </a:lnTo>
                  <a:lnTo>
                    <a:pt x="906114" y="883037"/>
                  </a:lnTo>
                  <a:lnTo>
                    <a:pt x="945225" y="914989"/>
                  </a:lnTo>
                  <a:lnTo>
                    <a:pt x="958345" y="926907"/>
                  </a:lnTo>
                  <a:lnTo>
                    <a:pt x="922742" y="926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2240144" y="2991761"/>
              <a:ext cx="942837" cy="914400"/>
            </a:xfrm>
            <a:custGeom>
              <a:avLst/>
              <a:pathLst>
                <a:path w="942837" h="914400">
                  <a:moveTo>
                    <a:pt x="914400" y="914400"/>
                  </a:moveTo>
                  <a:lnTo>
                    <a:pt x="903545" y="900612"/>
                  </a:lnTo>
                  <a:lnTo>
                    <a:pt x="892619" y="897111"/>
                  </a:lnTo>
                  <a:lnTo>
                    <a:pt x="898498" y="880108"/>
                  </a:lnTo>
                  <a:lnTo>
                    <a:pt x="906187" y="873930"/>
                  </a:lnTo>
                  <a:lnTo>
                    <a:pt x="933720" y="885007"/>
                  </a:lnTo>
                  <a:lnTo>
                    <a:pt x="942367" y="906689"/>
                  </a:lnTo>
                  <a:lnTo>
                    <a:pt x="942837" y="91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713192" y="2870721"/>
              <a:ext cx="978294" cy="914400"/>
            </a:xfrm>
            <a:custGeom>
              <a:avLst/>
              <a:pathLst>
                <a:path w="978294" h="914400">
                  <a:moveTo>
                    <a:pt x="914400" y="914400"/>
                  </a:moveTo>
                  <a:lnTo>
                    <a:pt x="916444" y="865714"/>
                  </a:lnTo>
                  <a:lnTo>
                    <a:pt x="936723" y="813847"/>
                  </a:lnTo>
                  <a:lnTo>
                    <a:pt x="945298" y="815009"/>
                  </a:lnTo>
                  <a:lnTo>
                    <a:pt x="936524" y="829015"/>
                  </a:lnTo>
                  <a:lnTo>
                    <a:pt x="933991" y="838830"/>
                  </a:lnTo>
                  <a:lnTo>
                    <a:pt x="930427" y="858442"/>
                  </a:lnTo>
                  <a:lnTo>
                    <a:pt x="932038" y="868627"/>
                  </a:lnTo>
                  <a:lnTo>
                    <a:pt x="978294" y="871421"/>
                  </a:lnTo>
                  <a:lnTo>
                    <a:pt x="972922" y="880512"/>
                  </a:lnTo>
                  <a:lnTo>
                    <a:pt x="926013" y="886640"/>
                  </a:lnTo>
                  <a:lnTo>
                    <a:pt x="918669" y="907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762145" y="2897925"/>
              <a:ext cx="921618" cy="914400"/>
            </a:xfrm>
            <a:custGeom>
              <a:avLst/>
              <a:pathLst>
                <a:path w="921618" h="914400">
                  <a:moveTo>
                    <a:pt x="914400" y="914400"/>
                  </a:moveTo>
                  <a:lnTo>
                    <a:pt x="896780" y="913406"/>
                  </a:lnTo>
                  <a:lnTo>
                    <a:pt x="886884" y="905460"/>
                  </a:lnTo>
                  <a:lnTo>
                    <a:pt x="890086" y="896993"/>
                  </a:lnTo>
                  <a:lnTo>
                    <a:pt x="899439" y="890528"/>
                  </a:lnTo>
                  <a:lnTo>
                    <a:pt x="907181" y="889535"/>
                  </a:lnTo>
                  <a:lnTo>
                    <a:pt x="918940" y="893525"/>
                  </a:lnTo>
                  <a:lnTo>
                    <a:pt x="921618" y="905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3883392" y="945535"/>
              <a:ext cx="914400" cy="1007258"/>
            </a:xfrm>
            <a:custGeom>
              <a:avLst/>
              <a:pathLst>
                <a:path w="914400" h="1007258">
                  <a:moveTo>
                    <a:pt x="914400" y="914400"/>
                  </a:moveTo>
                  <a:lnTo>
                    <a:pt x="914400" y="1003775"/>
                  </a:lnTo>
                  <a:lnTo>
                    <a:pt x="877314" y="1007258"/>
                  </a:lnTo>
                  <a:lnTo>
                    <a:pt x="867347" y="1001315"/>
                  </a:lnTo>
                  <a:lnTo>
                    <a:pt x="853689" y="955104"/>
                  </a:lnTo>
                  <a:lnTo>
                    <a:pt x="856402" y="943169"/>
                  </a:lnTo>
                  <a:lnTo>
                    <a:pt x="865592" y="938085"/>
                  </a:lnTo>
                  <a:lnTo>
                    <a:pt x="873461" y="936991"/>
                  </a:lnTo>
                  <a:lnTo>
                    <a:pt x="874619" y="961872"/>
                  </a:lnTo>
                  <a:lnTo>
                    <a:pt x="886179" y="959397"/>
                  </a:lnTo>
                  <a:lnTo>
                    <a:pt x="889797" y="943000"/>
                  </a:lnTo>
                  <a:lnTo>
                    <a:pt x="890611" y="931452"/>
                  </a:lnTo>
                  <a:lnTo>
                    <a:pt x="887481" y="925627"/>
                  </a:lnTo>
                  <a:lnTo>
                    <a:pt x="879630" y="921116"/>
                  </a:lnTo>
                  <a:lnTo>
                    <a:pt x="875089" y="913372"/>
                  </a:lnTo>
                  <a:lnTo>
                    <a:pt x="881620" y="900914"/>
                  </a:lnTo>
                  <a:lnTo>
                    <a:pt x="893704" y="895527"/>
                  </a:lnTo>
                  <a:lnTo>
                    <a:pt x="904124" y="912177"/>
                  </a:lnTo>
                  <a:lnTo>
                    <a:pt x="912464" y="914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3821795" y="1009775"/>
              <a:ext cx="914400" cy="924635"/>
            </a:xfrm>
            <a:custGeom>
              <a:avLst/>
              <a:pathLst>
                <a:path w="914400" h="924635">
                  <a:moveTo>
                    <a:pt x="914400" y="914400"/>
                  </a:moveTo>
                  <a:lnTo>
                    <a:pt x="907308" y="912464"/>
                  </a:lnTo>
                  <a:lnTo>
                    <a:pt x="901863" y="915107"/>
                  </a:lnTo>
                  <a:lnTo>
                    <a:pt x="898173" y="924635"/>
                  </a:lnTo>
                  <a:lnTo>
                    <a:pt x="890140" y="921217"/>
                  </a:lnTo>
                  <a:lnTo>
                    <a:pt x="886902" y="907565"/>
                  </a:lnTo>
                  <a:lnTo>
                    <a:pt x="892890" y="887128"/>
                  </a:lnTo>
                  <a:lnTo>
                    <a:pt x="907236" y="886353"/>
                  </a:lnTo>
                  <a:lnTo>
                    <a:pt x="913441" y="906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2507247" y="2554267"/>
              <a:ext cx="921292" cy="1228951"/>
            </a:xfrm>
            <a:custGeom>
              <a:avLst/>
              <a:pathLst>
                <a:path w="921292" h="1228951">
                  <a:moveTo>
                    <a:pt x="914400" y="914399"/>
                  </a:moveTo>
                  <a:lnTo>
                    <a:pt x="909587" y="924450"/>
                  </a:lnTo>
                  <a:lnTo>
                    <a:pt x="902514" y="931066"/>
                  </a:lnTo>
                  <a:lnTo>
                    <a:pt x="884008" y="938086"/>
                  </a:lnTo>
                  <a:lnTo>
                    <a:pt x="867980" y="947883"/>
                  </a:lnTo>
                  <a:lnTo>
                    <a:pt x="853689" y="965105"/>
                  </a:lnTo>
                  <a:lnTo>
                    <a:pt x="848424" y="989717"/>
                  </a:lnTo>
                  <a:lnTo>
                    <a:pt x="859604" y="1007730"/>
                  </a:lnTo>
                  <a:lnTo>
                    <a:pt x="879938" y="1017595"/>
                  </a:lnTo>
                  <a:lnTo>
                    <a:pt x="885111" y="1051886"/>
                  </a:lnTo>
                  <a:lnTo>
                    <a:pt x="868324" y="1068805"/>
                  </a:lnTo>
                  <a:lnTo>
                    <a:pt x="825251" y="1085690"/>
                  </a:lnTo>
                  <a:lnTo>
                    <a:pt x="820728" y="1126446"/>
                  </a:lnTo>
                  <a:lnTo>
                    <a:pt x="822121" y="1158566"/>
                  </a:lnTo>
                  <a:lnTo>
                    <a:pt x="821343" y="1181916"/>
                  </a:lnTo>
                  <a:lnTo>
                    <a:pt x="817924" y="1214221"/>
                  </a:lnTo>
                  <a:lnTo>
                    <a:pt x="783082" y="1228951"/>
                  </a:lnTo>
                  <a:lnTo>
                    <a:pt x="760596" y="1179744"/>
                  </a:lnTo>
                  <a:lnTo>
                    <a:pt x="760397" y="1160048"/>
                  </a:lnTo>
                  <a:lnTo>
                    <a:pt x="753685" y="1137052"/>
                  </a:lnTo>
                  <a:lnTo>
                    <a:pt x="752419" y="1117457"/>
                  </a:lnTo>
                  <a:lnTo>
                    <a:pt x="744459" y="1086111"/>
                  </a:lnTo>
                  <a:lnTo>
                    <a:pt x="711499" y="1077626"/>
                  </a:lnTo>
                  <a:lnTo>
                    <a:pt x="698709" y="1076515"/>
                  </a:lnTo>
                  <a:lnTo>
                    <a:pt x="680818" y="1082340"/>
                  </a:lnTo>
                  <a:lnTo>
                    <a:pt x="676386" y="1080067"/>
                  </a:lnTo>
                  <a:lnTo>
                    <a:pt x="654967" y="1037257"/>
                  </a:lnTo>
                  <a:lnTo>
                    <a:pt x="658494" y="990020"/>
                  </a:lnTo>
                  <a:lnTo>
                    <a:pt x="647061" y="966182"/>
                  </a:lnTo>
                  <a:lnTo>
                    <a:pt x="645488" y="955391"/>
                  </a:lnTo>
                  <a:lnTo>
                    <a:pt x="645759" y="943439"/>
                  </a:lnTo>
                  <a:lnTo>
                    <a:pt x="636370" y="933591"/>
                  </a:lnTo>
                  <a:lnTo>
                    <a:pt x="624973" y="928372"/>
                  </a:lnTo>
                  <a:lnTo>
                    <a:pt x="619438" y="901791"/>
                  </a:lnTo>
                  <a:lnTo>
                    <a:pt x="632535" y="895343"/>
                  </a:lnTo>
                  <a:lnTo>
                    <a:pt x="664917" y="898457"/>
                  </a:lnTo>
                  <a:lnTo>
                    <a:pt x="674378" y="896639"/>
                  </a:lnTo>
                  <a:lnTo>
                    <a:pt x="683043" y="891101"/>
                  </a:lnTo>
                  <a:lnTo>
                    <a:pt x="709238" y="847398"/>
                  </a:lnTo>
                  <a:lnTo>
                    <a:pt x="708478" y="837769"/>
                  </a:lnTo>
                  <a:lnTo>
                    <a:pt x="711282" y="825278"/>
                  </a:lnTo>
                  <a:lnTo>
                    <a:pt x="739629" y="820649"/>
                  </a:lnTo>
                  <a:lnTo>
                    <a:pt x="752256" y="837533"/>
                  </a:lnTo>
                  <a:lnTo>
                    <a:pt x="749724" y="864570"/>
                  </a:lnTo>
                  <a:lnTo>
                    <a:pt x="751334" y="899215"/>
                  </a:lnTo>
                  <a:lnTo>
                    <a:pt x="768501" y="908642"/>
                  </a:lnTo>
                  <a:lnTo>
                    <a:pt x="775195" y="910023"/>
                  </a:lnTo>
                  <a:lnTo>
                    <a:pt x="782340" y="884434"/>
                  </a:lnTo>
                  <a:lnTo>
                    <a:pt x="787352" y="871994"/>
                  </a:lnTo>
                  <a:lnTo>
                    <a:pt x="794153" y="865058"/>
                  </a:lnTo>
                  <a:lnTo>
                    <a:pt x="796469" y="841675"/>
                  </a:lnTo>
                  <a:lnTo>
                    <a:pt x="792435" y="827399"/>
                  </a:lnTo>
                  <a:lnTo>
                    <a:pt x="783842" y="816760"/>
                  </a:lnTo>
                  <a:lnTo>
                    <a:pt x="815934" y="787805"/>
                  </a:lnTo>
                  <a:lnTo>
                    <a:pt x="849148" y="764876"/>
                  </a:lnTo>
                  <a:lnTo>
                    <a:pt x="868468" y="763681"/>
                  </a:lnTo>
                  <a:lnTo>
                    <a:pt x="887915" y="769287"/>
                  </a:lnTo>
                  <a:lnTo>
                    <a:pt x="905988" y="777030"/>
                  </a:lnTo>
                  <a:lnTo>
                    <a:pt x="915792" y="783697"/>
                  </a:lnTo>
                  <a:lnTo>
                    <a:pt x="921292" y="794404"/>
                  </a:lnTo>
                  <a:lnTo>
                    <a:pt x="909171" y="819925"/>
                  </a:lnTo>
                  <a:lnTo>
                    <a:pt x="905807" y="833897"/>
                  </a:lnTo>
                  <a:lnTo>
                    <a:pt x="913947" y="87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980006" y="2761217"/>
              <a:ext cx="1136910" cy="1010386"/>
            </a:xfrm>
            <a:custGeom>
              <a:avLst/>
              <a:pathLst>
                <a:path w="1136910" h="1010386">
                  <a:moveTo>
                    <a:pt x="914400" y="1003753"/>
                  </a:moveTo>
                  <a:lnTo>
                    <a:pt x="902587" y="1000706"/>
                  </a:lnTo>
                  <a:lnTo>
                    <a:pt x="894175" y="993450"/>
                  </a:lnTo>
                  <a:lnTo>
                    <a:pt x="872484" y="998618"/>
                  </a:lnTo>
                  <a:lnTo>
                    <a:pt x="843449" y="1010386"/>
                  </a:lnTo>
                  <a:lnTo>
                    <a:pt x="827331" y="1009796"/>
                  </a:lnTo>
                  <a:lnTo>
                    <a:pt x="814523" y="997154"/>
                  </a:lnTo>
                  <a:lnTo>
                    <a:pt x="762116" y="979141"/>
                  </a:lnTo>
                  <a:lnTo>
                    <a:pt x="753649" y="977693"/>
                  </a:lnTo>
                  <a:lnTo>
                    <a:pt x="719025" y="976902"/>
                  </a:lnTo>
                  <a:lnTo>
                    <a:pt x="717378" y="948452"/>
                  </a:lnTo>
                  <a:lnTo>
                    <a:pt x="713091" y="927897"/>
                  </a:lnTo>
                  <a:lnTo>
                    <a:pt x="700989" y="897309"/>
                  </a:lnTo>
                  <a:lnTo>
                    <a:pt x="718934" y="889935"/>
                  </a:lnTo>
                  <a:lnTo>
                    <a:pt x="715461" y="830325"/>
                  </a:lnTo>
                  <a:lnTo>
                    <a:pt x="708948" y="799416"/>
                  </a:lnTo>
                  <a:lnTo>
                    <a:pt x="658820" y="767667"/>
                  </a:lnTo>
                  <a:lnTo>
                    <a:pt x="619329" y="736809"/>
                  </a:lnTo>
                  <a:lnTo>
                    <a:pt x="628447" y="632907"/>
                  </a:lnTo>
                  <a:lnTo>
                    <a:pt x="632336" y="604911"/>
                  </a:lnTo>
                  <a:lnTo>
                    <a:pt x="617357" y="550603"/>
                  </a:lnTo>
                  <a:lnTo>
                    <a:pt x="618913" y="488097"/>
                  </a:lnTo>
                  <a:lnTo>
                    <a:pt x="625226" y="389599"/>
                  </a:lnTo>
                  <a:lnTo>
                    <a:pt x="637781" y="385744"/>
                  </a:lnTo>
                  <a:lnTo>
                    <a:pt x="646989" y="386215"/>
                  </a:lnTo>
                  <a:lnTo>
                    <a:pt x="682500" y="403891"/>
                  </a:lnTo>
                  <a:lnTo>
                    <a:pt x="697280" y="405659"/>
                  </a:lnTo>
                  <a:lnTo>
                    <a:pt x="707411" y="421450"/>
                  </a:lnTo>
                  <a:lnTo>
                    <a:pt x="719278" y="427948"/>
                  </a:lnTo>
                  <a:lnTo>
                    <a:pt x="727871" y="411181"/>
                  </a:lnTo>
                  <a:lnTo>
                    <a:pt x="731217" y="382512"/>
                  </a:lnTo>
                  <a:lnTo>
                    <a:pt x="759366" y="345409"/>
                  </a:lnTo>
                  <a:lnTo>
                    <a:pt x="779084" y="331705"/>
                  </a:lnTo>
                  <a:lnTo>
                    <a:pt x="792525" y="325140"/>
                  </a:lnTo>
                  <a:lnTo>
                    <a:pt x="806093" y="340106"/>
                  </a:lnTo>
                  <a:lnTo>
                    <a:pt x="816477" y="356923"/>
                  </a:lnTo>
                  <a:lnTo>
                    <a:pt x="818937" y="320123"/>
                  </a:lnTo>
                  <a:lnTo>
                    <a:pt x="827313" y="250025"/>
                  </a:lnTo>
                  <a:lnTo>
                    <a:pt x="800557" y="239015"/>
                  </a:lnTo>
                  <a:lnTo>
                    <a:pt x="778759" y="248509"/>
                  </a:lnTo>
                  <a:lnTo>
                    <a:pt x="757141" y="292936"/>
                  </a:lnTo>
                  <a:lnTo>
                    <a:pt x="737857" y="348775"/>
                  </a:lnTo>
                  <a:lnTo>
                    <a:pt x="706578" y="353910"/>
                  </a:lnTo>
                  <a:lnTo>
                    <a:pt x="681614" y="369717"/>
                  </a:lnTo>
                  <a:lnTo>
                    <a:pt x="659073" y="353321"/>
                  </a:lnTo>
                  <a:lnTo>
                    <a:pt x="644547" y="338877"/>
                  </a:lnTo>
                  <a:lnTo>
                    <a:pt x="644185" y="317733"/>
                  </a:lnTo>
                  <a:lnTo>
                    <a:pt x="647477" y="304972"/>
                  </a:lnTo>
                  <a:lnTo>
                    <a:pt x="673962" y="259435"/>
                  </a:lnTo>
                  <a:lnTo>
                    <a:pt x="709437" y="215699"/>
                  </a:lnTo>
                  <a:lnTo>
                    <a:pt x="745183" y="216120"/>
                  </a:lnTo>
                  <a:lnTo>
                    <a:pt x="771251" y="202147"/>
                  </a:lnTo>
                  <a:lnTo>
                    <a:pt x="786827" y="200481"/>
                  </a:lnTo>
                  <a:lnTo>
                    <a:pt x="835454" y="203545"/>
                  </a:lnTo>
                  <a:lnTo>
                    <a:pt x="860418" y="193966"/>
                  </a:lnTo>
                  <a:lnTo>
                    <a:pt x="882778" y="173916"/>
                  </a:lnTo>
                  <a:lnTo>
                    <a:pt x="931097" y="89121"/>
                  </a:lnTo>
                  <a:lnTo>
                    <a:pt x="958359" y="53769"/>
                  </a:lnTo>
                  <a:lnTo>
                    <a:pt x="1013335" y="41328"/>
                  </a:lnTo>
                  <a:lnTo>
                    <a:pt x="1064133" y="521"/>
                  </a:lnTo>
                  <a:lnTo>
                    <a:pt x="1078334" y="0"/>
                  </a:lnTo>
                  <a:lnTo>
                    <a:pt x="1054436" y="30419"/>
                  </a:lnTo>
                  <a:lnTo>
                    <a:pt x="1050601" y="42187"/>
                  </a:lnTo>
                  <a:lnTo>
                    <a:pt x="1047707" y="60233"/>
                  </a:lnTo>
                  <a:lnTo>
                    <a:pt x="1064838" y="99424"/>
                  </a:lnTo>
                  <a:lnTo>
                    <a:pt x="1061220" y="123278"/>
                  </a:lnTo>
                  <a:lnTo>
                    <a:pt x="1062432" y="170213"/>
                  </a:lnTo>
                  <a:lnTo>
                    <a:pt x="1046278" y="194673"/>
                  </a:lnTo>
                  <a:lnTo>
                    <a:pt x="1028043" y="246708"/>
                  </a:lnTo>
                  <a:lnTo>
                    <a:pt x="1020191" y="254368"/>
                  </a:lnTo>
                  <a:lnTo>
                    <a:pt x="1018509" y="315107"/>
                  </a:lnTo>
                  <a:lnTo>
                    <a:pt x="1020300" y="329601"/>
                  </a:lnTo>
                  <a:lnTo>
                    <a:pt x="1017713" y="384902"/>
                  </a:lnTo>
                  <a:lnTo>
                    <a:pt x="1036400" y="407544"/>
                  </a:lnTo>
                  <a:lnTo>
                    <a:pt x="1056155" y="419379"/>
                  </a:lnTo>
                  <a:lnTo>
                    <a:pt x="1122040" y="418958"/>
                  </a:lnTo>
                  <a:lnTo>
                    <a:pt x="1128878" y="428907"/>
                  </a:lnTo>
                  <a:lnTo>
                    <a:pt x="1136910" y="446011"/>
                  </a:lnTo>
                  <a:lnTo>
                    <a:pt x="1131031" y="475051"/>
                  </a:lnTo>
                  <a:lnTo>
                    <a:pt x="1123993" y="496952"/>
                  </a:lnTo>
                  <a:lnTo>
                    <a:pt x="1104908" y="515403"/>
                  </a:lnTo>
                  <a:lnTo>
                    <a:pt x="1080414" y="529156"/>
                  </a:lnTo>
                  <a:lnTo>
                    <a:pt x="1065182" y="529762"/>
                  </a:lnTo>
                  <a:lnTo>
                    <a:pt x="1044432" y="503619"/>
                  </a:lnTo>
                  <a:lnTo>
                    <a:pt x="1034573" y="512103"/>
                  </a:lnTo>
                  <a:lnTo>
                    <a:pt x="1024388" y="525436"/>
                  </a:lnTo>
                  <a:lnTo>
                    <a:pt x="1007329" y="596982"/>
                  </a:lnTo>
                  <a:lnTo>
                    <a:pt x="999243" y="645314"/>
                  </a:lnTo>
                  <a:lnTo>
                    <a:pt x="994865" y="649236"/>
                  </a:lnTo>
                  <a:lnTo>
                    <a:pt x="985223" y="642115"/>
                  </a:lnTo>
                  <a:lnTo>
                    <a:pt x="968562" y="641560"/>
                  </a:lnTo>
                  <a:lnTo>
                    <a:pt x="947505" y="653024"/>
                  </a:lnTo>
                  <a:lnTo>
                    <a:pt x="958305" y="663276"/>
                  </a:lnTo>
                  <a:lnTo>
                    <a:pt x="969720" y="681087"/>
                  </a:lnTo>
                  <a:lnTo>
                    <a:pt x="965161" y="690009"/>
                  </a:lnTo>
                  <a:lnTo>
                    <a:pt x="946636" y="699656"/>
                  </a:lnTo>
                  <a:lnTo>
                    <a:pt x="930210" y="719167"/>
                  </a:lnTo>
                  <a:lnTo>
                    <a:pt x="923336" y="733931"/>
                  </a:lnTo>
                  <a:lnTo>
                    <a:pt x="902623" y="751405"/>
                  </a:lnTo>
                  <a:lnTo>
                    <a:pt x="889598" y="773559"/>
                  </a:lnTo>
                  <a:lnTo>
                    <a:pt x="895984" y="801016"/>
                  </a:lnTo>
                  <a:lnTo>
                    <a:pt x="898697" y="825123"/>
                  </a:lnTo>
                  <a:lnTo>
                    <a:pt x="904396" y="851755"/>
                  </a:lnTo>
                  <a:lnTo>
                    <a:pt x="899258" y="873017"/>
                  </a:lnTo>
                  <a:lnTo>
                    <a:pt x="873606" y="903521"/>
                  </a:lnTo>
                  <a:lnTo>
                    <a:pt x="864145" y="929968"/>
                  </a:lnTo>
                  <a:lnTo>
                    <a:pt x="886124" y="929631"/>
                  </a:lnTo>
                  <a:lnTo>
                    <a:pt x="899656" y="935742"/>
                  </a:lnTo>
                  <a:lnTo>
                    <a:pt x="907579" y="943553"/>
                  </a:lnTo>
                  <a:lnTo>
                    <a:pt x="915756" y="954630"/>
                  </a:lnTo>
                  <a:lnTo>
                    <a:pt x="910745" y="968316"/>
                  </a:lnTo>
                  <a:lnTo>
                    <a:pt x="917131" y="10037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2158177" y="2598171"/>
              <a:ext cx="938930" cy="1089831"/>
            </a:xfrm>
            <a:custGeom>
              <a:avLst/>
              <a:pathLst>
                <a:path w="938930" h="1089831">
                  <a:moveTo>
                    <a:pt x="914400" y="914400"/>
                  </a:moveTo>
                  <a:lnTo>
                    <a:pt x="923897" y="952765"/>
                  </a:lnTo>
                  <a:lnTo>
                    <a:pt x="938930" y="995676"/>
                  </a:lnTo>
                  <a:lnTo>
                    <a:pt x="932653" y="1013639"/>
                  </a:lnTo>
                  <a:lnTo>
                    <a:pt x="936922" y="1036651"/>
                  </a:lnTo>
                  <a:lnTo>
                    <a:pt x="932634" y="1060657"/>
                  </a:lnTo>
                  <a:lnTo>
                    <a:pt x="902731" y="1088569"/>
                  </a:lnTo>
                  <a:lnTo>
                    <a:pt x="869192" y="1089831"/>
                  </a:lnTo>
                  <a:lnTo>
                    <a:pt x="834332" y="1076347"/>
                  </a:lnTo>
                  <a:lnTo>
                    <a:pt x="785090" y="1050388"/>
                  </a:lnTo>
                  <a:lnTo>
                    <a:pt x="781128" y="1035809"/>
                  </a:lnTo>
                  <a:lnTo>
                    <a:pt x="774218" y="1027729"/>
                  </a:lnTo>
                  <a:lnTo>
                    <a:pt x="761048" y="983488"/>
                  </a:lnTo>
                  <a:lnTo>
                    <a:pt x="761356" y="928928"/>
                  </a:lnTo>
                  <a:lnTo>
                    <a:pt x="786103" y="922093"/>
                  </a:lnTo>
                  <a:lnTo>
                    <a:pt x="840175" y="896050"/>
                  </a:lnTo>
                  <a:lnTo>
                    <a:pt x="852675" y="900141"/>
                  </a:lnTo>
                  <a:lnTo>
                    <a:pt x="865719" y="913457"/>
                  </a:lnTo>
                  <a:lnTo>
                    <a:pt x="880733" y="914248"/>
                  </a:lnTo>
                  <a:lnTo>
                    <a:pt x="902532" y="895360"/>
                  </a:lnTo>
                  <a:lnTo>
                    <a:pt x="906675" y="896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2315924" y="2849173"/>
              <a:ext cx="956550" cy="983606"/>
            </a:xfrm>
            <a:custGeom>
              <a:avLst/>
              <a:pathLst>
                <a:path w="956550" h="983606">
                  <a:moveTo>
                    <a:pt x="914400" y="914400"/>
                  </a:moveTo>
                  <a:lnTo>
                    <a:pt x="936578" y="913171"/>
                  </a:lnTo>
                  <a:lnTo>
                    <a:pt x="951665" y="922042"/>
                  </a:lnTo>
                  <a:lnTo>
                    <a:pt x="955265" y="935746"/>
                  </a:lnTo>
                  <a:lnTo>
                    <a:pt x="956550" y="966165"/>
                  </a:lnTo>
                  <a:lnTo>
                    <a:pt x="940703" y="975037"/>
                  </a:lnTo>
                  <a:lnTo>
                    <a:pt x="923209" y="972024"/>
                  </a:lnTo>
                  <a:lnTo>
                    <a:pt x="899403" y="983606"/>
                  </a:lnTo>
                  <a:lnTo>
                    <a:pt x="821253" y="933877"/>
                  </a:lnTo>
                  <a:lnTo>
                    <a:pt x="822392" y="892414"/>
                  </a:lnTo>
                  <a:lnTo>
                    <a:pt x="825522" y="876135"/>
                  </a:lnTo>
                  <a:lnTo>
                    <a:pt x="862553" y="872263"/>
                  </a:lnTo>
                  <a:lnTo>
                    <a:pt x="881620" y="893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2158720" y="2878313"/>
              <a:ext cx="962809" cy="914399"/>
            </a:xfrm>
            <a:custGeom>
              <a:avLst/>
              <a:pathLst>
                <a:path w="962809" h="914399">
                  <a:moveTo>
                    <a:pt x="914400" y="914399"/>
                  </a:moveTo>
                  <a:lnTo>
                    <a:pt x="903238" y="886471"/>
                  </a:lnTo>
                  <a:lnTo>
                    <a:pt x="901791" y="877734"/>
                  </a:lnTo>
                  <a:lnTo>
                    <a:pt x="914906" y="859856"/>
                  </a:lnTo>
                  <a:lnTo>
                    <a:pt x="923390" y="839604"/>
                  </a:lnTo>
                  <a:lnTo>
                    <a:pt x="945334" y="808511"/>
                  </a:lnTo>
                  <a:lnTo>
                    <a:pt x="957979" y="772081"/>
                  </a:lnTo>
                  <a:lnTo>
                    <a:pt x="962809" y="772654"/>
                  </a:lnTo>
                  <a:lnTo>
                    <a:pt x="957201" y="805093"/>
                  </a:lnTo>
                  <a:lnTo>
                    <a:pt x="928383" y="895579"/>
                  </a:lnTo>
                  <a:lnTo>
                    <a:pt x="922612" y="912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2496103" y="2807356"/>
              <a:ext cx="921473" cy="934533"/>
            </a:xfrm>
            <a:custGeom>
              <a:avLst/>
              <a:pathLst>
                <a:path w="921473" h="934533">
                  <a:moveTo>
                    <a:pt x="914400" y="914400"/>
                  </a:moveTo>
                  <a:lnTo>
                    <a:pt x="885962" y="910629"/>
                  </a:lnTo>
                  <a:lnTo>
                    <a:pt x="853906" y="934533"/>
                  </a:lnTo>
                  <a:lnTo>
                    <a:pt x="841749" y="926975"/>
                  </a:lnTo>
                  <a:lnTo>
                    <a:pt x="846344" y="911706"/>
                  </a:lnTo>
                  <a:lnTo>
                    <a:pt x="849691" y="906151"/>
                  </a:lnTo>
                  <a:lnTo>
                    <a:pt x="860472" y="899669"/>
                  </a:lnTo>
                  <a:lnTo>
                    <a:pt x="867672" y="890192"/>
                  </a:lnTo>
                  <a:lnTo>
                    <a:pt x="870494" y="875360"/>
                  </a:lnTo>
                  <a:lnTo>
                    <a:pt x="877170" y="883357"/>
                  </a:lnTo>
                  <a:lnTo>
                    <a:pt x="897015" y="886707"/>
                  </a:lnTo>
                  <a:lnTo>
                    <a:pt x="906711" y="891437"/>
                  </a:lnTo>
                  <a:lnTo>
                    <a:pt x="914816" y="898390"/>
                  </a:lnTo>
                  <a:lnTo>
                    <a:pt x="921473" y="9092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2507319" y="2599417"/>
              <a:ext cx="931839" cy="914399"/>
            </a:xfrm>
            <a:custGeom>
              <a:avLst/>
              <a:pathLst>
                <a:path w="931839" h="914399">
                  <a:moveTo>
                    <a:pt x="914400" y="914399"/>
                  </a:moveTo>
                  <a:lnTo>
                    <a:pt x="910564" y="913625"/>
                  </a:lnTo>
                  <a:lnTo>
                    <a:pt x="904902" y="893508"/>
                  </a:lnTo>
                  <a:lnTo>
                    <a:pt x="914092" y="881269"/>
                  </a:lnTo>
                  <a:lnTo>
                    <a:pt x="919519" y="870882"/>
                  </a:lnTo>
                  <a:lnTo>
                    <a:pt x="923372" y="871185"/>
                  </a:lnTo>
                  <a:lnTo>
                    <a:pt x="928637" y="882414"/>
                  </a:lnTo>
                  <a:lnTo>
                    <a:pt x="931839" y="899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2108248" y="2846564"/>
              <a:ext cx="930626" cy="914400"/>
            </a:xfrm>
            <a:custGeom>
              <a:avLst/>
              <a:pathLst>
                <a:path w="930626" h="914400">
                  <a:moveTo>
                    <a:pt x="914400" y="914400"/>
                  </a:moveTo>
                  <a:lnTo>
                    <a:pt x="900181" y="906891"/>
                  </a:lnTo>
                  <a:lnTo>
                    <a:pt x="877043" y="878609"/>
                  </a:lnTo>
                  <a:lnTo>
                    <a:pt x="874131" y="871101"/>
                  </a:lnTo>
                  <a:lnTo>
                    <a:pt x="886287" y="875899"/>
                  </a:lnTo>
                  <a:lnTo>
                    <a:pt x="901375" y="890680"/>
                  </a:lnTo>
                  <a:lnTo>
                    <a:pt x="913730" y="893828"/>
                  </a:lnTo>
                  <a:lnTo>
                    <a:pt x="930626" y="906336"/>
                  </a:lnTo>
                  <a:lnTo>
                    <a:pt x="926828" y="910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2023007" y="2834392"/>
              <a:ext cx="933684" cy="914399"/>
            </a:xfrm>
            <a:custGeom>
              <a:avLst/>
              <a:pathLst>
                <a:path w="933684" h="914399">
                  <a:moveTo>
                    <a:pt x="914400" y="914399"/>
                  </a:moveTo>
                  <a:lnTo>
                    <a:pt x="904540" y="906066"/>
                  </a:lnTo>
                  <a:lnTo>
                    <a:pt x="886450" y="902834"/>
                  </a:lnTo>
                  <a:lnTo>
                    <a:pt x="879956" y="849772"/>
                  </a:lnTo>
                  <a:lnTo>
                    <a:pt x="881819" y="846624"/>
                  </a:lnTo>
                  <a:lnTo>
                    <a:pt x="890918" y="850344"/>
                  </a:lnTo>
                  <a:lnTo>
                    <a:pt x="922124" y="875091"/>
                  </a:lnTo>
                  <a:lnTo>
                    <a:pt x="933032" y="902178"/>
                  </a:lnTo>
                  <a:lnTo>
                    <a:pt x="933684" y="909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2140304" y="2526642"/>
              <a:ext cx="927623" cy="914400"/>
            </a:xfrm>
            <a:custGeom>
              <a:avLst/>
              <a:pathLst>
                <a:path w="927623" h="914400">
                  <a:moveTo>
                    <a:pt x="914400" y="914400"/>
                  </a:moveTo>
                  <a:lnTo>
                    <a:pt x="902659" y="907952"/>
                  </a:lnTo>
                  <a:lnTo>
                    <a:pt x="901429" y="885646"/>
                  </a:lnTo>
                  <a:lnTo>
                    <a:pt x="905879" y="865613"/>
                  </a:lnTo>
                  <a:lnTo>
                    <a:pt x="900651" y="847701"/>
                  </a:lnTo>
                  <a:lnTo>
                    <a:pt x="906404" y="836187"/>
                  </a:lnTo>
                  <a:lnTo>
                    <a:pt x="922920" y="863004"/>
                  </a:lnTo>
                  <a:lnTo>
                    <a:pt x="927623" y="875613"/>
                  </a:lnTo>
                  <a:lnTo>
                    <a:pt x="921256" y="890680"/>
                  </a:lnTo>
                  <a:lnTo>
                    <a:pt x="917547" y="908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2218309" y="2021895"/>
              <a:ext cx="944610" cy="914400"/>
            </a:xfrm>
            <a:custGeom>
              <a:avLst/>
              <a:pathLst>
                <a:path w="944610" h="914400">
                  <a:moveTo>
                    <a:pt x="914400" y="914400"/>
                  </a:moveTo>
                  <a:lnTo>
                    <a:pt x="888910" y="902969"/>
                  </a:lnTo>
                  <a:lnTo>
                    <a:pt x="900162" y="886993"/>
                  </a:lnTo>
                  <a:lnTo>
                    <a:pt x="928166" y="879636"/>
                  </a:lnTo>
                  <a:lnTo>
                    <a:pt x="944610" y="882061"/>
                  </a:lnTo>
                  <a:lnTo>
                    <a:pt x="926520" y="897919"/>
                  </a:lnTo>
                  <a:lnTo>
                    <a:pt x="921943" y="906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2966577" y="2788720"/>
              <a:ext cx="930391" cy="914400"/>
            </a:xfrm>
            <a:custGeom>
              <a:avLst/>
              <a:pathLst>
                <a:path w="930391" h="914400">
                  <a:moveTo>
                    <a:pt x="914400" y="914400"/>
                  </a:moveTo>
                  <a:lnTo>
                    <a:pt x="883791" y="904737"/>
                  </a:lnTo>
                  <a:lnTo>
                    <a:pt x="846489" y="880848"/>
                  </a:lnTo>
                  <a:lnTo>
                    <a:pt x="851952" y="834032"/>
                  </a:lnTo>
                  <a:lnTo>
                    <a:pt x="861522" y="813797"/>
                  </a:lnTo>
                  <a:lnTo>
                    <a:pt x="929559" y="866270"/>
                  </a:lnTo>
                  <a:lnTo>
                    <a:pt x="930391" y="886050"/>
                  </a:lnTo>
                  <a:lnTo>
                    <a:pt x="921238" y="9085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3424205" y="3385721"/>
              <a:ext cx="117405" cy="117405"/>
            </a:xfrm>
            <a:prstGeom prst="ellipse">
              <a:avLst/>
            </a:prstGeom>
            <a:solidFill>
              <a:srgbClr val="F0F9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3177166" y="2593700"/>
              <a:ext cx="117405" cy="117405"/>
            </a:xfrm>
            <a:prstGeom prst="ellipse">
              <a:avLst/>
            </a:prstGeom>
            <a:solidFill>
              <a:srgbClr val="CBE98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3359280" y="3233464"/>
              <a:ext cx="117405" cy="117405"/>
            </a:xfrm>
            <a:prstGeom prst="ellipse">
              <a:avLst/>
            </a:prstGeom>
            <a:solidFill>
              <a:srgbClr val="E0F29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3093313" y="2309346"/>
              <a:ext cx="117405" cy="117405"/>
            </a:xfrm>
            <a:prstGeom prst="ellipse">
              <a:avLst/>
            </a:prstGeom>
            <a:solidFill>
              <a:srgbClr val="CFEA8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4133456" y="2716913"/>
              <a:ext cx="117405" cy="117405"/>
            </a:xfrm>
            <a:prstGeom prst="ellipse">
              <a:avLst/>
            </a:prstGeom>
            <a:solidFill>
              <a:srgbClr val="B8E07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4063301" y="3075721"/>
              <a:ext cx="117405" cy="117405"/>
            </a:xfrm>
            <a:prstGeom prst="ellipse">
              <a:avLst/>
            </a:prstGeom>
            <a:solidFill>
              <a:srgbClr val="E5F49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4568420" y="1979213"/>
              <a:ext cx="117405" cy="117405"/>
            </a:xfrm>
            <a:prstGeom prst="ellipse">
              <a:avLst/>
            </a:prstGeom>
            <a:solidFill>
              <a:srgbClr val="CFEB8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3439204" y="3509599"/>
              <a:ext cx="117405" cy="117405"/>
            </a:xfrm>
            <a:prstGeom prst="ellipse">
              <a:avLst/>
            </a:prstGeom>
            <a:solidFill>
              <a:srgbClr val="FCFEB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g9120"/>
            <p:cNvSpPr/>
            <p:nvPr/>
          </p:nvSpPr>
          <p:spPr>
            <a:xfrm>
              <a:off x="3069013" y="3040314"/>
              <a:ext cx="410565" cy="191749"/>
            </a:xfrm>
            <a:custGeom>
              <a:avLst/>
              <a:pathLst>
                <a:path w="410565" h="191749">
                  <a:moveTo>
                    <a:pt x="27431" y="191749"/>
                  </a:moveTo>
                  <a:lnTo>
                    <a:pt x="383133" y="191749"/>
                  </a:lnTo>
                  <a:lnTo>
                    <a:pt x="382029" y="191727"/>
                  </a:lnTo>
                  <a:lnTo>
                    <a:pt x="386440" y="191549"/>
                  </a:lnTo>
                  <a:lnTo>
                    <a:pt x="390765" y="190666"/>
                  </a:lnTo>
                  <a:lnTo>
                    <a:pt x="394893" y="189101"/>
                  </a:lnTo>
                  <a:lnTo>
                    <a:pt x="398716" y="186893"/>
                  </a:lnTo>
                  <a:lnTo>
                    <a:pt x="402136" y="184101"/>
                  </a:lnTo>
                  <a:lnTo>
                    <a:pt x="405063" y="180797"/>
                  </a:lnTo>
                  <a:lnTo>
                    <a:pt x="407423" y="177065"/>
                  </a:lnTo>
                  <a:lnTo>
                    <a:pt x="409153" y="173004"/>
                  </a:lnTo>
                  <a:lnTo>
                    <a:pt x="410210" y="168718"/>
                  </a:lnTo>
                  <a:lnTo>
                    <a:pt x="410565" y="164317"/>
                  </a:lnTo>
                  <a:lnTo>
                    <a:pt x="410565" y="27431"/>
                  </a:lnTo>
                  <a:lnTo>
                    <a:pt x="410210" y="23031"/>
                  </a:lnTo>
                  <a:lnTo>
                    <a:pt x="409153" y="18745"/>
                  </a:lnTo>
                  <a:lnTo>
                    <a:pt x="407423" y="14683"/>
                  </a:lnTo>
                  <a:lnTo>
                    <a:pt x="405063" y="10952"/>
                  </a:lnTo>
                  <a:lnTo>
                    <a:pt x="402136" y="7647"/>
                  </a:lnTo>
                  <a:lnTo>
                    <a:pt x="398716" y="4855"/>
                  </a:lnTo>
                  <a:lnTo>
                    <a:pt x="394893" y="2648"/>
                  </a:lnTo>
                  <a:lnTo>
                    <a:pt x="390765" y="1083"/>
                  </a:lnTo>
                  <a:lnTo>
                    <a:pt x="386440" y="200"/>
                  </a:lnTo>
                  <a:lnTo>
                    <a:pt x="38313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tx9121"/>
            <p:cNvSpPr/>
            <p:nvPr/>
          </p:nvSpPr>
          <p:spPr>
            <a:xfrm>
              <a:off x="3114733" y="3086034"/>
              <a:ext cx="319125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9122" name="pg9122"/>
            <p:cNvSpPr/>
            <p:nvPr/>
          </p:nvSpPr>
          <p:spPr>
            <a:xfrm>
              <a:off x="3554676" y="3323420"/>
              <a:ext cx="379475" cy="191749"/>
            </a:xfrm>
            <a:custGeom>
              <a:avLst/>
              <a:pathLst>
                <a:path w="379475" h="191749">
                  <a:moveTo>
                    <a:pt x="27431" y="191749"/>
                  </a:moveTo>
                  <a:lnTo>
                    <a:pt x="352044" y="191749"/>
                  </a:lnTo>
                  <a:lnTo>
                    <a:pt x="350939" y="191727"/>
                  </a:lnTo>
                  <a:lnTo>
                    <a:pt x="355350" y="191549"/>
                  </a:lnTo>
                  <a:lnTo>
                    <a:pt x="359676" y="190666"/>
                  </a:lnTo>
                  <a:lnTo>
                    <a:pt x="363803" y="189101"/>
                  </a:lnTo>
                  <a:lnTo>
                    <a:pt x="367627" y="186893"/>
                  </a:lnTo>
                  <a:lnTo>
                    <a:pt x="371046" y="184101"/>
                  </a:lnTo>
                  <a:lnTo>
                    <a:pt x="373974" y="180797"/>
                  </a:lnTo>
                  <a:lnTo>
                    <a:pt x="376333" y="177065"/>
                  </a:lnTo>
                  <a:lnTo>
                    <a:pt x="378064" y="173004"/>
                  </a:lnTo>
                  <a:lnTo>
                    <a:pt x="379120" y="168718"/>
                  </a:lnTo>
                  <a:lnTo>
                    <a:pt x="379475" y="164317"/>
                  </a:lnTo>
                  <a:lnTo>
                    <a:pt x="379475" y="27432"/>
                  </a:lnTo>
                  <a:lnTo>
                    <a:pt x="379120" y="23031"/>
                  </a:lnTo>
                  <a:lnTo>
                    <a:pt x="378064" y="18745"/>
                  </a:lnTo>
                  <a:lnTo>
                    <a:pt x="376333" y="14683"/>
                  </a:lnTo>
                  <a:lnTo>
                    <a:pt x="373974" y="10952"/>
                  </a:lnTo>
                  <a:lnTo>
                    <a:pt x="371046" y="7647"/>
                  </a:lnTo>
                  <a:lnTo>
                    <a:pt x="367627" y="4855"/>
                  </a:lnTo>
                  <a:lnTo>
                    <a:pt x="363803" y="2648"/>
                  </a:lnTo>
                  <a:lnTo>
                    <a:pt x="359676" y="1083"/>
                  </a:lnTo>
                  <a:lnTo>
                    <a:pt x="355350" y="200"/>
                  </a:lnTo>
                  <a:lnTo>
                    <a:pt x="35204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tx9123"/>
            <p:cNvSpPr/>
            <p:nvPr/>
          </p:nvSpPr>
          <p:spPr>
            <a:xfrm>
              <a:off x="3600396" y="3369140"/>
              <a:ext cx="28803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9124" name="pg9124"/>
            <p:cNvSpPr/>
            <p:nvPr/>
          </p:nvSpPr>
          <p:spPr>
            <a:xfrm>
              <a:off x="3207314" y="2711873"/>
              <a:ext cx="343082" cy="191749"/>
            </a:xfrm>
            <a:custGeom>
              <a:avLst/>
              <a:pathLst>
                <a:path w="343082" h="191749">
                  <a:moveTo>
                    <a:pt x="27431" y="191749"/>
                  </a:moveTo>
                  <a:lnTo>
                    <a:pt x="315650" y="191749"/>
                  </a:lnTo>
                  <a:lnTo>
                    <a:pt x="314546" y="191727"/>
                  </a:lnTo>
                  <a:lnTo>
                    <a:pt x="318957" y="191549"/>
                  </a:lnTo>
                  <a:lnTo>
                    <a:pt x="323282" y="190666"/>
                  </a:lnTo>
                  <a:lnTo>
                    <a:pt x="327410" y="189101"/>
                  </a:lnTo>
                  <a:lnTo>
                    <a:pt x="331234" y="186893"/>
                  </a:lnTo>
                  <a:lnTo>
                    <a:pt x="334653" y="184101"/>
                  </a:lnTo>
                  <a:lnTo>
                    <a:pt x="337581" y="180797"/>
                  </a:lnTo>
                  <a:lnTo>
                    <a:pt x="339940" y="177065"/>
                  </a:lnTo>
                  <a:lnTo>
                    <a:pt x="341671" y="173004"/>
                  </a:lnTo>
                  <a:lnTo>
                    <a:pt x="342727" y="168718"/>
                  </a:lnTo>
                  <a:lnTo>
                    <a:pt x="343082" y="164317"/>
                  </a:lnTo>
                  <a:lnTo>
                    <a:pt x="343082" y="27432"/>
                  </a:lnTo>
                  <a:lnTo>
                    <a:pt x="342727" y="23031"/>
                  </a:lnTo>
                  <a:lnTo>
                    <a:pt x="341671" y="18745"/>
                  </a:lnTo>
                  <a:lnTo>
                    <a:pt x="339940" y="14683"/>
                  </a:lnTo>
                  <a:lnTo>
                    <a:pt x="337581" y="10952"/>
                  </a:lnTo>
                  <a:lnTo>
                    <a:pt x="334653" y="7647"/>
                  </a:lnTo>
                  <a:lnTo>
                    <a:pt x="331234" y="4855"/>
                  </a:lnTo>
                  <a:lnTo>
                    <a:pt x="327410" y="2648"/>
                  </a:lnTo>
                  <a:lnTo>
                    <a:pt x="323282" y="1083"/>
                  </a:lnTo>
                  <a:lnTo>
                    <a:pt x="318957" y="200"/>
                  </a:lnTo>
                  <a:lnTo>
                    <a:pt x="31565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tx9125"/>
            <p:cNvSpPr/>
            <p:nvPr/>
          </p:nvSpPr>
          <p:spPr>
            <a:xfrm>
              <a:off x="3253034" y="2757593"/>
              <a:ext cx="251642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9126" name="pg9126"/>
            <p:cNvSpPr/>
            <p:nvPr/>
          </p:nvSpPr>
          <p:spPr>
            <a:xfrm>
              <a:off x="2850272" y="2427532"/>
              <a:ext cx="317296" cy="191749"/>
            </a:xfrm>
            <a:custGeom>
              <a:avLst/>
              <a:pathLst>
                <a:path w="317296" h="191749">
                  <a:moveTo>
                    <a:pt x="27431" y="191749"/>
                  </a:moveTo>
                  <a:lnTo>
                    <a:pt x="289864" y="191749"/>
                  </a:lnTo>
                  <a:lnTo>
                    <a:pt x="288760" y="191727"/>
                  </a:lnTo>
                  <a:lnTo>
                    <a:pt x="293171" y="191549"/>
                  </a:lnTo>
                  <a:lnTo>
                    <a:pt x="297496" y="190666"/>
                  </a:lnTo>
                  <a:lnTo>
                    <a:pt x="301624" y="189101"/>
                  </a:lnTo>
                  <a:lnTo>
                    <a:pt x="305447" y="186893"/>
                  </a:lnTo>
                  <a:lnTo>
                    <a:pt x="308867" y="184101"/>
                  </a:lnTo>
                  <a:lnTo>
                    <a:pt x="311795" y="180797"/>
                  </a:lnTo>
                  <a:lnTo>
                    <a:pt x="314154" y="177065"/>
                  </a:lnTo>
                  <a:lnTo>
                    <a:pt x="315885" y="173004"/>
                  </a:lnTo>
                  <a:lnTo>
                    <a:pt x="316941" y="168718"/>
                  </a:lnTo>
                  <a:lnTo>
                    <a:pt x="317296" y="164317"/>
                  </a:lnTo>
                  <a:lnTo>
                    <a:pt x="317296" y="27432"/>
                  </a:lnTo>
                  <a:lnTo>
                    <a:pt x="316941" y="23031"/>
                  </a:lnTo>
                  <a:lnTo>
                    <a:pt x="315885" y="18745"/>
                  </a:lnTo>
                  <a:lnTo>
                    <a:pt x="314154" y="14683"/>
                  </a:lnTo>
                  <a:lnTo>
                    <a:pt x="311795" y="10952"/>
                  </a:lnTo>
                  <a:lnTo>
                    <a:pt x="308867" y="7647"/>
                  </a:lnTo>
                  <a:lnTo>
                    <a:pt x="305447" y="4855"/>
                  </a:lnTo>
                  <a:lnTo>
                    <a:pt x="301624" y="2648"/>
                  </a:lnTo>
                  <a:lnTo>
                    <a:pt x="297496" y="1083"/>
                  </a:lnTo>
                  <a:lnTo>
                    <a:pt x="293171" y="200"/>
                  </a:lnTo>
                  <a:lnTo>
                    <a:pt x="28986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tx9127"/>
            <p:cNvSpPr/>
            <p:nvPr/>
          </p:nvSpPr>
          <p:spPr>
            <a:xfrm>
              <a:off x="2895992" y="2473252"/>
              <a:ext cx="22585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9128" name="pg9128"/>
            <p:cNvSpPr/>
            <p:nvPr/>
          </p:nvSpPr>
          <p:spPr>
            <a:xfrm>
              <a:off x="4499288" y="1786397"/>
              <a:ext cx="363931" cy="191749"/>
            </a:xfrm>
            <a:custGeom>
              <a:avLst/>
              <a:pathLst>
                <a:path w="363931" h="191749">
                  <a:moveTo>
                    <a:pt x="27431" y="191749"/>
                  </a:moveTo>
                  <a:lnTo>
                    <a:pt x="336499" y="191749"/>
                  </a:lnTo>
                  <a:lnTo>
                    <a:pt x="335394" y="191727"/>
                  </a:lnTo>
                  <a:lnTo>
                    <a:pt x="339805" y="191549"/>
                  </a:lnTo>
                  <a:lnTo>
                    <a:pt x="344131" y="190666"/>
                  </a:lnTo>
                  <a:lnTo>
                    <a:pt x="348259" y="189101"/>
                  </a:lnTo>
                  <a:lnTo>
                    <a:pt x="352082" y="186893"/>
                  </a:lnTo>
                  <a:lnTo>
                    <a:pt x="355502" y="184101"/>
                  </a:lnTo>
                  <a:lnTo>
                    <a:pt x="358429" y="180797"/>
                  </a:lnTo>
                  <a:lnTo>
                    <a:pt x="360789" y="177065"/>
                  </a:lnTo>
                  <a:lnTo>
                    <a:pt x="362519" y="173004"/>
                  </a:lnTo>
                  <a:lnTo>
                    <a:pt x="363575" y="168718"/>
                  </a:lnTo>
                  <a:lnTo>
                    <a:pt x="363931" y="164317"/>
                  </a:lnTo>
                  <a:lnTo>
                    <a:pt x="363931" y="27432"/>
                  </a:lnTo>
                  <a:lnTo>
                    <a:pt x="363575" y="23031"/>
                  </a:lnTo>
                  <a:lnTo>
                    <a:pt x="362519" y="18745"/>
                  </a:lnTo>
                  <a:lnTo>
                    <a:pt x="360789" y="14683"/>
                  </a:lnTo>
                  <a:lnTo>
                    <a:pt x="358429" y="10952"/>
                  </a:lnTo>
                  <a:lnTo>
                    <a:pt x="355502" y="7647"/>
                  </a:lnTo>
                  <a:lnTo>
                    <a:pt x="352082" y="4855"/>
                  </a:lnTo>
                  <a:lnTo>
                    <a:pt x="348259" y="2648"/>
                  </a:lnTo>
                  <a:lnTo>
                    <a:pt x="344131" y="1083"/>
                  </a:lnTo>
                  <a:lnTo>
                    <a:pt x="339805" y="200"/>
                  </a:lnTo>
                  <a:lnTo>
                    <a:pt x="33649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tx9129"/>
            <p:cNvSpPr/>
            <p:nvPr/>
          </p:nvSpPr>
          <p:spPr>
            <a:xfrm>
              <a:off x="4545008" y="1832117"/>
              <a:ext cx="27249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9130" name="pg9130"/>
            <p:cNvSpPr/>
            <p:nvPr/>
          </p:nvSpPr>
          <p:spPr>
            <a:xfrm>
              <a:off x="3847900" y="2524517"/>
              <a:ext cx="402701" cy="191749"/>
            </a:xfrm>
            <a:custGeom>
              <a:avLst/>
              <a:pathLst>
                <a:path w="402701" h="191749">
                  <a:moveTo>
                    <a:pt x="27431" y="191749"/>
                  </a:moveTo>
                  <a:lnTo>
                    <a:pt x="375269" y="191749"/>
                  </a:lnTo>
                  <a:lnTo>
                    <a:pt x="374165" y="191727"/>
                  </a:lnTo>
                  <a:lnTo>
                    <a:pt x="378576" y="191549"/>
                  </a:lnTo>
                  <a:lnTo>
                    <a:pt x="382901" y="190666"/>
                  </a:lnTo>
                  <a:lnTo>
                    <a:pt x="387029" y="189101"/>
                  </a:lnTo>
                  <a:lnTo>
                    <a:pt x="390852" y="186893"/>
                  </a:lnTo>
                  <a:lnTo>
                    <a:pt x="394272" y="184101"/>
                  </a:lnTo>
                  <a:lnTo>
                    <a:pt x="397200" y="180797"/>
                  </a:lnTo>
                  <a:lnTo>
                    <a:pt x="399559" y="177065"/>
                  </a:lnTo>
                  <a:lnTo>
                    <a:pt x="401290" y="173004"/>
                  </a:lnTo>
                  <a:lnTo>
                    <a:pt x="402346" y="168718"/>
                  </a:lnTo>
                  <a:lnTo>
                    <a:pt x="402701" y="164317"/>
                  </a:lnTo>
                  <a:lnTo>
                    <a:pt x="402701" y="27432"/>
                  </a:lnTo>
                  <a:lnTo>
                    <a:pt x="402346" y="23031"/>
                  </a:lnTo>
                  <a:lnTo>
                    <a:pt x="401290" y="18745"/>
                  </a:lnTo>
                  <a:lnTo>
                    <a:pt x="399559" y="14683"/>
                  </a:lnTo>
                  <a:lnTo>
                    <a:pt x="397200" y="10952"/>
                  </a:lnTo>
                  <a:lnTo>
                    <a:pt x="394272" y="7647"/>
                  </a:lnTo>
                  <a:lnTo>
                    <a:pt x="390852" y="4855"/>
                  </a:lnTo>
                  <a:lnTo>
                    <a:pt x="387029" y="2648"/>
                  </a:lnTo>
                  <a:lnTo>
                    <a:pt x="382901" y="1083"/>
                  </a:lnTo>
                  <a:lnTo>
                    <a:pt x="378576" y="200"/>
                  </a:lnTo>
                  <a:lnTo>
                    <a:pt x="37526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tx9131"/>
            <p:cNvSpPr/>
            <p:nvPr/>
          </p:nvSpPr>
          <p:spPr>
            <a:xfrm>
              <a:off x="3893620" y="2570237"/>
              <a:ext cx="31126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9132" name="pg9132"/>
            <p:cNvSpPr/>
            <p:nvPr/>
          </p:nvSpPr>
          <p:spPr>
            <a:xfrm>
              <a:off x="3447846" y="3628213"/>
              <a:ext cx="387156" cy="191749"/>
            </a:xfrm>
            <a:custGeom>
              <a:avLst/>
              <a:pathLst>
                <a:path w="387156" h="191749">
                  <a:moveTo>
                    <a:pt x="27431" y="191749"/>
                  </a:moveTo>
                  <a:lnTo>
                    <a:pt x="359724" y="191749"/>
                  </a:lnTo>
                  <a:lnTo>
                    <a:pt x="358620" y="191727"/>
                  </a:lnTo>
                  <a:lnTo>
                    <a:pt x="363031" y="191549"/>
                  </a:lnTo>
                  <a:lnTo>
                    <a:pt x="367357" y="190666"/>
                  </a:lnTo>
                  <a:lnTo>
                    <a:pt x="371484" y="189101"/>
                  </a:lnTo>
                  <a:lnTo>
                    <a:pt x="375308" y="186893"/>
                  </a:lnTo>
                  <a:lnTo>
                    <a:pt x="378727" y="184101"/>
                  </a:lnTo>
                  <a:lnTo>
                    <a:pt x="381655" y="180797"/>
                  </a:lnTo>
                  <a:lnTo>
                    <a:pt x="384014" y="177065"/>
                  </a:lnTo>
                  <a:lnTo>
                    <a:pt x="385745" y="173004"/>
                  </a:lnTo>
                  <a:lnTo>
                    <a:pt x="386801" y="168718"/>
                  </a:lnTo>
                  <a:lnTo>
                    <a:pt x="387156" y="164317"/>
                  </a:lnTo>
                  <a:lnTo>
                    <a:pt x="387156" y="27431"/>
                  </a:lnTo>
                  <a:lnTo>
                    <a:pt x="386801" y="23031"/>
                  </a:lnTo>
                  <a:lnTo>
                    <a:pt x="385745" y="18745"/>
                  </a:lnTo>
                  <a:lnTo>
                    <a:pt x="384014" y="14683"/>
                  </a:lnTo>
                  <a:lnTo>
                    <a:pt x="381655" y="10952"/>
                  </a:lnTo>
                  <a:lnTo>
                    <a:pt x="378727" y="7647"/>
                  </a:lnTo>
                  <a:lnTo>
                    <a:pt x="375308" y="4855"/>
                  </a:lnTo>
                  <a:lnTo>
                    <a:pt x="371484" y="2648"/>
                  </a:lnTo>
                  <a:lnTo>
                    <a:pt x="367357" y="1083"/>
                  </a:lnTo>
                  <a:lnTo>
                    <a:pt x="363031" y="200"/>
                  </a:lnTo>
                  <a:lnTo>
                    <a:pt x="35972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tx9133"/>
            <p:cNvSpPr/>
            <p:nvPr/>
          </p:nvSpPr>
          <p:spPr>
            <a:xfrm>
              <a:off x="3493566" y="3673933"/>
              <a:ext cx="29571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9134" name="pg9134"/>
            <p:cNvSpPr/>
            <p:nvPr/>
          </p:nvSpPr>
          <p:spPr>
            <a:xfrm>
              <a:off x="4087216" y="2882828"/>
              <a:ext cx="356250" cy="191749"/>
            </a:xfrm>
            <a:custGeom>
              <a:avLst/>
              <a:pathLst>
                <a:path w="356250" h="191749">
                  <a:moveTo>
                    <a:pt x="27432" y="191749"/>
                  </a:moveTo>
                  <a:lnTo>
                    <a:pt x="328818" y="191749"/>
                  </a:lnTo>
                  <a:lnTo>
                    <a:pt x="327713" y="191727"/>
                  </a:lnTo>
                  <a:lnTo>
                    <a:pt x="332124" y="191549"/>
                  </a:lnTo>
                  <a:lnTo>
                    <a:pt x="336450" y="190666"/>
                  </a:lnTo>
                  <a:lnTo>
                    <a:pt x="340578" y="189101"/>
                  </a:lnTo>
                  <a:lnTo>
                    <a:pt x="344401" y="186893"/>
                  </a:lnTo>
                  <a:lnTo>
                    <a:pt x="347821" y="184101"/>
                  </a:lnTo>
                  <a:lnTo>
                    <a:pt x="350748" y="180797"/>
                  </a:lnTo>
                  <a:lnTo>
                    <a:pt x="353108" y="177065"/>
                  </a:lnTo>
                  <a:lnTo>
                    <a:pt x="354838" y="173004"/>
                  </a:lnTo>
                  <a:lnTo>
                    <a:pt x="355895" y="168718"/>
                  </a:lnTo>
                  <a:lnTo>
                    <a:pt x="356250" y="164317"/>
                  </a:lnTo>
                  <a:lnTo>
                    <a:pt x="356250" y="27431"/>
                  </a:lnTo>
                  <a:lnTo>
                    <a:pt x="355895" y="23031"/>
                  </a:lnTo>
                  <a:lnTo>
                    <a:pt x="354838" y="18745"/>
                  </a:lnTo>
                  <a:lnTo>
                    <a:pt x="353108" y="14683"/>
                  </a:lnTo>
                  <a:lnTo>
                    <a:pt x="350748" y="10952"/>
                  </a:lnTo>
                  <a:lnTo>
                    <a:pt x="347821" y="7647"/>
                  </a:lnTo>
                  <a:lnTo>
                    <a:pt x="344401" y="4855"/>
                  </a:lnTo>
                  <a:lnTo>
                    <a:pt x="340578" y="2648"/>
                  </a:lnTo>
                  <a:lnTo>
                    <a:pt x="336450" y="1083"/>
                  </a:lnTo>
                  <a:lnTo>
                    <a:pt x="332124" y="200"/>
                  </a:lnTo>
                  <a:lnTo>
                    <a:pt x="32881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tx9135"/>
            <p:cNvSpPr/>
            <p:nvPr/>
          </p:nvSpPr>
          <p:spPr>
            <a:xfrm>
              <a:off x="4132936" y="2928548"/>
              <a:ext cx="264810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9136" name="tx91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7" name="tx91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38" name="tx91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9" name="tx91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0" name="tx91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1" name="tx91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2" name="tx91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3" name="tx91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4" name="tx91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5" name="tx91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6" name="tx91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7" name="tx91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8" name="tx91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9" name="tx91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0" name="tx91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1" name="tx91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2" name="tx91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3" name="tx91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4" name="tx91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5" name="tx91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6" name="tx91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7" name="tx91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8" name="tx91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9" name="tx91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0" name="tx91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1" name="tx91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2" name="tx91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3" name="tx91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4" name="tx91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5" name="tx91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6" name="tx91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7" name="tx91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8" name="tx91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9" name="tx91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0" name="tx91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1" name="tx91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2" name="tx91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3" name="tx91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4" name="tx91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5" name="tx91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6" name="tx91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7" name="tx91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8" name="tx91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9" name="tx91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0" name="tx91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1" name="tx91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2" name="tx91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3" name="tx91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4" name="tx91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5" name="tx91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6" name="tx91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7" name="tx91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8" name="tx91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9" name="tx91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0" name="tx91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1" name="tx91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2" name="tx91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3" name="tx91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4" name="tx91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5" name="tx91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6" name="tx91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7" name="tx91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8" name="tx91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9" name="tx91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0" name="tx92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1" name="tx92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2" name="tx92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3" name="tx92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4" name="tx92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5" name="tx92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6" name="tx92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7" name="tx92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8" name="tx92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9" name="tx92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0" name="tx92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1" name="tx92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2" name="tx92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3" name="tx92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4" name="tx92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5" name="tx92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6" name="tx92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7" name="tx92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8" name="tx92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9" name="tx92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0" name="tx92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1" name="tx92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2" name="tx92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3" name="tx92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4" name="tx92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5" name="tx92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6" name="tx92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7" name="tx92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8" name="tx92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9" name="tx92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0" name="tx92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1" name="tx92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2" name="tx92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3" name="tx92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4" name="tx92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5" name="tx92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6" name="tx92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7" name="tx92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8" name="tx92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9" name="tx92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0" name="tx92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1" name="tx92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2" name="tx92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3" name="tx92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4" name="tx92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5" name="tx92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6" name="tx92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7" name="tx92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8" name="tx92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9" name="tx92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0" name="tx92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1" name="tx92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2" name="tx92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3" name="tx92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4" name="tx92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5" name="tx92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6" name="tx92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7" name="tx92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8" name="tx92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9" name="tx92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0" name="tx92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1" name="tx92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2" name="tx92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3" name="tx92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4" name="tx92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5" name="tx92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6" name="tx92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7" name="tx92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8" name="tx92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9" name="tx92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0" name="tx92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1" name="tx92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2" name="tx92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3" name="tx92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4" name="tx92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5" name="tx92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6" name="tx92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7" name="tx92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8" name="tx92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9" name="tx92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0" name="tx92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1" name="tx92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2" name="tx92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3" name="tx92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4" name="tx92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5" name="tx92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6" name="tx92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7" name="tx92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8" name="tx92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9" name="tx92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0" name="tx92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1" name="tx92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2" name="tx92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3" name="tx92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4" name="tx92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5" name="tx92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6" name="tx92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7" name="tx92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8" name="tx92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9" name="tx92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0" name="tx93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1" name="tx93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2" name="tx93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3" name="tx93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4" name="tx93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5" name="tx93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6" name="tx93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7" name="tx93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8" name="tx93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9" name="tx93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0" name="tx93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1" name="tx93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2" name="tx93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3" name="tx93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4" name="tx93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5" name="tx93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6" name="tx93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7" name="tx93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8" name="tx93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9" name="tx93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0" name="tx93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1" name="tx93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2" name="tx93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3" name="tx93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4" name="tx93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5" name="tx93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6" name="tx93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7" name="tx93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8" name="tx93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9" name="tx93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0" name="tx93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1" name="tx93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2" name="tx93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3" name="tx93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4" name="tx93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5" name="tx93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6" name="tx93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7" name="tx93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8" name="tx93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9" name="tx93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0" name="tx93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1" name="tx93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2" name="tx93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3" name="tx93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4" name="tx93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5" name="tx93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6" name="tx93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7" name="tx93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8" name="tx93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9" name="tx93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0" name="tx93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1" name="tx93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2" name="tx93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3" name="tx93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4" name="tx93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5" name="tx93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6" name="tx93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7" name="tx93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8" name="tx93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9" name="tx93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0" name="tx93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1" name="tx93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2" name="tx93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3" name="tx93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4" name="tx93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5" name="tx93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6" name="tx93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7" name="tx93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8" name="tx93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9" name="tx93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0" name="tx93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1" name="tx93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2" name="tx93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3" name="tx93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4" name="tx93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5" name="tx93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6" name="tx93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7" name="tx93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8" name="tx93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9" name="tx93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0" name="tx93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1" name="tx93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2" name="tx93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3" name="tx93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4" name="tx93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5" name="tx93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6" name="tx93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7" name="tx93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8" name="tx93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9" name="tx93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0" name="tx93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1" name="tx93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2" name="tx93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3" name="tx93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4" name="tx93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5" name="tx93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6" name="tx93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7" name="tx93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8" name="tx93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9" name="tx93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0" name="tx94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1" name="tx94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2" name="tx94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3" name="tx94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4" name="tx94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5" name="tx94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6" name="tx94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7" name="tx94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8" name="tx94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9" name="tx94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0" name="tx94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1" name="tx94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2" name="tx94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3" name="tx94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4" name="tx94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5" name="tx94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6" name="tx94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7" name="tx94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8" name="tx94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9" name="tx94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0" name="tx94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1" name="tx94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2" name="tx94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3" name="tx94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4" name="tx94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5" name="tx94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6" name="tx94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7" name="tx94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8" name="tx94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9" name="tx94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0" name="tx94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1" name="tx94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2" name="tx94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3" name="tx94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4" name="tx94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5" name="tx94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6" name="tx94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7" name="tx94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8" name="tx94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9" name="tx94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0" name="tx94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1" name="tx94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2" name="tx94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3" name="tx94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4" name="tx94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5" name="tx94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6" name="tx94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7" name="tx94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8" name="tx94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9" name="tx94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0" name="tx94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1" name="tx94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2" name="tx94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3" name="tx94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4" name="tx94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5" name="tx94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6" name="tx94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7" name="tx94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8" name="tx94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9" name="tx94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0" name="tx94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1" name="tx94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2" name="tx94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3" name="tx94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4" name="tx94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5" name="tx94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6" name="tx94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7" name="tx94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8" name="tx94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9" name="tx94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0" name="tx94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1" name="tx94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2" name="tx94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3" name="tx94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4" name="tx94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5" name="tx94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6" name="tx94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7" name="tx94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8" name="tx94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9" name="tx94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0" name="tx94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1" name="tx94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2" name="tx94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3" name="tx94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4" name="tx94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5" name="tx94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6" name="tx94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7" name="tx94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8" name="tx94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9" name="tx94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0" name="tx94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1" name="tx94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2" name="tx94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3" name="tx94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4" name="tx94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5" name="tx94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6" name="tx94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7" name="tx94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8" name="tx94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9" name="tx94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0" name="tx95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1" name="tx95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2" name="tx95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3" name="tx95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4" name="tx95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5" name="tx95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6" name="tx95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7" name="tx95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8" name="tx95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9" name="tx95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0" name="tx95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1" name="tx95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2" name="tx95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3" name="tx95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4" name="tx95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5" name="tx95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6" name="tx95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7" name="tx95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8" name="tx95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9" name="tx95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0" name="tx95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1" name="tx95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2" name="tx95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3" name="tx95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4" name="tx95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5" name="tx95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6" name="tx95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7" name="tx95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8" name="tx95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9" name="tx95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0" name="tx95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1" name="tx95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2" name="tx95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3" name="tx95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4" name="tx95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5" name="tx95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6" name="tx95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7" name="tx95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8" name="tx95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9" name="tx95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0" name="tx95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1" name="tx95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2" name="tx95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3" name="tx95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4" name="tx95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5" name="tx95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6" name="tx95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7" name="tx95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8" name="tx95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9" name="tx95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0" name="tx95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1" name="tx95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2" name="tx95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3" name="tx95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4" name="tx95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5" name="tx95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6" name="tx95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7" name="tx95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8" name="tx95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9" name="tx95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0" name="tx95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1" name="tx95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2" name="tx95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3" name="tx95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4" name="tx95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5" name="tx95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6" name="tx95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7" name="tx95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8" name="tx95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9" name="tx95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0" name="tx95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1" name="tx95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2" name="tx95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3" name="tx95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4" name="tx95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5" name="tx95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6" name="tx95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7" name="tx95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8" name="tx95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9" name="tx95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0" name="tx95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1" name="tx95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2" name="tx95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3" name="tx95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4" name="tx95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5" name="tx95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6" name="tx95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7" name="tx95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8" name="tx95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9" name="tx95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0" name="tx95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1" name="tx95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2" name="tx95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3" name="tx95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4" name="tx95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5" name="tx95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6" name="tx95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7" name="tx95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8" name="tx95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9" name="tx95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0" name="tx96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1" name="tx96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2" name="tx96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3" name="tx96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4" name="tx96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5" name="tx96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6" name="tx96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7" name="tx96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8" name="tx96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9" name="tx96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0" name="tx96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1" name="tx96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2" name="tx96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3" name="tx96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4" name="tx96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5" name="tx96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6" name="tx96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7" name="tx96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8" name="tx96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9" name="tx96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0" name="tx96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1" name="tx96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2" name="tx96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3" name="tx96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4" name="tx96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5" name="tx96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6" name="tx96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7" name="tx96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8" name="tx96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9" name="tx96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0" name="tx96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1" name="tx96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2" name="tx96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3" name="tx96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4" name="tx96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5" name="tx96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6" name="tx96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7" name="tx96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8" name="tx96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9" name="tx96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0" name="tx96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1" name="tx96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2" name="tx96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3" name="tx96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4" name="tx96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5" name="tx96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6" name="tx96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7" name="tx96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8" name="tx96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9" name="tx96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0" name="tx96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1" name="tx96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2" name="tx96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3" name="tx96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4" name="tx96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5" name="tx96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6" name="tx96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7" name="tx96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8" name="tx96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9" name="tx96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0" name="tx96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1" name="tx96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2" name="tx96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3" name="tx96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4" name="tx96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5" name="tx96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6" name="tx96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7" name="tx96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8" name="tx96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9" name="tx96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0" name="tx96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1" name="tx96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3" name="tx96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4" name="tx96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5" name="tx96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6" name="tx96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7" name="tx96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8" name="tx96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9" name="tx96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0" name="tx96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1" name="tx96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2" name="tx96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3" name="tx96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4" name="tx96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5" name="tx96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6" name="tx96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7" name="tx96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8" name="tx96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9" name="tx96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0" name="tx96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1" name="tx96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2" name="tx96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3" name="tx96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4" name="tx96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5" name="tx96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6" name="tx96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7" name="tx96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8" name="tx96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9" name="tx96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0" name="tx97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1" name="tx97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2" name="tx97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3" name="tx97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4" name="tx97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5" name="tx97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6" name="tx97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7" name="tx97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8" name="tx97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9" name="tx97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0" name="tx97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1" name="tx97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2" name="tx97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3" name="tx97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4" name="tx97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5" name="tx97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6" name="tx97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7" name="tx97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8" name="tx97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9" name="tx97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0" name="tx97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1" name="tx97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2" name="tx97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3" name="tx97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4" name="tx97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5" name="tx97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6" name="tx97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7" name="tx97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8" name="tx97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9" name="tx97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0" name="tx97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1" name="tx97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2" name="tx97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3" name="tx97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4" name="tx97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5" name="tx97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6" name="tx97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7" name="tx97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8" name="tx97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9" name="tx97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0" name="tx97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1" name="tx97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2" name="tx97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3" name="tx97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4" name="tx97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5" name="tx97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6" name="tx97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7" name="tx97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8" name="tx97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9" name="tx97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0" name="tx97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1" name="tx97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2" name="tx97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3" name="tx97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4" name="tx97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5" name="tx97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6" name="tx97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7" name="tx97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8" name="tx97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9" name="tx97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0" name="tx97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1" name="tx97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2" name="tx97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3" name="tx97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4" name="tx97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5" name="tx97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6" name="tx97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7" name="tx97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8" name="tx97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9" name="tx97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0" name="tx97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1" name="tx97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2" name="tx97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3" name="tx97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4" name="tx97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5" name="tx97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6" name="tx97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7" name="tx97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8" name="tx97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9" name="tx97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0" name="tx97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1" name="tx97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2" name="tx97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3" name="tx97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4" name="tx97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5" name="tx97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6" name="tx97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7" name="tx97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8" name="tx97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9" name="tx97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0" name="tx97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1" name="tx97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2" name="tx97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3" name="tx97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4" name="tx97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5" name="tx97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6" name="tx97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7" name="tx97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8" name="tx97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9" name="tx97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0" name="tx98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1" name="tx98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2" name="tx98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3" name="tx98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4" name="tx98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5" name="tx98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6" name="tx98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7" name="tx98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8" name="tx98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9" name="tx98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0" name="tx98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1" name="tx98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2" name="tx98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3" name="tx98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4" name="tx98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5" name="tx98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6" name="tx98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7" name="tx98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8" name="tx98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9" name="tx98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0" name="tx98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1" name="tx98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2" name="tx98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3" name="tx98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4" name="tx98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5" name="tx98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6" name="tx98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7" name="tx98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8" name="tx98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9" name="tx98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0" name="tx98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1" name="tx98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2" name="tx98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3" name="tx98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4" name="tx98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5" name="tx98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6" name="tx98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7" name="tx98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8" name="tx98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9" name="tx98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0" name="tx98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1" name="tx98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2" name="tx98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3" name="tx98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4" name="tx98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5" name="tx98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6" name="tx98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7" name="tx98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8" name="tx98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9" name="tx98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0" name="tx98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1" name="tx98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2" name="tx98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3" name="tx98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4" name="tx98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5" name="tx98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6" name="tx98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7" name="tx98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8" name="tx98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9" name="tx98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0" name="tx98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1" name="tx98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2" name="tx98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3" name="tx98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4" name="tx98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5" name="tx98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6" name="tx98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7" name="tx98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8" name="tx98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9" name="tx98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0" name="tx98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1" name="tx98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2" name="tx98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3" name="tx98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4" name="tx98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5" name="tx98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6" name="tx98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7" name="tx98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8" name="tx98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9" name="tx98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0" name="tx98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1" name="tx98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2" name="tx98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3" name="tx98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4" name="tx98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5" name="tx98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6" name="tx98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7" name="tx98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8" name="tx98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9" name="tx98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0" name="tx98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1" name="tx98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2" name="tx98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3" name="tx98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4" name="tx98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5" name="tx98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6" name="tx98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7" name="tx98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8" name="tx98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9" name="tx98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0" name="tx99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1" name="tx99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2" name="tx99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3" name="tx99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4" name="tx99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5" name="tx99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6" name="tx99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7" name="tx99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8" name="tx99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9" name="tx99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0" name="tx99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1" name="tx99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2" name="tx99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3" name="tx99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4" name="tx99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5" name="tx99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6" name="tx99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7" name="tx99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8" name="tx99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9" name="tx99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0" name="tx99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1" name="tx99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2" name="tx99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3" name="tx99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4" name="tx99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5" name="tx99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6" name="tx99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7" name="tx99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8" name="tx99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9" name="tx99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0" name="tx99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1" name="tx99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2" name="tx99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3" name="tx99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4" name="tx99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5" name="tx99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6" name="tx99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7" name="tx99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8" name="tx99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9" name="tx99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0" name="tx99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1" name="tx99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2" name="tx99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3" name="tx99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4" name="tx99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5" name="tx99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6" name="tx99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7" name="tx99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8" name="tx99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9" name="tx99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0" name="tx99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1" name="tx99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2" name="tx99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3" name="tx99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4" name="tx99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5" name="tx99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6" name="tx99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7" name="tx99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8" name="tx99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9" name="tx99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0" name="tx99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1" name="tx99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2" name="tx99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3" name="tx99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4" name="tx99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5" name="tx99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6" name="tx99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7" name="tx99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8" name="tx99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9" name="tx99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0" name="tx99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1" name="tx99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2" name="tx99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3" name="tx99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4" name="tx99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5" name="tx99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6" name="tx99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7" name="tx99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8" name="tx99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9" name="tx99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0" name="tx99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1" name="tx99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2" name="tx99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3" name="tx99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4" name="tx99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5" name="tx99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6" name="tx99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7" name="tx99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8" name="tx99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9" name="tx99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0" name="tx99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1" name="tx99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2" name="tx99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3" name="tx99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4" name="tx99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5" name="tx99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6" name="tx99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7" name="tx99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8" name="tx99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9" name="tx99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0" name="tx100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1" name="tx100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2" name="tx100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3" name="tx100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4" name="tx100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5" name="tx100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6" name="tx100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7" name="tx100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8" name="tx100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9" name="tx100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0" name="tx100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1" name="tx100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2" name="tx100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3" name="tx100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4" name="tx100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5" name="tx100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6" name="tx100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7" name="tx100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8" name="tx100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9" name="tx100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0" name="tx100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1" name="tx100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2" name="tx100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3" name="tx100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4" name="tx100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5" name="tx100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6" name="tx100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7" name="tx100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8" name="tx100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9" name="tx100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0" name="tx100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1" name="tx100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2" name="tx100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3" name="tx100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4" name="tx100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5" name="tx100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6" name="tx100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7" name="tx100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8" name="tx100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9" name="tx100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0" name="tx100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1" name="tx100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2" name="tx100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3" name="tx100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4" name="tx100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5" name="tx100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6" name="tx100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7" name="tx100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8" name="tx100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9" name="tx100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0" name="tx100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1" name="tx100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2" name="tx100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3" name="tx100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4" name="tx100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5" name="tx100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6" name="tx100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7" name="tx100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8" name="tx100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9" name="tx100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0" name="tx100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1" name="tx100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2" name="tx100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3" name="tx100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4" name="tx100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5" name="tx100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6" name="tx100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7" name="tx100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8" name="tx100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9" name="tx100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0" name="tx100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1" name="tx100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2" name="tx100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3" name="tx100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4" name="tx100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5" name="tx100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6" name="tx100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7" name="tx100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8" name="tx100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9" name="tx100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0" name="tx100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1" name="tx100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2" name="tx100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3" name="tx100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4" name="tx100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5" name="tx100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6" name="tx100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7" name="tx100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8" name="tx100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9" name="tx100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0" name="tx100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1" name="tx100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2" name="tx100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3" name="tx100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4" name="tx100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5" name="tx100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6" name="tx100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7" name="tx100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8" name="tx100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9" name="tx100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0" name="tx101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1" name="tx101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2" name="tx101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3" name="tx101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4" name="rc10104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5" name="tx10105"/>
            <p:cNvSpPr/>
            <p:nvPr/>
          </p:nvSpPr>
          <p:spPr>
            <a:xfrm>
              <a:off x="2151360" y="400889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10106" name="tx10106"/>
            <p:cNvSpPr/>
            <p:nvPr/>
          </p:nvSpPr>
          <p:spPr>
            <a:xfrm>
              <a:off x="2275718" y="399042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07" name="tx10107"/>
            <p:cNvSpPr/>
            <p:nvPr/>
          </p:nvSpPr>
          <p:spPr>
            <a:xfrm>
              <a:off x="2320432" y="4008899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08" name="tx10108"/>
            <p:cNvSpPr/>
            <p:nvPr/>
          </p:nvSpPr>
          <p:spPr>
            <a:xfrm>
              <a:off x="2151360" y="366413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10109" name="tx10109"/>
            <p:cNvSpPr/>
            <p:nvPr/>
          </p:nvSpPr>
          <p:spPr>
            <a:xfrm>
              <a:off x="2275718" y="364565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0" name="tx10110"/>
            <p:cNvSpPr/>
            <p:nvPr/>
          </p:nvSpPr>
          <p:spPr>
            <a:xfrm>
              <a:off x="2320432" y="3664130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1" name="tx10111"/>
            <p:cNvSpPr/>
            <p:nvPr/>
          </p:nvSpPr>
          <p:spPr>
            <a:xfrm>
              <a:off x="2151360" y="331954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56</a:t>
              </a:r>
            </a:p>
          </p:txBody>
        </p:sp>
        <p:sp>
          <p:nvSpPr>
            <p:cNvPr id="10112" name="tx10112"/>
            <p:cNvSpPr/>
            <p:nvPr/>
          </p:nvSpPr>
          <p:spPr>
            <a:xfrm>
              <a:off x="2275718" y="3301073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3" name="tx10113"/>
            <p:cNvSpPr/>
            <p:nvPr/>
          </p:nvSpPr>
          <p:spPr>
            <a:xfrm>
              <a:off x="2320432" y="3319544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4" name="tx10114"/>
            <p:cNvSpPr/>
            <p:nvPr/>
          </p:nvSpPr>
          <p:spPr>
            <a:xfrm>
              <a:off x="2151360" y="297459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57</a:t>
              </a:r>
            </a:p>
          </p:txBody>
        </p:sp>
        <p:sp>
          <p:nvSpPr>
            <p:cNvPr id="10115" name="tx10115"/>
            <p:cNvSpPr/>
            <p:nvPr/>
          </p:nvSpPr>
          <p:spPr>
            <a:xfrm>
              <a:off x="2275718" y="295612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6" name="tx10116"/>
            <p:cNvSpPr/>
            <p:nvPr/>
          </p:nvSpPr>
          <p:spPr>
            <a:xfrm>
              <a:off x="2320432" y="297459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7" name="tx10117"/>
            <p:cNvSpPr/>
            <p:nvPr/>
          </p:nvSpPr>
          <p:spPr>
            <a:xfrm>
              <a:off x="2151360" y="263000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58</a:t>
              </a:r>
            </a:p>
          </p:txBody>
        </p:sp>
        <p:sp>
          <p:nvSpPr>
            <p:cNvPr id="10118" name="tx10118"/>
            <p:cNvSpPr/>
            <p:nvPr/>
          </p:nvSpPr>
          <p:spPr>
            <a:xfrm>
              <a:off x="2275718" y="261153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9" name="tx10119"/>
            <p:cNvSpPr/>
            <p:nvPr/>
          </p:nvSpPr>
          <p:spPr>
            <a:xfrm>
              <a:off x="2320432" y="263000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0" name="tx10120"/>
            <p:cNvSpPr/>
            <p:nvPr/>
          </p:nvSpPr>
          <p:spPr>
            <a:xfrm>
              <a:off x="2151360" y="228523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59</a:t>
              </a:r>
            </a:p>
          </p:txBody>
        </p:sp>
        <p:sp>
          <p:nvSpPr>
            <p:cNvPr id="10121" name="tx10121"/>
            <p:cNvSpPr/>
            <p:nvPr/>
          </p:nvSpPr>
          <p:spPr>
            <a:xfrm>
              <a:off x="2275718" y="226676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2" name="tx10122"/>
            <p:cNvSpPr/>
            <p:nvPr/>
          </p:nvSpPr>
          <p:spPr>
            <a:xfrm>
              <a:off x="2320432" y="228523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3" name="tx10123"/>
            <p:cNvSpPr/>
            <p:nvPr/>
          </p:nvSpPr>
          <p:spPr>
            <a:xfrm>
              <a:off x="2151360" y="194046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0124" name="tx10124"/>
            <p:cNvSpPr/>
            <p:nvPr/>
          </p:nvSpPr>
          <p:spPr>
            <a:xfrm>
              <a:off x="2275718" y="192199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5" name="tx10125"/>
            <p:cNvSpPr/>
            <p:nvPr/>
          </p:nvSpPr>
          <p:spPr>
            <a:xfrm>
              <a:off x="2320432" y="194046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6" name="tx10126"/>
            <p:cNvSpPr/>
            <p:nvPr/>
          </p:nvSpPr>
          <p:spPr>
            <a:xfrm>
              <a:off x="2151360" y="1595697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61</a:t>
              </a:r>
            </a:p>
          </p:txBody>
        </p:sp>
        <p:sp>
          <p:nvSpPr>
            <p:cNvPr id="10127" name="tx10127"/>
            <p:cNvSpPr/>
            <p:nvPr/>
          </p:nvSpPr>
          <p:spPr>
            <a:xfrm>
              <a:off x="2275718" y="157722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8" name="tx10128"/>
            <p:cNvSpPr/>
            <p:nvPr/>
          </p:nvSpPr>
          <p:spPr>
            <a:xfrm>
              <a:off x="2320432" y="1595697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9" name="pl10129"/>
            <p:cNvSpPr/>
            <p:nvPr/>
          </p:nvSpPr>
          <p:spPr>
            <a:xfrm>
              <a:off x="2428918" y="40495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0" name="pl10130"/>
            <p:cNvSpPr/>
            <p:nvPr/>
          </p:nvSpPr>
          <p:spPr>
            <a:xfrm>
              <a:off x="2428918" y="37048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1" name="pl10131"/>
            <p:cNvSpPr/>
            <p:nvPr/>
          </p:nvSpPr>
          <p:spPr>
            <a:xfrm>
              <a:off x="2428918" y="33600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2" name="pl10132"/>
            <p:cNvSpPr/>
            <p:nvPr/>
          </p:nvSpPr>
          <p:spPr>
            <a:xfrm>
              <a:off x="2428918" y="30152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3" name="pl10133"/>
            <p:cNvSpPr/>
            <p:nvPr/>
          </p:nvSpPr>
          <p:spPr>
            <a:xfrm>
              <a:off x="2428918" y="26705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4" name="pl10134"/>
            <p:cNvSpPr/>
            <p:nvPr/>
          </p:nvSpPr>
          <p:spPr>
            <a:xfrm>
              <a:off x="2428918" y="23257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5" name="pl10135"/>
            <p:cNvSpPr/>
            <p:nvPr/>
          </p:nvSpPr>
          <p:spPr>
            <a:xfrm>
              <a:off x="2428918" y="19809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6" name="pl10136"/>
            <p:cNvSpPr/>
            <p:nvPr/>
          </p:nvSpPr>
          <p:spPr>
            <a:xfrm>
              <a:off x="2428918" y="163620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7" name="pl10137"/>
            <p:cNvSpPr/>
            <p:nvPr/>
          </p:nvSpPr>
          <p:spPr>
            <a:xfrm>
              <a:off x="2574859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8" name="pl10138"/>
            <p:cNvSpPr/>
            <p:nvPr/>
          </p:nvSpPr>
          <p:spPr>
            <a:xfrm>
              <a:off x="2945348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9" name="pl10139"/>
            <p:cNvSpPr/>
            <p:nvPr/>
          </p:nvSpPr>
          <p:spPr>
            <a:xfrm>
              <a:off x="3315837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0" name="pl10140"/>
            <p:cNvSpPr/>
            <p:nvPr/>
          </p:nvSpPr>
          <p:spPr>
            <a:xfrm>
              <a:off x="3686326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1" name="pl10141"/>
            <p:cNvSpPr/>
            <p:nvPr/>
          </p:nvSpPr>
          <p:spPr>
            <a:xfrm>
              <a:off x="405681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2" name="pl10142"/>
            <p:cNvSpPr/>
            <p:nvPr/>
          </p:nvSpPr>
          <p:spPr>
            <a:xfrm>
              <a:off x="4427303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3" name="pl10143"/>
            <p:cNvSpPr/>
            <p:nvPr/>
          </p:nvSpPr>
          <p:spPr>
            <a:xfrm>
              <a:off x="4797792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4" name="tx10144"/>
            <p:cNvSpPr/>
            <p:nvPr/>
          </p:nvSpPr>
          <p:spPr>
            <a:xfrm>
              <a:off x="2468606" y="4233255"/>
              <a:ext cx="9326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</a:t>
              </a:r>
            </a:p>
          </p:txBody>
        </p:sp>
        <p:sp>
          <p:nvSpPr>
            <p:cNvPr id="10145" name="tx10145"/>
            <p:cNvSpPr/>
            <p:nvPr/>
          </p:nvSpPr>
          <p:spPr>
            <a:xfrm>
              <a:off x="25618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6" name="tx10146"/>
            <p:cNvSpPr/>
            <p:nvPr/>
          </p:nvSpPr>
          <p:spPr>
            <a:xfrm>
              <a:off x="26065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47" name="tx10147"/>
            <p:cNvSpPr/>
            <p:nvPr/>
          </p:nvSpPr>
          <p:spPr>
            <a:xfrm>
              <a:off x="2823550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148" name="tx10148"/>
            <p:cNvSpPr/>
            <p:nvPr/>
          </p:nvSpPr>
          <p:spPr>
            <a:xfrm>
              <a:off x="2947908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9" name="tx10149"/>
            <p:cNvSpPr/>
            <p:nvPr/>
          </p:nvSpPr>
          <p:spPr>
            <a:xfrm>
              <a:off x="2992623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0" name="tx10150"/>
            <p:cNvSpPr/>
            <p:nvPr/>
          </p:nvSpPr>
          <p:spPr>
            <a:xfrm>
              <a:off x="3194039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10151" name="tx10151"/>
            <p:cNvSpPr/>
            <p:nvPr/>
          </p:nvSpPr>
          <p:spPr>
            <a:xfrm>
              <a:off x="3318397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2" name="tx10152"/>
            <p:cNvSpPr/>
            <p:nvPr/>
          </p:nvSpPr>
          <p:spPr>
            <a:xfrm>
              <a:off x="3363111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3" name="tx10153"/>
            <p:cNvSpPr/>
            <p:nvPr/>
          </p:nvSpPr>
          <p:spPr>
            <a:xfrm>
              <a:off x="3564528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0154" name="tx10154"/>
            <p:cNvSpPr/>
            <p:nvPr/>
          </p:nvSpPr>
          <p:spPr>
            <a:xfrm>
              <a:off x="3688886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5" name="tx10155"/>
            <p:cNvSpPr/>
            <p:nvPr/>
          </p:nvSpPr>
          <p:spPr>
            <a:xfrm>
              <a:off x="3733600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6" name="tx10156"/>
            <p:cNvSpPr/>
            <p:nvPr/>
          </p:nvSpPr>
          <p:spPr>
            <a:xfrm>
              <a:off x="3935017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0157" name="tx10157"/>
            <p:cNvSpPr/>
            <p:nvPr/>
          </p:nvSpPr>
          <p:spPr>
            <a:xfrm>
              <a:off x="40593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8" name="tx10158"/>
            <p:cNvSpPr/>
            <p:nvPr/>
          </p:nvSpPr>
          <p:spPr>
            <a:xfrm>
              <a:off x="41040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9" name="tx10159"/>
            <p:cNvSpPr/>
            <p:nvPr/>
          </p:nvSpPr>
          <p:spPr>
            <a:xfrm>
              <a:off x="4305505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10160" name="tx10160"/>
            <p:cNvSpPr/>
            <p:nvPr/>
          </p:nvSpPr>
          <p:spPr>
            <a:xfrm>
              <a:off x="4429864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1" name="tx10161"/>
            <p:cNvSpPr/>
            <p:nvPr/>
          </p:nvSpPr>
          <p:spPr>
            <a:xfrm>
              <a:off x="4474578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2" name="tx10162"/>
            <p:cNvSpPr/>
            <p:nvPr/>
          </p:nvSpPr>
          <p:spPr>
            <a:xfrm>
              <a:off x="4675994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163" name="tx10163"/>
            <p:cNvSpPr/>
            <p:nvPr/>
          </p:nvSpPr>
          <p:spPr>
            <a:xfrm>
              <a:off x="4800353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4" name="tx10164"/>
            <p:cNvSpPr/>
            <p:nvPr/>
          </p:nvSpPr>
          <p:spPr>
            <a:xfrm>
              <a:off x="4845067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5" name="tx10165"/>
            <p:cNvSpPr/>
            <p:nvPr/>
          </p:nvSpPr>
          <p:spPr>
            <a:xfrm>
              <a:off x="3379362" y="4372931"/>
              <a:ext cx="61392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10166" name="tx10166"/>
            <p:cNvSpPr/>
            <p:nvPr/>
          </p:nvSpPr>
          <p:spPr>
            <a:xfrm rot="-5400000">
              <a:off x="1788433" y="2792880"/>
              <a:ext cx="49734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10167" name="rc10167"/>
            <p:cNvSpPr/>
            <p:nvPr/>
          </p:nvSpPr>
          <p:spPr>
            <a:xfrm>
              <a:off x="5048117" y="2049696"/>
              <a:ext cx="737195" cy="15864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68" name="tx10168"/>
            <p:cNvSpPr/>
            <p:nvPr/>
          </p:nvSpPr>
          <p:spPr>
            <a:xfrm>
              <a:off x="5117706" y="2134007"/>
              <a:ext cx="5980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</a:t>
              </a:r>
            </a:p>
          </p:txBody>
        </p:sp>
        <p:sp>
          <p:nvSpPr>
            <p:cNvPr id="10169" name="tx10169"/>
            <p:cNvSpPr/>
            <p:nvPr/>
          </p:nvSpPr>
          <p:spPr>
            <a:xfrm>
              <a:off x="5117706" y="2284883"/>
              <a:ext cx="3703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Offset</a:t>
              </a:r>
            </a:p>
          </p:txBody>
        </p:sp>
        <p:pic>
          <p:nvPicPr>
            <p:cNvPr id="10170" name="pic101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17706" y="2469230"/>
              <a:ext cx="219455" cy="1097280"/>
            </a:xfrm>
            <a:prstGeom prst="rect">
              <a:avLst/>
            </a:prstGeom>
          </p:spPr>
        </p:pic>
        <p:sp>
          <p:nvSpPr>
            <p:cNvPr id="10171" name="pl10171"/>
            <p:cNvSpPr/>
            <p:nvPr/>
          </p:nvSpPr>
          <p:spPr>
            <a:xfrm>
              <a:off x="5293271" y="356468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2" name="pl10172"/>
            <p:cNvSpPr/>
            <p:nvPr/>
          </p:nvSpPr>
          <p:spPr>
            <a:xfrm>
              <a:off x="5293271" y="329127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3" name="pl10173"/>
            <p:cNvSpPr/>
            <p:nvPr/>
          </p:nvSpPr>
          <p:spPr>
            <a:xfrm>
              <a:off x="5293271" y="301787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4" name="pl10174"/>
            <p:cNvSpPr/>
            <p:nvPr/>
          </p:nvSpPr>
          <p:spPr>
            <a:xfrm>
              <a:off x="5293271" y="274446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5" name="pl10175"/>
            <p:cNvSpPr/>
            <p:nvPr/>
          </p:nvSpPr>
          <p:spPr>
            <a:xfrm>
              <a:off x="5293271" y="2471058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6" name="pl10176"/>
            <p:cNvSpPr/>
            <p:nvPr/>
          </p:nvSpPr>
          <p:spPr>
            <a:xfrm>
              <a:off x="5117706" y="356468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7" name="pl10177"/>
            <p:cNvSpPr/>
            <p:nvPr/>
          </p:nvSpPr>
          <p:spPr>
            <a:xfrm>
              <a:off x="5117706" y="329127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8" name="pl10178"/>
            <p:cNvSpPr/>
            <p:nvPr/>
          </p:nvSpPr>
          <p:spPr>
            <a:xfrm>
              <a:off x="5117706" y="301787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9" name="pl10179"/>
            <p:cNvSpPr/>
            <p:nvPr/>
          </p:nvSpPr>
          <p:spPr>
            <a:xfrm>
              <a:off x="5117706" y="274446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0" name="pl10180"/>
            <p:cNvSpPr/>
            <p:nvPr/>
          </p:nvSpPr>
          <p:spPr>
            <a:xfrm>
              <a:off x="5117706" y="2471058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1" name="tx10181"/>
            <p:cNvSpPr/>
            <p:nvPr/>
          </p:nvSpPr>
          <p:spPr>
            <a:xfrm>
              <a:off x="5406751" y="3524676"/>
              <a:ext cx="15544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0182" name="tx10182"/>
            <p:cNvSpPr/>
            <p:nvPr/>
          </p:nvSpPr>
          <p:spPr>
            <a:xfrm>
              <a:off x="5406751" y="3251270"/>
              <a:ext cx="15544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0183" name="tx10183"/>
            <p:cNvSpPr/>
            <p:nvPr/>
          </p:nvSpPr>
          <p:spPr>
            <a:xfrm>
              <a:off x="5406751" y="2977865"/>
              <a:ext cx="15544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0184" name="tx10184"/>
            <p:cNvSpPr/>
            <p:nvPr/>
          </p:nvSpPr>
          <p:spPr>
            <a:xfrm>
              <a:off x="5406751" y="2704459"/>
              <a:ext cx="15544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1.5</a:t>
              </a:r>
            </a:p>
          </p:txBody>
        </p:sp>
        <p:sp>
          <p:nvSpPr>
            <p:cNvPr id="10185" name="tx10185"/>
            <p:cNvSpPr/>
            <p:nvPr/>
          </p:nvSpPr>
          <p:spPr>
            <a:xfrm>
              <a:off x="5406751" y="2431053"/>
              <a:ext cx="15544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2.0</a:t>
              </a:r>
            </a:p>
          </p:txBody>
        </p:sp>
        <p:sp>
          <p:nvSpPr>
            <p:cNvPr id="10186" name="tx10186"/>
            <p:cNvSpPr/>
            <p:nvPr/>
          </p:nvSpPr>
          <p:spPr>
            <a:xfrm>
              <a:off x="2463713" y="1316468"/>
              <a:ext cx="107185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Future Treatment</a:t>
              </a:r>
            </a:p>
          </p:txBody>
        </p:sp>
        <p:sp>
          <p:nvSpPr>
            <p:cNvPr id="10187" name="tx10187"/>
            <p:cNvSpPr/>
            <p:nvPr/>
          </p:nvSpPr>
          <p:spPr>
            <a:xfrm>
              <a:off x="2463713" y="986823"/>
              <a:ext cx="1410096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(D) Predicted </a:t>
              </a:r>
            </a:p>
          </p:txBody>
        </p:sp>
        <p:sp>
          <p:nvSpPr>
            <p:cNvPr id="10188" name="tx10188"/>
            <p:cNvSpPr/>
            <p:nvPr/>
          </p:nvSpPr>
          <p:spPr>
            <a:xfrm>
              <a:off x="3873809" y="986823"/>
              <a:ext cx="165049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</a:t>
              </a:r>
            </a:p>
          </p:txBody>
        </p:sp>
        <p:sp>
          <p:nvSpPr>
            <p:cNvPr id="10189" name="tx10189"/>
            <p:cNvSpPr/>
            <p:nvPr/>
          </p:nvSpPr>
          <p:spPr>
            <a:xfrm>
              <a:off x="4038858" y="986823"/>
              <a:ext cx="165049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10190" name="tx10190"/>
            <p:cNvSpPr/>
            <p:nvPr/>
          </p:nvSpPr>
          <p:spPr>
            <a:xfrm>
              <a:off x="4203907" y="986823"/>
              <a:ext cx="152430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191" name="tx10191"/>
            <p:cNvSpPr/>
            <p:nvPr/>
          </p:nvSpPr>
          <p:spPr>
            <a:xfrm>
              <a:off x="4356338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10192" name="tx10192"/>
            <p:cNvSpPr/>
            <p:nvPr/>
          </p:nvSpPr>
          <p:spPr>
            <a:xfrm>
              <a:off x="4445309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3" name="tx10193"/>
            <p:cNvSpPr/>
            <p:nvPr/>
          </p:nvSpPr>
          <p:spPr>
            <a:xfrm>
              <a:off x="4489749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4" name="tx10194"/>
            <p:cNvSpPr/>
            <p:nvPr/>
          </p:nvSpPr>
          <p:spPr>
            <a:xfrm>
              <a:off x="4534189" y="1077527"/>
              <a:ext cx="80010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</a:t>
              </a:r>
            </a:p>
          </p:txBody>
        </p:sp>
        <p:sp>
          <p:nvSpPr>
            <p:cNvPr id="10195" name="tx10195"/>
            <p:cNvSpPr/>
            <p:nvPr/>
          </p:nvSpPr>
          <p:spPr>
            <a:xfrm>
              <a:off x="4614199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96" name="tx10196"/>
            <p:cNvSpPr/>
            <p:nvPr/>
          </p:nvSpPr>
          <p:spPr>
            <a:xfrm>
              <a:off x="4703170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914400" y="914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917497" y="914400"/>
              <a:ext cx="3937404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574859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45348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15837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6326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6815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427303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97792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463713" y="4049590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63713" y="370482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3713" y="336005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63713" y="3015282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63713" y="2670513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3713" y="232574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63713" y="198097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63713" y="1636205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2577439" y="2860610"/>
              <a:ext cx="914400" cy="914769"/>
            </a:xfrm>
            <a:custGeom>
              <a:avLst/>
              <a:pathLst>
                <a:path w="914400" h="914769">
                  <a:moveTo>
                    <a:pt x="914400" y="914400"/>
                  </a:moveTo>
                  <a:lnTo>
                    <a:pt x="914400" y="914769"/>
                  </a:lnTo>
                  <a:lnTo>
                    <a:pt x="913610" y="914551"/>
                  </a:lnTo>
                  <a:lnTo>
                    <a:pt x="913063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2577439" y="2860610"/>
              <a:ext cx="923662" cy="917330"/>
            </a:xfrm>
            <a:custGeom>
              <a:avLst/>
              <a:pathLst>
                <a:path w="923662" h="917330">
                  <a:moveTo>
                    <a:pt x="914400" y="914400"/>
                  </a:moveTo>
                  <a:lnTo>
                    <a:pt x="923662" y="914400"/>
                  </a:lnTo>
                  <a:lnTo>
                    <a:pt x="923644" y="917330"/>
                  </a:lnTo>
                  <a:lnTo>
                    <a:pt x="922390" y="916982"/>
                  </a:lnTo>
                  <a:lnTo>
                    <a:pt x="921136" y="916634"/>
                  </a:lnTo>
                  <a:lnTo>
                    <a:pt x="919882" y="916287"/>
                  </a:lnTo>
                  <a:lnTo>
                    <a:pt x="918628" y="915939"/>
                  </a:lnTo>
                  <a:lnTo>
                    <a:pt x="917373" y="915592"/>
                  </a:lnTo>
                  <a:lnTo>
                    <a:pt x="916119" y="915245"/>
                  </a:lnTo>
                  <a:lnTo>
                    <a:pt x="914865" y="914898"/>
                  </a:lnTo>
                  <a:lnTo>
                    <a:pt x="914400" y="9147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2586701" y="2860610"/>
              <a:ext cx="923662" cy="919909"/>
            </a:xfrm>
            <a:custGeom>
              <a:avLst/>
              <a:pathLst>
                <a:path w="923662" h="919909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19909"/>
                  </a:lnTo>
                  <a:lnTo>
                    <a:pt x="923159" y="919769"/>
                  </a:lnTo>
                  <a:lnTo>
                    <a:pt x="921905" y="919420"/>
                  </a:lnTo>
                  <a:lnTo>
                    <a:pt x="920651" y="919071"/>
                  </a:lnTo>
                  <a:lnTo>
                    <a:pt x="919398" y="918723"/>
                  </a:lnTo>
                  <a:lnTo>
                    <a:pt x="918144" y="918374"/>
                  </a:lnTo>
                  <a:lnTo>
                    <a:pt x="916890" y="918026"/>
                  </a:lnTo>
                  <a:lnTo>
                    <a:pt x="915636" y="917678"/>
                  </a:lnTo>
                  <a:lnTo>
                    <a:pt x="914399" y="917335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2595963" y="2860610"/>
              <a:ext cx="923662" cy="922491"/>
            </a:xfrm>
            <a:custGeom>
              <a:avLst/>
              <a:pathLst>
                <a:path w="923662" h="92249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491"/>
                  </a:lnTo>
                  <a:lnTo>
                    <a:pt x="922670" y="922214"/>
                  </a:lnTo>
                  <a:lnTo>
                    <a:pt x="921417" y="921864"/>
                  </a:lnTo>
                  <a:lnTo>
                    <a:pt x="920163" y="921514"/>
                  </a:lnTo>
                  <a:lnTo>
                    <a:pt x="918910" y="921165"/>
                  </a:lnTo>
                  <a:lnTo>
                    <a:pt x="917657" y="920816"/>
                  </a:lnTo>
                  <a:lnTo>
                    <a:pt x="916403" y="920467"/>
                  </a:lnTo>
                  <a:lnTo>
                    <a:pt x="915150" y="920118"/>
                  </a:lnTo>
                  <a:lnTo>
                    <a:pt x="914400" y="91990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2605226" y="2860610"/>
              <a:ext cx="923662" cy="925080"/>
            </a:xfrm>
            <a:custGeom>
              <a:avLst/>
              <a:pathLst>
                <a:path w="923662" h="92508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5080"/>
                  </a:lnTo>
                  <a:lnTo>
                    <a:pt x="923430" y="925016"/>
                  </a:lnTo>
                  <a:lnTo>
                    <a:pt x="922178" y="924665"/>
                  </a:lnTo>
                  <a:lnTo>
                    <a:pt x="920925" y="924314"/>
                  </a:lnTo>
                  <a:lnTo>
                    <a:pt x="919672" y="923964"/>
                  </a:lnTo>
                  <a:lnTo>
                    <a:pt x="918419" y="923614"/>
                  </a:lnTo>
                  <a:lnTo>
                    <a:pt x="917167" y="923263"/>
                  </a:lnTo>
                  <a:lnTo>
                    <a:pt x="915914" y="922913"/>
                  </a:lnTo>
                  <a:lnTo>
                    <a:pt x="914661" y="922563"/>
                  </a:lnTo>
                  <a:lnTo>
                    <a:pt x="914400" y="922491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2614488" y="2860610"/>
              <a:ext cx="923662" cy="927678"/>
            </a:xfrm>
            <a:custGeom>
              <a:avLst/>
              <a:pathLst>
                <a:path w="923662" h="92767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678"/>
                  </a:lnTo>
                  <a:lnTo>
                    <a:pt x="922935" y="927474"/>
                  </a:lnTo>
                  <a:lnTo>
                    <a:pt x="921682" y="927123"/>
                  </a:lnTo>
                  <a:lnTo>
                    <a:pt x="920430" y="926771"/>
                  </a:lnTo>
                  <a:lnTo>
                    <a:pt x="919178" y="926420"/>
                  </a:lnTo>
                  <a:lnTo>
                    <a:pt x="917926" y="926069"/>
                  </a:lnTo>
                  <a:lnTo>
                    <a:pt x="916673" y="925717"/>
                  </a:lnTo>
                  <a:lnTo>
                    <a:pt x="915421" y="925366"/>
                  </a:lnTo>
                  <a:lnTo>
                    <a:pt x="914400" y="92508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2623750" y="2860610"/>
              <a:ext cx="923662" cy="930111"/>
            </a:xfrm>
            <a:custGeom>
              <a:avLst/>
              <a:pathLst>
                <a:path w="923662" h="93011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111"/>
                  </a:lnTo>
                  <a:lnTo>
                    <a:pt x="920246" y="929323"/>
                  </a:lnTo>
                  <a:lnTo>
                    <a:pt x="919933" y="929235"/>
                  </a:lnTo>
                  <a:lnTo>
                    <a:pt x="918680" y="928882"/>
                  </a:lnTo>
                  <a:lnTo>
                    <a:pt x="917428" y="928530"/>
                  </a:lnTo>
                  <a:lnTo>
                    <a:pt x="916176" y="928178"/>
                  </a:lnTo>
                  <a:lnTo>
                    <a:pt x="914924" y="927826"/>
                  </a:lnTo>
                  <a:lnTo>
                    <a:pt x="914400" y="92767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2633012" y="2860610"/>
              <a:ext cx="923662" cy="931481"/>
            </a:xfrm>
            <a:custGeom>
              <a:avLst/>
              <a:pathLst>
                <a:path w="923662" h="93148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481"/>
                  </a:lnTo>
                  <a:lnTo>
                    <a:pt x="922785" y="931454"/>
                  </a:lnTo>
                  <a:lnTo>
                    <a:pt x="916869" y="930681"/>
                  </a:lnTo>
                  <a:lnTo>
                    <a:pt x="914400" y="930111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2642274" y="28606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50"/>
                  </a:lnTo>
                  <a:lnTo>
                    <a:pt x="919453" y="931638"/>
                  </a:lnTo>
                  <a:lnTo>
                    <a:pt x="914400" y="931481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2651537" y="2860610"/>
              <a:ext cx="923662" cy="931350"/>
            </a:xfrm>
            <a:custGeom>
              <a:avLst/>
              <a:pathLst>
                <a:path w="923662" h="93135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00"/>
                  </a:lnTo>
                  <a:lnTo>
                    <a:pt x="922024" y="930241"/>
                  </a:lnTo>
                  <a:lnTo>
                    <a:pt x="916117" y="931233"/>
                  </a:lnTo>
                  <a:lnTo>
                    <a:pt x="914400" y="93135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2660799" y="2860610"/>
              <a:ext cx="923662" cy="929800"/>
            </a:xfrm>
            <a:custGeom>
              <a:avLst/>
              <a:pathLst>
                <a:path w="923662" h="92980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056"/>
                  </a:lnTo>
                  <a:lnTo>
                    <a:pt x="922814" y="927327"/>
                  </a:lnTo>
                  <a:lnTo>
                    <a:pt x="921421" y="927772"/>
                  </a:lnTo>
                  <a:lnTo>
                    <a:pt x="920028" y="928217"/>
                  </a:lnTo>
                  <a:lnTo>
                    <a:pt x="918631" y="928663"/>
                  </a:lnTo>
                  <a:lnTo>
                    <a:pt x="914400" y="9298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2670061" y="2860610"/>
              <a:ext cx="923662" cy="927056"/>
            </a:xfrm>
            <a:custGeom>
              <a:avLst/>
              <a:pathLst>
                <a:path w="923662" h="92705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03"/>
                  </a:lnTo>
                  <a:lnTo>
                    <a:pt x="923307" y="924216"/>
                  </a:lnTo>
                  <a:lnTo>
                    <a:pt x="921913" y="924660"/>
                  </a:lnTo>
                  <a:lnTo>
                    <a:pt x="920520" y="925104"/>
                  </a:lnTo>
                  <a:lnTo>
                    <a:pt x="919126" y="925548"/>
                  </a:lnTo>
                  <a:lnTo>
                    <a:pt x="917732" y="925993"/>
                  </a:lnTo>
                  <a:lnTo>
                    <a:pt x="916339" y="926437"/>
                  </a:lnTo>
                  <a:lnTo>
                    <a:pt x="914945" y="926882"/>
                  </a:lnTo>
                  <a:lnTo>
                    <a:pt x="914400" y="927056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2679323" y="2860610"/>
              <a:ext cx="923662" cy="924103"/>
            </a:xfrm>
            <a:custGeom>
              <a:avLst/>
              <a:pathLst>
                <a:path w="923662" h="92410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159"/>
                  </a:lnTo>
                  <a:lnTo>
                    <a:pt x="922410" y="921556"/>
                  </a:lnTo>
                  <a:lnTo>
                    <a:pt x="921016" y="921999"/>
                  </a:lnTo>
                  <a:lnTo>
                    <a:pt x="919621" y="922442"/>
                  </a:lnTo>
                  <a:lnTo>
                    <a:pt x="918227" y="922886"/>
                  </a:lnTo>
                  <a:lnTo>
                    <a:pt x="916833" y="923329"/>
                  </a:lnTo>
                  <a:lnTo>
                    <a:pt x="915439" y="923773"/>
                  </a:lnTo>
                  <a:lnTo>
                    <a:pt x="914400" y="924103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2688586" y="2860610"/>
              <a:ext cx="923662" cy="921159"/>
            </a:xfrm>
            <a:custGeom>
              <a:avLst/>
              <a:pathLst>
                <a:path w="923662" h="92115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223"/>
                  </a:lnTo>
                  <a:lnTo>
                    <a:pt x="922912" y="918461"/>
                  </a:lnTo>
                  <a:lnTo>
                    <a:pt x="921516" y="918902"/>
                  </a:lnTo>
                  <a:lnTo>
                    <a:pt x="920122" y="919344"/>
                  </a:lnTo>
                  <a:lnTo>
                    <a:pt x="918727" y="919786"/>
                  </a:lnTo>
                  <a:lnTo>
                    <a:pt x="917332" y="920229"/>
                  </a:lnTo>
                  <a:lnTo>
                    <a:pt x="915937" y="920671"/>
                  </a:lnTo>
                  <a:lnTo>
                    <a:pt x="914543" y="921114"/>
                  </a:lnTo>
                  <a:lnTo>
                    <a:pt x="914400" y="92115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2697848" y="2860610"/>
              <a:ext cx="923662" cy="918223"/>
            </a:xfrm>
            <a:custGeom>
              <a:avLst/>
              <a:pathLst>
                <a:path w="923662" h="9182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296"/>
                  </a:lnTo>
                  <a:lnTo>
                    <a:pt x="923417" y="915373"/>
                  </a:lnTo>
                  <a:lnTo>
                    <a:pt x="922022" y="915813"/>
                  </a:lnTo>
                  <a:lnTo>
                    <a:pt x="920626" y="916254"/>
                  </a:lnTo>
                  <a:lnTo>
                    <a:pt x="919231" y="916695"/>
                  </a:lnTo>
                  <a:lnTo>
                    <a:pt x="917835" y="917136"/>
                  </a:lnTo>
                  <a:lnTo>
                    <a:pt x="916440" y="917578"/>
                  </a:lnTo>
                  <a:lnTo>
                    <a:pt x="915044" y="918019"/>
                  </a:lnTo>
                  <a:lnTo>
                    <a:pt x="914400" y="918223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2707110" y="2860610"/>
              <a:ext cx="917240" cy="915296"/>
            </a:xfrm>
            <a:custGeom>
              <a:avLst/>
              <a:pathLst>
                <a:path w="917240" h="915296">
                  <a:moveTo>
                    <a:pt x="914400" y="914400"/>
                  </a:moveTo>
                  <a:lnTo>
                    <a:pt x="917240" y="914400"/>
                  </a:lnTo>
                  <a:lnTo>
                    <a:pt x="916947" y="914492"/>
                  </a:lnTo>
                  <a:lnTo>
                    <a:pt x="915551" y="914932"/>
                  </a:lnTo>
                  <a:lnTo>
                    <a:pt x="914400" y="915296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2781208" y="2860610"/>
              <a:ext cx="914400" cy="915512"/>
            </a:xfrm>
            <a:custGeom>
              <a:avLst/>
              <a:pathLst>
                <a:path w="914400" h="915512">
                  <a:moveTo>
                    <a:pt x="914400" y="914400"/>
                  </a:moveTo>
                  <a:lnTo>
                    <a:pt x="914400" y="915512"/>
                  </a:lnTo>
                  <a:lnTo>
                    <a:pt x="911827" y="915307"/>
                  </a:lnTo>
                  <a:lnTo>
                    <a:pt x="907119" y="914400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2781208" y="2860610"/>
              <a:ext cx="923662" cy="915841"/>
            </a:xfrm>
            <a:custGeom>
              <a:avLst/>
              <a:pathLst>
                <a:path w="923662" h="91584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74"/>
                  </a:lnTo>
                  <a:lnTo>
                    <a:pt x="918528" y="915841"/>
                  </a:lnTo>
                  <a:lnTo>
                    <a:pt x="914400" y="915512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2790470" y="2860610"/>
              <a:ext cx="923662" cy="915674"/>
            </a:xfrm>
            <a:custGeom>
              <a:avLst/>
              <a:pathLst>
                <a:path w="923662" h="91567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41"/>
                  </a:lnTo>
                  <a:lnTo>
                    <a:pt x="922456" y="915047"/>
                  </a:lnTo>
                  <a:lnTo>
                    <a:pt x="920296" y="915238"/>
                  </a:lnTo>
                  <a:lnTo>
                    <a:pt x="918136" y="915430"/>
                  </a:lnTo>
                  <a:lnTo>
                    <a:pt x="915971" y="915622"/>
                  </a:lnTo>
                  <a:lnTo>
                    <a:pt x="914400" y="915674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2799732" y="2860610"/>
              <a:ext cx="920549" cy="914941"/>
            </a:xfrm>
            <a:custGeom>
              <a:avLst/>
              <a:pathLst>
                <a:path w="920549" h="914941">
                  <a:moveTo>
                    <a:pt x="914400" y="914400"/>
                  </a:moveTo>
                  <a:lnTo>
                    <a:pt x="920549" y="914400"/>
                  </a:lnTo>
                  <a:lnTo>
                    <a:pt x="919674" y="914476"/>
                  </a:lnTo>
                  <a:lnTo>
                    <a:pt x="917514" y="914666"/>
                  </a:lnTo>
                  <a:lnTo>
                    <a:pt x="915354" y="914857"/>
                  </a:lnTo>
                  <a:lnTo>
                    <a:pt x="914400" y="914941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2531128" y="2843372"/>
              <a:ext cx="914400" cy="916267"/>
            </a:xfrm>
            <a:custGeom>
              <a:avLst/>
              <a:pathLst>
                <a:path w="914400" h="916267">
                  <a:moveTo>
                    <a:pt x="914400" y="914399"/>
                  </a:moveTo>
                  <a:lnTo>
                    <a:pt x="914400" y="916267"/>
                  </a:lnTo>
                  <a:lnTo>
                    <a:pt x="911459" y="91439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2531128" y="2843372"/>
              <a:ext cx="923662" cy="921047"/>
            </a:xfrm>
            <a:custGeom>
              <a:avLst/>
              <a:pathLst>
                <a:path w="923662" h="92104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1047"/>
                  </a:lnTo>
                  <a:lnTo>
                    <a:pt x="921255" y="920024"/>
                  </a:lnTo>
                  <a:lnTo>
                    <a:pt x="915678" y="917078"/>
                  </a:lnTo>
                  <a:lnTo>
                    <a:pt x="914400" y="916267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2540390" y="2843372"/>
              <a:ext cx="923662" cy="924358"/>
            </a:xfrm>
            <a:custGeom>
              <a:avLst/>
              <a:pathLst>
                <a:path w="923662" h="92435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8"/>
                  </a:lnTo>
                  <a:lnTo>
                    <a:pt x="923354" y="924274"/>
                  </a:lnTo>
                  <a:lnTo>
                    <a:pt x="917643" y="922425"/>
                  </a:lnTo>
                  <a:lnTo>
                    <a:pt x="914400" y="921047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2549652" y="2843372"/>
              <a:ext cx="923662" cy="926900"/>
            </a:xfrm>
            <a:custGeom>
              <a:avLst/>
              <a:pathLst>
                <a:path w="923662" h="92690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900"/>
                  </a:lnTo>
                  <a:lnTo>
                    <a:pt x="922885" y="926687"/>
                  </a:lnTo>
                  <a:lnTo>
                    <a:pt x="921630" y="926342"/>
                  </a:lnTo>
                  <a:lnTo>
                    <a:pt x="920374" y="925997"/>
                  </a:lnTo>
                  <a:lnTo>
                    <a:pt x="919118" y="925652"/>
                  </a:lnTo>
                  <a:lnTo>
                    <a:pt x="917863" y="925308"/>
                  </a:lnTo>
                  <a:lnTo>
                    <a:pt x="916607" y="924963"/>
                  </a:lnTo>
                  <a:lnTo>
                    <a:pt x="915351" y="924619"/>
                  </a:lnTo>
                  <a:lnTo>
                    <a:pt x="914400" y="92435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2558914" y="2843372"/>
              <a:ext cx="923662" cy="929450"/>
            </a:xfrm>
            <a:custGeom>
              <a:avLst/>
              <a:pathLst>
                <a:path w="923662" h="92945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450"/>
                  </a:lnTo>
                  <a:lnTo>
                    <a:pt x="923350" y="929364"/>
                  </a:lnTo>
                  <a:lnTo>
                    <a:pt x="923037" y="929277"/>
                  </a:lnTo>
                  <a:lnTo>
                    <a:pt x="922881" y="929227"/>
                  </a:lnTo>
                  <a:lnTo>
                    <a:pt x="922724" y="929191"/>
                  </a:lnTo>
                  <a:lnTo>
                    <a:pt x="922411" y="929105"/>
                  </a:lnTo>
                  <a:lnTo>
                    <a:pt x="921155" y="928759"/>
                  </a:lnTo>
                  <a:lnTo>
                    <a:pt x="919900" y="928413"/>
                  </a:lnTo>
                  <a:lnTo>
                    <a:pt x="918644" y="928068"/>
                  </a:lnTo>
                  <a:lnTo>
                    <a:pt x="917389" y="927722"/>
                  </a:lnTo>
                  <a:lnTo>
                    <a:pt x="916134" y="927377"/>
                  </a:lnTo>
                  <a:lnTo>
                    <a:pt x="914878" y="927032"/>
                  </a:lnTo>
                  <a:lnTo>
                    <a:pt x="914400" y="926900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256817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2325" y="931638"/>
                  </a:lnTo>
                  <a:lnTo>
                    <a:pt x="921618" y="931442"/>
                  </a:lnTo>
                  <a:lnTo>
                    <a:pt x="920363" y="931096"/>
                  </a:lnTo>
                  <a:lnTo>
                    <a:pt x="919108" y="930749"/>
                  </a:lnTo>
                  <a:lnTo>
                    <a:pt x="917854" y="930403"/>
                  </a:lnTo>
                  <a:lnTo>
                    <a:pt x="916599" y="930056"/>
                  </a:lnTo>
                  <a:lnTo>
                    <a:pt x="915344" y="929710"/>
                  </a:lnTo>
                  <a:lnTo>
                    <a:pt x="914400" y="929450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257743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2586701" y="284337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259596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260522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261448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262375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2633012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2642274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265153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266079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2670061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267932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268858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269784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2707110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376"/>
                  </a:lnTo>
                  <a:lnTo>
                    <a:pt x="922531" y="912732"/>
                  </a:lnTo>
                  <a:lnTo>
                    <a:pt x="921135" y="913172"/>
                  </a:lnTo>
                  <a:lnTo>
                    <a:pt x="919739" y="913612"/>
                  </a:lnTo>
                  <a:lnTo>
                    <a:pt x="918343" y="914052"/>
                  </a:lnTo>
                  <a:lnTo>
                    <a:pt x="917240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2716372" y="2843372"/>
              <a:ext cx="923662" cy="929615"/>
            </a:xfrm>
            <a:custGeom>
              <a:avLst/>
              <a:pathLst>
                <a:path w="923662" h="9296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704"/>
                  </a:lnTo>
                  <a:lnTo>
                    <a:pt x="923045" y="926897"/>
                  </a:lnTo>
                  <a:lnTo>
                    <a:pt x="921649" y="927336"/>
                  </a:lnTo>
                  <a:lnTo>
                    <a:pt x="920252" y="927775"/>
                  </a:lnTo>
                  <a:lnTo>
                    <a:pt x="918855" y="928214"/>
                  </a:lnTo>
                  <a:lnTo>
                    <a:pt x="917458" y="928653"/>
                  </a:lnTo>
                  <a:lnTo>
                    <a:pt x="916062" y="929092"/>
                  </a:lnTo>
                  <a:lnTo>
                    <a:pt x="914665" y="929531"/>
                  </a:lnTo>
                  <a:lnTo>
                    <a:pt x="914400" y="929615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2725634" y="2843372"/>
              <a:ext cx="923662" cy="926704"/>
            </a:xfrm>
            <a:custGeom>
              <a:avLst/>
              <a:pathLst>
                <a:path w="923662" h="926704">
                  <a:moveTo>
                    <a:pt x="914400" y="914399"/>
                  </a:moveTo>
                  <a:lnTo>
                    <a:pt x="923662" y="914399"/>
                  </a:lnTo>
                  <a:lnTo>
                    <a:pt x="923564" y="923832"/>
                  </a:lnTo>
                  <a:lnTo>
                    <a:pt x="922167" y="924269"/>
                  </a:lnTo>
                  <a:lnTo>
                    <a:pt x="920769" y="924707"/>
                  </a:lnTo>
                  <a:lnTo>
                    <a:pt x="919372" y="925145"/>
                  </a:lnTo>
                  <a:lnTo>
                    <a:pt x="917974" y="925583"/>
                  </a:lnTo>
                  <a:lnTo>
                    <a:pt x="916577" y="926021"/>
                  </a:lnTo>
                  <a:lnTo>
                    <a:pt x="915180" y="926459"/>
                  </a:lnTo>
                  <a:lnTo>
                    <a:pt x="914400" y="926704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2734897" y="2843372"/>
              <a:ext cx="923662" cy="924351"/>
            </a:xfrm>
            <a:custGeom>
              <a:avLst/>
              <a:pathLst>
                <a:path w="923662" h="92435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1"/>
                  </a:lnTo>
                  <a:lnTo>
                    <a:pt x="923113" y="924216"/>
                  </a:lnTo>
                  <a:lnTo>
                    <a:pt x="921537" y="923826"/>
                  </a:lnTo>
                  <a:lnTo>
                    <a:pt x="919961" y="923437"/>
                  </a:lnTo>
                  <a:lnTo>
                    <a:pt x="918385" y="923048"/>
                  </a:lnTo>
                  <a:lnTo>
                    <a:pt x="917503" y="922831"/>
                  </a:lnTo>
                  <a:lnTo>
                    <a:pt x="917097" y="922958"/>
                  </a:lnTo>
                  <a:lnTo>
                    <a:pt x="915699" y="923395"/>
                  </a:lnTo>
                  <a:lnTo>
                    <a:pt x="914400" y="923801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2744159" y="2843372"/>
              <a:ext cx="923662" cy="926645"/>
            </a:xfrm>
            <a:custGeom>
              <a:avLst/>
              <a:pathLst>
                <a:path w="923662" h="92664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645"/>
                  </a:lnTo>
                  <a:lnTo>
                    <a:pt x="923304" y="926556"/>
                  </a:lnTo>
                  <a:lnTo>
                    <a:pt x="921729" y="926165"/>
                  </a:lnTo>
                  <a:lnTo>
                    <a:pt x="920154" y="925775"/>
                  </a:lnTo>
                  <a:lnTo>
                    <a:pt x="918578" y="925385"/>
                  </a:lnTo>
                  <a:lnTo>
                    <a:pt x="917002" y="924995"/>
                  </a:lnTo>
                  <a:lnTo>
                    <a:pt x="915427" y="924605"/>
                  </a:lnTo>
                  <a:lnTo>
                    <a:pt x="914400" y="924351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2753421" y="2843372"/>
              <a:ext cx="923662" cy="928946"/>
            </a:xfrm>
            <a:custGeom>
              <a:avLst/>
              <a:pathLst>
                <a:path w="923662" h="928946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8946"/>
                  </a:lnTo>
                  <a:lnTo>
                    <a:pt x="923492" y="928904"/>
                  </a:lnTo>
                  <a:lnTo>
                    <a:pt x="921917" y="928512"/>
                  </a:lnTo>
                  <a:lnTo>
                    <a:pt x="920342" y="928120"/>
                  </a:lnTo>
                  <a:lnTo>
                    <a:pt x="918768" y="927729"/>
                  </a:lnTo>
                  <a:lnTo>
                    <a:pt x="917192" y="927338"/>
                  </a:lnTo>
                  <a:lnTo>
                    <a:pt x="915617" y="926947"/>
                  </a:lnTo>
                  <a:lnTo>
                    <a:pt x="914400" y="926645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2762683" y="2843372"/>
              <a:ext cx="923662" cy="931255"/>
            </a:xfrm>
            <a:custGeom>
              <a:avLst/>
              <a:pathLst>
                <a:path w="923662" h="93125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255"/>
                  </a:lnTo>
                  <a:lnTo>
                    <a:pt x="922102" y="930866"/>
                  </a:lnTo>
                  <a:lnTo>
                    <a:pt x="920528" y="930473"/>
                  </a:lnTo>
                  <a:lnTo>
                    <a:pt x="918954" y="930080"/>
                  </a:lnTo>
                  <a:lnTo>
                    <a:pt x="917379" y="929688"/>
                  </a:lnTo>
                  <a:lnTo>
                    <a:pt x="915805" y="929296"/>
                  </a:lnTo>
                  <a:lnTo>
                    <a:pt x="914400" y="928946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277194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382" y="931638"/>
                  </a:lnTo>
                  <a:lnTo>
                    <a:pt x="914400" y="931255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278120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279047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2799732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127"/>
                  </a:lnTo>
                  <a:lnTo>
                    <a:pt x="921834" y="914287"/>
                  </a:lnTo>
                  <a:lnTo>
                    <a:pt x="920549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2808994" y="2843372"/>
              <a:ext cx="923662" cy="931365"/>
            </a:xfrm>
            <a:custGeom>
              <a:avLst/>
              <a:pathLst>
                <a:path w="923662" h="9313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813"/>
                  </a:lnTo>
                  <a:lnTo>
                    <a:pt x="920443" y="930561"/>
                  </a:lnTo>
                  <a:lnTo>
                    <a:pt x="914738" y="931335"/>
                  </a:lnTo>
                  <a:lnTo>
                    <a:pt x="914400" y="931365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2818257" y="2843372"/>
              <a:ext cx="923662" cy="929813"/>
            </a:xfrm>
            <a:custGeom>
              <a:avLst/>
              <a:pathLst>
                <a:path w="923662" h="929813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877"/>
                  </a:lnTo>
                  <a:lnTo>
                    <a:pt x="922490" y="927381"/>
                  </a:lnTo>
                  <a:lnTo>
                    <a:pt x="916858" y="929242"/>
                  </a:lnTo>
                  <a:lnTo>
                    <a:pt x="914400" y="929813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2827519" y="2843372"/>
              <a:ext cx="923662" cy="926877"/>
            </a:xfrm>
            <a:custGeom>
              <a:avLst/>
              <a:pathLst>
                <a:path w="923662" h="9268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2395"/>
                  </a:lnTo>
                  <a:lnTo>
                    <a:pt x="918802" y="924983"/>
                  </a:lnTo>
                  <a:lnTo>
                    <a:pt x="914400" y="926877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2836781" y="2843372"/>
              <a:ext cx="923662" cy="922395"/>
            </a:xfrm>
            <a:custGeom>
              <a:avLst/>
              <a:pathLst>
                <a:path w="923662" h="92239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6205"/>
                  </a:lnTo>
                  <a:lnTo>
                    <a:pt x="920451" y="918603"/>
                  </a:lnTo>
                  <a:lnTo>
                    <a:pt x="915040" y="922054"/>
                  </a:lnTo>
                  <a:lnTo>
                    <a:pt x="914400" y="922395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2846043" y="2843372"/>
              <a:ext cx="916775" cy="916205"/>
            </a:xfrm>
            <a:custGeom>
              <a:avLst/>
              <a:pathLst>
                <a:path w="916775" h="916205">
                  <a:moveTo>
                    <a:pt x="914400" y="914399"/>
                  </a:moveTo>
                  <a:lnTo>
                    <a:pt x="916775" y="914399"/>
                  </a:lnTo>
                  <a:lnTo>
                    <a:pt x="916498" y="914638"/>
                  </a:lnTo>
                  <a:lnTo>
                    <a:pt x="914400" y="916205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2512603" y="2826133"/>
              <a:ext cx="914400" cy="918691"/>
            </a:xfrm>
            <a:custGeom>
              <a:avLst/>
              <a:pathLst>
                <a:path w="914400" h="918691">
                  <a:moveTo>
                    <a:pt x="914400" y="914399"/>
                  </a:moveTo>
                  <a:lnTo>
                    <a:pt x="914400" y="918691"/>
                  </a:lnTo>
                  <a:lnTo>
                    <a:pt x="912947" y="917266"/>
                  </a:lnTo>
                  <a:lnTo>
                    <a:pt x="910363" y="91439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2512603" y="2826133"/>
              <a:ext cx="923662" cy="927067"/>
            </a:xfrm>
            <a:custGeom>
              <a:avLst/>
              <a:pathLst>
                <a:path w="923662" h="92706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7067"/>
                  </a:lnTo>
                  <a:lnTo>
                    <a:pt x="923336" y="926824"/>
                  </a:lnTo>
                  <a:lnTo>
                    <a:pt x="918075" y="922297"/>
                  </a:lnTo>
                  <a:lnTo>
                    <a:pt x="914400" y="918691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252186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0721" y="931638"/>
                  </a:lnTo>
                  <a:lnTo>
                    <a:pt x="919455" y="930834"/>
                  </a:lnTo>
                  <a:lnTo>
                    <a:pt x="914400" y="927067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253112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254039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254965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255891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256817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257743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2586701" y="28261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259596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260522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261448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262375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263301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264227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265153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266079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267006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267932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268858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269784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270711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271637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272563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273489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274415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275342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276268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277194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278120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279047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279973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280899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281825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282751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283678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2846043" y="284337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38"/>
                  </a:lnTo>
                  <a:lnTo>
                    <a:pt x="921691" y="910169"/>
                  </a:lnTo>
                  <a:lnTo>
                    <a:pt x="916775" y="91439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2855306" y="2826133"/>
              <a:ext cx="923662" cy="925477"/>
            </a:xfrm>
            <a:custGeom>
              <a:avLst/>
              <a:pathLst>
                <a:path w="923662" h="9254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457"/>
                  </a:lnTo>
                  <a:lnTo>
                    <a:pt x="922409" y="917010"/>
                  </a:lnTo>
                  <a:lnTo>
                    <a:pt x="917491" y="922448"/>
                  </a:lnTo>
                  <a:lnTo>
                    <a:pt x="914400" y="925477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2864568" y="2826133"/>
              <a:ext cx="915253" cy="915457"/>
            </a:xfrm>
            <a:custGeom>
              <a:avLst/>
              <a:pathLst>
                <a:path w="915253" h="915457">
                  <a:moveTo>
                    <a:pt x="914400" y="914399"/>
                  </a:moveTo>
                  <a:lnTo>
                    <a:pt x="915253" y="914399"/>
                  </a:lnTo>
                  <a:lnTo>
                    <a:pt x="914400" y="915457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2503341" y="2808895"/>
              <a:ext cx="914400" cy="925459"/>
            </a:xfrm>
            <a:custGeom>
              <a:avLst/>
              <a:pathLst>
                <a:path w="914400" h="925459">
                  <a:moveTo>
                    <a:pt x="914400" y="914400"/>
                  </a:moveTo>
                  <a:lnTo>
                    <a:pt x="914400" y="925459"/>
                  </a:lnTo>
                  <a:lnTo>
                    <a:pt x="912412" y="922984"/>
                  </a:lnTo>
                  <a:lnTo>
                    <a:pt x="907768" y="916527"/>
                  </a:lnTo>
                  <a:lnTo>
                    <a:pt x="906394" y="914400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250334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25" y="931638"/>
                  </a:lnTo>
                  <a:lnTo>
                    <a:pt x="917230" y="928982"/>
                  </a:lnTo>
                  <a:lnTo>
                    <a:pt x="914400" y="92545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251260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252186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253112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254039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254965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255891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256817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257743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2586701" y="28088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259596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260522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261448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262375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263301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264227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265153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266079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267006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267932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268858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269784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270711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271637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272563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273489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274415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275342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276268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277194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278120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279047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279973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280899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281825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282751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283678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284604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285530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2864568" y="28261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065"/>
                  </a:lnTo>
                  <a:lnTo>
                    <a:pt x="923464" y="903353"/>
                  </a:lnTo>
                  <a:lnTo>
                    <a:pt x="922500" y="904759"/>
                  </a:lnTo>
                  <a:lnTo>
                    <a:pt x="917908" y="911109"/>
                  </a:lnTo>
                  <a:lnTo>
                    <a:pt x="915253" y="91439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2873830" y="2808895"/>
              <a:ext cx="918450" cy="920303"/>
            </a:xfrm>
            <a:custGeom>
              <a:avLst/>
              <a:pathLst>
                <a:path w="918450" h="920303">
                  <a:moveTo>
                    <a:pt x="914400" y="914400"/>
                  </a:moveTo>
                  <a:lnTo>
                    <a:pt x="918450" y="914400"/>
                  </a:lnTo>
                  <a:lnTo>
                    <a:pt x="918036" y="915003"/>
                  </a:lnTo>
                  <a:lnTo>
                    <a:pt x="917077" y="916400"/>
                  </a:lnTo>
                  <a:lnTo>
                    <a:pt x="916118" y="917797"/>
                  </a:lnTo>
                  <a:lnTo>
                    <a:pt x="915160" y="919194"/>
                  </a:lnTo>
                  <a:lnTo>
                    <a:pt x="914400" y="920303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2494079" y="2791656"/>
              <a:ext cx="914400" cy="929693"/>
            </a:xfrm>
            <a:custGeom>
              <a:avLst/>
              <a:pathLst>
                <a:path w="914400" h="929693">
                  <a:moveTo>
                    <a:pt x="914400" y="914400"/>
                  </a:moveTo>
                  <a:lnTo>
                    <a:pt x="914400" y="929693"/>
                  </a:lnTo>
                  <a:lnTo>
                    <a:pt x="912574" y="926867"/>
                  </a:lnTo>
                  <a:lnTo>
                    <a:pt x="908317" y="919545"/>
                  </a:lnTo>
                  <a:lnTo>
                    <a:pt x="905622" y="914400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249407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56" y="931638"/>
                  </a:lnTo>
                  <a:lnTo>
                    <a:pt x="914400" y="929693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250334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251260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252186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253112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254039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254965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255891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256817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257743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586701" y="27916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59596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60522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61448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62375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63301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64227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65153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66079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67006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67932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68858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69784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70711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71637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72563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73489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74415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75342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76268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77194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78120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79047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79973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80899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81825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82751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83678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84604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85530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286456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873830" y="28088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13"/>
                  </a:lnTo>
                  <a:lnTo>
                    <a:pt x="922833" y="908018"/>
                  </a:lnTo>
                  <a:lnTo>
                    <a:pt x="921874" y="909415"/>
                  </a:lnTo>
                  <a:lnTo>
                    <a:pt x="920914" y="910811"/>
                  </a:lnTo>
                  <a:lnTo>
                    <a:pt x="919954" y="912208"/>
                  </a:lnTo>
                  <a:lnTo>
                    <a:pt x="918995" y="913605"/>
                  </a:lnTo>
                  <a:lnTo>
                    <a:pt x="918450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883092" y="2791656"/>
              <a:ext cx="921041" cy="924051"/>
            </a:xfrm>
            <a:custGeom>
              <a:avLst/>
              <a:pathLst>
                <a:path w="921041" h="924051">
                  <a:moveTo>
                    <a:pt x="914400" y="914400"/>
                  </a:moveTo>
                  <a:lnTo>
                    <a:pt x="921041" y="914400"/>
                  </a:lnTo>
                  <a:lnTo>
                    <a:pt x="920296" y="915481"/>
                  </a:lnTo>
                  <a:lnTo>
                    <a:pt x="919335" y="916877"/>
                  </a:lnTo>
                  <a:lnTo>
                    <a:pt x="918374" y="918273"/>
                  </a:lnTo>
                  <a:lnTo>
                    <a:pt x="917413" y="919670"/>
                  </a:lnTo>
                  <a:lnTo>
                    <a:pt x="916452" y="921066"/>
                  </a:lnTo>
                  <a:lnTo>
                    <a:pt x="915492" y="922463"/>
                  </a:lnTo>
                  <a:lnTo>
                    <a:pt x="914531" y="923860"/>
                  </a:lnTo>
                  <a:lnTo>
                    <a:pt x="914400" y="924051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484817" y="2774418"/>
              <a:ext cx="914400" cy="930713"/>
            </a:xfrm>
            <a:custGeom>
              <a:avLst/>
              <a:pathLst>
                <a:path w="914400" h="930713">
                  <a:moveTo>
                    <a:pt x="914400" y="914399"/>
                  </a:moveTo>
                  <a:lnTo>
                    <a:pt x="914400" y="930713"/>
                  </a:lnTo>
                  <a:lnTo>
                    <a:pt x="913533" y="929059"/>
                  </a:lnTo>
                  <a:lnTo>
                    <a:pt x="909709" y="920952"/>
                  </a:lnTo>
                  <a:lnTo>
                    <a:pt x="906929" y="91439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48481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884" y="931638"/>
                  </a:lnTo>
                  <a:lnTo>
                    <a:pt x="914400" y="930713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49407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50334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51260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52186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253112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254039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254965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255891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256817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257743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2586701" y="277441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259596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260522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261448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262375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263301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264227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265153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266079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267006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267932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268858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269784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270711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271637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272563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273489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274415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275342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276268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277194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278120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279047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279973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280899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281825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282751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283678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284604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285530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286456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287383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2883092" y="27916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595"/>
                  </a:lnTo>
                  <a:lnTo>
                    <a:pt x="923181" y="911292"/>
                  </a:lnTo>
                  <a:lnTo>
                    <a:pt x="922219" y="912688"/>
                  </a:lnTo>
                  <a:lnTo>
                    <a:pt x="921258" y="914085"/>
                  </a:lnTo>
                  <a:lnTo>
                    <a:pt x="921041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2892354" y="2774418"/>
              <a:ext cx="923662" cy="927834"/>
            </a:xfrm>
            <a:custGeom>
              <a:avLst/>
              <a:pathLst>
                <a:path w="923662" h="927834">
                  <a:moveTo>
                    <a:pt x="914400" y="914399"/>
                  </a:moveTo>
                  <a:lnTo>
                    <a:pt x="923662" y="914411"/>
                  </a:lnTo>
                  <a:lnTo>
                    <a:pt x="923549" y="914575"/>
                  </a:lnTo>
                  <a:lnTo>
                    <a:pt x="922585" y="915970"/>
                  </a:lnTo>
                  <a:lnTo>
                    <a:pt x="921621" y="917365"/>
                  </a:lnTo>
                  <a:lnTo>
                    <a:pt x="920658" y="918761"/>
                  </a:lnTo>
                  <a:lnTo>
                    <a:pt x="919694" y="920156"/>
                  </a:lnTo>
                  <a:lnTo>
                    <a:pt x="918731" y="921552"/>
                  </a:lnTo>
                  <a:lnTo>
                    <a:pt x="917769" y="922948"/>
                  </a:lnTo>
                  <a:lnTo>
                    <a:pt x="916806" y="924343"/>
                  </a:lnTo>
                  <a:lnTo>
                    <a:pt x="915843" y="925739"/>
                  </a:lnTo>
                  <a:lnTo>
                    <a:pt x="914881" y="927135"/>
                  </a:lnTo>
                  <a:lnTo>
                    <a:pt x="914400" y="927834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2475555" y="2757179"/>
              <a:ext cx="914399" cy="927148"/>
            </a:xfrm>
            <a:custGeom>
              <a:avLst/>
              <a:pathLst>
                <a:path w="914399" h="927148">
                  <a:moveTo>
                    <a:pt x="914399" y="914400"/>
                  </a:moveTo>
                  <a:lnTo>
                    <a:pt x="914399" y="927148"/>
                  </a:lnTo>
                  <a:lnTo>
                    <a:pt x="912029" y="920920"/>
                  </a:lnTo>
                  <a:lnTo>
                    <a:pt x="909813" y="914400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2475555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191" y="931638"/>
                  </a:lnTo>
                  <a:lnTo>
                    <a:pt x="915379" y="929724"/>
                  </a:lnTo>
                  <a:lnTo>
                    <a:pt x="914399" y="92714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248481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249407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250334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251260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252186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253112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254039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254965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255891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256817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257743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2586701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259596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260522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261448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262375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263301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264227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265153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266079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267006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267932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268858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269784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270711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271637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272563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273489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274415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275342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276268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277194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278120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279047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279973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280899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281825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282751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283678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284604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285530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286456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287383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288309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289235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2901617" y="277441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920"/>
                  </a:lnTo>
                  <a:lnTo>
                    <a:pt x="920670" y="904988"/>
                  </a:lnTo>
                  <a:lnTo>
                    <a:pt x="916221" y="911776"/>
                  </a:lnTo>
                  <a:lnTo>
                    <a:pt x="915251" y="91318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2910879" y="2757179"/>
              <a:ext cx="915992" cy="917158"/>
            </a:xfrm>
            <a:custGeom>
              <a:avLst/>
              <a:pathLst>
                <a:path w="915992" h="917158">
                  <a:moveTo>
                    <a:pt x="914400" y="914400"/>
                  </a:moveTo>
                  <a:lnTo>
                    <a:pt x="915992" y="914400"/>
                  </a:lnTo>
                  <a:lnTo>
                    <a:pt x="915662" y="915019"/>
                  </a:lnTo>
                  <a:lnTo>
                    <a:pt x="914400" y="91715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2466292" y="2739941"/>
              <a:ext cx="914400" cy="916049"/>
            </a:xfrm>
            <a:custGeom>
              <a:avLst/>
              <a:pathLst>
                <a:path w="914400" h="916049">
                  <a:moveTo>
                    <a:pt x="914400" y="914399"/>
                  </a:moveTo>
                  <a:lnTo>
                    <a:pt x="914400" y="916049"/>
                  </a:lnTo>
                  <a:lnTo>
                    <a:pt x="913961" y="91439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24662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076" y="931638"/>
                  </a:lnTo>
                  <a:lnTo>
                    <a:pt x="918193" y="929041"/>
                  </a:lnTo>
                  <a:lnTo>
                    <a:pt x="915354" y="919636"/>
                  </a:lnTo>
                  <a:lnTo>
                    <a:pt x="914400" y="91604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2475555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24848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249407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250334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251260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252186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253112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254039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254965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255891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256817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257743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2586701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259596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260522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261448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262375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263301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264227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265153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266079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267006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267932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268858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269784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270711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271637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272563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273489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274415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275342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276268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277194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278120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279047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279973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280899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281825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282751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283678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284604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285530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286456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287383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28830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289235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29016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2910879" y="27571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148"/>
                  </a:lnTo>
                  <a:lnTo>
                    <a:pt x="923542" y="899424"/>
                  </a:lnTo>
                  <a:lnTo>
                    <a:pt x="919711" y="907411"/>
                  </a:lnTo>
                  <a:lnTo>
                    <a:pt x="915992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2920141" y="2739941"/>
              <a:ext cx="915258" cy="916386"/>
            </a:xfrm>
            <a:custGeom>
              <a:avLst/>
              <a:pathLst>
                <a:path w="915258" h="916386">
                  <a:moveTo>
                    <a:pt x="914400" y="914399"/>
                  </a:moveTo>
                  <a:lnTo>
                    <a:pt x="915258" y="914399"/>
                  </a:lnTo>
                  <a:lnTo>
                    <a:pt x="914400" y="916386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2466292" y="27227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961" y="931638"/>
                  </a:lnTo>
                  <a:lnTo>
                    <a:pt x="912782" y="927207"/>
                  </a:lnTo>
                  <a:lnTo>
                    <a:pt x="910484" y="917302"/>
                  </a:lnTo>
                  <a:lnTo>
                    <a:pt x="909906" y="914400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24662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2475555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24848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24940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250334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251260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252186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253112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254039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254965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255891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256817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257743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2586701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259596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260522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261448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262375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263301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264227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265153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266079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267006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267932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268858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269784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270711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271637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272563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273489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274415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275342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276268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277194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278120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279047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279973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280899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281825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282751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283678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284604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285530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286456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287383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28830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289235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29016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29108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2920141" y="2739941"/>
              <a:ext cx="922111" cy="914399"/>
            </a:xfrm>
            <a:custGeom>
              <a:avLst/>
              <a:pathLst>
                <a:path w="922111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2111" y="897161"/>
                  </a:lnTo>
                  <a:lnTo>
                    <a:pt x="921252" y="899635"/>
                  </a:lnTo>
                  <a:lnTo>
                    <a:pt x="917885" y="908317"/>
                  </a:lnTo>
                  <a:lnTo>
                    <a:pt x="915258" y="91439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2466292" y="27054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6" y="931638"/>
                  </a:lnTo>
                  <a:lnTo>
                    <a:pt x="908467" y="924427"/>
                  </a:lnTo>
                  <a:lnTo>
                    <a:pt x="906782" y="914400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24662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2475555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24848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24940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250334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251260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252186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253112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254039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254965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255891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256817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257743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2586701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259596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60522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61448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62375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63301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64227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65153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66079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67006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67932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68858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69784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70711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71637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72563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73489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74415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75342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276268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277194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278120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279047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79973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280899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281825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282751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283678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284604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285530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86456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87383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28830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289235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29016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29108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2920141" y="272270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931"/>
                  </a:lnTo>
                  <a:lnTo>
                    <a:pt x="922111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2929403" y="2705464"/>
              <a:ext cx="918371" cy="927170"/>
            </a:xfrm>
            <a:custGeom>
              <a:avLst/>
              <a:pathLst>
                <a:path w="918371" h="927170">
                  <a:moveTo>
                    <a:pt x="914400" y="914400"/>
                  </a:moveTo>
                  <a:lnTo>
                    <a:pt x="918371" y="914400"/>
                  </a:lnTo>
                  <a:lnTo>
                    <a:pt x="917979" y="915835"/>
                  </a:lnTo>
                  <a:lnTo>
                    <a:pt x="915112" y="925118"/>
                  </a:lnTo>
                  <a:lnTo>
                    <a:pt x="914400" y="92717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2457030" y="2688225"/>
              <a:ext cx="914400" cy="919452"/>
            </a:xfrm>
            <a:custGeom>
              <a:avLst/>
              <a:pathLst>
                <a:path w="914400" h="919452">
                  <a:moveTo>
                    <a:pt x="914400" y="914400"/>
                  </a:moveTo>
                  <a:lnTo>
                    <a:pt x="914400" y="919452"/>
                  </a:lnTo>
                  <a:lnTo>
                    <a:pt x="913852" y="914400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24570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044" y="931638"/>
                  </a:lnTo>
                  <a:lnTo>
                    <a:pt x="915999" y="931370"/>
                  </a:lnTo>
                  <a:lnTo>
                    <a:pt x="914559" y="920920"/>
                  </a:lnTo>
                  <a:lnTo>
                    <a:pt x="914400" y="919452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24662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2475555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24848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24940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25033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251260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252186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253112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254039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254965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255891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256817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257743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2586701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259596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260522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261448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62375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63301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64227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65153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66079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67006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67932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68858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69784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70711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71637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72563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73489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74415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75342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76268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77194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78120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79047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79973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80899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81825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82751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83678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84604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85530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86456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8738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8830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89235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9016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9108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9201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929403" y="2705464"/>
              <a:ext cx="922764" cy="914400"/>
            </a:xfrm>
            <a:custGeom>
              <a:avLst/>
              <a:pathLst>
                <a:path w="9227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64" y="897161"/>
                  </a:lnTo>
                  <a:lnTo>
                    <a:pt x="920585" y="906289"/>
                  </a:lnTo>
                  <a:lnTo>
                    <a:pt x="918371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457030" y="26709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52" y="931638"/>
                  </a:lnTo>
                  <a:lnTo>
                    <a:pt x="913413" y="927583"/>
                  </a:lnTo>
                  <a:lnTo>
                    <a:pt x="912565" y="916911"/>
                  </a:lnTo>
                  <a:lnTo>
                    <a:pt x="912437" y="914400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4570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4662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475555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848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4940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5033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51260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52186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53112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54039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54965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5891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56817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7743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586701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59596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60522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61448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62375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63301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64227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65153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66079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67006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67932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68858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69784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70711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71637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72563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73489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74415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75342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76268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77194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78120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79047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79973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80899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81825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82751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83678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84604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85530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86456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8738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8830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89235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9016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9108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9201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929403" y="26882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151"/>
                  </a:lnTo>
                  <a:lnTo>
                    <a:pt x="922921" y="913742"/>
                  </a:lnTo>
                  <a:lnTo>
                    <a:pt x="922764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938666" y="2670987"/>
              <a:ext cx="916872" cy="927390"/>
            </a:xfrm>
            <a:custGeom>
              <a:avLst/>
              <a:pathLst>
                <a:path w="916872" h="927390">
                  <a:moveTo>
                    <a:pt x="914400" y="914400"/>
                  </a:moveTo>
                  <a:lnTo>
                    <a:pt x="916872" y="914400"/>
                  </a:lnTo>
                  <a:lnTo>
                    <a:pt x="915720" y="920984"/>
                  </a:lnTo>
                  <a:lnTo>
                    <a:pt x="914400" y="92739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457030" y="26537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437" y="931638"/>
                  </a:lnTo>
                  <a:lnTo>
                    <a:pt x="912018" y="923410"/>
                  </a:lnTo>
                  <a:lnTo>
                    <a:pt x="911812" y="914400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4570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4662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475555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4848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4940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5033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126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2186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3112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54039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54965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55891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6817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57743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586701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9596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60522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61448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62375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63301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64227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65153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66079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67006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67932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68858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69784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70711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71637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72563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73489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74415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75342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76268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77194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78120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79047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79973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80899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81825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82751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83678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84604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85530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86456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8738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8830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89235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9016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9108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9201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9294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938666" y="2670987"/>
              <a:ext cx="919377" cy="914400"/>
            </a:xfrm>
            <a:custGeom>
              <a:avLst/>
              <a:pathLst>
                <a:path w="91937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77" y="897161"/>
                  </a:lnTo>
                  <a:lnTo>
                    <a:pt x="918996" y="900463"/>
                  </a:lnTo>
                  <a:lnTo>
                    <a:pt x="917501" y="910802"/>
                  </a:lnTo>
                  <a:lnTo>
                    <a:pt x="916872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457030" y="26365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812" y="931638"/>
                  </a:lnTo>
                  <a:lnTo>
                    <a:pt x="911772" y="929870"/>
                  </a:lnTo>
                  <a:lnTo>
                    <a:pt x="911828" y="919083"/>
                  </a:lnTo>
                  <a:lnTo>
                    <a:pt x="911984" y="914400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570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4662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475555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4848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4940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5033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126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2186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3112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4039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4965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5891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6817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7743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86701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59596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60522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61448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62375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63301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64227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65153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66079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67006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67932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68858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69784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70711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71637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72563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73489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74415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75342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76268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77194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78120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79047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79973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80899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81825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82751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83678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84604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85530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86456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8738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8830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89235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9016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9108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9201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9294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938666" y="2653748"/>
              <a:ext cx="921072" cy="914400"/>
            </a:xfrm>
            <a:custGeom>
              <a:avLst/>
              <a:pathLst>
                <a:path w="9210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072" y="897161"/>
                  </a:lnTo>
                  <a:lnTo>
                    <a:pt x="920202" y="907232"/>
                  </a:lnTo>
                  <a:lnTo>
                    <a:pt x="919377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457030" y="261927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84" y="931638"/>
                  </a:lnTo>
                  <a:lnTo>
                    <a:pt x="912186" y="925554"/>
                  </a:lnTo>
                  <a:lnTo>
                    <a:pt x="912845" y="914836"/>
                  </a:lnTo>
                  <a:lnTo>
                    <a:pt x="912885" y="914400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570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4662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475555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4848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4940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5033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126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2186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53112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4039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4965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55891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6817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7743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6701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59596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60522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61448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62375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63301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64227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265153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266079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67006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67932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268858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69784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70711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71637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272563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273489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74415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75342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276268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77194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278120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79047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279973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280899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281825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282751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283678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284604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285530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286456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28738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28830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289235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29016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29108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29201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29294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2938666" y="26365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649"/>
                  </a:lnTo>
                  <a:lnTo>
                    <a:pt x="921398" y="909034"/>
                  </a:lnTo>
                  <a:lnTo>
                    <a:pt x="921115" y="913898"/>
                  </a:lnTo>
                  <a:lnTo>
                    <a:pt x="921072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2947928" y="2619272"/>
              <a:ext cx="923662" cy="924887"/>
            </a:xfrm>
            <a:custGeom>
              <a:avLst/>
              <a:pathLst>
                <a:path w="923662" h="92488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050"/>
                  </a:lnTo>
                  <a:lnTo>
                    <a:pt x="921206" y="920111"/>
                  </a:lnTo>
                  <a:lnTo>
                    <a:pt x="915717" y="924081"/>
                  </a:lnTo>
                  <a:lnTo>
                    <a:pt x="914400" y="924887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2957190" y="2619272"/>
              <a:ext cx="918568" cy="918050"/>
            </a:xfrm>
            <a:custGeom>
              <a:avLst/>
              <a:pathLst>
                <a:path w="918568" h="918050">
                  <a:moveTo>
                    <a:pt x="914400" y="914400"/>
                  </a:moveTo>
                  <a:lnTo>
                    <a:pt x="918568" y="914400"/>
                  </a:lnTo>
                  <a:lnTo>
                    <a:pt x="917312" y="915606"/>
                  </a:lnTo>
                  <a:lnTo>
                    <a:pt x="914400" y="91805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2457030" y="261927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5" y="914400"/>
                  </a:lnTo>
                  <a:lnTo>
                    <a:pt x="913804" y="904196"/>
                  </a:lnTo>
                  <a:lnTo>
                    <a:pt x="914400" y="899201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2466292" y="26020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40"/>
                  </a:lnTo>
                  <a:lnTo>
                    <a:pt x="905380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24662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2475555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24848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24940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25033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25126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5218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25311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54039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54965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255891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256817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257743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586701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59596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60522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61448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62375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63301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64227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265153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266079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67006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67932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68858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69784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270711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271637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272563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273489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74415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75342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276268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277194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78120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279047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79973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80899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81825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82751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283678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84604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285530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86456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87383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8830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289235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9016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9108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29201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29294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29386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9479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2957190" y="261927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361"/>
                  </a:lnTo>
                  <a:lnTo>
                    <a:pt x="922545" y="910577"/>
                  </a:lnTo>
                  <a:lnTo>
                    <a:pt x="918568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2966452" y="2602033"/>
              <a:ext cx="923662" cy="926599"/>
            </a:xfrm>
            <a:custGeom>
              <a:avLst/>
              <a:pathLst>
                <a:path w="923662" h="9265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728"/>
                  </a:lnTo>
                  <a:lnTo>
                    <a:pt x="923283" y="916248"/>
                  </a:lnTo>
                  <a:lnTo>
                    <a:pt x="918365" y="922278"/>
                  </a:lnTo>
                  <a:lnTo>
                    <a:pt x="914400" y="92659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2975714" y="2602033"/>
              <a:ext cx="915367" cy="915728"/>
            </a:xfrm>
            <a:custGeom>
              <a:avLst/>
              <a:pathLst>
                <a:path w="915367" h="915728">
                  <a:moveTo>
                    <a:pt x="914400" y="914400"/>
                  </a:moveTo>
                  <a:lnTo>
                    <a:pt x="915367" y="914400"/>
                  </a:lnTo>
                  <a:lnTo>
                    <a:pt x="914400" y="91572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3086861" y="2602033"/>
              <a:ext cx="914400" cy="917103"/>
            </a:xfrm>
            <a:custGeom>
              <a:avLst/>
              <a:pathLst>
                <a:path w="914400" h="917103">
                  <a:moveTo>
                    <a:pt x="914400" y="914400"/>
                  </a:moveTo>
                  <a:lnTo>
                    <a:pt x="914400" y="917103"/>
                  </a:lnTo>
                  <a:lnTo>
                    <a:pt x="909753" y="915085"/>
                  </a:lnTo>
                  <a:lnTo>
                    <a:pt x="908481" y="914400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3086861" y="2602033"/>
              <a:ext cx="923662" cy="920039"/>
            </a:xfrm>
            <a:custGeom>
              <a:avLst/>
              <a:pathLst>
                <a:path w="923662" h="92003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039"/>
                  </a:lnTo>
                  <a:lnTo>
                    <a:pt x="921163" y="919458"/>
                  </a:lnTo>
                  <a:lnTo>
                    <a:pt x="915428" y="917550"/>
                  </a:lnTo>
                  <a:lnTo>
                    <a:pt x="914400" y="917103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3096123" y="2602033"/>
              <a:ext cx="923662" cy="921590"/>
            </a:xfrm>
            <a:custGeom>
              <a:avLst/>
              <a:pathLst>
                <a:path w="923662" h="9215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90"/>
                  </a:lnTo>
                  <a:lnTo>
                    <a:pt x="923495" y="921583"/>
                  </a:lnTo>
                  <a:lnTo>
                    <a:pt x="917683" y="920803"/>
                  </a:lnTo>
                  <a:lnTo>
                    <a:pt x="914400" y="920039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3105386" y="2602033"/>
              <a:ext cx="923662" cy="921796"/>
            </a:xfrm>
            <a:custGeom>
              <a:avLst/>
              <a:pathLst>
                <a:path w="923662" h="921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75"/>
                  </a:lnTo>
                  <a:lnTo>
                    <a:pt x="920058" y="921796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3114648" y="2602033"/>
              <a:ext cx="923662" cy="921575"/>
            </a:xfrm>
            <a:custGeom>
              <a:avLst/>
              <a:pathLst>
                <a:path w="923662" h="92157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96"/>
                  </a:lnTo>
                  <a:lnTo>
                    <a:pt x="922425" y="920515"/>
                  </a:lnTo>
                  <a:lnTo>
                    <a:pt x="916619" y="921439"/>
                  </a:lnTo>
                  <a:lnTo>
                    <a:pt x="914400" y="921575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3123910" y="2602033"/>
              <a:ext cx="923662" cy="920196"/>
            </a:xfrm>
            <a:custGeom>
              <a:avLst/>
              <a:pathLst>
                <a:path w="923662" h="9201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33"/>
                  </a:lnTo>
                  <a:lnTo>
                    <a:pt x="918934" y="919026"/>
                  </a:lnTo>
                  <a:lnTo>
                    <a:pt x="914400" y="920196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3133172" y="2602033"/>
              <a:ext cx="920989" cy="917333"/>
            </a:xfrm>
            <a:custGeom>
              <a:avLst/>
              <a:pathLst>
                <a:path w="920989" h="917333">
                  <a:moveTo>
                    <a:pt x="914400" y="914400"/>
                  </a:moveTo>
                  <a:lnTo>
                    <a:pt x="920989" y="914400"/>
                  </a:lnTo>
                  <a:lnTo>
                    <a:pt x="915394" y="916977"/>
                  </a:lnTo>
                  <a:lnTo>
                    <a:pt x="914400" y="917333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457030" y="2584795"/>
              <a:ext cx="914400" cy="922068"/>
            </a:xfrm>
            <a:custGeom>
              <a:avLst/>
              <a:pathLst>
                <a:path w="914400" h="922068">
                  <a:moveTo>
                    <a:pt x="914400" y="914400"/>
                  </a:moveTo>
                  <a:lnTo>
                    <a:pt x="914400" y="922068"/>
                  </a:lnTo>
                  <a:lnTo>
                    <a:pt x="913095" y="919498"/>
                  </a:lnTo>
                  <a:lnTo>
                    <a:pt x="911713" y="916778"/>
                  </a:lnTo>
                  <a:lnTo>
                    <a:pt x="910504" y="914400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24570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43" y="931638"/>
                  </a:lnTo>
                  <a:lnTo>
                    <a:pt x="915059" y="928141"/>
                  </a:lnTo>
                  <a:lnTo>
                    <a:pt x="915609" y="924452"/>
                  </a:lnTo>
                  <a:lnTo>
                    <a:pt x="914476" y="922219"/>
                  </a:lnTo>
                  <a:lnTo>
                    <a:pt x="914400" y="92206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24662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2475555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4848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24940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5033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5126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25218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25311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5403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25496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55891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56817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257743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586701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59596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260522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61448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262375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63301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264227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65153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26607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6700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6793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6885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6978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7071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271637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72563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273489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274415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275342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276268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77194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278120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79047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279973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80899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281825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82751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283678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284604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85530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286456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8738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28830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289235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29016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9108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9201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9294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9386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9479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9571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9664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975714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49"/>
                  </a:lnTo>
                  <a:lnTo>
                    <a:pt x="922640" y="908601"/>
                  </a:lnTo>
                  <a:lnTo>
                    <a:pt x="921054" y="908372"/>
                  </a:lnTo>
                  <a:lnTo>
                    <a:pt x="919774" y="908187"/>
                  </a:lnTo>
                  <a:lnTo>
                    <a:pt x="918760" y="909741"/>
                  </a:lnTo>
                  <a:lnTo>
                    <a:pt x="915367" y="914400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984977" y="2584795"/>
              <a:ext cx="923662" cy="927331"/>
            </a:xfrm>
            <a:custGeom>
              <a:avLst/>
              <a:pathLst>
                <a:path w="923662" h="92733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331"/>
                  </a:lnTo>
                  <a:lnTo>
                    <a:pt x="922894" y="927219"/>
                  </a:lnTo>
                  <a:lnTo>
                    <a:pt x="921308" y="926989"/>
                  </a:lnTo>
                  <a:lnTo>
                    <a:pt x="919722" y="926759"/>
                  </a:lnTo>
                  <a:lnTo>
                    <a:pt x="918136" y="926528"/>
                  </a:lnTo>
                  <a:lnTo>
                    <a:pt x="916550" y="926299"/>
                  </a:lnTo>
                  <a:lnTo>
                    <a:pt x="914964" y="926069"/>
                  </a:lnTo>
                  <a:lnTo>
                    <a:pt x="914400" y="925987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994239" y="2584795"/>
              <a:ext cx="923662" cy="928682"/>
            </a:xfrm>
            <a:custGeom>
              <a:avLst/>
              <a:pathLst>
                <a:path w="923662" h="9286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682"/>
                  </a:lnTo>
                  <a:lnTo>
                    <a:pt x="923146" y="928606"/>
                  </a:lnTo>
                  <a:lnTo>
                    <a:pt x="921561" y="928375"/>
                  </a:lnTo>
                  <a:lnTo>
                    <a:pt x="919975" y="928143"/>
                  </a:lnTo>
                  <a:lnTo>
                    <a:pt x="918389" y="927912"/>
                  </a:lnTo>
                  <a:lnTo>
                    <a:pt x="916804" y="927681"/>
                  </a:lnTo>
                  <a:lnTo>
                    <a:pt x="915218" y="927450"/>
                  </a:lnTo>
                  <a:lnTo>
                    <a:pt x="914400" y="927331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3003501" y="2584795"/>
              <a:ext cx="923662" cy="929857"/>
            </a:xfrm>
            <a:custGeom>
              <a:avLst/>
              <a:pathLst>
                <a:path w="923662" h="92985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57"/>
                  </a:lnTo>
                  <a:lnTo>
                    <a:pt x="919833" y="929477"/>
                  </a:lnTo>
                  <a:lnTo>
                    <a:pt x="918641" y="929303"/>
                  </a:lnTo>
                  <a:lnTo>
                    <a:pt x="917055" y="929070"/>
                  </a:lnTo>
                  <a:lnTo>
                    <a:pt x="915470" y="928838"/>
                  </a:lnTo>
                  <a:lnTo>
                    <a:pt x="914400" y="928682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3012763" y="2584795"/>
              <a:ext cx="923662" cy="930063"/>
            </a:xfrm>
            <a:custGeom>
              <a:avLst/>
              <a:pathLst>
                <a:path w="923662" h="93006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99"/>
                  </a:lnTo>
                  <a:lnTo>
                    <a:pt x="921826" y="930063"/>
                  </a:lnTo>
                  <a:lnTo>
                    <a:pt x="916194" y="930036"/>
                  </a:lnTo>
                  <a:lnTo>
                    <a:pt x="914400" y="929857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3022026" y="2584795"/>
              <a:ext cx="923662" cy="929899"/>
            </a:xfrm>
            <a:custGeom>
              <a:avLst/>
              <a:pathLst>
                <a:path w="923662" h="9298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550"/>
                  </a:lnTo>
                  <a:lnTo>
                    <a:pt x="918190" y="929559"/>
                  </a:lnTo>
                  <a:lnTo>
                    <a:pt x="914400" y="929899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3031288" y="2584795"/>
              <a:ext cx="923662" cy="928550"/>
            </a:xfrm>
            <a:custGeom>
              <a:avLst/>
              <a:pathLst>
                <a:path w="923662" h="928550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25796"/>
                  </a:lnTo>
                  <a:lnTo>
                    <a:pt x="922214" y="926271"/>
                  </a:lnTo>
                  <a:lnTo>
                    <a:pt x="920101" y="926965"/>
                  </a:lnTo>
                  <a:lnTo>
                    <a:pt x="914532" y="928526"/>
                  </a:lnTo>
                  <a:lnTo>
                    <a:pt x="914399" y="928550"/>
                  </a:lnTo>
                  <a:close/>
                </a:path>
              </a:pathLst>
            </a:custGeom>
            <a:solidFill>
              <a:srgbClr val="C9E882">
                <a:alpha val="100000"/>
              </a:srgbClr>
            </a:solidFill>
            <a:ln w="5420" cap="flat">
              <a:solidFill>
                <a:srgbClr val="C9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3040550" y="2584795"/>
              <a:ext cx="923662" cy="925796"/>
            </a:xfrm>
            <a:custGeom>
              <a:avLst/>
              <a:pathLst>
                <a:path w="923662" h="925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58"/>
                  </a:lnTo>
                  <a:lnTo>
                    <a:pt x="923488" y="922815"/>
                  </a:lnTo>
                  <a:lnTo>
                    <a:pt x="921380" y="923506"/>
                  </a:lnTo>
                  <a:lnTo>
                    <a:pt x="919273" y="924197"/>
                  </a:lnTo>
                  <a:lnTo>
                    <a:pt x="917165" y="924888"/>
                  </a:lnTo>
                  <a:lnTo>
                    <a:pt x="915058" y="925579"/>
                  </a:lnTo>
                  <a:lnTo>
                    <a:pt x="914400" y="925796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3049812" y="2584795"/>
              <a:ext cx="923662" cy="922758"/>
            </a:xfrm>
            <a:custGeom>
              <a:avLst/>
              <a:pathLst>
                <a:path w="923662" h="92275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730"/>
                  </a:lnTo>
                  <a:lnTo>
                    <a:pt x="922658" y="920057"/>
                  </a:lnTo>
                  <a:lnTo>
                    <a:pt x="920550" y="920746"/>
                  </a:lnTo>
                  <a:lnTo>
                    <a:pt x="918441" y="921436"/>
                  </a:lnTo>
                  <a:lnTo>
                    <a:pt x="916333" y="922125"/>
                  </a:lnTo>
                  <a:lnTo>
                    <a:pt x="914400" y="92275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3059074" y="2584795"/>
              <a:ext cx="923662" cy="923805"/>
            </a:xfrm>
            <a:custGeom>
              <a:avLst/>
              <a:pathLst>
                <a:path w="923662" h="9238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805"/>
                  </a:lnTo>
                  <a:lnTo>
                    <a:pt x="922838" y="923228"/>
                  </a:lnTo>
                  <a:lnTo>
                    <a:pt x="921640" y="922388"/>
                  </a:lnTo>
                  <a:lnTo>
                    <a:pt x="920441" y="921548"/>
                  </a:lnTo>
                  <a:lnTo>
                    <a:pt x="919242" y="920709"/>
                  </a:lnTo>
                  <a:lnTo>
                    <a:pt x="918042" y="919869"/>
                  </a:lnTo>
                  <a:lnTo>
                    <a:pt x="916748" y="918963"/>
                  </a:lnTo>
                  <a:lnTo>
                    <a:pt x="915505" y="919369"/>
                  </a:lnTo>
                  <a:lnTo>
                    <a:pt x="914400" y="919730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3068337" y="2584795"/>
              <a:ext cx="923662" cy="929837"/>
            </a:xfrm>
            <a:custGeom>
              <a:avLst/>
              <a:pathLst>
                <a:path w="923662" h="9298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37"/>
                  </a:lnTo>
                  <a:lnTo>
                    <a:pt x="922681" y="929309"/>
                  </a:lnTo>
                  <a:lnTo>
                    <a:pt x="917176" y="925752"/>
                  </a:lnTo>
                  <a:lnTo>
                    <a:pt x="915973" y="924909"/>
                  </a:lnTo>
                  <a:lnTo>
                    <a:pt x="914775" y="924068"/>
                  </a:lnTo>
                  <a:lnTo>
                    <a:pt x="914400" y="923805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30775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43" y="931638"/>
                  </a:lnTo>
                  <a:lnTo>
                    <a:pt x="914400" y="929837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30868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30961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31053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31146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31239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3133172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94"/>
                  </a:lnTo>
                  <a:lnTo>
                    <a:pt x="920989" y="914400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3142434" y="2584795"/>
              <a:ext cx="923662" cy="930133"/>
            </a:xfrm>
            <a:custGeom>
              <a:avLst/>
              <a:pathLst>
                <a:path w="923662" h="93013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19"/>
                  </a:lnTo>
                  <a:lnTo>
                    <a:pt x="922841" y="924764"/>
                  </a:lnTo>
                  <a:lnTo>
                    <a:pt x="917363" y="928457"/>
                  </a:lnTo>
                  <a:lnTo>
                    <a:pt x="914400" y="930133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3151697" y="2584795"/>
              <a:ext cx="923662" cy="924119"/>
            </a:xfrm>
            <a:custGeom>
              <a:avLst/>
              <a:pathLst>
                <a:path w="923662" h="92411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561"/>
                  </a:lnTo>
                  <a:lnTo>
                    <a:pt x="923247" y="916910"/>
                  </a:lnTo>
                  <a:lnTo>
                    <a:pt x="922173" y="917817"/>
                  </a:lnTo>
                  <a:lnTo>
                    <a:pt x="921099" y="918724"/>
                  </a:lnTo>
                  <a:lnTo>
                    <a:pt x="920024" y="919632"/>
                  </a:lnTo>
                  <a:lnTo>
                    <a:pt x="918946" y="920543"/>
                  </a:lnTo>
                  <a:lnTo>
                    <a:pt x="914400" y="924119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3160959" y="2584795"/>
              <a:ext cx="916961" cy="916561"/>
            </a:xfrm>
            <a:custGeom>
              <a:avLst/>
              <a:pathLst>
                <a:path w="916961" h="916561">
                  <a:moveTo>
                    <a:pt x="914400" y="914400"/>
                  </a:moveTo>
                  <a:lnTo>
                    <a:pt x="916961" y="914400"/>
                  </a:lnTo>
                  <a:lnTo>
                    <a:pt x="916134" y="915097"/>
                  </a:lnTo>
                  <a:lnTo>
                    <a:pt x="915060" y="916003"/>
                  </a:lnTo>
                  <a:lnTo>
                    <a:pt x="914400" y="916561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7768" y="2567556"/>
              <a:ext cx="914399" cy="921091"/>
            </a:xfrm>
            <a:custGeom>
              <a:avLst/>
              <a:pathLst>
                <a:path w="914399" h="921091">
                  <a:moveTo>
                    <a:pt x="914399" y="914400"/>
                  </a:moveTo>
                  <a:lnTo>
                    <a:pt x="914399" y="921091"/>
                  </a:lnTo>
                  <a:lnTo>
                    <a:pt x="914056" y="920416"/>
                  </a:lnTo>
                  <a:lnTo>
                    <a:pt x="912671" y="917697"/>
                  </a:lnTo>
                  <a:lnTo>
                    <a:pt x="911285" y="914977"/>
                  </a:lnTo>
                  <a:lnTo>
                    <a:pt x="910990" y="914400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4776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66" y="931638"/>
                  </a:lnTo>
                  <a:lnTo>
                    <a:pt x="919592" y="931296"/>
                  </a:lnTo>
                  <a:lnTo>
                    <a:pt x="918209" y="928576"/>
                  </a:lnTo>
                  <a:lnTo>
                    <a:pt x="916825" y="925856"/>
                  </a:lnTo>
                  <a:lnTo>
                    <a:pt x="915441" y="923136"/>
                  </a:lnTo>
                  <a:lnTo>
                    <a:pt x="914399" y="921091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570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4662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75555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848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940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5033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126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5218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5311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5403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5496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5589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5681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774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586701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959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6052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61448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6237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6330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6422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6515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6607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6700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6793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6885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6978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7071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7163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7256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7348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74415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75342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76268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77194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78120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79047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79973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80899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81825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82751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83678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84604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85530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86456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8738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8830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89235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9016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9108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9201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9294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9386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9479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9571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9664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9757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9849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9942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300350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30127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30220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303128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30405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30498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30590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30683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30775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30868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30961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31053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31146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31239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31331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31424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31516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3160959" y="25847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1" y="908752"/>
                  </a:lnTo>
                  <a:lnTo>
                    <a:pt x="922585" y="909658"/>
                  </a:lnTo>
                  <a:lnTo>
                    <a:pt x="921510" y="910564"/>
                  </a:lnTo>
                  <a:lnTo>
                    <a:pt x="920434" y="911471"/>
                  </a:lnTo>
                  <a:lnTo>
                    <a:pt x="919359" y="912377"/>
                  </a:lnTo>
                  <a:lnTo>
                    <a:pt x="918284" y="913283"/>
                  </a:lnTo>
                  <a:lnTo>
                    <a:pt x="917209" y="914190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3170221" y="2567556"/>
              <a:ext cx="923662" cy="925990"/>
            </a:xfrm>
            <a:custGeom>
              <a:avLst/>
              <a:pathLst>
                <a:path w="923662" h="9259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732"/>
                  </a:lnTo>
                  <a:lnTo>
                    <a:pt x="922689" y="918722"/>
                  </a:lnTo>
                  <a:lnTo>
                    <a:pt x="917632" y="923269"/>
                  </a:lnTo>
                  <a:lnTo>
                    <a:pt x="916551" y="924178"/>
                  </a:lnTo>
                  <a:lnTo>
                    <a:pt x="915475" y="925084"/>
                  </a:lnTo>
                  <a:lnTo>
                    <a:pt x="914400" y="925990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3179483" y="2567556"/>
              <a:ext cx="917673" cy="917732"/>
            </a:xfrm>
            <a:custGeom>
              <a:avLst/>
              <a:pathLst>
                <a:path w="917673" h="917732">
                  <a:moveTo>
                    <a:pt x="914400" y="914400"/>
                  </a:moveTo>
                  <a:lnTo>
                    <a:pt x="917673" y="914400"/>
                  </a:lnTo>
                  <a:lnTo>
                    <a:pt x="914400" y="917732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438506" y="2550318"/>
              <a:ext cx="914400" cy="920170"/>
            </a:xfrm>
            <a:custGeom>
              <a:avLst/>
              <a:pathLst>
                <a:path w="914400" h="920170">
                  <a:moveTo>
                    <a:pt x="914400" y="914400"/>
                  </a:moveTo>
                  <a:lnTo>
                    <a:pt x="914400" y="920170"/>
                  </a:lnTo>
                  <a:lnTo>
                    <a:pt x="913608" y="918622"/>
                  </a:lnTo>
                  <a:lnTo>
                    <a:pt x="912219" y="915904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4385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252" y="931638"/>
                  </a:lnTo>
                  <a:lnTo>
                    <a:pt x="919160" y="929497"/>
                  </a:lnTo>
                  <a:lnTo>
                    <a:pt x="917773" y="926778"/>
                  </a:lnTo>
                  <a:lnTo>
                    <a:pt x="916386" y="924059"/>
                  </a:lnTo>
                  <a:lnTo>
                    <a:pt x="914997" y="921340"/>
                  </a:lnTo>
                  <a:lnTo>
                    <a:pt x="914400" y="920170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4776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570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62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75555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848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4940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5033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5126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218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5311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5403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496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5589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681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5774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586701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959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6052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61448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6237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6330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6422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6515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6607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6700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6793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6885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6978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7071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7163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7256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7348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27441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7534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76268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77194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78120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79047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79973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80899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81825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82751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83678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84604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8553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86456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8738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8830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89235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9016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9108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9201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9294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9386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9479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9571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9664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9757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9849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9942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300350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30127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30220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303128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30405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30498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30590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30683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30775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30868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30961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31053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31146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31239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31331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31424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31516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31609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31702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3179483" y="25675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65"/>
                  </a:lnTo>
                  <a:lnTo>
                    <a:pt x="923139" y="908233"/>
                  </a:lnTo>
                  <a:lnTo>
                    <a:pt x="918354" y="913706"/>
                  </a:lnTo>
                  <a:lnTo>
                    <a:pt x="917673" y="914400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3188745" y="2550318"/>
              <a:ext cx="922333" cy="924803"/>
            </a:xfrm>
            <a:custGeom>
              <a:avLst/>
              <a:pathLst>
                <a:path w="922333" h="924803">
                  <a:moveTo>
                    <a:pt x="914400" y="914400"/>
                  </a:moveTo>
                  <a:lnTo>
                    <a:pt x="922333" y="914400"/>
                  </a:lnTo>
                  <a:lnTo>
                    <a:pt x="922010" y="914835"/>
                  </a:lnTo>
                  <a:lnTo>
                    <a:pt x="920263" y="917188"/>
                  </a:lnTo>
                  <a:lnTo>
                    <a:pt x="918507" y="919556"/>
                  </a:lnTo>
                  <a:lnTo>
                    <a:pt x="914400" y="924803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429243" y="2533079"/>
              <a:ext cx="914400" cy="919126"/>
            </a:xfrm>
            <a:custGeom>
              <a:avLst/>
              <a:pathLst>
                <a:path w="914400" h="919126">
                  <a:moveTo>
                    <a:pt x="914400" y="914400"/>
                  </a:moveTo>
                  <a:lnTo>
                    <a:pt x="914400" y="919126"/>
                  </a:lnTo>
                  <a:lnTo>
                    <a:pt x="912118" y="914400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24292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712" y="931638"/>
                  </a:lnTo>
                  <a:lnTo>
                    <a:pt x="920091" y="930424"/>
                  </a:lnTo>
                  <a:lnTo>
                    <a:pt x="918701" y="927706"/>
                  </a:lnTo>
                  <a:lnTo>
                    <a:pt x="917309" y="924988"/>
                  </a:lnTo>
                  <a:lnTo>
                    <a:pt x="915909" y="922253"/>
                  </a:lnTo>
                  <a:lnTo>
                    <a:pt x="914400" y="919126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4385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44776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4570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4662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475555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4848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4940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5033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5126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5218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5311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5403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5496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5589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5681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5774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586701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5959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6052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61448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6237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6330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6422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6515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6607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6700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6793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6885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6978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7071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7163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7256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7348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7441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7534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7626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77194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78120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79047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79973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80899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81825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82751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83678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8460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8553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86456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8738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8830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89235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9016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9108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3">
                <a:alpha val="100000"/>
              </a:srgbClr>
            </a:solidFill>
            <a:ln w="5420" cap="flat">
              <a:solidFill>
                <a:srgbClr val="CDEA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9201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9294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9386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9479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9571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9664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9757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9849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9942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300350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30127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30220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303128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30405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30498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30590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30683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30775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30868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30961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31053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31146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31239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31331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31424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31516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31609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31702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31794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3188745" y="25503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609"/>
                  </a:lnTo>
                  <a:lnTo>
                    <a:pt x="922333" y="914400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3198008" y="2533079"/>
              <a:ext cx="923662" cy="929848"/>
            </a:xfrm>
            <a:custGeom>
              <a:avLst/>
              <a:pathLst>
                <a:path w="923662" h="92984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58"/>
                  </a:lnTo>
                  <a:lnTo>
                    <a:pt x="923251" y="917942"/>
                  </a:lnTo>
                  <a:lnTo>
                    <a:pt x="921491" y="920308"/>
                  </a:lnTo>
                  <a:lnTo>
                    <a:pt x="919741" y="922660"/>
                  </a:lnTo>
                  <a:lnTo>
                    <a:pt x="917992" y="925013"/>
                  </a:lnTo>
                  <a:lnTo>
                    <a:pt x="916243" y="927366"/>
                  </a:lnTo>
                  <a:lnTo>
                    <a:pt x="914495" y="929719"/>
                  </a:lnTo>
                  <a:lnTo>
                    <a:pt x="914400" y="92984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3207270" y="2533079"/>
              <a:ext cx="916478" cy="917358"/>
            </a:xfrm>
            <a:custGeom>
              <a:avLst/>
              <a:pathLst>
                <a:path w="916478" h="917358">
                  <a:moveTo>
                    <a:pt x="914400" y="914400"/>
                  </a:moveTo>
                  <a:lnTo>
                    <a:pt x="916478" y="914400"/>
                  </a:lnTo>
                  <a:lnTo>
                    <a:pt x="914400" y="91735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419981" y="2515841"/>
              <a:ext cx="914400" cy="914787"/>
            </a:xfrm>
            <a:custGeom>
              <a:avLst/>
              <a:pathLst>
                <a:path w="914400" h="914787">
                  <a:moveTo>
                    <a:pt x="914400" y="914400"/>
                  </a:moveTo>
                  <a:lnTo>
                    <a:pt x="914400" y="914787"/>
                  </a:lnTo>
                  <a:lnTo>
                    <a:pt x="914253" y="914400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199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381" y="931638"/>
                  </a:lnTo>
                  <a:lnTo>
                    <a:pt x="920784" y="930403"/>
                  </a:lnTo>
                  <a:lnTo>
                    <a:pt x="916694" y="920848"/>
                  </a:lnTo>
                  <a:lnTo>
                    <a:pt x="914400" y="914787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292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4385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4776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4570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4662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2475555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24848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24940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25033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25126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25218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25311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25403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25496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25589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25681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25774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2586701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25959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26052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261448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26237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26330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26422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26515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26607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26700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26793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26885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26978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27071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7163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7256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7348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7441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7534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7626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77194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7812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79047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79973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80899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81825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82751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8367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8460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8553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86456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8738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8830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89235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9016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9108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9201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9294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9386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9479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9571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9664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9757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9849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9942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300350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30127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30220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303128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30405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30498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30590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30683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30775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30868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30961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31053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31146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31239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31331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31424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31516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31609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31702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31794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3188745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31980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3207270" y="25330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334"/>
                  </a:lnTo>
                  <a:lnTo>
                    <a:pt x="923552" y="903530"/>
                  </a:lnTo>
                  <a:lnTo>
                    <a:pt x="918878" y="910982"/>
                  </a:lnTo>
                  <a:lnTo>
                    <a:pt x="916478" y="914400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3216532" y="2515841"/>
              <a:ext cx="917863" cy="920572"/>
            </a:xfrm>
            <a:custGeom>
              <a:avLst/>
              <a:pathLst>
                <a:path w="917863" h="920572">
                  <a:moveTo>
                    <a:pt x="914399" y="914400"/>
                  </a:moveTo>
                  <a:lnTo>
                    <a:pt x="917863" y="914400"/>
                  </a:lnTo>
                  <a:lnTo>
                    <a:pt x="914399" y="920572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419981" y="24986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253" y="931638"/>
                  </a:lnTo>
                  <a:lnTo>
                    <a:pt x="912913" y="928100"/>
                  </a:lnTo>
                  <a:lnTo>
                    <a:pt x="912092" y="925788"/>
                  </a:lnTo>
                  <a:lnTo>
                    <a:pt x="911276" y="923491"/>
                  </a:lnTo>
                  <a:lnTo>
                    <a:pt x="910459" y="921194"/>
                  </a:lnTo>
                  <a:lnTo>
                    <a:pt x="909642" y="918897"/>
                  </a:lnTo>
                  <a:lnTo>
                    <a:pt x="908825" y="916600"/>
                  </a:lnTo>
                  <a:lnTo>
                    <a:pt x="908042" y="914400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4199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4292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4385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44776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4570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4662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475555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4848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4940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5033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5126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5218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5311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5403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5496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5589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5681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5774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586701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5959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052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61448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6237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6330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6422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6515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6607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6700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793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6885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6978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071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163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256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7348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441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534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7626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77194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7812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7904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79973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0899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81825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82751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8367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8460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8553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86456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8738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8830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89235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9016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9108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9201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9294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9386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9479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9571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9664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9757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9849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9942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300350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30127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220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303128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30405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498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30590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30683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30775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30868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30961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31053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31146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31239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31331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31424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31516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31609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31702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31794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3188745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31980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32072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3216532" y="2515841"/>
              <a:ext cx="923662" cy="914400"/>
            </a:xfrm>
            <a:custGeom>
              <a:avLst/>
              <a:pathLst>
                <a:path w="92366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3662" y="897161"/>
                  </a:lnTo>
                  <a:lnTo>
                    <a:pt x="923662" y="902864"/>
                  </a:lnTo>
                  <a:lnTo>
                    <a:pt x="922937" y="904476"/>
                  </a:lnTo>
                  <a:lnTo>
                    <a:pt x="918735" y="912845"/>
                  </a:lnTo>
                  <a:lnTo>
                    <a:pt x="917863" y="914400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3225794" y="2498602"/>
              <a:ext cx="916961" cy="920102"/>
            </a:xfrm>
            <a:custGeom>
              <a:avLst/>
              <a:pathLst>
                <a:path w="916961" h="920102">
                  <a:moveTo>
                    <a:pt x="914400" y="914400"/>
                  </a:moveTo>
                  <a:lnTo>
                    <a:pt x="916961" y="914400"/>
                  </a:lnTo>
                  <a:lnTo>
                    <a:pt x="914400" y="920102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410719" y="2481364"/>
              <a:ext cx="914400" cy="925834"/>
            </a:xfrm>
            <a:custGeom>
              <a:avLst/>
              <a:pathLst>
                <a:path w="914400" h="925834">
                  <a:moveTo>
                    <a:pt x="914400" y="914400"/>
                  </a:moveTo>
                  <a:lnTo>
                    <a:pt x="914400" y="925834"/>
                  </a:lnTo>
                  <a:lnTo>
                    <a:pt x="913777" y="924734"/>
                  </a:lnTo>
                  <a:lnTo>
                    <a:pt x="909801" y="916931"/>
                  </a:lnTo>
                  <a:lnTo>
                    <a:pt x="908639" y="914400"/>
                  </a:lnTo>
                  <a:close/>
                </a:path>
              </a:pathLst>
            </a:custGeom>
            <a:solidFill>
              <a:srgbClr val="FBFEBA">
                <a:alpha val="100000"/>
              </a:srgbClr>
            </a:solidFill>
            <a:ln w="5420" cap="flat">
              <a:solidFill>
                <a:srgbClr val="FB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4107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270" y="931542"/>
                  </a:lnTo>
                  <a:lnTo>
                    <a:pt x="916662" y="929835"/>
                  </a:lnTo>
                  <a:lnTo>
                    <a:pt x="914400" y="925834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4199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4292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4385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44776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4570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4662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475555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4848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4940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5033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5126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5218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5311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5403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5496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5589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5681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5774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586701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5959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6052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61448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6237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330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6422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515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607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6700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6793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6885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6978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7071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63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256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7348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27441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7534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626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277194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7812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7904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79973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80899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81825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8275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367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8460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8553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86456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8738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8830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89235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9016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9108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9201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9294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9386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9479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9571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9664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757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9849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9942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300350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30127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30220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303128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30405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30498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30590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30683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30775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30868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30961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31053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31146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F">
                <a:alpha val="100000"/>
              </a:srgbClr>
            </a:solidFill>
            <a:ln w="5420" cap="flat">
              <a:solidFill>
                <a:srgbClr val="C4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31239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31331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31424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31516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31609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31702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31794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3188745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31980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32072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3216532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225794" y="2498602"/>
              <a:ext cx="923648" cy="914400"/>
            </a:xfrm>
            <a:custGeom>
              <a:avLst/>
              <a:pathLst>
                <a:path w="923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48" y="897161"/>
                  </a:lnTo>
                  <a:lnTo>
                    <a:pt x="921303" y="903744"/>
                  </a:lnTo>
                  <a:lnTo>
                    <a:pt x="917623" y="912926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401457" y="2464125"/>
              <a:ext cx="914400" cy="923787"/>
            </a:xfrm>
            <a:custGeom>
              <a:avLst/>
              <a:pathLst>
                <a:path w="914400" h="923787">
                  <a:moveTo>
                    <a:pt x="914400" y="914400"/>
                  </a:moveTo>
                  <a:lnTo>
                    <a:pt x="914400" y="923787"/>
                  </a:lnTo>
                  <a:lnTo>
                    <a:pt x="911790" y="917465"/>
                  </a:lnTo>
                  <a:lnTo>
                    <a:pt x="910656" y="914400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4014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901" y="931638"/>
                  </a:lnTo>
                  <a:lnTo>
                    <a:pt x="915310" y="925993"/>
                  </a:lnTo>
                  <a:lnTo>
                    <a:pt x="914400" y="923787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4107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EBA">
                <a:alpha val="100000"/>
              </a:srgbClr>
            </a:solidFill>
            <a:ln w="5420" cap="flat">
              <a:solidFill>
                <a:srgbClr val="FB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4199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4292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4385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44776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4570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4662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475555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4848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4940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5033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5126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5218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5311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5403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5496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5589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C">
                <a:alpha val="100000"/>
              </a:srgbClr>
            </a:solidFill>
            <a:ln w="5420" cap="flat">
              <a:solidFill>
                <a:srgbClr val="FC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5681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5774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586701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5959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C">
                <a:alpha val="100000"/>
              </a:srgbClr>
            </a:solidFill>
            <a:ln w="5420" cap="flat">
              <a:solidFill>
                <a:srgbClr val="FC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6052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61448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6237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6330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422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6515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607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6700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6793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6885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6978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071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7163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7256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7348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441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534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7626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7194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812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904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79973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80899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8182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8275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8367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8460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8553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86456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738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830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89235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9016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9108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9201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982">
                <a:alpha val="100000"/>
              </a:srgbClr>
            </a:solidFill>
            <a:ln w="5420" cap="flat">
              <a:solidFill>
                <a:srgbClr val="CA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9294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9386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9479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9571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9664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9757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9849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9942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300350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30127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30220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303128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30405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30498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30590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30683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30775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30868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30961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31053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31146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31239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31331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31424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31516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31609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31702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31794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3188745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31980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32072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3216532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3225794" y="24813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48" y="914400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3235057" y="2464125"/>
              <a:ext cx="919850" cy="931599"/>
            </a:xfrm>
            <a:custGeom>
              <a:avLst/>
              <a:pathLst>
                <a:path w="919850" h="931599">
                  <a:moveTo>
                    <a:pt x="914400" y="914400"/>
                  </a:moveTo>
                  <a:lnTo>
                    <a:pt x="919850" y="914400"/>
                  </a:lnTo>
                  <a:lnTo>
                    <a:pt x="919434" y="915811"/>
                  </a:lnTo>
                  <a:lnTo>
                    <a:pt x="918554" y="918791"/>
                  </a:lnTo>
                  <a:lnTo>
                    <a:pt x="915442" y="928674"/>
                  </a:lnTo>
                  <a:lnTo>
                    <a:pt x="914400" y="931599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392195" y="2446887"/>
              <a:ext cx="914399" cy="915485"/>
            </a:xfrm>
            <a:custGeom>
              <a:avLst/>
              <a:pathLst>
                <a:path w="914399" h="915485">
                  <a:moveTo>
                    <a:pt x="914399" y="914400"/>
                  </a:moveTo>
                  <a:lnTo>
                    <a:pt x="914399" y="915485"/>
                  </a:lnTo>
                  <a:lnTo>
                    <a:pt x="914082" y="914400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39219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18" y="931638"/>
                  </a:lnTo>
                  <a:lnTo>
                    <a:pt x="917776" y="925846"/>
                  </a:lnTo>
                  <a:lnTo>
                    <a:pt x="914751" y="916684"/>
                  </a:lnTo>
                  <a:lnTo>
                    <a:pt x="914399" y="915485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4014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24107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4199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4292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EBA">
                <a:alpha val="100000"/>
              </a:srgbClr>
            </a:solidFill>
            <a:ln w="5420" cap="flat">
              <a:solidFill>
                <a:srgbClr val="FB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4385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44776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4570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4662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47555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4848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4940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25033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5126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25218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5311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5403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5496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5589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5681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5774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586701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5959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6052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61448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6237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6330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422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6515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607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6700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688586" y="24641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07" y="897161"/>
                  </a:lnTo>
                  <a:lnTo>
                    <a:pt x="909394" y="899586"/>
                  </a:lnTo>
                  <a:lnTo>
                    <a:pt x="909626" y="899513"/>
                  </a:lnTo>
                  <a:lnTo>
                    <a:pt x="909979" y="899402"/>
                  </a:lnTo>
                  <a:lnTo>
                    <a:pt x="910332" y="899291"/>
                  </a:lnTo>
                  <a:lnTo>
                    <a:pt x="910685" y="899180"/>
                  </a:lnTo>
                  <a:lnTo>
                    <a:pt x="911038" y="899069"/>
                  </a:lnTo>
                  <a:lnTo>
                    <a:pt x="911391" y="898958"/>
                  </a:lnTo>
                  <a:lnTo>
                    <a:pt x="911744" y="898847"/>
                  </a:lnTo>
                  <a:lnTo>
                    <a:pt x="912097" y="898736"/>
                  </a:lnTo>
                  <a:lnTo>
                    <a:pt x="912451" y="898625"/>
                  </a:lnTo>
                  <a:lnTo>
                    <a:pt x="912804" y="898515"/>
                  </a:lnTo>
                  <a:lnTo>
                    <a:pt x="913157" y="898404"/>
                  </a:lnTo>
                  <a:lnTo>
                    <a:pt x="913510" y="898293"/>
                  </a:lnTo>
                  <a:lnTo>
                    <a:pt x="913863" y="898182"/>
                  </a:lnTo>
                  <a:lnTo>
                    <a:pt x="914216" y="898071"/>
                  </a:lnTo>
                  <a:lnTo>
                    <a:pt x="914400" y="898014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697848" y="24468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252"/>
                  </a:lnTo>
                  <a:lnTo>
                    <a:pt x="905307" y="915199"/>
                  </a:lnTo>
                  <a:lnTo>
                    <a:pt x="905660" y="915088"/>
                  </a:lnTo>
                  <a:lnTo>
                    <a:pt x="906013" y="914977"/>
                  </a:lnTo>
                  <a:lnTo>
                    <a:pt x="906366" y="914866"/>
                  </a:lnTo>
                  <a:lnTo>
                    <a:pt x="906720" y="914756"/>
                  </a:lnTo>
                  <a:lnTo>
                    <a:pt x="907073" y="914645"/>
                  </a:lnTo>
                  <a:lnTo>
                    <a:pt x="907426" y="914534"/>
                  </a:lnTo>
                  <a:lnTo>
                    <a:pt x="907855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6978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7071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7163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256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7348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7441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534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7626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77194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7812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7904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79973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8089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8182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275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8367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8460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8553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6456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8738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8830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9235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9016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9108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9201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9294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9386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9479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9571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9664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9757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9849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9942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300350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30127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30220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303128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30405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30498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30590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30683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30775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30868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309612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310538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31146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31239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31331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31424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31516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31609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31702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31794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3188745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31980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32072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3216532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32257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235057" y="24641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08"/>
                  </a:lnTo>
                  <a:lnTo>
                    <a:pt x="922935" y="903962"/>
                  </a:lnTo>
                  <a:lnTo>
                    <a:pt x="922059" y="906924"/>
                  </a:lnTo>
                  <a:lnTo>
                    <a:pt x="921184" y="909886"/>
                  </a:lnTo>
                  <a:lnTo>
                    <a:pt x="920308" y="912848"/>
                  </a:lnTo>
                  <a:lnTo>
                    <a:pt x="919850" y="914400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3244319" y="2446887"/>
              <a:ext cx="915687" cy="918747"/>
            </a:xfrm>
            <a:custGeom>
              <a:avLst/>
              <a:pathLst>
                <a:path w="915687" h="918747">
                  <a:moveTo>
                    <a:pt x="914400" y="914400"/>
                  </a:moveTo>
                  <a:lnTo>
                    <a:pt x="915687" y="914400"/>
                  </a:lnTo>
                  <a:lnTo>
                    <a:pt x="915427" y="915277"/>
                  </a:lnTo>
                  <a:lnTo>
                    <a:pt x="914550" y="918239"/>
                  </a:lnTo>
                  <a:lnTo>
                    <a:pt x="914400" y="918747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392195" y="2429648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14082" y="931638"/>
                  </a:lnTo>
                  <a:lnTo>
                    <a:pt x="911986" y="924480"/>
                  </a:lnTo>
                  <a:lnTo>
                    <a:pt x="909488" y="914783"/>
                  </a:lnTo>
                  <a:lnTo>
                    <a:pt x="909402" y="914400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39219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4014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4107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4199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4292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4385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44776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4570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EBA">
                <a:alpha val="100000"/>
              </a:srgbClr>
            </a:solidFill>
            <a:ln w="5420" cap="flat">
              <a:solidFill>
                <a:srgbClr val="FB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4662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EBA">
                <a:alpha val="100000"/>
              </a:srgbClr>
            </a:solidFill>
            <a:ln w="5420" cap="flat">
              <a:solidFill>
                <a:srgbClr val="FB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47555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4848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4940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5033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5126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5218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5311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5403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5496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5589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5681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5774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586701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5959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6052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61448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37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6330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6422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6515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6607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679323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85" y="897161"/>
                  </a:lnTo>
                  <a:lnTo>
                    <a:pt x="913451" y="897382"/>
                  </a:lnTo>
                  <a:lnTo>
                    <a:pt x="913544" y="897698"/>
                  </a:lnTo>
                  <a:lnTo>
                    <a:pt x="913638" y="898014"/>
                  </a:lnTo>
                  <a:lnTo>
                    <a:pt x="913731" y="898330"/>
                  </a:lnTo>
                  <a:lnTo>
                    <a:pt x="913825" y="898645"/>
                  </a:lnTo>
                  <a:lnTo>
                    <a:pt x="913918" y="898961"/>
                  </a:lnTo>
                  <a:lnTo>
                    <a:pt x="914011" y="899277"/>
                  </a:lnTo>
                  <a:lnTo>
                    <a:pt x="914105" y="899592"/>
                  </a:lnTo>
                  <a:lnTo>
                    <a:pt x="914198" y="899908"/>
                  </a:lnTo>
                  <a:lnTo>
                    <a:pt x="914292" y="900224"/>
                  </a:lnTo>
                  <a:lnTo>
                    <a:pt x="914400" y="900613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679323" y="2446887"/>
              <a:ext cx="918070" cy="914400"/>
            </a:xfrm>
            <a:custGeom>
              <a:avLst/>
              <a:pathLst>
                <a:path w="918070" h="914400">
                  <a:moveTo>
                    <a:pt x="914400" y="914400"/>
                  </a:moveTo>
                  <a:lnTo>
                    <a:pt x="914400" y="900613"/>
                  </a:lnTo>
                  <a:lnTo>
                    <a:pt x="917018" y="910053"/>
                  </a:lnTo>
                  <a:lnTo>
                    <a:pt x="918070" y="914400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697848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855" y="914400"/>
                  </a:lnTo>
                  <a:lnTo>
                    <a:pt x="908132" y="914313"/>
                  </a:lnTo>
                  <a:lnTo>
                    <a:pt x="908485" y="914202"/>
                  </a:lnTo>
                  <a:lnTo>
                    <a:pt x="908839" y="914091"/>
                  </a:lnTo>
                  <a:lnTo>
                    <a:pt x="909192" y="913980"/>
                  </a:lnTo>
                  <a:lnTo>
                    <a:pt x="909545" y="913870"/>
                  </a:lnTo>
                  <a:lnTo>
                    <a:pt x="909898" y="913759"/>
                  </a:lnTo>
                  <a:lnTo>
                    <a:pt x="910251" y="913648"/>
                  </a:lnTo>
                  <a:lnTo>
                    <a:pt x="910604" y="913538"/>
                  </a:lnTo>
                  <a:lnTo>
                    <a:pt x="910958" y="913427"/>
                  </a:lnTo>
                  <a:lnTo>
                    <a:pt x="911311" y="913316"/>
                  </a:lnTo>
                  <a:lnTo>
                    <a:pt x="911664" y="913206"/>
                  </a:lnTo>
                  <a:lnTo>
                    <a:pt x="912017" y="913095"/>
                  </a:lnTo>
                  <a:lnTo>
                    <a:pt x="912371" y="912985"/>
                  </a:lnTo>
                  <a:lnTo>
                    <a:pt x="912724" y="912874"/>
                  </a:lnTo>
                  <a:lnTo>
                    <a:pt x="913077" y="912763"/>
                  </a:lnTo>
                  <a:lnTo>
                    <a:pt x="913430" y="912653"/>
                  </a:lnTo>
                  <a:lnTo>
                    <a:pt x="913784" y="912542"/>
                  </a:lnTo>
                  <a:lnTo>
                    <a:pt x="914137" y="912432"/>
                  </a:lnTo>
                  <a:lnTo>
                    <a:pt x="914400" y="91234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707110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8" y="912321"/>
                  </a:lnTo>
                  <a:lnTo>
                    <a:pt x="905581" y="912210"/>
                  </a:lnTo>
                  <a:lnTo>
                    <a:pt x="905934" y="912100"/>
                  </a:lnTo>
                  <a:lnTo>
                    <a:pt x="906288" y="911989"/>
                  </a:lnTo>
                  <a:lnTo>
                    <a:pt x="906641" y="911879"/>
                  </a:lnTo>
                  <a:lnTo>
                    <a:pt x="906994" y="911768"/>
                  </a:lnTo>
                  <a:lnTo>
                    <a:pt x="907348" y="911658"/>
                  </a:lnTo>
                  <a:lnTo>
                    <a:pt x="907701" y="911547"/>
                  </a:lnTo>
                  <a:lnTo>
                    <a:pt x="908054" y="911437"/>
                  </a:lnTo>
                  <a:lnTo>
                    <a:pt x="908408" y="911326"/>
                  </a:lnTo>
                  <a:lnTo>
                    <a:pt x="908761" y="911216"/>
                  </a:lnTo>
                  <a:lnTo>
                    <a:pt x="909114" y="911106"/>
                  </a:lnTo>
                  <a:lnTo>
                    <a:pt x="909468" y="910995"/>
                  </a:lnTo>
                  <a:lnTo>
                    <a:pt x="909821" y="910885"/>
                  </a:lnTo>
                  <a:lnTo>
                    <a:pt x="910174" y="910774"/>
                  </a:lnTo>
                  <a:lnTo>
                    <a:pt x="910528" y="910664"/>
                  </a:lnTo>
                  <a:lnTo>
                    <a:pt x="910881" y="910553"/>
                  </a:lnTo>
                  <a:lnTo>
                    <a:pt x="911234" y="910443"/>
                  </a:lnTo>
                  <a:lnTo>
                    <a:pt x="911588" y="910333"/>
                  </a:lnTo>
                  <a:lnTo>
                    <a:pt x="911941" y="910222"/>
                  </a:lnTo>
                  <a:lnTo>
                    <a:pt x="912294" y="910112"/>
                  </a:lnTo>
                  <a:lnTo>
                    <a:pt x="912648" y="910002"/>
                  </a:lnTo>
                  <a:lnTo>
                    <a:pt x="912876" y="909930"/>
                  </a:lnTo>
                  <a:lnTo>
                    <a:pt x="913934" y="903657"/>
                  </a:lnTo>
                  <a:lnTo>
                    <a:pt x="914400" y="901341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16372" y="24296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580"/>
                  </a:lnTo>
                  <a:lnTo>
                    <a:pt x="905977" y="914400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7163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7256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7348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441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534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7626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77194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7812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7904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79973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089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8182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8275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8367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8460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8553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86456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738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8830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89235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9016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9108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9201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9294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9386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9479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9571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9664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9757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9849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9942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300350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30127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30220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303128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30405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30498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30590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30683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30775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308686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309612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310538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311464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312391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31331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31424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31516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31609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31702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31794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3188745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31980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32072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3216532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32257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32350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3244319" y="2446887"/>
              <a:ext cx="920799" cy="914400"/>
            </a:xfrm>
            <a:custGeom>
              <a:avLst/>
              <a:pathLst>
                <a:path w="92079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99" y="897161"/>
                  </a:lnTo>
                  <a:lnTo>
                    <a:pt x="920696" y="897509"/>
                  </a:lnTo>
                  <a:lnTo>
                    <a:pt x="919817" y="900470"/>
                  </a:lnTo>
                  <a:lnTo>
                    <a:pt x="918938" y="903431"/>
                  </a:lnTo>
                  <a:lnTo>
                    <a:pt x="918059" y="906393"/>
                  </a:lnTo>
                  <a:lnTo>
                    <a:pt x="917181" y="909354"/>
                  </a:lnTo>
                  <a:lnTo>
                    <a:pt x="916304" y="912316"/>
                  </a:lnTo>
                  <a:lnTo>
                    <a:pt x="915687" y="914400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392195" y="2412410"/>
              <a:ext cx="914399" cy="931638"/>
            </a:xfrm>
            <a:custGeom>
              <a:avLst/>
              <a:pathLst>
                <a:path w="914399" h="931638">
                  <a:moveTo>
                    <a:pt x="914399" y="914399"/>
                  </a:moveTo>
                  <a:lnTo>
                    <a:pt x="914399" y="931638"/>
                  </a:lnTo>
                  <a:lnTo>
                    <a:pt x="909402" y="931638"/>
                  </a:lnTo>
                  <a:lnTo>
                    <a:pt x="907264" y="922096"/>
                  </a:lnTo>
                  <a:lnTo>
                    <a:pt x="905787" y="91439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39219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4014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4107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4199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4292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4385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44776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4570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4662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47555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4848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4940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5033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5126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5218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EBA">
                <a:alpha val="100000"/>
              </a:srgbClr>
            </a:solidFill>
            <a:ln w="5420" cap="flat">
              <a:solidFill>
                <a:srgbClr val="FB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5311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5403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5496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5589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5681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5774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586701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5959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052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61448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6237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330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422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6515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6607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670061" y="2429648"/>
              <a:ext cx="922648" cy="914400"/>
            </a:xfrm>
            <a:custGeom>
              <a:avLst/>
              <a:pathLst>
                <a:path w="922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69" y="897262"/>
                  </a:lnTo>
                  <a:lnTo>
                    <a:pt x="917661" y="897574"/>
                  </a:lnTo>
                  <a:lnTo>
                    <a:pt x="917755" y="897889"/>
                  </a:lnTo>
                  <a:lnTo>
                    <a:pt x="917849" y="898205"/>
                  </a:lnTo>
                  <a:lnTo>
                    <a:pt x="917942" y="898521"/>
                  </a:lnTo>
                  <a:lnTo>
                    <a:pt x="918036" y="898836"/>
                  </a:lnTo>
                  <a:lnTo>
                    <a:pt x="918130" y="899152"/>
                  </a:lnTo>
                  <a:lnTo>
                    <a:pt x="918223" y="899468"/>
                  </a:lnTo>
                  <a:lnTo>
                    <a:pt x="918317" y="899783"/>
                  </a:lnTo>
                  <a:lnTo>
                    <a:pt x="918411" y="900099"/>
                  </a:lnTo>
                  <a:lnTo>
                    <a:pt x="918504" y="900415"/>
                  </a:lnTo>
                  <a:lnTo>
                    <a:pt x="918598" y="900730"/>
                  </a:lnTo>
                  <a:lnTo>
                    <a:pt x="918691" y="901046"/>
                  </a:lnTo>
                  <a:lnTo>
                    <a:pt x="918785" y="901362"/>
                  </a:lnTo>
                  <a:lnTo>
                    <a:pt x="918879" y="901677"/>
                  </a:lnTo>
                  <a:lnTo>
                    <a:pt x="918972" y="901993"/>
                  </a:lnTo>
                  <a:lnTo>
                    <a:pt x="919066" y="902309"/>
                  </a:lnTo>
                  <a:lnTo>
                    <a:pt x="919160" y="902625"/>
                  </a:lnTo>
                  <a:lnTo>
                    <a:pt x="919253" y="902940"/>
                  </a:lnTo>
                  <a:lnTo>
                    <a:pt x="919347" y="903256"/>
                  </a:lnTo>
                  <a:lnTo>
                    <a:pt x="919440" y="903572"/>
                  </a:lnTo>
                  <a:lnTo>
                    <a:pt x="919534" y="903887"/>
                  </a:lnTo>
                  <a:lnTo>
                    <a:pt x="919627" y="904203"/>
                  </a:lnTo>
                  <a:lnTo>
                    <a:pt x="919721" y="904519"/>
                  </a:lnTo>
                  <a:lnTo>
                    <a:pt x="919815" y="904834"/>
                  </a:lnTo>
                  <a:lnTo>
                    <a:pt x="919908" y="905150"/>
                  </a:lnTo>
                  <a:lnTo>
                    <a:pt x="920002" y="905466"/>
                  </a:lnTo>
                  <a:lnTo>
                    <a:pt x="920095" y="905781"/>
                  </a:lnTo>
                  <a:lnTo>
                    <a:pt x="920189" y="906097"/>
                  </a:lnTo>
                  <a:lnTo>
                    <a:pt x="920282" y="906413"/>
                  </a:lnTo>
                  <a:lnTo>
                    <a:pt x="920376" y="906728"/>
                  </a:lnTo>
                  <a:lnTo>
                    <a:pt x="920469" y="907044"/>
                  </a:lnTo>
                  <a:lnTo>
                    <a:pt x="920563" y="907360"/>
                  </a:lnTo>
                  <a:lnTo>
                    <a:pt x="920657" y="907676"/>
                  </a:lnTo>
                  <a:lnTo>
                    <a:pt x="920750" y="907991"/>
                  </a:lnTo>
                  <a:lnTo>
                    <a:pt x="920844" y="908307"/>
                  </a:lnTo>
                  <a:lnTo>
                    <a:pt x="920937" y="908623"/>
                  </a:lnTo>
                  <a:lnTo>
                    <a:pt x="921031" y="908938"/>
                  </a:lnTo>
                  <a:lnTo>
                    <a:pt x="921124" y="909254"/>
                  </a:lnTo>
                  <a:lnTo>
                    <a:pt x="921218" y="909570"/>
                  </a:lnTo>
                  <a:lnTo>
                    <a:pt x="921311" y="909885"/>
                  </a:lnTo>
                  <a:lnTo>
                    <a:pt x="921405" y="910201"/>
                  </a:lnTo>
                  <a:lnTo>
                    <a:pt x="921498" y="910517"/>
                  </a:lnTo>
                  <a:lnTo>
                    <a:pt x="921592" y="910832"/>
                  </a:lnTo>
                  <a:lnTo>
                    <a:pt x="921685" y="911148"/>
                  </a:lnTo>
                  <a:lnTo>
                    <a:pt x="921779" y="911464"/>
                  </a:lnTo>
                  <a:lnTo>
                    <a:pt x="921872" y="911780"/>
                  </a:lnTo>
                  <a:lnTo>
                    <a:pt x="921966" y="912095"/>
                  </a:lnTo>
                  <a:lnTo>
                    <a:pt x="922059" y="912411"/>
                  </a:lnTo>
                  <a:lnTo>
                    <a:pt x="922152" y="912727"/>
                  </a:lnTo>
                  <a:lnTo>
                    <a:pt x="922246" y="913042"/>
                  </a:lnTo>
                  <a:lnTo>
                    <a:pt x="922339" y="913358"/>
                  </a:lnTo>
                  <a:lnTo>
                    <a:pt x="922433" y="913674"/>
                  </a:lnTo>
                  <a:lnTo>
                    <a:pt x="922526" y="913989"/>
                  </a:lnTo>
                  <a:lnTo>
                    <a:pt x="922648" y="914400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16372" y="24124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977" y="931638"/>
                  </a:lnTo>
                  <a:lnTo>
                    <a:pt x="906755" y="927763"/>
                  </a:lnTo>
                  <a:lnTo>
                    <a:pt x="909133" y="917613"/>
                  </a:lnTo>
                  <a:lnTo>
                    <a:pt x="909999" y="91439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7163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7256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348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441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7534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7626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77194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7812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7904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79973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8089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8182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275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67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3">
                <a:alpha val="100000"/>
              </a:srgbClr>
            </a:solidFill>
            <a:ln w="5420" cap="flat">
              <a:solidFill>
                <a:srgbClr val="CDEA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8460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8553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86456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8738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8830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89235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9016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9108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2">
                <a:alpha val="100000"/>
              </a:srgbClr>
            </a:solidFill>
            <a:ln w="5420" cap="flat">
              <a:solidFill>
                <a:srgbClr val="C9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9201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9294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9386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9479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9571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9664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757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9849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9942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300350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30127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30220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303128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30405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30498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30590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30683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30775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308686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309612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310538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311464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312391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31331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31424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31516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31609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31702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31794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3188745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31980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32072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3216532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32257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32350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3244319" y="24296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769"/>
                  </a:lnTo>
                  <a:lnTo>
                    <a:pt x="923336" y="905864"/>
                  </a:lnTo>
                  <a:lnTo>
                    <a:pt x="922456" y="908825"/>
                  </a:lnTo>
                  <a:lnTo>
                    <a:pt x="921576" y="911786"/>
                  </a:lnTo>
                  <a:lnTo>
                    <a:pt x="920799" y="914400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3253581" y="2412410"/>
              <a:ext cx="916664" cy="922007"/>
            </a:xfrm>
            <a:custGeom>
              <a:avLst/>
              <a:pathLst>
                <a:path w="916664" h="922007">
                  <a:moveTo>
                    <a:pt x="914400" y="914399"/>
                  </a:moveTo>
                  <a:lnTo>
                    <a:pt x="916664" y="914399"/>
                  </a:lnTo>
                  <a:lnTo>
                    <a:pt x="915836" y="917181"/>
                  </a:lnTo>
                  <a:lnTo>
                    <a:pt x="914955" y="920141"/>
                  </a:lnTo>
                  <a:lnTo>
                    <a:pt x="914400" y="922007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382932" y="2395171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925" y="918906"/>
                  </a:lnTo>
                  <a:lnTo>
                    <a:pt x="912335" y="914400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3829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49" y="931638"/>
                  </a:lnTo>
                  <a:lnTo>
                    <a:pt x="914583" y="929207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39219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4014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4107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4199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4292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4385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44776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4570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4662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47555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4848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4940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5033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5126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5218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5311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5403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5496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EBA">
                <a:alpha val="100000"/>
              </a:srgbClr>
            </a:solidFill>
            <a:ln w="5420" cap="flat">
              <a:solidFill>
                <a:srgbClr val="FB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5589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5681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25774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586701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5959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052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1448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6237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330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6422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515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70061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1802" y="897161"/>
                  </a:lnTo>
                  <a:lnTo>
                    <a:pt x="914400" y="904545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670061" y="2412410"/>
              <a:ext cx="917537" cy="914399"/>
            </a:xfrm>
            <a:custGeom>
              <a:avLst/>
              <a:pathLst>
                <a:path w="917537" h="914399">
                  <a:moveTo>
                    <a:pt x="914400" y="914399"/>
                  </a:moveTo>
                  <a:lnTo>
                    <a:pt x="914400" y="904545"/>
                  </a:lnTo>
                  <a:lnTo>
                    <a:pt x="914757" y="905562"/>
                  </a:lnTo>
                  <a:lnTo>
                    <a:pt x="917537" y="91439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16372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9999" y="914399"/>
                  </a:lnTo>
                  <a:lnTo>
                    <a:pt x="911800" y="907715"/>
                  </a:lnTo>
                  <a:lnTo>
                    <a:pt x="914400" y="899231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25634" y="23951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70"/>
                  </a:lnTo>
                  <a:lnTo>
                    <a:pt x="905485" y="915336"/>
                  </a:lnTo>
                  <a:lnTo>
                    <a:pt x="905809" y="91440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7256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348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27441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7534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7626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7194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7812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7904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7997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8089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8182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8275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8367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8460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8553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86456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8738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8830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89235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9016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9108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9201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9294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9386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9479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9571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9664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9757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9849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9942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300350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30127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30220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F">
                <a:alpha val="100000"/>
              </a:srgbClr>
            </a:solidFill>
            <a:ln w="5420" cap="flat">
              <a:solidFill>
                <a:srgbClr val="C4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303128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30405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30498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30590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30683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307759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308686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309612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310538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311464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312391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313317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31424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31516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31609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31702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31794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3188745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31980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32072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3216532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32257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32350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32443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3253581" y="2412410"/>
              <a:ext cx="921805" cy="914399"/>
            </a:xfrm>
            <a:custGeom>
              <a:avLst/>
              <a:pathLst>
                <a:path w="92180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1805" y="897161"/>
                  </a:lnTo>
                  <a:lnTo>
                    <a:pt x="921131" y="899417"/>
                  </a:lnTo>
                  <a:lnTo>
                    <a:pt x="920248" y="902378"/>
                  </a:lnTo>
                  <a:lnTo>
                    <a:pt x="919365" y="905338"/>
                  </a:lnTo>
                  <a:lnTo>
                    <a:pt x="918482" y="908299"/>
                  </a:lnTo>
                  <a:lnTo>
                    <a:pt x="917599" y="911259"/>
                  </a:lnTo>
                  <a:lnTo>
                    <a:pt x="916717" y="914220"/>
                  </a:lnTo>
                  <a:lnTo>
                    <a:pt x="916664" y="914399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382932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5" y="931638"/>
                  </a:lnTo>
                  <a:lnTo>
                    <a:pt x="911557" y="925697"/>
                  </a:lnTo>
                  <a:lnTo>
                    <a:pt x="910482" y="915130"/>
                  </a:lnTo>
                  <a:lnTo>
                    <a:pt x="910429" y="91439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3829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39219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4014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4107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4199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4292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4385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44776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4570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4662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47555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4848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4940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5033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126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5218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5311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403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496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589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5681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5774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EBA">
                <a:alpha val="100000"/>
              </a:srgbClr>
            </a:solidFill>
            <a:ln w="5420" cap="flat">
              <a:solidFill>
                <a:srgbClr val="FB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586701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5959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052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1448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6237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6330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422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515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60799" y="2395171"/>
              <a:ext cx="921064" cy="914400"/>
            </a:xfrm>
            <a:custGeom>
              <a:avLst/>
              <a:pathLst>
                <a:path w="9210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79" y="897161"/>
                  </a:lnTo>
                  <a:lnTo>
                    <a:pt x="919224" y="897955"/>
                  </a:lnTo>
                  <a:lnTo>
                    <a:pt x="916989" y="904142"/>
                  </a:lnTo>
                  <a:lnTo>
                    <a:pt x="917694" y="905766"/>
                  </a:lnTo>
                  <a:lnTo>
                    <a:pt x="920972" y="914136"/>
                  </a:lnTo>
                  <a:lnTo>
                    <a:pt x="921064" y="914400"/>
                  </a:lnTo>
                  <a:close/>
                </a:path>
              </a:pathLst>
            </a:custGeom>
            <a:solidFill>
              <a:srgbClr val="FBFEBA">
                <a:alpha val="100000"/>
              </a:srgbClr>
            </a:solidFill>
            <a:ln w="5420" cap="flat">
              <a:solidFill>
                <a:srgbClr val="FB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725634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809" y="931638"/>
                  </a:lnTo>
                  <a:lnTo>
                    <a:pt x="908704" y="923263"/>
                  </a:lnTo>
                  <a:lnTo>
                    <a:pt x="912143" y="91439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7256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7348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7441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7534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7626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77194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7812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7904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7997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8089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8182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8275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8367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8460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8553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86456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8738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8830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89235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9016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9108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9201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9294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9386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9479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9571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9664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9757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9849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9942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300350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30127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30220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303128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30405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30498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30590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30683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307759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308686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309612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310538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311464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312391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313317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31424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31516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31609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31702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31794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3188745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31980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32072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3216532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32257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32350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32443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3253581" y="23951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86"/>
                  </a:lnTo>
                  <a:lnTo>
                    <a:pt x="922900" y="910735"/>
                  </a:lnTo>
                  <a:lnTo>
                    <a:pt x="922015" y="913695"/>
                  </a:lnTo>
                  <a:lnTo>
                    <a:pt x="921805" y="914400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3262843" y="2377933"/>
              <a:ext cx="919168" cy="925424"/>
            </a:xfrm>
            <a:custGeom>
              <a:avLst/>
              <a:pathLst>
                <a:path w="919168" h="925424">
                  <a:moveTo>
                    <a:pt x="914400" y="914399"/>
                  </a:moveTo>
                  <a:lnTo>
                    <a:pt x="919168" y="914399"/>
                  </a:lnTo>
                  <a:lnTo>
                    <a:pt x="917734" y="916810"/>
                  </a:lnTo>
                  <a:lnTo>
                    <a:pt x="916862" y="918274"/>
                  </a:lnTo>
                  <a:lnTo>
                    <a:pt x="916642" y="918831"/>
                  </a:lnTo>
                  <a:lnTo>
                    <a:pt x="915890" y="920727"/>
                  </a:lnTo>
                  <a:lnTo>
                    <a:pt x="915541" y="921608"/>
                  </a:lnTo>
                  <a:lnTo>
                    <a:pt x="915407" y="922054"/>
                  </a:lnTo>
                  <a:lnTo>
                    <a:pt x="914522" y="925014"/>
                  </a:lnTo>
                  <a:lnTo>
                    <a:pt x="914400" y="925424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382932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29" y="931638"/>
                  </a:lnTo>
                  <a:lnTo>
                    <a:pt x="909704" y="921713"/>
                  </a:lnTo>
                  <a:lnTo>
                    <a:pt x="909377" y="914400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3829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39219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4014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4107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4199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4292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4385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44776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4570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4662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47555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4848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4940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5033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5126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5218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5311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5403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496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5589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5681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774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86701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5959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052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61448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237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6330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422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515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660799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98"/>
                  </a:lnTo>
                  <a:lnTo>
                    <a:pt x="922250" y="905774"/>
                  </a:lnTo>
                  <a:lnTo>
                    <a:pt x="919479" y="91439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670061" y="2360695"/>
              <a:ext cx="915431" cy="918036"/>
            </a:xfrm>
            <a:custGeom>
              <a:avLst/>
              <a:pathLst>
                <a:path w="915431" h="918036">
                  <a:moveTo>
                    <a:pt x="914400" y="914400"/>
                  </a:moveTo>
                  <a:lnTo>
                    <a:pt x="915431" y="914400"/>
                  </a:lnTo>
                  <a:lnTo>
                    <a:pt x="914400" y="918036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725634" y="23779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87" y="914286"/>
                  </a:lnTo>
                  <a:lnTo>
                    <a:pt x="914400" y="909183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734897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421"/>
                  </a:lnTo>
                  <a:lnTo>
                    <a:pt x="906660" y="922908"/>
                  </a:lnTo>
                  <a:lnTo>
                    <a:pt x="906796" y="922612"/>
                  </a:lnTo>
                  <a:lnTo>
                    <a:pt x="906933" y="922312"/>
                  </a:lnTo>
                  <a:lnTo>
                    <a:pt x="907070" y="922012"/>
                  </a:lnTo>
                  <a:lnTo>
                    <a:pt x="907208" y="921712"/>
                  </a:lnTo>
                  <a:lnTo>
                    <a:pt x="907345" y="921412"/>
                  </a:lnTo>
                  <a:lnTo>
                    <a:pt x="907482" y="921113"/>
                  </a:lnTo>
                  <a:lnTo>
                    <a:pt x="907619" y="920813"/>
                  </a:lnTo>
                  <a:lnTo>
                    <a:pt x="907757" y="920513"/>
                  </a:lnTo>
                  <a:lnTo>
                    <a:pt x="907894" y="920213"/>
                  </a:lnTo>
                  <a:lnTo>
                    <a:pt x="908031" y="919914"/>
                  </a:lnTo>
                  <a:lnTo>
                    <a:pt x="908169" y="919614"/>
                  </a:lnTo>
                  <a:lnTo>
                    <a:pt x="908306" y="919314"/>
                  </a:lnTo>
                  <a:lnTo>
                    <a:pt x="908443" y="919014"/>
                  </a:lnTo>
                  <a:lnTo>
                    <a:pt x="908581" y="918714"/>
                  </a:lnTo>
                  <a:lnTo>
                    <a:pt x="908718" y="918415"/>
                  </a:lnTo>
                  <a:lnTo>
                    <a:pt x="908855" y="918115"/>
                  </a:lnTo>
                  <a:lnTo>
                    <a:pt x="908993" y="917815"/>
                  </a:lnTo>
                  <a:lnTo>
                    <a:pt x="909130" y="917515"/>
                  </a:lnTo>
                  <a:lnTo>
                    <a:pt x="909267" y="917216"/>
                  </a:lnTo>
                  <a:lnTo>
                    <a:pt x="909405" y="916916"/>
                  </a:lnTo>
                  <a:lnTo>
                    <a:pt x="909542" y="916616"/>
                  </a:lnTo>
                  <a:lnTo>
                    <a:pt x="909679" y="916316"/>
                  </a:lnTo>
                  <a:lnTo>
                    <a:pt x="909817" y="916017"/>
                  </a:lnTo>
                  <a:lnTo>
                    <a:pt x="909954" y="915717"/>
                  </a:lnTo>
                  <a:lnTo>
                    <a:pt x="910091" y="915417"/>
                  </a:lnTo>
                  <a:lnTo>
                    <a:pt x="910229" y="915117"/>
                  </a:lnTo>
                  <a:lnTo>
                    <a:pt x="910366" y="914818"/>
                  </a:lnTo>
                  <a:lnTo>
                    <a:pt x="910558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7348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441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7534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7626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77194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812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7904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7997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8089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8182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8275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8367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8460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8553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86456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8738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8830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89235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9016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9108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9201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9294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9386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9479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9571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9664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9757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9849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9942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300350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30127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30220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303128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30405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30498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30590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30683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307759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308686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309612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310538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311464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312391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313317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314243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31516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31609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31702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31794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3188745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31980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32072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3216532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32257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32350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32443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32535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3262843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56"/>
                  </a:lnTo>
                  <a:lnTo>
                    <a:pt x="922268" y="909195"/>
                  </a:lnTo>
                  <a:lnTo>
                    <a:pt x="920756" y="911733"/>
                  </a:lnTo>
                  <a:lnTo>
                    <a:pt x="919244" y="914271"/>
                  </a:lnTo>
                  <a:lnTo>
                    <a:pt x="919168" y="914399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3272105" y="2360695"/>
              <a:ext cx="920184" cy="924095"/>
            </a:xfrm>
            <a:custGeom>
              <a:avLst/>
              <a:pathLst>
                <a:path w="920184" h="924095">
                  <a:moveTo>
                    <a:pt x="914400" y="914400"/>
                  </a:moveTo>
                  <a:lnTo>
                    <a:pt x="920184" y="914400"/>
                  </a:lnTo>
                  <a:lnTo>
                    <a:pt x="919059" y="916284"/>
                  </a:lnTo>
                  <a:lnTo>
                    <a:pt x="917545" y="918821"/>
                  </a:lnTo>
                  <a:lnTo>
                    <a:pt x="916031" y="921358"/>
                  </a:lnTo>
                  <a:lnTo>
                    <a:pt x="914518" y="923896"/>
                  </a:lnTo>
                  <a:lnTo>
                    <a:pt x="914400" y="924095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82932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377" y="931638"/>
                  </a:lnTo>
                  <a:lnTo>
                    <a:pt x="909224" y="928235"/>
                  </a:lnTo>
                  <a:lnTo>
                    <a:pt x="909045" y="917486"/>
                  </a:lnTo>
                  <a:lnTo>
                    <a:pt x="909079" y="914400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829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39219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4014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4107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199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24292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24385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244776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24570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24662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247555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24848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24940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25033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25126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25218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25311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25403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25496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25589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25681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25774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2586701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25959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26052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261448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26237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26330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26422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26515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26607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2670061" y="2360695"/>
              <a:ext cx="919540" cy="914400"/>
            </a:xfrm>
            <a:custGeom>
              <a:avLst/>
              <a:pathLst>
                <a:path w="91954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540" y="897161"/>
                  </a:lnTo>
                  <a:lnTo>
                    <a:pt x="918214" y="903345"/>
                  </a:lnTo>
                  <a:lnTo>
                    <a:pt x="915741" y="913308"/>
                  </a:lnTo>
                  <a:lnTo>
                    <a:pt x="915431" y="914400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2734897" y="236069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558" y="914400"/>
                  </a:lnTo>
                  <a:lnTo>
                    <a:pt x="910641" y="914218"/>
                  </a:lnTo>
                  <a:lnTo>
                    <a:pt x="910778" y="913918"/>
                  </a:lnTo>
                  <a:lnTo>
                    <a:pt x="910916" y="913619"/>
                  </a:lnTo>
                  <a:lnTo>
                    <a:pt x="911053" y="913319"/>
                  </a:lnTo>
                  <a:lnTo>
                    <a:pt x="911191" y="913019"/>
                  </a:lnTo>
                  <a:lnTo>
                    <a:pt x="911328" y="912719"/>
                  </a:lnTo>
                  <a:lnTo>
                    <a:pt x="911466" y="912420"/>
                  </a:lnTo>
                  <a:lnTo>
                    <a:pt x="911603" y="912120"/>
                  </a:lnTo>
                  <a:lnTo>
                    <a:pt x="911741" y="911820"/>
                  </a:lnTo>
                  <a:lnTo>
                    <a:pt x="911878" y="911520"/>
                  </a:lnTo>
                  <a:lnTo>
                    <a:pt x="912015" y="911221"/>
                  </a:lnTo>
                  <a:lnTo>
                    <a:pt x="912153" y="910921"/>
                  </a:lnTo>
                  <a:lnTo>
                    <a:pt x="912290" y="910621"/>
                  </a:lnTo>
                  <a:lnTo>
                    <a:pt x="912428" y="910321"/>
                  </a:lnTo>
                  <a:lnTo>
                    <a:pt x="912565" y="910022"/>
                  </a:lnTo>
                  <a:lnTo>
                    <a:pt x="912703" y="909722"/>
                  </a:lnTo>
                  <a:lnTo>
                    <a:pt x="912840" y="909422"/>
                  </a:lnTo>
                  <a:lnTo>
                    <a:pt x="912978" y="909123"/>
                  </a:lnTo>
                  <a:lnTo>
                    <a:pt x="913115" y="908823"/>
                  </a:lnTo>
                  <a:lnTo>
                    <a:pt x="913253" y="908523"/>
                  </a:lnTo>
                  <a:lnTo>
                    <a:pt x="913391" y="908223"/>
                  </a:lnTo>
                  <a:lnTo>
                    <a:pt x="913528" y="907924"/>
                  </a:lnTo>
                  <a:lnTo>
                    <a:pt x="913666" y="907624"/>
                  </a:lnTo>
                  <a:lnTo>
                    <a:pt x="913803" y="907324"/>
                  </a:lnTo>
                  <a:lnTo>
                    <a:pt x="913941" y="907025"/>
                  </a:lnTo>
                  <a:lnTo>
                    <a:pt x="914078" y="906725"/>
                  </a:lnTo>
                  <a:lnTo>
                    <a:pt x="914216" y="906425"/>
                  </a:lnTo>
                  <a:lnTo>
                    <a:pt x="914400" y="906025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2744159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264"/>
                  </a:lnTo>
                  <a:lnTo>
                    <a:pt x="905229" y="923064"/>
                  </a:lnTo>
                  <a:lnTo>
                    <a:pt x="905366" y="922764"/>
                  </a:lnTo>
                  <a:lnTo>
                    <a:pt x="905504" y="922465"/>
                  </a:lnTo>
                  <a:lnTo>
                    <a:pt x="905642" y="922165"/>
                  </a:lnTo>
                  <a:lnTo>
                    <a:pt x="905779" y="921865"/>
                  </a:lnTo>
                  <a:lnTo>
                    <a:pt x="905917" y="921566"/>
                  </a:lnTo>
                  <a:lnTo>
                    <a:pt x="906054" y="921266"/>
                  </a:lnTo>
                  <a:lnTo>
                    <a:pt x="906192" y="920966"/>
                  </a:lnTo>
                  <a:lnTo>
                    <a:pt x="909361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27441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27534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27626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277194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27812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27904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27997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28089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28182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28275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28367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28460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28553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286456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28738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28830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289235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29016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29108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29201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29294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29386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29479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29571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29664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29757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29849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29942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00350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0127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0220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03128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0405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0498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0590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0683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0775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08686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09612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10538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11464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12391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13317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14243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15169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1609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1702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1794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188745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1980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2072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216532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2257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2350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2443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2535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2628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272105" y="23606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8657"/>
                  </a:lnTo>
                  <a:lnTo>
                    <a:pt x="922090" y="911210"/>
                  </a:lnTo>
                  <a:lnTo>
                    <a:pt x="920574" y="913747"/>
                  </a:lnTo>
                  <a:lnTo>
                    <a:pt x="920184" y="914400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281368" y="2343456"/>
              <a:ext cx="920648" cy="925814"/>
            </a:xfrm>
            <a:custGeom>
              <a:avLst/>
              <a:pathLst>
                <a:path w="920648" h="925814">
                  <a:moveTo>
                    <a:pt x="914400" y="914400"/>
                  </a:moveTo>
                  <a:lnTo>
                    <a:pt x="920648" y="914400"/>
                  </a:lnTo>
                  <a:lnTo>
                    <a:pt x="918437" y="918707"/>
                  </a:lnTo>
                  <a:lnTo>
                    <a:pt x="914400" y="925814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2382932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79" y="931638"/>
                  </a:lnTo>
                  <a:lnTo>
                    <a:pt x="909165" y="923973"/>
                  </a:lnTo>
                  <a:lnTo>
                    <a:pt x="909541" y="914400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23829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239219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24014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4107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4199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4292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4385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44776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4570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4662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7555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4848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4940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5033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126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5218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5311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5403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5496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5589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681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774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86701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959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6052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61448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6237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6330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6422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6515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6607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670061" y="2343456"/>
              <a:ext cx="922719" cy="914400"/>
            </a:xfrm>
            <a:custGeom>
              <a:avLst/>
              <a:pathLst>
                <a:path w="92271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19" y="897161"/>
                  </a:lnTo>
                  <a:lnTo>
                    <a:pt x="922292" y="899996"/>
                  </a:lnTo>
                  <a:lnTo>
                    <a:pt x="920400" y="910390"/>
                  </a:lnTo>
                  <a:lnTo>
                    <a:pt x="919540" y="914400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744159" y="23434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61" y="914400"/>
                  </a:lnTo>
                  <a:lnTo>
                    <a:pt x="909843" y="913401"/>
                  </a:lnTo>
                  <a:lnTo>
                    <a:pt x="913689" y="906179"/>
                  </a:lnTo>
                  <a:lnTo>
                    <a:pt x="914400" y="904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753421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208"/>
                  </a:lnTo>
                  <a:lnTo>
                    <a:pt x="908459" y="916555"/>
                  </a:lnTo>
                  <a:lnTo>
                    <a:pt x="909858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7534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7626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77194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7812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7904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7997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8089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8182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8275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8367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8460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8553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86456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8738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8830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89235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9016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9108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9201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9294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9386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9479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9571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9664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9757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9849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9942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300350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30127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30220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303128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30405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30498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30590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30683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30775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308686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309612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310538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311464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312391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313317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314243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C">
                <a:alpha val="100000"/>
              </a:srgbClr>
            </a:solidFill>
            <a:ln w="5420" cap="flat">
              <a:solidFill>
                <a:srgbClr val="BF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315169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316095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31702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31794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318874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31980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32072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3216532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32257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32350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32443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32535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32628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327210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3281368" y="23434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51"/>
                  </a:lnTo>
                  <a:lnTo>
                    <a:pt x="922320" y="911143"/>
                  </a:lnTo>
                  <a:lnTo>
                    <a:pt x="920648" y="914400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3290630" y="2326218"/>
              <a:ext cx="919267" cy="925489"/>
            </a:xfrm>
            <a:custGeom>
              <a:avLst/>
              <a:pathLst>
                <a:path w="919267" h="925489">
                  <a:moveTo>
                    <a:pt x="914400" y="914400"/>
                  </a:moveTo>
                  <a:lnTo>
                    <a:pt x="919267" y="914400"/>
                  </a:lnTo>
                  <a:lnTo>
                    <a:pt x="916731" y="920462"/>
                  </a:lnTo>
                  <a:lnTo>
                    <a:pt x="914400" y="925489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2382932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41" y="931638"/>
                  </a:lnTo>
                  <a:lnTo>
                    <a:pt x="909586" y="930486"/>
                  </a:lnTo>
                  <a:lnTo>
                    <a:pt x="910306" y="919816"/>
                  </a:lnTo>
                  <a:lnTo>
                    <a:pt x="910826" y="914400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23829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239219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24014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24107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24199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24292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24385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244776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24570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24662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247555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24848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24940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25033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25126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25218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25311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25403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25496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25589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25681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25774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2586701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25959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26052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261448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26237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26330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26422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26515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26607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2670061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49"/>
                  </a:lnTo>
                  <a:lnTo>
                    <a:pt x="922719" y="914400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2679323" y="2308979"/>
              <a:ext cx="915768" cy="925387"/>
            </a:xfrm>
            <a:custGeom>
              <a:avLst/>
              <a:pathLst>
                <a:path w="915768" h="925387">
                  <a:moveTo>
                    <a:pt x="914400" y="914400"/>
                  </a:moveTo>
                  <a:lnTo>
                    <a:pt x="915768" y="914400"/>
                  </a:lnTo>
                  <a:lnTo>
                    <a:pt x="914623" y="923906"/>
                  </a:lnTo>
                  <a:lnTo>
                    <a:pt x="914400" y="925387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2753421" y="23262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858" y="914400"/>
                  </a:lnTo>
                  <a:lnTo>
                    <a:pt x="912667" y="910071"/>
                  </a:lnTo>
                  <a:lnTo>
                    <a:pt x="914400" y="90765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2762683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896"/>
                  </a:lnTo>
                  <a:lnTo>
                    <a:pt x="907779" y="921217"/>
                  </a:lnTo>
                  <a:lnTo>
                    <a:pt x="912309" y="915533"/>
                  </a:lnTo>
                  <a:lnTo>
                    <a:pt x="912511" y="915292"/>
                  </a:lnTo>
                  <a:lnTo>
                    <a:pt x="912716" y="915049"/>
                  </a:lnTo>
                  <a:lnTo>
                    <a:pt x="912920" y="914806"/>
                  </a:lnTo>
                  <a:lnTo>
                    <a:pt x="913124" y="914563"/>
                  </a:lnTo>
                  <a:lnTo>
                    <a:pt x="913262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27626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277194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27812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27904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27997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28089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28182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28275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28367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28460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28553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2">
                <a:alpha val="100000"/>
              </a:srgbClr>
            </a:solidFill>
            <a:ln w="5420" cap="flat">
              <a:solidFill>
                <a:srgbClr val="C9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28645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28738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28830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289235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29016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29108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29201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29294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29386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29479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29571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29664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29757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29849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29942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300350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30127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30220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303128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30405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30498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30590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30683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30775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308686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309612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310538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311464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312391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313317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314243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315169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316095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317022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31794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318874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31980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32072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3216532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32257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32350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2443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2535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628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7210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2813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290630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87"/>
                  </a:lnTo>
                  <a:lnTo>
                    <a:pt x="923409" y="903638"/>
                  </a:lnTo>
                  <a:lnTo>
                    <a:pt x="920184" y="912207"/>
                  </a:lnTo>
                  <a:lnTo>
                    <a:pt x="919267" y="914400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299892" y="2308979"/>
              <a:ext cx="916330" cy="920126"/>
            </a:xfrm>
            <a:custGeom>
              <a:avLst/>
              <a:pathLst>
                <a:path w="916330" h="920126">
                  <a:moveTo>
                    <a:pt x="914400" y="914400"/>
                  </a:moveTo>
                  <a:lnTo>
                    <a:pt x="916330" y="914400"/>
                  </a:lnTo>
                  <a:lnTo>
                    <a:pt x="914400" y="920126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2382932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26" y="931638"/>
                  </a:lnTo>
                  <a:lnTo>
                    <a:pt x="911322" y="926469"/>
                  </a:lnTo>
                  <a:lnTo>
                    <a:pt x="912633" y="915995"/>
                  </a:lnTo>
                  <a:lnTo>
                    <a:pt x="912880" y="914400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23829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239219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24014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24107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24199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24292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24385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244776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24570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4662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7555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4848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940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5033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5126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5218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311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5403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5496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5589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81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774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586701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959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6052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61448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6237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6330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6422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515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6607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6700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679323" y="2308979"/>
              <a:ext cx="917218" cy="914400"/>
            </a:xfrm>
            <a:custGeom>
              <a:avLst/>
              <a:pathLst>
                <a:path w="9172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18" y="897161"/>
                  </a:lnTo>
                  <a:lnTo>
                    <a:pt x="916896" y="902376"/>
                  </a:lnTo>
                  <a:lnTo>
                    <a:pt x="915913" y="913197"/>
                  </a:lnTo>
                  <a:lnTo>
                    <a:pt x="915768" y="914400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762683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329" y="914320"/>
                  </a:lnTo>
                  <a:lnTo>
                    <a:pt x="913533" y="914077"/>
                  </a:lnTo>
                  <a:lnTo>
                    <a:pt x="913737" y="913834"/>
                  </a:lnTo>
                  <a:lnTo>
                    <a:pt x="913942" y="913591"/>
                  </a:lnTo>
                  <a:lnTo>
                    <a:pt x="914146" y="913348"/>
                  </a:lnTo>
                  <a:lnTo>
                    <a:pt x="914400" y="913047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771946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047"/>
                  </a:lnTo>
                  <a:lnTo>
                    <a:pt x="905293" y="912862"/>
                  </a:lnTo>
                  <a:lnTo>
                    <a:pt x="905497" y="912619"/>
                  </a:lnTo>
                  <a:lnTo>
                    <a:pt x="905702" y="912376"/>
                  </a:lnTo>
                  <a:lnTo>
                    <a:pt x="905906" y="912133"/>
                  </a:lnTo>
                  <a:lnTo>
                    <a:pt x="906110" y="911890"/>
                  </a:lnTo>
                  <a:lnTo>
                    <a:pt x="906315" y="911647"/>
                  </a:lnTo>
                  <a:lnTo>
                    <a:pt x="906519" y="911404"/>
                  </a:lnTo>
                  <a:lnTo>
                    <a:pt x="906724" y="911162"/>
                  </a:lnTo>
                  <a:lnTo>
                    <a:pt x="906928" y="910919"/>
                  </a:lnTo>
                  <a:lnTo>
                    <a:pt x="907133" y="910676"/>
                  </a:lnTo>
                  <a:lnTo>
                    <a:pt x="907337" y="910433"/>
                  </a:lnTo>
                  <a:lnTo>
                    <a:pt x="907542" y="910190"/>
                  </a:lnTo>
                  <a:lnTo>
                    <a:pt x="907746" y="909947"/>
                  </a:lnTo>
                  <a:lnTo>
                    <a:pt x="907951" y="909704"/>
                  </a:lnTo>
                  <a:lnTo>
                    <a:pt x="908155" y="909461"/>
                  </a:lnTo>
                  <a:lnTo>
                    <a:pt x="908360" y="909218"/>
                  </a:lnTo>
                  <a:lnTo>
                    <a:pt x="908564" y="908975"/>
                  </a:lnTo>
                  <a:lnTo>
                    <a:pt x="908769" y="908732"/>
                  </a:lnTo>
                  <a:lnTo>
                    <a:pt x="908973" y="908489"/>
                  </a:lnTo>
                  <a:lnTo>
                    <a:pt x="909178" y="908246"/>
                  </a:lnTo>
                  <a:lnTo>
                    <a:pt x="909382" y="908003"/>
                  </a:lnTo>
                  <a:lnTo>
                    <a:pt x="909587" y="907761"/>
                  </a:lnTo>
                  <a:lnTo>
                    <a:pt x="909791" y="907518"/>
                  </a:lnTo>
                  <a:lnTo>
                    <a:pt x="909996" y="907275"/>
                  </a:lnTo>
                  <a:lnTo>
                    <a:pt x="910200" y="907032"/>
                  </a:lnTo>
                  <a:lnTo>
                    <a:pt x="910405" y="906789"/>
                  </a:lnTo>
                  <a:lnTo>
                    <a:pt x="910610" y="906546"/>
                  </a:lnTo>
                  <a:lnTo>
                    <a:pt x="910814" y="906303"/>
                  </a:lnTo>
                  <a:lnTo>
                    <a:pt x="911019" y="906060"/>
                  </a:lnTo>
                  <a:lnTo>
                    <a:pt x="911223" y="905817"/>
                  </a:lnTo>
                  <a:lnTo>
                    <a:pt x="911428" y="905574"/>
                  </a:lnTo>
                  <a:lnTo>
                    <a:pt x="911633" y="905332"/>
                  </a:lnTo>
                  <a:lnTo>
                    <a:pt x="911837" y="905089"/>
                  </a:lnTo>
                  <a:lnTo>
                    <a:pt x="912042" y="904846"/>
                  </a:lnTo>
                  <a:lnTo>
                    <a:pt x="912247" y="904603"/>
                  </a:lnTo>
                  <a:lnTo>
                    <a:pt x="912451" y="904360"/>
                  </a:lnTo>
                  <a:lnTo>
                    <a:pt x="912656" y="904117"/>
                  </a:lnTo>
                  <a:lnTo>
                    <a:pt x="912861" y="903874"/>
                  </a:lnTo>
                  <a:lnTo>
                    <a:pt x="913065" y="903632"/>
                  </a:lnTo>
                  <a:lnTo>
                    <a:pt x="913270" y="903389"/>
                  </a:lnTo>
                  <a:lnTo>
                    <a:pt x="913475" y="903146"/>
                  </a:lnTo>
                  <a:lnTo>
                    <a:pt x="913679" y="902903"/>
                  </a:lnTo>
                  <a:lnTo>
                    <a:pt x="913884" y="902660"/>
                  </a:lnTo>
                  <a:lnTo>
                    <a:pt x="914089" y="902417"/>
                  </a:lnTo>
                  <a:lnTo>
                    <a:pt x="914400" y="90204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781208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36" y="919170"/>
                  </a:lnTo>
                  <a:lnTo>
                    <a:pt x="905441" y="918927"/>
                  </a:lnTo>
                  <a:lnTo>
                    <a:pt x="905645" y="918685"/>
                  </a:lnTo>
                  <a:lnTo>
                    <a:pt x="905850" y="918442"/>
                  </a:lnTo>
                  <a:lnTo>
                    <a:pt x="906055" y="918199"/>
                  </a:lnTo>
                  <a:lnTo>
                    <a:pt x="906260" y="917956"/>
                  </a:lnTo>
                  <a:lnTo>
                    <a:pt x="906464" y="917713"/>
                  </a:lnTo>
                  <a:lnTo>
                    <a:pt x="906669" y="917471"/>
                  </a:lnTo>
                  <a:lnTo>
                    <a:pt x="906874" y="917228"/>
                  </a:lnTo>
                  <a:lnTo>
                    <a:pt x="907079" y="916985"/>
                  </a:lnTo>
                  <a:lnTo>
                    <a:pt x="907284" y="916742"/>
                  </a:lnTo>
                  <a:lnTo>
                    <a:pt x="907488" y="916499"/>
                  </a:lnTo>
                  <a:lnTo>
                    <a:pt x="907693" y="916257"/>
                  </a:lnTo>
                  <a:lnTo>
                    <a:pt x="907898" y="916014"/>
                  </a:lnTo>
                  <a:lnTo>
                    <a:pt x="908103" y="915771"/>
                  </a:lnTo>
                  <a:lnTo>
                    <a:pt x="908308" y="915528"/>
                  </a:lnTo>
                  <a:lnTo>
                    <a:pt x="908512" y="915285"/>
                  </a:lnTo>
                  <a:lnTo>
                    <a:pt x="908717" y="915043"/>
                  </a:lnTo>
                  <a:lnTo>
                    <a:pt x="908922" y="914800"/>
                  </a:lnTo>
                  <a:lnTo>
                    <a:pt x="909127" y="914557"/>
                  </a:lnTo>
                  <a:lnTo>
                    <a:pt x="909260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7812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7904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7997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8089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8182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8275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8367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8460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2">
                <a:alpha val="100000"/>
              </a:srgbClr>
            </a:solidFill>
            <a:ln w="5420" cap="flat">
              <a:solidFill>
                <a:srgbClr val="C9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8553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8645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8738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8830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89235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9016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9108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9201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9294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9386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9479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9571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9664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9757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9849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9942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300350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30127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30220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303128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30405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30498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30590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30683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30775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30868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309612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310538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311464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312391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313317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314243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315169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316095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317022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317948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318874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31980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32072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3216532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32257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32350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32443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32535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32628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327210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32813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32906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3299892" y="2308979"/>
              <a:ext cx="921859" cy="914400"/>
            </a:xfrm>
            <a:custGeom>
              <a:avLst/>
              <a:pathLst>
                <a:path w="9218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59" y="897194"/>
                  </a:lnTo>
                  <a:lnTo>
                    <a:pt x="921184" y="899309"/>
                  </a:lnTo>
                  <a:lnTo>
                    <a:pt x="920509" y="901425"/>
                  </a:lnTo>
                  <a:lnTo>
                    <a:pt x="919835" y="903540"/>
                  </a:lnTo>
                  <a:lnTo>
                    <a:pt x="919160" y="905655"/>
                  </a:lnTo>
                  <a:lnTo>
                    <a:pt x="918486" y="907770"/>
                  </a:lnTo>
                  <a:lnTo>
                    <a:pt x="917812" y="909885"/>
                  </a:lnTo>
                  <a:lnTo>
                    <a:pt x="917134" y="912014"/>
                  </a:lnTo>
                  <a:lnTo>
                    <a:pt x="916330" y="914400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382932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0" y="914400"/>
                  </a:lnTo>
                  <a:lnTo>
                    <a:pt x="914235" y="905663"/>
                  </a:lnTo>
                  <a:lnTo>
                    <a:pt x="914400" y="904775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392195" y="2274502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5137" y="931638"/>
                  </a:lnTo>
                  <a:lnTo>
                    <a:pt x="905137" y="922013"/>
                  </a:lnTo>
                  <a:lnTo>
                    <a:pt x="906551" y="914400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39219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4014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4107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4199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4292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4385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44776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4570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4662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47555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4848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4940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5033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5126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218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5311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5403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5496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5589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5681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5774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586701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5959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6052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1448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6237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330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6422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6515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6607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6700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679323" y="2291741"/>
              <a:ext cx="917933" cy="914400"/>
            </a:xfrm>
            <a:custGeom>
              <a:avLst/>
              <a:pathLst>
                <a:path w="91793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933" y="897161"/>
                  </a:lnTo>
                  <a:lnTo>
                    <a:pt x="917930" y="897757"/>
                  </a:lnTo>
                  <a:lnTo>
                    <a:pt x="917569" y="908712"/>
                  </a:lnTo>
                  <a:lnTo>
                    <a:pt x="917218" y="914400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81208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32" y="914314"/>
                  </a:lnTo>
                  <a:lnTo>
                    <a:pt x="909537" y="914072"/>
                  </a:lnTo>
                  <a:lnTo>
                    <a:pt x="909742" y="913829"/>
                  </a:lnTo>
                  <a:lnTo>
                    <a:pt x="909947" y="913586"/>
                  </a:lnTo>
                  <a:lnTo>
                    <a:pt x="910151" y="913343"/>
                  </a:lnTo>
                  <a:lnTo>
                    <a:pt x="910356" y="913101"/>
                  </a:lnTo>
                  <a:lnTo>
                    <a:pt x="910561" y="912858"/>
                  </a:lnTo>
                  <a:lnTo>
                    <a:pt x="910766" y="912615"/>
                  </a:lnTo>
                  <a:lnTo>
                    <a:pt x="910971" y="912372"/>
                  </a:lnTo>
                  <a:lnTo>
                    <a:pt x="911176" y="912130"/>
                  </a:lnTo>
                  <a:lnTo>
                    <a:pt x="911381" y="911887"/>
                  </a:lnTo>
                  <a:lnTo>
                    <a:pt x="911586" y="911644"/>
                  </a:lnTo>
                  <a:lnTo>
                    <a:pt x="911791" y="911402"/>
                  </a:lnTo>
                  <a:lnTo>
                    <a:pt x="911996" y="911159"/>
                  </a:lnTo>
                  <a:lnTo>
                    <a:pt x="912201" y="910916"/>
                  </a:lnTo>
                  <a:lnTo>
                    <a:pt x="912406" y="910673"/>
                  </a:lnTo>
                  <a:lnTo>
                    <a:pt x="912611" y="910431"/>
                  </a:lnTo>
                  <a:lnTo>
                    <a:pt x="912816" y="910188"/>
                  </a:lnTo>
                  <a:lnTo>
                    <a:pt x="913021" y="909945"/>
                  </a:lnTo>
                  <a:lnTo>
                    <a:pt x="913226" y="909703"/>
                  </a:lnTo>
                  <a:lnTo>
                    <a:pt x="913431" y="909460"/>
                  </a:lnTo>
                  <a:lnTo>
                    <a:pt x="913636" y="909217"/>
                  </a:lnTo>
                  <a:lnTo>
                    <a:pt x="913841" y="908975"/>
                  </a:lnTo>
                  <a:lnTo>
                    <a:pt x="914046" y="908732"/>
                  </a:lnTo>
                  <a:lnTo>
                    <a:pt x="914251" y="908489"/>
                  </a:lnTo>
                  <a:lnTo>
                    <a:pt x="914400" y="908313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2790470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94" y="908247"/>
                  </a:lnTo>
                  <a:lnTo>
                    <a:pt x="905399" y="908004"/>
                  </a:lnTo>
                  <a:lnTo>
                    <a:pt x="905604" y="907761"/>
                  </a:lnTo>
                  <a:lnTo>
                    <a:pt x="905809" y="907519"/>
                  </a:lnTo>
                  <a:lnTo>
                    <a:pt x="906014" y="907276"/>
                  </a:lnTo>
                  <a:lnTo>
                    <a:pt x="906219" y="907033"/>
                  </a:lnTo>
                  <a:lnTo>
                    <a:pt x="906424" y="906791"/>
                  </a:lnTo>
                  <a:lnTo>
                    <a:pt x="906629" y="906548"/>
                  </a:lnTo>
                  <a:lnTo>
                    <a:pt x="906835" y="906305"/>
                  </a:lnTo>
                  <a:lnTo>
                    <a:pt x="907040" y="906063"/>
                  </a:lnTo>
                  <a:lnTo>
                    <a:pt x="907245" y="905820"/>
                  </a:lnTo>
                  <a:lnTo>
                    <a:pt x="907450" y="905577"/>
                  </a:lnTo>
                  <a:lnTo>
                    <a:pt x="907655" y="905335"/>
                  </a:lnTo>
                  <a:lnTo>
                    <a:pt x="907860" y="905092"/>
                  </a:lnTo>
                  <a:lnTo>
                    <a:pt x="908065" y="904849"/>
                  </a:lnTo>
                  <a:lnTo>
                    <a:pt x="908271" y="904607"/>
                  </a:lnTo>
                  <a:lnTo>
                    <a:pt x="908476" y="904364"/>
                  </a:lnTo>
                  <a:lnTo>
                    <a:pt x="908681" y="904122"/>
                  </a:lnTo>
                  <a:lnTo>
                    <a:pt x="908886" y="903879"/>
                  </a:lnTo>
                  <a:lnTo>
                    <a:pt x="909091" y="903636"/>
                  </a:lnTo>
                  <a:lnTo>
                    <a:pt x="909296" y="903394"/>
                  </a:lnTo>
                  <a:lnTo>
                    <a:pt x="909502" y="903151"/>
                  </a:lnTo>
                  <a:lnTo>
                    <a:pt x="909707" y="902909"/>
                  </a:lnTo>
                  <a:lnTo>
                    <a:pt x="909912" y="902666"/>
                  </a:lnTo>
                  <a:lnTo>
                    <a:pt x="910117" y="902423"/>
                  </a:lnTo>
                  <a:lnTo>
                    <a:pt x="910323" y="902181"/>
                  </a:lnTo>
                  <a:lnTo>
                    <a:pt x="910528" y="901938"/>
                  </a:lnTo>
                  <a:lnTo>
                    <a:pt x="910733" y="901696"/>
                  </a:lnTo>
                  <a:lnTo>
                    <a:pt x="914400" y="897551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2799732" y="22745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90"/>
                  </a:lnTo>
                  <a:lnTo>
                    <a:pt x="905263" y="914648"/>
                  </a:lnTo>
                  <a:lnTo>
                    <a:pt x="905504" y="914400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279973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8089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182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8275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8367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8460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8553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8645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8738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8830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89235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9016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9108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9201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9294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9386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9479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9571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9664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757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9849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942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300350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30127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30220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303128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30405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30498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30590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30683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775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30868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309612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310538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311464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312391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313317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314243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315169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316095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17022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317948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318874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319800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320727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3216532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32257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32350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32443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32535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32628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327210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32813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32906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3299892" y="22917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88"/>
                  </a:lnTo>
                  <a:lnTo>
                    <a:pt x="923210" y="910203"/>
                  </a:lnTo>
                  <a:lnTo>
                    <a:pt x="922534" y="912318"/>
                  </a:lnTo>
                  <a:lnTo>
                    <a:pt x="921870" y="914400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3309154" y="2274502"/>
              <a:ext cx="918118" cy="926027"/>
            </a:xfrm>
            <a:custGeom>
              <a:avLst/>
              <a:pathLst>
                <a:path w="918118" h="926027">
                  <a:moveTo>
                    <a:pt x="914400" y="914400"/>
                  </a:moveTo>
                  <a:lnTo>
                    <a:pt x="918118" y="914400"/>
                  </a:lnTo>
                  <a:lnTo>
                    <a:pt x="918005" y="914753"/>
                  </a:lnTo>
                  <a:lnTo>
                    <a:pt x="917328" y="916867"/>
                  </a:lnTo>
                  <a:lnTo>
                    <a:pt x="916652" y="918982"/>
                  </a:lnTo>
                  <a:lnTo>
                    <a:pt x="915975" y="921097"/>
                  </a:lnTo>
                  <a:lnTo>
                    <a:pt x="915299" y="923212"/>
                  </a:lnTo>
                  <a:lnTo>
                    <a:pt x="914623" y="925327"/>
                  </a:lnTo>
                  <a:lnTo>
                    <a:pt x="914400" y="926027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392195" y="2257264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6551" y="931638"/>
                  </a:lnTo>
                  <a:lnTo>
                    <a:pt x="906860" y="929976"/>
                  </a:lnTo>
                  <a:lnTo>
                    <a:pt x="909029" y="920009"/>
                  </a:lnTo>
                  <a:lnTo>
                    <a:pt x="910436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39219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4014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4107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4199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4292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4385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44776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4570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4662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47555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4848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4940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5033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5126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5218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5311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5403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25496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5589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5681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5774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586701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5959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6052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61448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6237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6330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26422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6515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26607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26700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679323" y="2274502"/>
              <a:ext cx="917979" cy="914400"/>
            </a:xfrm>
            <a:custGeom>
              <a:avLst/>
              <a:pathLst>
                <a:path w="9179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814" y="897161"/>
                  </a:lnTo>
                  <a:lnTo>
                    <a:pt x="917979" y="904022"/>
                  </a:lnTo>
                  <a:lnTo>
                    <a:pt x="917933" y="914400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799732" y="22745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504" y="914400"/>
                  </a:lnTo>
                  <a:lnTo>
                    <a:pt x="909144" y="910647"/>
                  </a:lnTo>
                  <a:lnTo>
                    <a:pt x="909556" y="910241"/>
                  </a:lnTo>
                  <a:lnTo>
                    <a:pt x="909972" y="909832"/>
                  </a:lnTo>
                  <a:lnTo>
                    <a:pt x="910388" y="909423"/>
                  </a:lnTo>
                  <a:lnTo>
                    <a:pt x="910804" y="909014"/>
                  </a:lnTo>
                  <a:lnTo>
                    <a:pt x="911221" y="908605"/>
                  </a:lnTo>
                  <a:lnTo>
                    <a:pt x="911637" y="908196"/>
                  </a:lnTo>
                  <a:lnTo>
                    <a:pt x="912053" y="907787"/>
                  </a:lnTo>
                  <a:lnTo>
                    <a:pt x="912470" y="907378"/>
                  </a:lnTo>
                  <a:lnTo>
                    <a:pt x="912886" y="906969"/>
                  </a:lnTo>
                  <a:lnTo>
                    <a:pt x="913302" y="906560"/>
                  </a:lnTo>
                  <a:lnTo>
                    <a:pt x="913719" y="906151"/>
                  </a:lnTo>
                  <a:lnTo>
                    <a:pt x="914135" y="905742"/>
                  </a:lnTo>
                  <a:lnTo>
                    <a:pt x="914400" y="905483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808994" y="22572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721"/>
                  </a:lnTo>
                  <a:lnTo>
                    <a:pt x="905289" y="922572"/>
                  </a:lnTo>
                  <a:lnTo>
                    <a:pt x="905706" y="922163"/>
                  </a:lnTo>
                  <a:lnTo>
                    <a:pt x="906122" y="921754"/>
                  </a:lnTo>
                  <a:lnTo>
                    <a:pt x="906539" y="921345"/>
                  </a:lnTo>
                  <a:lnTo>
                    <a:pt x="906955" y="920936"/>
                  </a:lnTo>
                  <a:lnTo>
                    <a:pt x="907372" y="920528"/>
                  </a:lnTo>
                  <a:lnTo>
                    <a:pt x="907789" y="920119"/>
                  </a:lnTo>
                  <a:lnTo>
                    <a:pt x="908205" y="919710"/>
                  </a:lnTo>
                  <a:lnTo>
                    <a:pt x="908622" y="919301"/>
                  </a:lnTo>
                  <a:lnTo>
                    <a:pt x="909038" y="918892"/>
                  </a:lnTo>
                  <a:lnTo>
                    <a:pt x="909455" y="918484"/>
                  </a:lnTo>
                  <a:lnTo>
                    <a:pt x="909872" y="918075"/>
                  </a:lnTo>
                  <a:lnTo>
                    <a:pt x="910289" y="917666"/>
                  </a:lnTo>
                  <a:lnTo>
                    <a:pt x="910705" y="917257"/>
                  </a:lnTo>
                  <a:lnTo>
                    <a:pt x="911122" y="916849"/>
                  </a:lnTo>
                  <a:lnTo>
                    <a:pt x="911539" y="916440"/>
                  </a:lnTo>
                  <a:lnTo>
                    <a:pt x="911956" y="916031"/>
                  </a:lnTo>
                  <a:lnTo>
                    <a:pt x="912373" y="915623"/>
                  </a:lnTo>
                  <a:lnTo>
                    <a:pt x="912790" y="915214"/>
                  </a:lnTo>
                  <a:lnTo>
                    <a:pt x="913207" y="914805"/>
                  </a:lnTo>
                  <a:lnTo>
                    <a:pt x="913648" y="914400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8089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28182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275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367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8460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553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8645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8738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8830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89235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9016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9108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9201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9294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9386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9479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9571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9664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9757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9849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9942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300350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30127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30220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303128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30405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30498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30590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30683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30775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30868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309612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310538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11464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312391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313317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314243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315169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316095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317022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317948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318874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319800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320727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216532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32257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32350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32443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32535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32628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27210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32813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32906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32998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3309154" y="2274502"/>
              <a:ext cx="923150" cy="914400"/>
            </a:xfrm>
            <a:custGeom>
              <a:avLst/>
              <a:pathLst>
                <a:path w="92315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150" y="897161"/>
                  </a:lnTo>
                  <a:lnTo>
                    <a:pt x="921238" y="904212"/>
                  </a:lnTo>
                  <a:lnTo>
                    <a:pt x="918686" y="912624"/>
                  </a:lnTo>
                  <a:lnTo>
                    <a:pt x="918118" y="914400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382932" y="2240025"/>
              <a:ext cx="914400" cy="914999"/>
            </a:xfrm>
            <a:custGeom>
              <a:avLst/>
              <a:pathLst>
                <a:path w="914400" h="914999">
                  <a:moveTo>
                    <a:pt x="914400" y="914400"/>
                  </a:moveTo>
                  <a:lnTo>
                    <a:pt x="914400" y="914999"/>
                  </a:lnTo>
                  <a:lnTo>
                    <a:pt x="914130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38293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20477" y="928533"/>
                  </a:lnTo>
                  <a:lnTo>
                    <a:pt x="920240" y="928005"/>
                  </a:lnTo>
                  <a:lnTo>
                    <a:pt x="919475" y="926300"/>
                  </a:lnTo>
                  <a:lnTo>
                    <a:pt x="918710" y="924595"/>
                  </a:lnTo>
                  <a:lnTo>
                    <a:pt x="917945" y="922890"/>
                  </a:lnTo>
                  <a:lnTo>
                    <a:pt x="917180" y="921186"/>
                  </a:lnTo>
                  <a:lnTo>
                    <a:pt x="916414" y="919481"/>
                  </a:lnTo>
                  <a:lnTo>
                    <a:pt x="915648" y="917776"/>
                  </a:lnTo>
                  <a:lnTo>
                    <a:pt x="914882" y="916072"/>
                  </a:lnTo>
                  <a:lnTo>
                    <a:pt x="914400" y="91499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39219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4014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4107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4199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4292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4385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44776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24570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4662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47555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4848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4940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5033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5126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5218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5311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5403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5496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5589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681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5774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586701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959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6052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261448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6237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330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6422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6515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6607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6700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679323" y="2257264"/>
              <a:ext cx="917814" cy="914400"/>
            </a:xfrm>
            <a:custGeom>
              <a:avLst/>
              <a:pathLst>
                <a:path w="91781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6959" y="897161"/>
                  </a:lnTo>
                  <a:lnTo>
                    <a:pt x="917139" y="899374"/>
                  </a:lnTo>
                  <a:lnTo>
                    <a:pt x="917715" y="910296"/>
                  </a:lnTo>
                  <a:lnTo>
                    <a:pt x="917814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808994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8" y="914400"/>
                  </a:lnTo>
                  <a:lnTo>
                    <a:pt x="914400" y="91370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818257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708"/>
                  </a:lnTo>
                  <a:lnTo>
                    <a:pt x="909037" y="910119"/>
                  </a:lnTo>
                  <a:lnTo>
                    <a:pt x="914252" y="905924"/>
                  </a:lnTo>
                  <a:lnTo>
                    <a:pt x="914400" y="905813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827519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36" y="905739"/>
                  </a:lnTo>
                  <a:lnTo>
                    <a:pt x="905485" y="905553"/>
                  </a:lnTo>
                  <a:lnTo>
                    <a:pt x="905734" y="905367"/>
                  </a:lnTo>
                  <a:lnTo>
                    <a:pt x="905982" y="905180"/>
                  </a:lnTo>
                  <a:lnTo>
                    <a:pt x="906231" y="904994"/>
                  </a:lnTo>
                  <a:lnTo>
                    <a:pt x="906480" y="904808"/>
                  </a:lnTo>
                  <a:lnTo>
                    <a:pt x="906729" y="904622"/>
                  </a:lnTo>
                  <a:lnTo>
                    <a:pt x="906978" y="904435"/>
                  </a:lnTo>
                  <a:lnTo>
                    <a:pt x="907227" y="904249"/>
                  </a:lnTo>
                  <a:lnTo>
                    <a:pt x="907475" y="904063"/>
                  </a:lnTo>
                  <a:lnTo>
                    <a:pt x="907724" y="903877"/>
                  </a:lnTo>
                  <a:lnTo>
                    <a:pt x="907973" y="903690"/>
                  </a:lnTo>
                  <a:lnTo>
                    <a:pt x="908222" y="903504"/>
                  </a:lnTo>
                  <a:lnTo>
                    <a:pt x="908471" y="903318"/>
                  </a:lnTo>
                  <a:lnTo>
                    <a:pt x="908720" y="903132"/>
                  </a:lnTo>
                  <a:lnTo>
                    <a:pt x="908969" y="902946"/>
                  </a:lnTo>
                  <a:lnTo>
                    <a:pt x="909217" y="902759"/>
                  </a:lnTo>
                  <a:lnTo>
                    <a:pt x="909466" y="902573"/>
                  </a:lnTo>
                  <a:lnTo>
                    <a:pt x="909715" y="902387"/>
                  </a:lnTo>
                  <a:lnTo>
                    <a:pt x="909964" y="902201"/>
                  </a:lnTo>
                  <a:lnTo>
                    <a:pt x="910213" y="902015"/>
                  </a:lnTo>
                  <a:lnTo>
                    <a:pt x="910462" y="901829"/>
                  </a:lnTo>
                  <a:lnTo>
                    <a:pt x="910711" y="901642"/>
                  </a:lnTo>
                  <a:lnTo>
                    <a:pt x="910960" y="901456"/>
                  </a:lnTo>
                  <a:lnTo>
                    <a:pt x="911209" y="901270"/>
                  </a:lnTo>
                  <a:lnTo>
                    <a:pt x="911458" y="901084"/>
                  </a:lnTo>
                  <a:lnTo>
                    <a:pt x="911707" y="900898"/>
                  </a:lnTo>
                  <a:lnTo>
                    <a:pt x="911956" y="900712"/>
                  </a:lnTo>
                  <a:lnTo>
                    <a:pt x="912205" y="900526"/>
                  </a:lnTo>
                  <a:lnTo>
                    <a:pt x="912454" y="900339"/>
                  </a:lnTo>
                  <a:lnTo>
                    <a:pt x="912703" y="900153"/>
                  </a:lnTo>
                  <a:lnTo>
                    <a:pt x="912952" y="899967"/>
                  </a:lnTo>
                  <a:lnTo>
                    <a:pt x="913201" y="899781"/>
                  </a:lnTo>
                  <a:lnTo>
                    <a:pt x="913450" y="899595"/>
                  </a:lnTo>
                  <a:lnTo>
                    <a:pt x="913699" y="899409"/>
                  </a:lnTo>
                  <a:lnTo>
                    <a:pt x="913948" y="899223"/>
                  </a:lnTo>
                  <a:lnTo>
                    <a:pt x="914197" y="899037"/>
                  </a:lnTo>
                  <a:lnTo>
                    <a:pt x="914400" y="898885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36781" y="22400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83" y="916089"/>
                  </a:lnTo>
                  <a:lnTo>
                    <a:pt x="905433" y="915903"/>
                  </a:lnTo>
                  <a:lnTo>
                    <a:pt x="905682" y="915717"/>
                  </a:lnTo>
                  <a:lnTo>
                    <a:pt x="905931" y="915531"/>
                  </a:lnTo>
                  <a:lnTo>
                    <a:pt x="906180" y="915345"/>
                  </a:lnTo>
                  <a:lnTo>
                    <a:pt x="906429" y="915159"/>
                  </a:lnTo>
                  <a:lnTo>
                    <a:pt x="906678" y="914973"/>
                  </a:lnTo>
                  <a:lnTo>
                    <a:pt x="906927" y="914787"/>
                  </a:lnTo>
                  <a:lnTo>
                    <a:pt x="907176" y="914601"/>
                  </a:lnTo>
                  <a:lnTo>
                    <a:pt x="907445" y="914400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8367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8460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53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645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8738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8830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89235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9016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9108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9201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9294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9386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9479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9571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9664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9757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9849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9942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300350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30127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0220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03128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0405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0498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0590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0683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0775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0868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09612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10538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11464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12391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13317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14243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15169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16095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17022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17948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18874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19800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20727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216532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22579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2350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2443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2535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2628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27210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2813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2906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2998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309154" y="22572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472"/>
                  </a:lnTo>
                  <a:lnTo>
                    <a:pt x="923577" y="912826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318417" y="2240025"/>
              <a:ext cx="917978" cy="929710"/>
            </a:xfrm>
            <a:custGeom>
              <a:avLst/>
              <a:pathLst>
                <a:path w="917978" h="929710">
                  <a:moveTo>
                    <a:pt x="914400" y="914400"/>
                  </a:moveTo>
                  <a:lnTo>
                    <a:pt x="917978" y="914400"/>
                  </a:lnTo>
                  <a:lnTo>
                    <a:pt x="917572" y="916196"/>
                  </a:lnTo>
                  <a:lnTo>
                    <a:pt x="917005" y="918714"/>
                  </a:lnTo>
                  <a:lnTo>
                    <a:pt x="916434" y="921246"/>
                  </a:lnTo>
                  <a:lnTo>
                    <a:pt x="914400" y="929710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2382932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16" y="931606"/>
                  </a:lnTo>
                  <a:lnTo>
                    <a:pt x="913349" y="929901"/>
                  </a:lnTo>
                  <a:lnTo>
                    <a:pt x="912582" y="928197"/>
                  </a:lnTo>
                  <a:lnTo>
                    <a:pt x="911815" y="926492"/>
                  </a:lnTo>
                  <a:lnTo>
                    <a:pt x="911048" y="924788"/>
                  </a:lnTo>
                  <a:lnTo>
                    <a:pt x="910281" y="923084"/>
                  </a:lnTo>
                  <a:lnTo>
                    <a:pt x="909513" y="921380"/>
                  </a:lnTo>
                  <a:lnTo>
                    <a:pt x="908746" y="919676"/>
                  </a:lnTo>
                  <a:lnTo>
                    <a:pt x="907978" y="917972"/>
                  </a:lnTo>
                  <a:lnTo>
                    <a:pt x="907210" y="916267"/>
                  </a:lnTo>
                  <a:lnTo>
                    <a:pt x="906441" y="914564"/>
                  </a:lnTo>
                  <a:lnTo>
                    <a:pt x="906367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238293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239219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24014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24107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24199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24292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24385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244776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24570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24662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247555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24848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24940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25033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25126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25218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25311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25403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25496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25589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25681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25774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2586701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25959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26052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261448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26237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26330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26422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26515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26607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26700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2679323" y="2240025"/>
              <a:ext cx="916959" cy="914400"/>
            </a:xfrm>
            <a:custGeom>
              <a:avLst/>
              <a:pathLst>
                <a:path w="9169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297" y="897161"/>
                  </a:lnTo>
                  <a:lnTo>
                    <a:pt x="916253" y="905762"/>
                  </a:lnTo>
                  <a:lnTo>
                    <a:pt x="916959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2836781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445" y="914400"/>
                  </a:lnTo>
                  <a:lnTo>
                    <a:pt x="907674" y="914229"/>
                  </a:lnTo>
                  <a:lnTo>
                    <a:pt x="907923" y="914043"/>
                  </a:lnTo>
                  <a:lnTo>
                    <a:pt x="908172" y="913857"/>
                  </a:lnTo>
                  <a:lnTo>
                    <a:pt x="908421" y="913671"/>
                  </a:lnTo>
                  <a:lnTo>
                    <a:pt x="908671" y="913485"/>
                  </a:lnTo>
                  <a:lnTo>
                    <a:pt x="908920" y="913299"/>
                  </a:lnTo>
                  <a:lnTo>
                    <a:pt x="909169" y="913113"/>
                  </a:lnTo>
                  <a:lnTo>
                    <a:pt x="909418" y="912927"/>
                  </a:lnTo>
                  <a:lnTo>
                    <a:pt x="909667" y="912741"/>
                  </a:lnTo>
                  <a:lnTo>
                    <a:pt x="909916" y="912555"/>
                  </a:lnTo>
                  <a:lnTo>
                    <a:pt x="910166" y="912369"/>
                  </a:lnTo>
                  <a:lnTo>
                    <a:pt x="910415" y="912183"/>
                  </a:lnTo>
                  <a:lnTo>
                    <a:pt x="910664" y="911997"/>
                  </a:lnTo>
                  <a:lnTo>
                    <a:pt x="910913" y="911811"/>
                  </a:lnTo>
                  <a:lnTo>
                    <a:pt x="911162" y="911625"/>
                  </a:lnTo>
                  <a:lnTo>
                    <a:pt x="911411" y="911439"/>
                  </a:lnTo>
                  <a:lnTo>
                    <a:pt x="911661" y="911253"/>
                  </a:lnTo>
                  <a:lnTo>
                    <a:pt x="914400" y="909313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2846043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313"/>
                  </a:lnTo>
                  <a:lnTo>
                    <a:pt x="905336" y="909017"/>
                  </a:lnTo>
                  <a:lnTo>
                    <a:pt x="910052" y="902708"/>
                  </a:lnTo>
                  <a:lnTo>
                    <a:pt x="914400" y="897511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2855306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50"/>
                  </a:lnTo>
                  <a:lnTo>
                    <a:pt x="905430" y="914400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28553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28645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28738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28830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28923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29016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29108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29201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29294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29386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29479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29571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29664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29757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29849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29942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00350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0127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0220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03128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1E57D">
                <a:alpha val="100000"/>
              </a:srgbClr>
            </a:solidFill>
            <a:ln w="5420" cap="flat">
              <a:solidFill>
                <a:srgbClr val="C1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0405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0498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0590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0683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0775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0868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09612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10538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11464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12391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13317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14243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15169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16095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17022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17948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18874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19800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20727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216532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22579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2350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2443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2535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2628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27210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2813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2906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2998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3091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318417" y="2240025"/>
              <a:ext cx="921873" cy="914400"/>
            </a:xfrm>
            <a:custGeom>
              <a:avLst/>
              <a:pathLst>
                <a:path w="92187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73" y="897161"/>
                  </a:lnTo>
                  <a:lnTo>
                    <a:pt x="921553" y="898573"/>
                  </a:lnTo>
                  <a:lnTo>
                    <a:pt x="920984" y="901090"/>
                  </a:lnTo>
                  <a:lnTo>
                    <a:pt x="920415" y="903608"/>
                  </a:lnTo>
                  <a:lnTo>
                    <a:pt x="919846" y="906125"/>
                  </a:lnTo>
                  <a:lnTo>
                    <a:pt x="919277" y="908643"/>
                  </a:lnTo>
                  <a:lnTo>
                    <a:pt x="918709" y="911161"/>
                  </a:lnTo>
                  <a:lnTo>
                    <a:pt x="918140" y="913678"/>
                  </a:lnTo>
                  <a:lnTo>
                    <a:pt x="917978" y="914400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2373670" y="2205548"/>
              <a:ext cx="914400" cy="928911"/>
            </a:xfrm>
            <a:custGeom>
              <a:avLst/>
              <a:pathLst>
                <a:path w="914400" h="928911">
                  <a:moveTo>
                    <a:pt x="914400" y="914400"/>
                  </a:moveTo>
                  <a:lnTo>
                    <a:pt x="914400" y="928911"/>
                  </a:lnTo>
                  <a:lnTo>
                    <a:pt x="914166" y="928394"/>
                  </a:lnTo>
                  <a:lnTo>
                    <a:pt x="913397" y="926690"/>
                  </a:lnTo>
                  <a:lnTo>
                    <a:pt x="912628" y="924987"/>
                  </a:lnTo>
                  <a:lnTo>
                    <a:pt x="911859" y="923283"/>
                  </a:lnTo>
                  <a:lnTo>
                    <a:pt x="911089" y="921579"/>
                  </a:lnTo>
                  <a:lnTo>
                    <a:pt x="910319" y="919876"/>
                  </a:lnTo>
                  <a:lnTo>
                    <a:pt x="909549" y="918172"/>
                  </a:lnTo>
                  <a:lnTo>
                    <a:pt x="908779" y="916468"/>
                  </a:lnTo>
                  <a:lnTo>
                    <a:pt x="908009" y="914765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23736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29" y="931638"/>
                  </a:lnTo>
                  <a:lnTo>
                    <a:pt x="914935" y="930098"/>
                  </a:lnTo>
                  <a:lnTo>
                    <a:pt x="914400" y="928911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238293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239219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24014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24107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24199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24292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243850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244776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24570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24662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247555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24848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24940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25033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25126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25218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25311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25403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25496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25589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25681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25774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2586701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25959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26052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261448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26237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26330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26422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26515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26607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2679323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789" y="897161"/>
                  </a:lnTo>
                  <a:lnTo>
                    <a:pt x="913560" y="901639"/>
                  </a:lnTo>
                  <a:lnTo>
                    <a:pt x="914400" y="907585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2679323" y="2222787"/>
              <a:ext cx="915297" cy="914400"/>
            </a:xfrm>
            <a:custGeom>
              <a:avLst/>
              <a:pathLst>
                <a:path w="915297" h="914400">
                  <a:moveTo>
                    <a:pt x="914400" y="914400"/>
                  </a:moveTo>
                  <a:lnTo>
                    <a:pt x="914400" y="907585"/>
                  </a:lnTo>
                  <a:lnTo>
                    <a:pt x="915059" y="912254"/>
                  </a:lnTo>
                  <a:lnTo>
                    <a:pt x="915297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2855306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430" y="914400"/>
                  </a:lnTo>
                  <a:lnTo>
                    <a:pt x="905677" y="914105"/>
                  </a:lnTo>
                  <a:lnTo>
                    <a:pt x="910721" y="908746"/>
                  </a:lnTo>
                  <a:lnTo>
                    <a:pt x="914400" y="905300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2864568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300"/>
                  </a:lnTo>
                  <a:lnTo>
                    <a:pt x="906646" y="903885"/>
                  </a:lnTo>
                  <a:lnTo>
                    <a:pt x="911964" y="899536"/>
                  </a:lnTo>
                  <a:lnTo>
                    <a:pt x="912357" y="899236"/>
                  </a:lnTo>
                  <a:lnTo>
                    <a:pt x="912754" y="898934"/>
                  </a:lnTo>
                  <a:lnTo>
                    <a:pt x="913151" y="898632"/>
                  </a:lnTo>
                  <a:lnTo>
                    <a:pt x="913548" y="898330"/>
                  </a:lnTo>
                  <a:lnTo>
                    <a:pt x="913945" y="898029"/>
                  </a:lnTo>
                  <a:lnTo>
                    <a:pt x="914400" y="897683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873830" y="22055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921"/>
                  </a:lnTo>
                  <a:lnTo>
                    <a:pt x="905477" y="914663"/>
                  </a:lnTo>
                  <a:lnTo>
                    <a:pt x="905824" y="914400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8738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8830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8923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9016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9108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9201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9294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9386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9479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9571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9664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9757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9849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9942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300350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30127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30220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303128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30405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30498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30590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30683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30775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308686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309612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310538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311464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312391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313317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314243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315169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316095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317022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317948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318874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319800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32072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3216532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322579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32350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32443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32535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32628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327210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328136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32906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32998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33091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3318417" y="22227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497"/>
                  </a:lnTo>
                  <a:lnTo>
                    <a:pt x="923263" y="908259"/>
                  </a:lnTo>
                  <a:lnTo>
                    <a:pt x="922693" y="910776"/>
                  </a:lnTo>
                  <a:lnTo>
                    <a:pt x="922123" y="913294"/>
                  </a:lnTo>
                  <a:lnTo>
                    <a:pt x="921873" y="914400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3327679" y="2205548"/>
              <a:ext cx="916792" cy="923736"/>
            </a:xfrm>
            <a:custGeom>
              <a:avLst/>
              <a:pathLst>
                <a:path w="916792" h="923736">
                  <a:moveTo>
                    <a:pt x="914400" y="914400"/>
                  </a:moveTo>
                  <a:lnTo>
                    <a:pt x="916792" y="914400"/>
                  </a:lnTo>
                  <a:lnTo>
                    <a:pt x="916667" y="914867"/>
                  </a:lnTo>
                  <a:lnTo>
                    <a:pt x="915863" y="917877"/>
                  </a:lnTo>
                  <a:lnTo>
                    <a:pt x="915060" y="920887"/>
                  </a:lnTo>
                  <a:lnTo>
                    <a:pt x="914963" y="921250"/>
                  </a:lnTo>
                  <a:lnTo>
                    <a:pt x="914571" y="922980"/>
                  </a:lnTo>
                  <a:lnTo>
                    <a:pt x="914400" y="923736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2364408" y="2188310"/>
              <a:ext cx="914399" cy="925659"/>
            </a:xfrm>
            <a:custGeom>
              <a:avLst/>
              <a:pathLst>
                <a:path w="914399" h="925659">
                  <a:moveTo>
                    <a:pt x="914399" y="914400"/>
                  </a:moveTo>
                  <a:lnTo>
                    <a:pt x="914399" y="925659"/>
                  </a:lnTo>
                  <a:lnTo>
                    <a:pt x="914187" y="925190"/>
                  </a:lnTo>
                  <a:lnTo>
                    <a:pt x="913416" y="923487"/>
                  </a:lnTo>
                  <a:lnTo>
                    <a:pt x="912644" y="921784"/>
                  </a:lnTo>
                  <a:lnTo>
                    <a:pt x="911872" y="920081"/>
                  </a:lnTo>
                  <a:lnTo>
                    <a:pt x="911100" y="918378"/>
                  </a:lnTo>
                  <a:lnTo>
                    <a:pt x="910328" y="916675"/>
                  </a:lnTo>
                  <a:lnTo>
                    <a:pt x="909555" y="914972"/>
                  </a:lnTo>
                  <a:lnTo>
                    <a:pt x="909296" y="914400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36440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6500" y="930300"/>
                  </a:lnTo>
                  <a:lnTo>
                    <a:pt x="915729" y="928597"/>
                  </a:lnTo>
                  <a:lnTo>
                    <a:pt x="914958" y="926893"/>
                  </a:lnTo>
                  <a:lnTo>
                    <a:pt x="914399" y="92565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3736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238293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39219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4014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4107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24199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24292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243850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244776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24570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24662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247555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24848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24940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25033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25126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25218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25311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25403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25496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25589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25681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25774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2586701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25959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26052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261448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26237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26330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26422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26515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26607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2670061" y="2205548"/>
              <a:ext cx="922051" cy="914400"/>
            </a:xfrm>
            <a:custGeom>
              <a:avLst/>
              <a:pathLst>
                <a:path w="92205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03" y="897161"/>
                  </a:lnTo>
                  <a:lnTo>
                    <a:pt x="918932" y="897316"/>
                  </a:lnTo>
                  <a:lnTo>
                    <a:pt x="919037" y="897871"/>
                  </a:lnTo>
                  <a:lnTo>
                    <a:pt x="919142" y="898427"/>
                  </a:lnTo>
                  <a:lnTo>
                    <a:pt x="919246" y="898982"/>
                  </a:lnTo>
                  <a:lnTo>
                    <a:pt x="919351" y="899538"/>
                  </a:lnTo>
                  <a:lnTo>
                    <a:pt x="919455" y="900093"/>
                  </a:lnTo>
                  <a:lnTo>
                    <a:pt x="919560" y="900649"/>
                  </a:lnTo>
                  <a:lnTo>
                    <a:pt x="919664" y="901204"/>
                  </a:lnTo>
                  <a:lnTo>
                    <a:pt x="919769" y="901760"/>
                  </a:lnTo>
                  <a:lnTo>
                    <a:pt x="919874" y="902316"/>
                  </a:lnTo>
                  <a:lnTo>
                    <a:pt x="919978" y="902871"/>
                  </a:lnTo>
                  <a:lnTo>
                    <a:pt x="920083" y="903427"/>
                  </a:lnTo>
                  <a:lnTo>
                    <a:pt x="920187" y="903982"/>
                  </a:lnTo>
                  <a:lnTo>
                    <a:pt x="920292" y="904538"/>
                  </a:lnTo>
                  <a:lnTo>
                    <a:pt x="920396" y="905093"/>
                  </a:lnTo>
                  <a:lnTo>
                    <a:pt x="920501" y="905649"/>
                  </a:lnTo>
                  <a:lnTo>
                    <a:pt x="920605" y="906204"/>
                  </a:lnTo>
                  <a:lnTo>
                    <a:pt x="920710" y="906760"/>
                  </a:lnTo>
                  <a:lnTo>
                    <a:pt x="920814" y="907315"/>
                  </a:lnTo>
                  <a:lnTo>
                    <a:pt x="920918" y="907871"/>
                  </a:lnTo>
                  <a:lnTo>
                    <a:pt x="921023" y="908426"/>
                  </a:lnTo>
                  <a:lnTo>
                    <a:pt x="922051" y="914400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2873830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874" y="914361"/>
                  </a:lnTo>
                  <a:lnTo>
                    <a:pt x="906271" y="914060"/>
                  </a:lnTo>
                  <a:lnTo>
                    <a:pt x="906668" y="913758"/>
                  </a:lnTo>
                  <a:lnTo>
                    <a:pt x="907065" y="913456"/>
                  </a:lnTo>
                  <a:lnTo>
                    <a:pt x="907462" y="913154"/>
                  </a:lnTo>
                  <a:lnTo>
                    <a:pt x="907859" y="912852"/>
                  </a:lnTo>
                  <a:lnTo>
                    <a:pt x="908256" y="912551"/>
                  </a:lnTo>
                  <a:lnTo>
                    <a:pt x="908653" y="912249"/>
                  </a:lnTo>
                  <a:lnTo>
                    <a:pt x="909051" y="911947"/>
                  </a:lnTo>
                  <a:lnTo>
                    <a:pt x="909448" y="911646"/>
                  </a:lnTo>
                  <a:lnTo>
                    <a:pt x="909845" y="911344"/>
                  </a:lnTo>
                  <a:lnTo>
                    <a:pt x="910242" y="911042"/>
                  </a:lnTo>
                  <a:lnTo>
                    <a:pt x="910639" y="910740"/>
                  </a:lnTo>
                  <a:lnTo>
                    <a:pt x="911037" y="910439"/>
                  </a:lnTo>
                  <a:lnTo>
                    <a:pt x="911434" y="910137"/>
                  </a:lnTo>
                  <a:lnTo>
                    <a:pt x="911831" y="909836"/>
                  </a:lnTo>
                  <a:lnTo>
                    <a:pt x="912229" y="909534"/>
                  </a:lnTo>
                  <a:lnTo>
                    <a:pt x="912626" y="909232"/>
                  </a:lnTo>
                  <a:lnTo>
                    <a:pt x="913023" y="908931"/>
                  </a:lnTo>
                  <a:lnTo>
                    <a:pt x="913421" y="908629"/>
                  </a:lnTo>
                  <a:lnTo>
                    <a:pt x="913818" y="908327"/>
                  </a:lnTo>
                  <a:lnTo>
                    <a:pt x="914215" y="908026"/>
                  </a:lnTo>
                  <a:lnTo>
                    <a:pt x="914400" y="907886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2883092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886"/>
                  </a:lnTo>
                  <a:lnTo>
                    <a:pt x="905351" y="907724"/>
                  </a:lnTo>
                  <a:lnTo>
                    <a:pt x="905748" y="907423"/>
                  </a:lnTo>
                  <a:lnTo>
                    <a:pt x="906145" y="907121"/>
                  </a:lnTo>
                  <a:lnTo>
                    <a:pt x="911308" y="903480"/>
                  </a:lnTo>
                  <a:lnTo>
                    <a:pt x="914400" y="901621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2892354" y="21883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59"/>
                  </a:lnTo>
                  <a:lnTo>
                    <a:pt x="907298" y="917560"/>
                  </a:lnTo>
                  <a:lnTo>
                    <a:pt x="912629" y="914890"/>
                  </a:lnTo>
                  <a:lnTo>
                    <a:pt x="913846" y="914400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28923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29016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29108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29201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29294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29386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29479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29571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29664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29757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29849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29942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300350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30127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30220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303128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30405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30498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30590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30683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30775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308686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309612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310538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311464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312391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313317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314243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315169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316095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317022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317948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318874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319800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32072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3216532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322579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32350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32443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32535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32628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327210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328136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32906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32998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33091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33184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3327679" y="2205548"/>
              <a:ext cx="921403" cy="914400"/>
            </a:xfrm>
            <a:custGeom>
              <a:avLst/>
              <a:pathLst>
                <a:path w="9214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03" y="897161"/>
                  </a:lnTo>
                  <a:lnTo>
                    <a:pt x="920691" y="899818"/>
                  </a:lnTo>
                  <a:lnTo>
                    <a:pt x="919886" y="902828"/>
                  </a:lnTo>
                  <a:lnTo>
                    <a:pt x="919080" y="905838"/>
                  </a:lnTo>
                  <a:lnTo>
                    <a:pt x="918275" y="908847"/>
                  </a:lnTo>
                  <a:lnTo>
                    <a:pt x="917471" y="911857"/>
                  </a:lnTo>
                  <a:lnTo>
                    <a:pt x="916792" y="914400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2355146" y="2171071"/>
              <a:ext cx="914400" cy="922481"/>
            </a:xfrm>
            <a:custGeom>
              <a:avLst/>
              <a:pathLst>
                <a:path w="914400" h="922481">
                  <a:moveTo>
                    <a:pt x="914400" y="914400"/>
                  </a:moveTo>
                  <a:lnTo>
                    <a:pt x="914400" y="922481"/>
                  </a:lnTo>
                  <a:lnTo>
                    <a:pt x="914178" y="921993"/>
                  </a:lnTo>
                  <a:lnTo>
                    <a:pt x="913404" y="920291"/>
                  </a:lnTo>
                  <a:lnTo>
                    <a:pt x="912630" y="918588"/>
                  </a:lnTo>
                  <a:lnTo>
                    <a:pt x="911856" y="916886"/>
                  </a:lnTo>
                  <a:lnTo>
                    <a:pt x="911081" y="915183"/>
                  </a:lnTo>
                  <a:lnTo>
                    <a:pt x="910724" y="914400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235514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58" y="931638"/>
                  </a:lnTo>
                  <a:lnTo>
                    <a:pt x="918045" y="930507"/>
                  </a:lnTo>
                  <a:lnTo>
                    <a:pt x="917272" y="928804"/>
                  </a:lnTo>
                  <a:lnTo>
                    <a:pt x="916499" y="927101"/>
                  </a:lnTo>
                  <a:lnTo>
                    <a:pt x="915725" y="925399"/>
                  </a:lnTo>
                  <a:lnTo>
                    <a:pt x="914952" y="923696"/>
                  </a:lnTo>
                  <a:lnTo>
                    <a:pt x="914400" y="922481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236440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23736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238293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239219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24014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24107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24199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24292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243850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244776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24570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24662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247555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24848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249407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250334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251260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252186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253112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254039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254965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255891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256817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257743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2586701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259596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260522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261448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262375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263301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264227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265153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26607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2670061" y="2188310"/>
              <a:ext cx="918903" cy="914400"/>
            </a:xfrm>
            <a:custGeom>
              <a:avLst/>
              <a:pathLst>
                <a:path w="918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652" y="897161"/>
                  </a:lnTo>
                  <a:lnTo>
                    <a:pt x="915685" y="897333"/>
                  </a:lnTo>
                  <a:lnTo>
                    <a:pt x="915790" y="897889"/>
                  </a:lnTo>
                  <a:lnTo>
                    <a:pt x="915895" y="898444"/>
                  </a:lnTo>
                  <a:lnTo>
                    <a:pt x="916000" y="899000"/>
                  </a:lnTo>
                  <a:lnTo>
                    <a:pt x="916104" y="899555"/>
                  </a:lnTo>
                  <a:lnTo>
                    <a:pt x="916209" y="900111"/>
                  </a:lnTo>
                  <a:lnTo>
                    <a:pt x="916314" y="900666"/>
                  </a:lnTo>
                  <a:lnTo>
                    <a:pt x="916419" y="901222"/>
                  </a:lnTo>
                  <a:lnTo>
                    <a:pt x="916524" y="901777"/>
                  </a:lnTo>
                  <a:lnTo>
                    <a:pt x="916629" y="902333"/>
                  </a:lnTo>
                  <a:lnTo>
                    <a:pt x="916733" y="902888"/>
                  </a:lnTo>
                  <a:lnTo>
                    <a:pt x="916838" y="903444"/>
                  </a:lnTo>
                  <a:lnTo>
                    <a:pt x="916943" y="903999"/>
                  </a:lnTo>
                  <a:lnTo>
                    <a:pt x="917048" y="904555"/>
                  </a:lnTo>
                  <a:lnTo>
                    <a:pt x="917153" y="905110"/>
                  </a:lnTo>
                  <a:lnTo>
                    <a:pt x="917257" y="905666"/>
                  </a:lnTo>
                  <a:lnTo>
                    <a:pt x="917362" y="906222"/>
                  </a:lnTo>
                  <a:lnTo>
                    <a:pt x="917467" y="906777"/>
                  </a:lnTo>
                  <a:lnTo>
                    <a:pt x="917572" y="907333"/>
                  </a:lnTo>
                  <a:lnTo>
                    <a:pt x="917676" y="907888"/>
                  </a:lnTo>
                  <a:lnTo>
                    <a:pt x="917781" y="908444"/>
                  </a:lnTo>
                  <a:lnTo>
                    <a:pt x="917886" y="908999"/>
                  </a:lnTo>
                  <a:lnTo>
                    <a:pt x="917990" y="909555"/>
                  </a:lnTo>
                  <a:lnTo>
                    <a:pt x="918095" y="910110"/>
                  </a:lnTo>
                  <a:lnTo>
                    <a:pt x="918200" y="910666"/>
                  </a:lnTo>
                  <a:lnTo>
                    <a:pt x="918305" y="911221"/>
                  </a:lnTo>
                  <a:lnTo>
                    <a:pt x="918409" y="911777"/>
                  </a:lnTo>
                  <a:lnTo>
                    <a:pt x="918514" y="912332"/>
                  </a:lnTo>
                  <a:lnTo>
                    <a:pt x="918618" y="912888"/>
                  </a:lnTo>
                  <a:lnTo>
                    <a:pt x="918723" y="913443"/>
                  </a:lnTo>
                  <a:lnTo>
                    <a:pt x="918828" y="913999"/>
                  </a:lnTo>
                  <a:lnTo>
                    <a:pt x="918903" y="914400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289235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46" y="914400"/>
                  </a:lnTo>
                  <a:lnTo>
                    <a:pt x="914400" y="914176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290161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76"/>
                  </a:lnTo>
                  <a:lnTo>
                    <a:pt x="908763" y="912716"/>
                  </a:lnTo>
                  <a:lnTo>
                    <a:pt x="914209" y="911043"/>
                  </a:lnTo>
                  <a:lnTo>
                    <a:pt x="914400" y="911002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291087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002"/>
                  </a:lnTo>
                  <a:lnTo>
                    <a:pt x="910432" y="909876"/>
                  </a:lnTo>
                  <a:lnTo>
                    <a:pt x="914400" y="909401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292014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01"/>
                  </a:lnTo>
                  <a:lnTo>
                    <a:pt x="906679" y="909217"/>
                  </a:lnTo>
                  <a:lnTo>
                    <a:pt x="907068" y="909188"/>
                  </a:lnTo>
                  <a:lnTo>
                    <a:pt x="907460" y="909159"/>
                  </a:lnTo>
                  <a:lnTo>
                    <a:pt x="907851" y="909131"/>
                  </a:lnTo>
                  <a:lnTo>
                    <a:pt x="908242" y="909102"/>
                  </a:lnTo>
                  <a:lnTo>
                    <a:pt x="908633" y="909074"/>
                  </a:lnTo>
                  <a:lnTo>
                    <a:pt x="909025" y="909045"/>
                  </a:lnTo>
                  <a:lnTo>
                    <a:pt x="909416" y="909016"/>
                  </a:lnTo>
                  <a:lnTo>
                    <a:pt x="909807" y="908988"/>
                  </a:lnTo>
                  <a:lnTo>
                    <a:pt x="910199" y="908959"/>
                  </a:lnTo>
                  <a:lnTo>
                    <a:pt x="910590" y="908931"/>
                  </a:lnTo>
                  <a:lnTo>
                    <a:pt x="910981" y="908902"/>
                  </a:lnTo>
                  <a:lnTo>
                    <a:pt x="911373" y="908874"/>
                  </a:lnTo>
                  <a:lnTo>
                    <a:pt x="911764" y="908845"/>
                  </a:lnTo>
                  <a:lnTo>
                    <a:pt x="912155" y="908816"/>
                  </a:lnTo>
                  <a:lnTo>
                    <a:pt x="912547" y="908788"/>
                  </a:lnTo>
                  <a:lnTo>
                    <a:pt x="912938" y="908759"/>
                  </a:lnTo>
                  <a:lnTo>
                    <a:pt x="913329" y="908731"/>
                  </a:lnTo>
                  <a:lnTo>
                    <a:pt x="913721" y="908703"/>
                  </a:lnTo>
                  <a:lnTo>
                    <a:pt x="914112" y="908674"/>
                  </a:lnTo>
                  <a:lnTo>
                    <a:pt x="914400" y="908653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292940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1" y="908646"/>
                  </a:lnTo>
                  <a:lnTo>
                    <a:pt x="905632" y="908617"/>
                  </a:lnTo>
                  <a:lnTo>
                    <a:pt x="906024" y="908589"/>
                  </a:lnTo>
                  <a:lnTo>
                    <a:pt x="906415" y="908560"/>
                  </a:lnTo>
                  <a:lnTo>
                    <a:pt x="906806" y="908532"/>
                  </a:lnTo>
                  <a:lnTo>
                    <a:pt x="907198" y="908504"/>
                  </a:lnTo>
                  <a:lnTo>
                    <a:pt x="907589" y="908475"/>
                  </a:lnTo>
                  <a:lnTo>
                    <a:pt x="907980" y="908447"/>
                  </a:lnTo>
                  <a:lnTo>
                    <a:pt x="908372" y="908419"/>
                  </a:lnTo>
                  <a:lnTo>
                    <a:pt x="908763" y="908390"/>
                  </a:lnTo>
                  <a:lnTo>
                    <a:pt x="909155" y="908362"/>
                  </a:lnTo>
                  <a:lnTo>
                    <a:pt x="909546" y="908334"/>
                  </a:lnTo>
                  <a:lnTo>
                    <a:pt x="909937" y="908305"/>
                  </a:lnTo>
                  <a:lnTo>
                    <a:pt x="910329" y="908277"/>
                  </a:lnTo>
                  <a:lnTo>
                    <a:pt x="910720" y="908249"/>
                  </a:lnTo>
                  <a:lnTo>
                    <a:pt x="911111" y="908221"/>
                  </a:lnTo>
                  <a:lnTo>
                    <a:pt x="911503" y="908192"/>
                  </a:lnTo>
                  <a:lnTo>
                    <a:pt x="911894" y="908164"/>
                  </a:lnTo>
                  <a:lnTo>
                    <a:pt x="912285" y="908136"/>
                  </a:lnTo>
                  <a:lnTo>
                    <a:pt x="912677" y="908108"/>
                  </a:lnTo>
                  <a:lnTo>
                    <a:pt x="913068" y="908080"/>
                  </a:lnTo>
                  <a:lnTo>
                    <a:pt x="913459" y="908051"/>
                  </a:lnTo>
                  <a:lnTo>
                    <a:pt x="913851" y="908023"/>
                  </a:lnTo>
                  <a:lnTo>
                    <a:pt x="914242" y="907995"/>
                  </a:lnTo>
                  <a:lnTo>
                    <a:pt x="914400" y="907984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293866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984"/>
                  </a:lnTo>
                  <a:lnTo>
                    <a:pt x="905371" y="907967"/>
                  </a:lnTo>
                  <a:lnTo>
                    <a:pt x="905763" y="907939"/>
                  </a:lnTo>
                  <a:lnTo>
                    <a:pt x="906154" y="907911"/>
                  </a:lnTo>
                  <a:lnTo>
                    <a:pt x="906545" y="907883"/>
                  </a:lnTo>
                  <a:lnTo>
                    <a:pt x="906937" y="907854"/>
                  </a:lnTo>
                  <a:lnTo>
                    <a:pt x="907328" y="907826"/>
                  </a:lnTo>
                  <a:lnTo>
                    <a:pt x="907720" y="907798"/>
                  </a:lnTo>
                  <a:lnTo>
                    <a:pt x="908111" y="907770"/>
                  </a:lnTo>
                  <a:lnTo>
                    <a:pt x="908502" y="907742"/>
                  </a:lnTo>
                  <a:lnTo>
                    <a:pt x="908894" y="907714"/>
                  </a:lnTo>
                  <a:lnTo>
                    <a:pt x="909285" y="907686"/>
                  </a:lnTo>
                  <a:lnTo>
                    <a:pt x="909677" y="907658"/>
                  </a:lnTo>
                  <a:lnTo>
                    <a:pt x="910068" y="907630"/>
                  </a:lnTo>
                  <a:lnTo>
                    <a:pt x="910459" y="907602"/>
                  </a:lnTo>
                  <a:lnTo>
                    <a:pt x="910851" y="907574"/>
                  </a:lnTo>
                  <a:lnTo>
                    <a:pt x="911242" y="907546"/>
                  </a:lnTo>
                  <a:lnTo>
                    <a:pt x="911634" y="907518"/>
                  </a:lnTo>
                  <a:lnTo>
                    <a:pt x="912025" y="907490"/>
                  </a:lnTo>
                  <a:lnTo>
                    <a:pt x="912416" y="907463"/>
                  </a:lnTo>
                  <a:lnTo>
                    <a:pt x="912808" y="907435"/>
                  </a:lnTo>
                  <a:lnTo>
                    <a:pt x="913199" y="907407"/>
                  </a:lnTo>
                  <a:lnTo>
                    <a:pt x="913591" y="907379"/>
                  </a:lnTo>
                  <a:lnTo>
                    <a:pt x="913982" y="907351"/>
                  </a:lnTo>
                  <a:lnTo>
                    <a:pt x="914400" y="907321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2947928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321"/>
                  </a:lnTo>
                  <a:lnTo>
                    <a:pt x="905503" y="907295"/>
                  </a:lnTo>
                  <a:lnTo>
                    <a:pt x="905894" y="907267"/>
                  </a:lnTo>
                  <a:lnTo>
                    <a:pt x="906285" y="907240"/>
                  </a:lnTo>
                  <a:lnTo>
                    <a:pt x="906677" y="907212"/>
                  </a:lnTo>
                  <a:lnTo>
                    <a:pt x="907068" y="907184"/>
                  </a:lnTo>
                  <a:lnTo>
                    <a:pt x="907460" y="907156"/>
                  </a:lnTo>
                  <a:lnTo>
                    <a:pt x="907851" y="907128"/>
                  </a:lnTo>
                  <a:lnTo>
                    <a:pt x="908243" y="907101"/>
                  </a:lnTo>
                  <a:lnTo>
                    <a:pt x="908634" y="907073"/>
                  </a:lnTo>
                  <a:lnTo>
                    <a:pt x="909025" y="907045"/>
                  </a:lnTo>
                  <a:lnTo>
                    <a:pt x="909417" y="907018"/>
                  </a:lnTo>
                  <a:lnTo>
                    <a:pt x="909808" y="906990"/>
                  </a:lnTo>
                  <a:lnTo>
                    <a:pt x="910200" y="906962"/>
                  </a:lnTo>
                  <a:lnTo>
                    <a:pt x="910591" y="906934"/>
                  </a:lnTo>
                  <a:lnTo>
                    <a:pt x="910983" y="906907"/>
                  </a:lnTo>
                  <a:lnTo>
                    <a:pt x="911374" y="906879"/>
                  </a:lnTo>
                  <a:lnTo>
                    <a:pt x="911765" y="906851"/>
                  </a:lnTo>
                  <a:lnTo>
                    <a:pt x="912157" y="906824"/>
                  </a:lnTo>
                  <a:lnTo>
                    <a:pt x="912548" y="906796"/>
                  </a:lnTo>
                  <a:lnTo>
                    <a:pt x="912940" y="906769"/>
                  </a:lnTo>
                  <a:lnTo>
                    <a:pt x="913331" y="906741"/>
                  </a:lnTo>
                  <a:lnTo>
                    <a:pt x="913723" y="906713"/>
                  </a:lnTo>
                  <a:lnTo>
                    <a:pt x="914114" y="906686"/>
                  </a:lnTo>
                  <a:lnTo>
                    <a:pt x="914400" y="906666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295719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3" y="906658"/>
                  </a:lnTo>
                  <a:lnTo>
                    <a:pt x="905635" y="906631"/>
                  </a:lnTo>
                  <a:lnTo>
                    <a:pt x="906026" y="906603"/>
                  </a:lnTo>
                  <a:lnTo>
                    <a:pt x="906418" y="906576"/>
                  </a:lnTo>
                  <a:lnTo>
                    <a:pt x="906809" y="906548"/>
                  </a:lnTo>
                  <a:lnTo>
                    <a:pt x="907201" y="906521"/>
                  </a:lnTo>
                  <a:lnTo>
                    <a:pt x="907592" y="906493"/>
                  </a:lnTo>
                  <a:lnTo>
                    <a:pt x="907984" y="906466"/>
                  </a:lnTo>
                  <a:lnTo>
                    <a:pt x="908375" y="906438"/>
                  </a:lnTo>
                  <a:lnTo>
                    <a:pt x="908766" y="906411"/>
                  </a:lnTo>
                  <a:lnTo>
                    <a:pt x="909158" y="906383"/>
                  </a:lnTo>
                  <a:lnTo>
                    <a:pt x="909549" y="906356"/>
                  </a:lnTo>
                  <a:lnTo>
                    <a:pt x="909941" y="906329"/>
                  </a:lnTo>
                  <a:lnTo>
                    <a:pt x="910332" y="906301"/>
                  </a:lnTo>
                  <a:lnTo>
                    <a:pt x="910724" y="906274"/>
                  </a:lnTo>
                  <a:lnTo>
                    <a:pt x="911115" y="906246"/>
                  </a:lnTo>
                  <a:lnTo>
                    <a:pt x="911507" y="906219"/>
                  </a:lnTo>
                  <a:lnTo>
                    <a:pt x="911898" y="906192"/>
                  </a:lnTo>
                  <a:lnTo>
                    <a:pt x="912290" y="906164"/>
                  </a:lnTo>
                  <a:lnTo>
                    <a:pt x="912681" y="906137"/>
                  </a:lnTo>
                  <a:lnTo>
                    <a:pt x="913073" y="906110"/>
                  </a:lnTo>
                  <a:lnTo>
                    <a:pt x="913464" y="906082"/>
                  </a:lnTo>
                  <a:lnTo>
                    <a:pt x="913856" y="906055"/>
                  </a:lnTo>
                  <a:lnTo>
                    <a:pt x="914247" y="906028"/>
                  </a:lnTo>
                  <a:lnTo>
                    <a:pt x="914400" y="906017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296645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017"/>
                  </a:lnTo>
                  <a:lnTo>
                    <a:pt x="905376" y="906001"/>
                  </a:lnTo>
                  <a:lnTo>
                    <a:pt x="905768" y="905973"/>
                  </a:lnTo>
                  <a:lnTo>
                    <a:pt x="906159" y="905946"/>
                  </a:lnTo>
                  <a:lnTo>
                    <a:pt x="906551" y="905919"/>
                  </a:lnTo>
                  <a:lnTo>
                    <a:pt x="906942" y="905892"/>
                  </a:lnTo>
                  <a:lnTo>
                    <a:pt x="907334" y="905864"/>
                  </a:lnTo>
                  <a:lnTo>
                    <a:pt x="907725" y="905837"/>
                  </a:lnTo>
                  <a:lnTo>
                    <a:pt x="908117" y="905810"/>
                  </a:lnTo>
                  <a:lnTo>
                    <a:pt x="908508" y="905783"/>
                  </a:lnTo>
                  <a:lnTo>
                    <a:pt x="908900" y="905756"/>
                  </a:lnTo>
                  <a:lnTo>
                    <a:pt x="909291" y="905729"/>
                  </a:lnTo>
                  <a:lnTo>
                    <a:pt x="909683" y="905702"/>
                  </a:lnTo>
                  <a:lnTo>
                    <a:pt x="910074" y="905674"/>
                  </a:lnTo>
                  <a:lnTo>
                    <a:pt x="910466" y="905647"/>
                  </a:lnTo>
                  <a:lnTo>
                    <a:pt x="914400" y="905580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297571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580"/>
                  </a:lnTo>
                  <a:lnTo>
                    <a:pt x="907431" y="905541"/>
                  </a:lnTo>
                  <a:lnTo>
                    <a:pt x="913652" y="906085"/>
                  </a:lnTo>
                  <a:lnTo>
                    <a:pt x="914400" y="906189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298497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189"/>
                  </a:lnTo>
                  <a:lnTo>
                    <a:pt x="914400" y="907483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299423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483"/>
                  </a:lnTo>
                  <a:lnTo>
                    <a:pt x="914400" y="908776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300350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776"/>
                  </a:lnTo>
                  <a:lnTo>
                    <a:pt x="914400" y="910070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301276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70"/>
                  </a:lnTo>
                  <a:lnTo>
                    <a:pt x="914400" y="911297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302202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97"/>
                  </a:lnTo>
                  <a:lnTo>
                    <a:pt x="905620" y="911139"/>
                  </a:lnTo>
                  <a:lnTo>
                    <a:pt x="906153" y="910965"/>
                  </a:lnTo>
                  <a:lnTo>
                    <a:pt x="906686" y="910790"/>
                  </a:lnTo>
                  <a:lnTo>
                    <a:pt x="907219" y="910616"/>
                  </a:lnTo>
                  <a:lnTo>
                    <a:pt x="907752" y="910442"/>
                  </a:lnTo>
                  <a:lnTo>
                    <a:pt x="908285" y="910268"/>
                  </a:lnTo>
                  <a:lnTo>
                    <a:pt x="908818" y="910093"/>
                  </a:lnTo>
                  <a:lnTo>
                    <a:pt x="909351" y="909919"/>
                  </a:lnTo>
                  <a:lnTo>
                    <a:pt x="909884" y="909745"/>
                  </a:lnTo>
                  <a:lnTo>
                    <a:pt x="910417" y="909571"/>
                  </a:lnTo>
                  <a:lnTo>
                    <a:pt x="910950" y="909396"/>
                  </a:lnTo>
                  <a:lnTo>
                    <a:pt x="911483" y="909222"/>
                  </a:lnTo>
                  <a:lnTo>
                    <a:pt x="912016" y="909048"/>
                  </a:lnTo>
                  <a:lnTo>
                    <a:pt x="912549" y="908874"/>
                  </a:lnTo>
                  <a:lnTo>
                    <a:pt x="913082" y="908700"/>
                  </a:lnTo>
                  <a:lnTo>
                    <a:pt x="913615" y="908526"/>
                  </a:lnTo>
                  <a:lnTo>
                    <a:pt x="914148" y="908352"/>
                  </a:lnTo>
                  <a:lnTo>
                    <a:pt x="914400" y="908270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3031288" y="218831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270"/>
                  </a:lnTo>
                  <a:lnTo>
                    <a:pt x="905419" y="908178"/>
                  </a:lnTo>
                  <a:lnTo>
                    <a:pt x="905952" y="908004"/>
                  </a:lnTo>
                  <a:lnTo>
                    <a:pt x="906485" y="907830"/>
                  </a:lnTo>
                  <a:lnTo>
                    <a:pt x="907018" y="907656"/>
                  </a:lnTo>
                  <a:lnTo>
                    <a:pt x="907551" y="907482"/>
                  </a:lnTo>
                  <a:lnTo>
                    <a:pt x="908084" y="907308"/>
                  </a:lnTo>
                  <a:lnTo>
                    <a:pt x="908618" y="907134"/>
                  </a:lnTo>
                  <a:lnTo>
                    <a:pt x="909151" y="906960"/>
                  </a:lnTo>
                  <a:lnTo>
                    <a:pt x="909684" y="906786"/>
                  </a:lnTo>
                  <a:lnTo>
                    <a:pt x="910217" y="906613"/>
                  </a:lnTo>
                  <a:lnTo>
                    <a:pt x="910751" y="906439"/>
                  </a:lnTo>
                  <a:lnTo>
                    <a:pt x="911284" y="906265"/>
                  </a:lnTo>
                  <a:lnTo>
                    <a:pt x="911817" y="906091"/>
                  </a:lnTo>
                  <a:lnTo>
                    <a:pt x="912350" y="905918"/>
                  </a:lnTo>
                  <a:lnTo>
                    <a:pt x="912884" y="905744"/>
                  </a:lnTo>
                  <a:lnTo>
                    <a:pt x="913417" y="905570"/>
                  </a:lnTo>
                  <a:lnTo>
                    <a:pt x="913950" y="905397"/>
                  </a:lnTo>
                  <a:lnTo>
                    <a:pt x="914399" y="905250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304055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1" y="905223"/>
                  </a:lnTo>
                  <a:lnTo>
                    <a:pt x="905755" y="905049"/>
                  </a:lnTo>
                  <a:lnTo>
                    <a:pt x="906288" y="904876"/>
                  </a:lnTo>
                  <a:lnTo>
                    <a:pt x="911803" y="903345"/>
                  </a:lnTo>
                  <a:lnTo>
                    <a:pt x="914400" y="902871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304981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871"/>
                  </a:lnTo>
                  <a:lnTo>
                    <a:pt x="908090" y="902331"/>
                  </a:lnTo>
                  <a:lnTo>
                    <a:pt x="913659" y="901837"/>
                  </a:lnTo>
                  <a:lnTo>
                    <a:pt x="913997" y="901823"/>
                  </a:lnTo>
                  <a:lnTo>
                    <a:pt x="914400" y="901806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305907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06"/>
                  </a:lnTo>
                  <a:lnTo>
                    <a:pt x="905415" y="901794"/>
                  </a:lnTo>
                  <a:lnTo>
                    <a:pt x="905755" y="901780"/>
                  </a:lnTo>
                  <a:lnTo>
                    <a:pt x="906095" y="901765"/>
                  </a:lnTo>
                  <a:lnTo>
                    <a:pt x="906435" y="901751"/>
                  </a:lnTo>
                  <a:lnTo>
                    <a:pt x="906775" y="901737"/>
                  </a:lnTo>
                  <a:lnTo>
                    <a:pt x="907115" y="901723"/>
                  </a:lnTo>
                  <a:lnTo>
                    <a:pt x="907455" y="901709"/>
                  </a:lnTo>
                  <a:lnTo>
                    <a:pt x="907795" y="901694"/>
                  </a:lnTo>
                  <a:lnTo>
                    <a:pt x="908135" y="901680"/>
                  </a:lnTo>
                  <a:lnTo>
                    <a:pt x="908475" y="901666"/>
                  </a:lnTo>
                  <a:lnTo>
                    <a:pt x="908815" y="901652"/>
                  </a:lnTo>
                  <a:lnTo>
                    <a:pt x="909155" y="901638"/>
                  </a:lnTo>
                  <a:lnTo>
                    <a:pt x="909495" y="901623"/>
                  </a:lnTo>
                  <a:lnTo>
                    <a:pt x="909835" y="901609"/>
                  </a:lnTo>
                  <a:lnTo>
                    <a:pt x="910175" y="901595"/>
                  </a:lnTo>
                  <a:lnTo>
                    <a:pt x="910514" y="901581"/>
                  </a:lnTo>
                  <a:lnTo>
                    <a:pt x="910854" y="901567"/>
                  </a:lnTo>
                  <a:lnTo>
                    <a:pt x="911194" y="901553"/>
                  </a:lnTo>
                  <a:lnTo>
                    <a:pt x="911534" y="901539"/>
                  </a:lnTo>
                  <a:lnTo>
                    <a:pt x="911874" y="901524"/>
                  </a:lnTo>
                  <a:lnTo>
                    <a:pt x="912214" y="901510"/>
                  </a:lnTo>
                  <a:lnTo>
                    <a:pt x="912554" y="901496"/>
                  </a:lnTo>
                  <a:lnTo>
                    <a:pt x="912894" y="901482"/>
                  </a:lnTo>
                  <a:lnTo>
                    <a:pt x="913234" y="901468"/>
                  </a:lnTo>
                  <a:lnTo>
                    <a:pt x="913574" y="901454"/>
                  </a:lnTo>
                  <a:lnTo>
                    <a:pt x="913914" y="901440"/>
                  </a:lnTo>
                  <a:lnTo>
                    <a:pt x="914254" y="901426"/>
                  </a:lnTo>
                  <a:lnTo>
                    <a:pt x="914400" y="901420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306833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420"/>
                  </a:lnTo>
                  <a:lnTo>
                    <a:pt x="905332" y="901412"/>
                  </a:lnTo>
                  <a:lnTo>
                    <a:pt x="905672" y="901398"/>
                  </a:lnTo>
                  <a:lnTo>
                    <a:pt x="906012" y="901384"/>
                  </a:lnTo>
                  <a:lnTo>
                    <a:pt x="906352" y="901370"/>
                  </a:lnTo>
                  <a:lnTo>
                    <a:pt x="906692" y="901356"/>
                  </a:lnTo>
                  <a:lnTo>
                    <a:pt x="907032" y="901342"/>
                  </a:lnTo>
                  <a:lnTo>
                    <a:pt x="907372" y="901328"/>
                  </a:lnTo>
                  <a:lnTo>
                    <a:pt x="907712" y="901314"/>
                  </a:lnTo>
                  <a:lnTo>
                    <a:pt x="908052" y="901300"/>
                  </a:lnTo>
                  <a:lnTo>
                    <a:pt x="908392" y="901286"/>
                  </a:lnTo>
                  <a:lnTo>
                    <a:pt x="908732" y="901272"/>
                  </a:lnTo>
                  <a:lnTo>
                    <a:pt x="909072" y="901258"/>
                  </a:lnTo>
                  <a:lnTo>
                    <a:pt x="909412" y="901244"/>
                  </a:lnTo>
                  <a:lnTo>
                    <a:pt x="909752" y="901230"/>
                  </a:lnTo>
                  <a:lnTo>
                    <a:pt x="910092" y="901216"/>
                  </a:lnTo>
                  <a:lnTo>
                    <a:pt x="910432" y="901203"/>
                  </a:lnTo>
                  <a:lnTo>
                    <a:pt x="910772" y="901189"/>
                  </a:lnTo>
                  <a:lnTo>
                    <a:pt x="911112" y="901175"/>
                  </a:lnTo>
                  <a:lnTo>
                    <a:pt x="911452" y="901161"/>
                  </a:lnTo>
                  <a:lnTo>
                    <a:pt x="911792" y="901147"/>
                  </a:lnTo>
                  <a:lnTo>
                    <a:pt x="912132" y="901133"/>
                  </a:lnTo>
                  <a:lnTo>
                    <a:pt x="912472" y="901119"/>
                  </a:lnTo>
                  <a:lnTo>
                    <a:pt x="912812" y="901106"/>
                  </a:lnTo>
                  <a:lnTo>
                    <a:pt x="913152" y="901092"/>
                  </a:lnTo>
                  <a:lnTo>
                    <a:pt x="913492" y="901078"/>
                  </a:lnTo>
                  <a:lnTo>
                    <a:pt x="913832" y="901064"/>
                  </a:lnTo>
                  <a:lnTo>
                    <a:pt x="914172" y="901050"/>
                  </a:lnTo>
                  <a:lnTo>
                    <a:pt x="914400" y="901041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3077599" y="21710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50" y="918275"/>
                  </a:lnTo>
                  <a:lnTo>
                    <a:pt x="905590" y="918261"/>
                  </a:lnTo>
                  <a:lnTo>
                    <a:pt x="905930" y="918247"/>
                  </a:lnTo>
                  <a:lnTo>
                    <a:pt x="906270" y="918234"/>
                  </a:lnTo>
                  <a:lnTo>
                    <a:pt x="906610" y="918220"/>
                  </a:lnTo>
                  <a:lnTo>
                    <a:pt x="906950" y="918206"/>
                  </a:lnTo>
                  <a:lnTo>
                    <a:pt x="907290" y="918193"/>
                  </a:lnTo>
                  <a:lnTo>
                    <a:pt x="907630" y="918179"/>
                  </a:lnTo>
                  <a:lnTo>
                    <a:pt x="909268" y="918186"/>
                  </a:lnTo>
                  <a:lnTo>
                    <a:pt x="909378" y="917819"/>
                  </a:lnTo>
                  <a:lnTo>
                    <a:pt x="909492" y="917440"/>
                  </a:lnTo>
                  <a:lnTo>
                    <a:pt x="909605" y="917060"/>
                  </a:lnTo>
                  <a:lnTo>
                    <a:pt x="909719" y="916681"/>
                  </a:lnTo>
                  <a:lnTo>
                    <a:pt x="909833" y="916302"/>
                  </a:lnTo>
                  <a:lnTo>
                    <a:pt x="909946" y="915923"/>
                  </a:lnTo>
                  <a:lnTo>
                    <a:pt x="910060" y="915544"/>
                  </a:lnTo>
                  <a:lnTo>
                    <a:pt x="910429" y="914400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30775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308686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309612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310538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311464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312391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313317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314243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315169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316095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317022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317948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318874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319800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32072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3216532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322579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32350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32443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32535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32628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327210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328136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32906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32998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330915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33184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3327679" y="21883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5973"/>
                  </a:lnTo>
                  <a:lnTo>
                    <a:pt x="923110" y="908029"/>
                  </a:lnTo>
                  <a:lnTo>
                    <a:pt x="922304" y="911038"/>
                  </a:lnTo>
                  <a:lnTo>
                    <a:pt x="921497" y="914047"/>
                  </a:lnTo>
                  <a:lnTo>
                    <a:pt x="921403" y="914400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3336941" y="2171071"/>
              <a:ext cx="916765" cy="923212"/>
            </a:xfrm>
            <a:custGeom>
              <a:avLst/>
              <a:pathLst>
                <a:path w="916765" h="923212">
                  <a:moveTo>
                    <a:pt x="914400" y="914400"/>
                  </a:moveTo>
                  <a:lnTo>
                    <a:pt x="916765" y="914400"/>
                  </a:lnTo>
                  <a:lnTo>
                    <a:pt x="916271" y="916240"/>
                  </a:lnTo>
                  <a:lnTo>
                    <a:pt x="915463" y="919249"/>
                  </a:lnTo>
                  <a:lnTo>
                    <a:pt x="914655" y="922258"/>
                  </a:lnTo>
                  <a:lnTo>
                    <a:pt x="914400" y="923212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2345883" y="2153833"/>
              <a:ext cx="914400" cy="919375"/>
            </a:xfrm>
            <a:custGeom>
              <a:avLst/>
              <a:pathLst>
                <a:path w="914400" h="919375">
                  <a:moveTo>
                    <a:pt x="914400" y="914400"/>
                  </a:moveTo>
                  <a:lnTo>
                    <a:pt x="914400" y="919375"/>
                  </a:lnTo>
                  <a:lnTo>
                    <a:pt x="914139" y="918804"/>
                  </a:lnTo>
                  <a:lnTo>
                    <a:pt x="913358" y="917091"/>
                  </a:lnTo>
                  <a:lnTo>
                    <a:pt x="912199" y="914400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23458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87" y="931638"/>
                  </a:lnTo>
                  <a:lnTo>
                    <a:pt x="919569" y="930719"/>
                  </a:lnTo>
                  <a:lnTo>
                    <a:pt x="918794" y="929017"/>
                  </a:lnTo>
                  <a:lnTo>
                    <a:pt x="918018" y="927315"/>
                  </a:lnTo>
                  <a:lnTo>
                    <a:pt x="917243" y="925613"/>
                  </a:lnTo>
                  <a:lnTo>
                    <a:pt x="916467" y="923910"/>
                  </a:lnTo>
                  <a:lnTo>
                    <a:pt x="915692" y="922208"/>
                  </a:lnTo>
                  <a:lnTo>
                    <a:pt x="914916" y="920506"/>
                  </a:lnTo>
                  <a:lnTo>
                    <a:pt x="914400" y="919375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235514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236440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23736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238293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239219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24014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24107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24199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24292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243850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244776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24570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24662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247555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4848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940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50334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51260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52186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53112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54039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54965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55891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56817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57743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2586701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259596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260522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261448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262375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263301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264227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265153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2670061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0" y="897161"/>
                  </a:lnTo>
                  <a:lnTo>
                    <a:pt x="914322" y="907355"/>
                  </a:lnTo>
                  <a:lnTo>
                    <a:pt x="914400" y="90776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2670061" y="2171071"/>
              <a:ext cx="915652" cy="914400"/>
            </a:xfrm>
            <a:custGeom>
              <a:avLst/>
              <a:pathLst>
                <a:path w="915652" h="914400">
                  <a:moveTo>
                    <a:pt x="914400" y="914400"/>
                  </a:moveTo>
                  <a:lnTo>
                    <a:pt x="914400" y="907768"/>
                  </a:lnTo>
                  <a:lnTo>
                    <a:pt x="914426" y="907906"/>
                  </a:lnTo>
                  <a:lnTo>
                    <a:pt x="914531" y="908461"/>
                  </a:lnTo>
                  <a:lnTo>
                    <a:pt x="914636" y="909017"/>
                  </a:lnTo>
                  <a:lnTo>
                    <a:pt x="914741" y="909572"/>
                  </a:lnTo>
                  <a:lnTo>
                    <a:pt x="914845" y="910128"/>
                  </a:lnTo>
                  <a:lnTo>
                    <a:pt x="914950" y="910683"/>
                  </a:lnTo>
                  <a:lnTo>
                    <a:pt x="915055" y="911239"/>
                  </a:lnTo>
                  <a:lnTo>
                    <a:pt x="915160" y="911794"/>
                  </a:lnTo>
                  <a:lnTo>
                    <a:pt x="915265" y="912350"/>
                  </a:lnTo>
                  <a:lnTo>
                    <a:pt x="915370" y="912905"/>
                  </a:lnTo>
                  <a:lnTo>
                    <a:pt x="915475" y="913461"/>
                  </a:lnTo>
                  <a:lnTo>
                    <a:pt x="915580" y="914016"/>
                  </a:lnTo>
                  <a:lnTo>
                    <a:pt x="915652" y="914400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077599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29" y="914400"/>
                  </a:lnTo>
                  <a:lnTo>
                    <a:pt x="913659" y="904375"/>
                  </a:lnTo>
                  <a:lnTo>
                    <a:pt x="914400" y="902375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086861" y="21538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613"/>
                  </a:lnTo>
                  <a:lnTo>
                    <a:pt x="907067" y="914400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08686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09612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10538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11464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12391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13317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14243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15169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16095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17022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1794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18874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19800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2072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216532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22579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2350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2443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2535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2628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27210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28136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2906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2998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30915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3184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3276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336941" y="2171071"/>
              <a:ext cx="920907" cy="914400"/>
            </a:xfrm>
            <a:custGeom>
              <a:avLst/>
              <a:pathLst>
                <a:path w="9209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907" y="897161"/>
                  </a:lnTo>
                  <a:lnTo>
                    <a:pt x="919559" y="903358"/>
                  </a:lnTo>
                  <a:lnTo>
                    <a:pt x="917084" y="913212"/>
                  </a:lnTo>
                  <a:lnTo>
                    <a:pt x="916765" y="914400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2345883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199" y="931638"/>
                  </a:lnTo>
                  <a:lnTo>
                    <a:pt x="909400" y="925137"/>
                  </a:lnTo>
                  <a:lnTo>
                    <a:pt x="905731" y="915540"/>
                  </a:lnTo>
                  <a:lnTo>
                    <a:pt x="905345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23458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235514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236440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23736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238293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239219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24014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24107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24199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24292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243850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244776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24570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24662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247555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24848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24940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250334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251260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252186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253112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254039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254965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255891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256817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257743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2586701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259596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260522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261448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262375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263301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264227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265153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2660799" y="2153833"/>
              <a:ext cx="921493" cy="914400"/>
            </a:xfrm>
            <a:custGeom>
              <a:avLst/>
              <a:pathLst>
                <a:path w="9214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132" y="897161"/>
                  </a:lnTo>
                  <a:lnTo>
                    <a:pt x="919112" y="904408"/>
                  </a:lnTo>
                  <a:lnTo>
                    <a:pt x="921493" y="914400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086861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67" y="931638"/>
                  </a:lnTo>
                  <a:lnTo>
                    <a:pt x="908367" y="928126"/>
                  </a:lnTo>
                  <a:lnTo>
                    <a:pt x="908557" y="927646"/>
                  </a:lnTo>
                  <a:lnTo>
                    <a:pt x="908750" y="927159"/>
                  </a:lnTo>
                  <a:lnTo>
                    <a:pt x="908942" y="926672"/>
                  </a:lnTo>
                  <a:lnTo>
                    <a:pt x="909135" y="926185"/>
                  </a:lnTo>
                  <a:lnTo>
                    <a:pt x="909328" y="925699"/>
                  </a:lnTo>
                  <a:lnTo>
                    <a:pt x="909520" y="925212"/>
                  </a:lnTo>
                  <a:lnTo>
                    <a:pt x="909713" y="924725"/>
                  </a:lnTo>
                  <a:lnTo>
                    <a:pt x="909906" y="924239"/>
                  </a:lnTo>
                  <a:lnTo>
                    <a:pt x="910098" y="923752"/>
                  </a:lnTo>
                  <a:lnTo>
                    <a:pt x="910291" y="923265"/>
                  </a:lnTo>
                  <a:lnTo>
                    <a:pt x="910484" y="922778"/>
                  </a:lnTo>
                  <a:lnTo>
                    <a:pt x="910676" y="922292"/>
                  </a:lnTo>
                  <a:lnTo>
                    <a:pt x="910869" y="921805"/>
                  </a:lnTo>
                  <a:lnTo>
                    <a:pt x="911062" y="921318"/>
                  </a:lnTo>
                  <a:lnTo>
                    <a:pt x="911255" y="920832"/>
                  </a:lnTo>
                  <a:lnTo>
                    <a:pt x="911448" y="920345"/>
                  </a:lnTo>
                  <a:lnTo>
                    <a:pt x="911640" y="919858"/>
                  </a:lnTo>
                  <a:lnTo>
                    <a:pt x="911833" y="919372"/>
                  </a:lnTo>
                  <a:lnTo>
                    <a:pt x="912026" y="918885"/>
                  </a:lnTo>
                  <a:lnTo>
                    <a:pt x="912219" y="918398"/>
                  </a:lnTo>
                  <a:lnTo>
                    <a:pt x="912412" y="917912"/>
                  </a:lnTo>
                  <a:lnTo>
                    <a:pt x="912605" y="917425"/>
                  </a:lnTo>
                  <a:lnTo>
                    <a:pt x="912797" y="916938"/>
                  </a:lnTo>
                  <a:lnTo>
                    <a:pt x="912990" y="916452"/>
                  </a:lnTo>
                  <a:lnTo>
                    <a:pt x="913183" y="915965"/>
                  </a:lnTo>
                  <a:lnTo>
                    <a:pt x="913376" y="915478"/>
                  </a:lnTo>
                  <a:lnTo>
                    <a:pt x="913569" y="914992"/>
                  </a:lnTo>
                  <a:lnTo>
                    <a:pt x="913804" y="914400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08686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09612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10538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11464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12391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13317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14243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15169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16095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17022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1794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18874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19800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2072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216532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22579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2350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2443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2535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2628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27210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28136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2906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2998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30915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3184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3276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336941" y="21538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58" y="900230"/>
                  </a:lnTo>
                  <a:lnTo>
                    <a:pt x="921753" y="910513"/>
                  </a:lnTo>
                  <a:lnTo>
                    <a:pt x="920907" y="914400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346203" y="2136594"/>
              <a:ext cx="914869" cy="917447"/>
            </a:xfrm>
            <a:custGeom>
              <a:avLst/>
              <a:pathLst>
                <a:path w="914869" h="917447">
                  <a:moveTo>
                    <a:pt x="914400" y="914400"/>
                  </a:moveTo>
                  <a:lnTo>
                    <a:pt x="914869" y="914400"/>
                  </a:lnTo>
                  <a:lnTo>
                    <a:pt x="914400" y="917447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2336621" y="2119356"/>
              <a:ext cx="914400" cy="931023"/>
            </a:xfrm>
            <a:custGeom>
              <a:avLst/>
              <a:pathLst>
                <a:path w="914400" h="931023">
                  <a:moveTo>
                    <a:pt x="914400" y="914400"/>
                  </a:moveTo>
                  <a:lnTo>
                    <a:pt x="914400" y="931023"/>
                  </a:lnTo>
                  <a:lnTo>
                    <a:pt x="911623" y="922808"/>
                  </a:lnTo>
                  <a:lnTo>
                    <a:pt x="911493" y="922374"/>
                  </a:lnTo>
                  <a:lnTo>
                    <a:pt x="908119" y="918196"/>
                  </a:lnTo>
                  <a:lnTo>
                    <a:pt x="905377" y="914400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23366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07" y="931638"/>
                  </a:lnTo>
                  <a:lnTo>
                    <a:pt x="914400" y="931023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23458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235514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236440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23736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238293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239219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24014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24107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24199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24292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243850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244776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24570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24662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247555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24848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24940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25033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251260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252186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253112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254039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254965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255891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256817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257743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2586701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259596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h3196"/>
            <p:cNvSpPr/>
            <p:nvPr/>
          </p:nvSpPr>
          <p:spPr>
            <a:xfrm>
              <a:off x="260522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h3197"/>
            <p:cNvSpPr/>
            <p:nvPr/>
          </p:nvSpPr>
          <p:spPr>
            <a:xfrm>
              <a:off x="261448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h3198"/>
            <p:cNvSpPr/>
            <p:nvPr/>
          </p:nvSpPr>
          <p:spPr>
            <a:xfrm>
              <a:off x="262375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h3199"/>
            <p:cNvSpPr/>
            <p:nvPr/>
          </p:nvSpPr>
          <p:spPr>
            <a:xfrm>
              <a:off x="263301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h3200"/>
            <p:cNvSpPr/>
            <p:nvPr/>
          </p:nvSpPr>
          <p:spPr>
            <a:xfrm>
              <a:off x="264227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h3201"/>
            <p:cNvSpPr/>
            <p:nvPr/>
          </p:nvSpPr>
          <p:spPr>
            <a:xfrm>
              <a:off x="2660799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1676" y="897161"/>
                  </a:lnTo>
                  <a:lnTo>
                    <a:pt x="913521" y="902450"/>
                  </a:lnTo>
                  <a:lnTo>
                    <a:pt x="914400" y="905284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h3202"/>
            <p:cNvSpPr/>
            <p:nvPr/>
          </p:nvSpPr>
          <p:spPr>
            <a:xfrm>
              <a:off x="2660799" y="2136594"/>
              <a:ext cx="917132" cy="914400"/>
            </a:xfrm>
            <a:custGeom>
              <a:avLst/>
              <a:pathLst>
                <a:path w="917132" h="914400">
                  <a:moveTo>
                    <a:pt x="914400" y="914400"/>
                  </a:moveTo>
                  <a:lnTo>
                    <a:pt x="914400" y="905284"/>
                  </a:lnTo>
                  <a:lnTo>
                    <a:pt x="916453" y="911910"/>
                  </a:lnTo>
                  <a:lnTo>
                    <a:pt x="917132" y="914400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h3203"/>
            <p:cNvSpPr/>
            <p:nvPr/>
          </p:nvSpPr>
          <p:spPr>
            <a:xfrm>
              <a:off x="3086861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04" y="914400"/>
                  </a:lnTo>
                  <a:lnTo>
                    <a:pt x="913955" y="914018"/>
                  </a:lnTo>
                  <a:lnTo>
                    <a:pt x="914148" y="913532"/>
                  </a:lnTo>
                  <a:lnTo>
                    <a:pt x="914341" y="913045"/>
                  </a:lnTo>
                  <a:lnTo>
                    <a:pt x="914400" y="91289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h3204"/>
            <p:cNvSpPr/>
            <p:nvPr/>
          </p:nvSpPr>
          <p:spPr>
            <a:xfrm>
              <a:off x="3096123" y="21193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136"/>
                  </a:lnTo>
                  <a:lnTo>
                    <a:pt x="905272" y="929797"/>
                  </a:lnTo>
                  <a:lnTo>
                    <a:pt x="905465" y="929310"/>
                  </a:lnTo>
                  <a:lnTo>
                    <a:pt x="905658" y="928823"/>
                  </a:lnTo>
                  <a:lnTo>
                    <a:pt x="905851" y="928337"/>
                  </a:lnTo>
                  <a:lnTo>
                    <a:pt x="906044" y="927850"/>
                  </a:lnTo>
                  <a:lnTo>
                    <a:pt x="906237" y="927364"/>
                  </a:lnTo>
                  <a:lnTo>
                    <a:pt x="906430" y="926877"/>
                  </a:lnTo>
                  <a:lnTo>
                    <a:pt x="906623" y="926390"/>
                  </a:lnTo>
                  <a:lnTo>
                    <a:pt x="906817" y="925904"/>
                  </a:lnTo>
                  <a:lnTo>
                    <a:pt x="907010" y="925417"/>
                  </a:lnTo>
                  <a:lnTo>
                    <a:pt x="907203" y="924930"/>
                  </a:lnTo>
                  <a:lnTo>
                    <a:pt x="907396" y="924444"/>
                  </a:lnTo>
                  <a:lnTo>
                    <a:pt x="907589" y="923957"/>
                  </a:lnTo>
                  <a:lnTo>
                    <a:pt x="907782" y="923471"/>
                  </a:lnTo>
                  <a:lnTo>
                    <a:pt x="907976" y="922984"/>
                  </a:lnTo>
                  <a:lnTo>
                    <a:pt x="908169" y="922497"/>
                  </a:lnTo>
                  <a:lnTo>
                    <a:pt x="908362" y="922011"/>
                  </a:lnTo>
                  <a:lnTo>
                    <a:pt x="908555" y="921524"/>
                  </a:lnTo>
                  <a:lnTo>
                    <a:pt x="908749" y="921038"/>
                  </a:lnTo>
                  <a:lnTo>
                    <a:pt x="908942" y="920551"/>
                  </a:lnTo>
                  <a:lnTo>
                    <a:pt x="909135" y="920064"/>
                  </a:lnTo>
                  <a:lnTo>
                    <a:pt x="909329" y="919578"/>
                  </a:lnTo>
                  <a:lnTo>
                    <a:pt x="909522" y="919091"/>
                  </a:lnTo>
                  <a:lnTo>
                    <a:pt x="909715" y="918605"/>
                  </a:lnTo>
                  <a:lnTo>
                    <a:pt x="909909" y="918118"/>
                  </a:lnTo>
                  <a:lnTo>
                    <a:pt x="910102" y="917631"/>
                  </a:lnTo>
                  <a:lnTo>
                    <a:pt x="910295" y="917145"/>
                  </a:lnTo>
                  <a:lnTo>
                    <a:pt x="910489" y="916658"/>
                  </a:lnTo>
                  <a:lnTo>
                    <a:pt x="910682" y="916172"/>
                  </a:lnTo>
                  <a:lnTo>
                    <a:pt x="910876" y="915685"/>
                  </a:lnTo>
                  <a:lnTo>
                    <a:pt x="911069" y="915199"/>
                  </a:lnTo>
                  <a:lnTo>
                    <a:pt x="911263" y="914712"/>
                  </a:lnTo>
                  <a:lnTo>
                    <a:pt x="911387" y="914400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h3205"/>
            <p:cNvSpPr/>
            <p:nvPr/>
          </p:nvSpPr>
          <p:spPr>
            <a:xfrm>
              <a:off x="309612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h3206"/>
            <p:cNvSpPr/>
            <p:nvPr/>
          </p:nvSpPr>
          <p:spPr>
            <a:xfrm>
              <a:off x="310538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h3207"/>
            <p:cNvSpPr/>
            <p:nvPr/>
          </p:nvSpPr>
          <p:spPr>
            <a:xfrm>
              <a:off x="311464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h3208"/>
            <p:cNvSpPr/>
            <p:nvPr/>
          </p:nvSpPr>
          <p:spPr>
            <a:xfrm>
              <a:off x="312391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h3209"/>
            <p:cNvSpPr/>
            <p:nvPr/>
          </p:nvSpPr>
          <p:spPr>
            <a:xfrm>
              <a:off x="313317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h3210"/>
            <p:cNvSpPr/>
            <p:nvPr/>
          </p:nvSpPr>
          <p:spPr>
            <a:xfrm>
              <a:off x="314243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h3211"/>
            <p:cNvSpPr/>
            <p:nvPr/>
          </p:nvSpPr>
          <p:spPr>
            <a:xfrm>
              <a:off x="315169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h3212"/>
            <p:cNvSpPr/>
            <p:nvPr/>
          </p:nvSpPr>
          <p:spPr>
            <a:xfrm>
              <a:off x="316095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h3213"/>
            <p:cNvSpPr/>
            <p:nvPr/>
          </p:nvSpPr>
          <p:spPr>
            <a:xfrm>
              <a:off x="31702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h3214"/>
            <p:cNvSpPr/>
            <p:nvPr/>
          </p:nvSpPr>
          <p:spPr>
            <a:xfrm>
              <a:off x="31794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h3215"/>
            <p:cNvSpPr/>
            <p:nvPr/>
          </p:nvSpPr>
          <p:spPr>
            <a:xfrm>
              <a:off x="318874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h3216"/>
            <p:cNvSpPr/>
            <p:nvPr/>
          </p:nvSpPr>
          <p:spPr>
            <a:xfrm>
              <a:off x="319800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h3217"/>
            <p:cNvSpPr/>
            <p:nvPr/>
          </p:nvSpPr>
          <p:spPr>
            <a:xfrm>
              <a:off x="32072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h3218"/>
            <p:cNvSpPr/>
            <p:nvPr/>
          </p:nvSpPr>
          <p:spPr>
            <a:xfrm>
              <a:off x="3216532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h3219"/>
            <p:cNvSpPr/>
            <p:nvPr/>
          </p:nvSpPr>
          <p:spPr>
            <a:xfrm>
              <a:off x="322579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h3220"/>
            <p:cNvSpPr/>
            <p:nvPr/>
          </p:nvSpPr>
          <p:spPr>
            <a:xfrm>
              <a:off x="32350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h3221"/>
            <p:cNvSpPr/>
            <p:nvPr/>
          </p:nvSpPr>
          <p:spPr>
            <a:xfrm>
              <a:off x="32443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h3222"/>
            <p:cNvSpPr/>
            <p:nvPr/>
          </p:nvSpPr>
          <p:spPr>
            <a:xfrm>
              <a:off x="32535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h3223"/>
            <p:cNvSpPr/>
            <p:nvPr/>
          </p:nvSpPr>
          <p:spPr>
            <a:xfrm>
              <a:off x="32628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h3224"/>
            <p:cNvSpPr/>
            <p:nvPr/>
          </p:nvSpPr>
          <p:spPr>
            <a:xfrm>
              <a:off x="327210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h3225"/>
            <p:cNvSpPr/>
            <p:nvPr/>
          </p:nvSpPr>
          <p:spPr>
            <a:xfrm>
              <a:off x="328136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h3226"/>
            <p:cNvSpPr/>
            <p:nvPr/>
          </p:nvSpPr>
          <p:spPr>
            <a:xfrm>
              <a:off x="32906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h3227"/>
            <p:cNvSpPr/>
            <p:nvPr/>
          </p:nvSpPr>
          <p:spPr>
            <a:xfrm>
              <a:off x="32998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h3228"/>
            <p:cNvSpPr/>
            <p:nvPr/>
          </p:nvSpPr>
          <p:spPr>
            <a:xfrm>
              <a:off x="330915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h3229"/>
            <p:cNvSpPr/>
            <p:nvPr/>
          </p:nvSpPr>
          <p:spPr>
            <a:xfrm>
              <a:off x="33184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h3230"/>
            <p:cNvSpPr/>
            <p:nvPr/>
          </p:nvSpPr>
          <p:spPr>
            <a:xfrm>
              <a:off x="33276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h3231"/>
            <p:cNvSpPr/>
            <p:nvPr/>
          </p:nvSpPr>
          <p:spPr>
            <a:xfrm>
              <a:off x="33369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h3232"/>
            <p:cNvSpPr/>
            <p:nvPr/>
          </p:nvSpPr>
          <p:spPr>
            <a:xfrm>
              <a:off x="3346203" y="2136594"/>
              <a:ext cx="917231" cy="914400"/>
            </a:xfrm>
            <a:custGeom>
              <a:avLst/>
              <a:pathLst>
                <a:path w="91723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31" y="897161"/>
                  </a:lnTo>
                  <a:lnTo>
                    <a:pt x="916009" y="907012"/>
                  </a:lnTo>
                  <a:lnTo>
                    <a:pt x="914869" y="914400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h3233"/>
            <p:cNvSpPr/>
            <p:nvPr/>
          </p:nvSpPr>
          <p:spPr>
            <a:xfrm>
              <a:off x="2318097" y="2102118"/>
              <a:ext cx="914400" cy="916761"/>
            </a:xfrm>
            <a:custGeom>
              <a:avLst/>
              <a:pathLst>
                <a:path w="914400" h="916761">
                  <a:moveTo>
                    <a:pt x="914400" y="914400"/>
                  </a:moveTo>
                  <a:lnTo>
                    <a:pt x="914400" y="916761"/>
                  </a:lnTo>
                  <a:lnTo>
                    <a:pt x="913213" y="914727"/>
                  </a:lnTo>
                  <a:lnTo>
                    <a:pt x="913040" y="914400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h3234"/>
            <p:cNvSpPr/>
            <p:nvPr/>
          </p:nvSpPr>
          <p:spPr>
            <a:xfrm>
              <a:off x="2318097" y="2102118"/>
              <a:ext cx="923662" cy="931307"/>
            </a:xfrm>
            <a:custGeom>
              <a:avLst/>
              <a:pathLst>
                <a:path w="923662" h="93130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07"/>
                  </a:lnTo>
                  <a:lnTo>
                    <a:pt x="921975" y="928971"/>
                  </a:lnTo>
                  <a:lnTo>
                    <a:pt x="917493" y="922063"/>
                  </a:lnTo>
                  <a:lnTo>
                    <a:pt x="914400" y="916761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h3235"/>
            <p:cNvSpPr/>
            <p:nvPr/>
          </p:nvSpPr>
          <p:spPr>
            <a:xfrm>
              <a:off x="23273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39" y="931638"/>
                  </a:lnTo>
                  <a:lnTo>
                    <a:pt x="914400" y="931307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h3236"/>
            <p:cNvSpPr/>
            <p:nvPr/>
          </p:nvSpPr>
          <p:spPr>
            <a:xfrm>
              <a:off x="23366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h3237"/>
            <p:cNvSpPr/>
            <p:nvPr/>
          </p:nvSpPr>
          <p:spPr>
            <a:xfrm>
              <a:off x="23458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235514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236440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23736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238293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239219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24014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24107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24199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24292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243850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244776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24570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24662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247555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24848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24940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25033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251260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252186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253112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254039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254965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255891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256817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257743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2586701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259596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260522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261448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262375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263301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2651537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1" y="897161"/>
                  </a:lnTo>
                  <a:lnTo>
                    <a:pt x="914400" y="89770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2651537" y="2119356"/>
              <a:ext cx="920938" cy="914400"/>
            </a:xfrm>
            <a:custGeom>
              <a:avLst/>
              <a:pathLst>
                <a:path w="920938" h="914400">
                  <a:moveTo>
                    <a:pt x="914400" y="914400"/>
                  </a:moveTo>
                  <a:lnTo>
                    <a:pt x="914400" y="897709"/>
                  </a:lnTo>
                  <a:lnTo>
                    <a:pt x="916137" y="901695"/>
                  </a:lnTo>
                  <a:lnTo>
                    <a:pt x="919588" y="910528"/>
                  </a:lnTo>
                  <a:lnTo>
                    <a:pt x="920938" y="914400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3096123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387" y="914400"/>
                  </a:lnTo>
                  <a:lnTo>
                    <a:pt x="911456" y="914225"/>
                  </a:lnTo>
                  <a:lnTo>
                    <a:pt x="914400" y="907192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3105386" y="21021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430"/>
                  </a:lnTo>
                  <a:lnTo>
                    <a:pt x="905552" y="923440"/>
                  </a:lnTo>
                  <a:lnTo>
                    <a:pt x="909118" y="915732"/>
                  </a:lnTo>
                  <a:lnTo>
                    <a:pt x="909798" y="914400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310538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311464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312391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313317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314243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315169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31609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31702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31794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318874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319800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32072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3216532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322579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32350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32443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32535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32628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327210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328136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32906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32998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330915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33184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33276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33369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3346203" y="2119356"/>
              <a:ext cx="918718" cy="914400"/>
            </a:xfrm>
            <a:custGeom>
              <a:avLst/>
              <a:pathLst>
                <a:path w="9187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718" y="897161"/>
                  </a:lnTo>
                  <a:lnTo>
                    <a:pt x="918338" y="902938"/>
                  </a:lnTo>
                  <a:lnTo>
                    <a:pt x="917324" y="913651"/>
                  </a:lnTo>
                  <a:lnTo>
                    <a:pt x="917231" y="914400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2308835" y="2084879"/>
              <a:ext cx="914400" cy="915715"/>
            </a:xfrm>
            <a:custGeom>
              <a:avLst/>
              <a:pathLst>
                <a:path w="914400" h="915715">
                  <a:moveTo>
                    <a:pt x="914400" y="914400"/>
                  </a:moveTo>
                  <a:lnTo>
                    <a:pt x="914400" y="915715"/>
                  </a:lnTo>
                  <a:lnTo>
                    <a:pt x="913840" y="914400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230883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303" y="931638"/>
                  </a:lnTo>
                  <a:lnTo>
                    <a:pt x="918406" y="924224"/>
                  </a:lnTo>
                  <a:lnTo>
                    <a:pt x="914561" y="916095"/>
                  </a:lnTo>
                  <a:lnTo>
                    <a:pt x="914400" y="915715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23180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23273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23366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23458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235514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236440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23736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238293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239219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24014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24107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24199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24292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243850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244776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24570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24662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247555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24848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24940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25033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251260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252186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253112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254039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254965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255891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256817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257743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2586701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259596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260522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261448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262375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263301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2642274" y="2102118"/>
              <a:ext cx="923423" cy="914400"/>
            </a:xfrm>
            <a:custGeom>
              <a:avLst/>
              <a:pathLst>
                <a:path w="92342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76" y="897161"/>
                  </a:lnTo>
                  <a:lnTo>
                    <a:pt x="917771" y="902345"/>
                  </a:lnTo>
                  <a:lnTo>
                    <a:pt x="921703" y="910452"/>
                  </a:lnTo>
                  <a:lnTo>
                    <a:pt x="923423" y="914400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3105386" y="21021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798" y="914400"/>
                  </a:lnTo>
                  <a:lnTo>
                    <a:pt x="912883" y="908360"/>
                  </a:lnTo>
                  <a:lnTo>
                    <a:pt x="914400" y="905669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3114648" y="20848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907"/>
                  </a:lnTo>
                  <a:lnTo>
                    <a:pt x="907576" y="918580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311464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312391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313317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314243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31516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31609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31702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31794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318874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319800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32072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3216532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322579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32350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32443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32535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32628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327210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328136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32906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32998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330915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33184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33276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33369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F">
                <a:alpha val="100000"/>
              </a:srgbClr>
            </a:solidFill>
            <a:ln w="5420" cap="flat">
              <a:solidFill>
                <a:srgbClr val="C4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3346203" y="2102118"/>
              <a:ext cx="919464" cy="914400"/>
            </a:xfrm>
            <a:custGeom>
              <a:avLst/>
              <a:pathLst>
                <a:path w="9194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64" y="897161"/>
                  </a:lnTo>
                  <a:lnTo>
                    <a:pt x="919451" y="898527"/>
                  </a:lnTo>
                  <a:lnTo>
                    <a:pt x="919048" y="909379"/>
                  </a:lnTo>
                  <a:lnTo>
                    <a:pt x="918718" y="914400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2308835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40" y="931638"/>
                  </a:lnTo>
                  <a:lnTo>
                    <a:pt x="910950" y="924842"/>
                  </a:lnTo>
                  <a:lnTo>
                    <a:pt x="907582" y="916011"/>
                  </a:lnTo>
                  <a:lnTo>
                    <a:pt x="907033" y="914400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230883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23180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23273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23366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23458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235514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236440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23736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238293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239219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24014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24107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24199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24292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243850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244776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24570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24662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247555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24848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24940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25033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251260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252186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253112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254039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254965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255891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256817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257743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2586701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259596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260522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261448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2633012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512" y="897161"/>
                  </a:lnTo>
                  <a:lnTo>
                    <a:pt x="913938" y="897733"/>
                  </a:lnTo>
                  <a:lnTo>
                    <a:pt x="914400" y="898425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2642274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425"/>
                  </a:lnTo>
                  <a:lnTo>
                    <a:pt x="909245" y="904584"/>
                  </a:lnTo>
                  <a:lnTo>
                    <a:pt x="913614" y="911874"/>
                  </a:lnTo>
                  <a:lnTo>
                    <a:pt x="914400" y="913331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2642274" y="2084879"/>
              <a:ext cx="914976" cy="914400"/>
            </a:xfrm>
            <a:custGeom>
              <a:avLst/>
              <a:pathLst>
                <a:path w="914976" h="914400">
                  <a:moveTo>
                    <a:pt x="914400" y="914400"/>
                  </a:moveTo>
                  <a:lnTo>
                    <a:pt x="914400" y="913331"/>
                  </a:lnTo>
                  <a:lnTo>
                    <a:pt x="914976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3114648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051" y="914400"/>
                  </a:lnTo>
                  <a:lnTo>
                    <a:pt x="914400" y="907054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3123910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292"/>
                  </a:lnTo>
                  <a:lnTo>
                    <a:pt x="909874" y="916215"/>
                  </a:lnTo>
                  <a:lnTo>
                    <a:pt x="909946" y="915894"/>
                  </a:lnTo>
                  <a:lnTo>
                    <a:pt x="910019" y="915572"/>
                  </a:lnTo>
                  <a:lnTo>
                    <a:pt x="910092" y="915251"/>
                  </a:lnTo>
                  <a:lnTo>
                    <a:pt x="910165" y="914929"/>
                  </a:lnTo>
                  <a:lnTo>
                    <a:pt x="910237" y="914607"/>
                  </a:lnTo>
                  <a:lnTo>
                    <a:pt x="910284" y="914400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312391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313317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314243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31516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31609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31702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31794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318874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319800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32072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3216532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322579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32350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32443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32535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32628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327210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328136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32906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32998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330915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33184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33276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33369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3346203" y="2084879"/>
              <a:ext cx="919806" cy="914400"/>
            </a:xfrm>
            <a:custGeom>
              <a:avLst/>
              <a:pathLst>
                <a:path w="91980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806" y="897161"/>
                  </a:lnTo>
                  <a:lnTo>
                    <a:pt x="919420" y="898265"/>
                  </a:lnTo>
                  <a:lnTo>
                    <a:pt x="919548" y="904889"/>
                  </a:lnTo>
                  <a:lnTo>
                    <a:pt x="919464" y="914400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2299572" y="2050402"/>
              <a:ext cx="914400" cy="926070"/>
            </a:xfrm>
            <a:custGeom>
              <a:avLst/>
              <a:pathLst>
                <a:path w="914400" h="926070">
                  <a:moveTo>
                    <a:pt x="914400" y="914400"/>
                  </a:moveTo>
                  <a:lnTo>
                    <a:pt x="914400" y="926070"/>
                  </a:lnTo>
                  <a:lnTo>
                    <a:pt x="913729" y="924102"/>
                  </a:lnTo>
                  <a:lnTo>
                    <a:pt x="910876" y="914663"/>
                  </a:lnTo>
                  <a:lnTo>
                    <a:pt x="910806" y="914400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22995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296" y="931638"/>
                  </a:lnTo>
                  <a:lnTo>
                    <a:pt x="914400" y="926070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230883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23180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23273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23366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23458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235514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236440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23736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238293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239219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24014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24107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24199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24292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243850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244776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24570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24662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247555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24848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24940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25033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251260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252186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253112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254039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254965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255891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256817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257743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2586701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259596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260522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2623750" y="20676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417" y="897239"/>
                  </a:lnTo>
                  <a:lnTo>
                    <a:pt x="913510" y="902662"/>
                  </a:lnTo>
                  <a:lnTo>
                    <a:pt x="914400" y="903730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2623750" y="2067641"/>
              <a:ext cx="922774" cy="914400"/>
            </a:xfrm>
            <a:custGeom>
              <a:avLst/>
              <a:pathLst>
                <a:path w="922774" h="914400">
                  <a:moveTo>
                    <a:pt x="914400" y="914400"/>
                  </a:moveTo>
                  <a:lnTo>
                    <a:pt x="914400" y="903730"/>
                  </a:lnTo>
                  <a:lnTo>
                    <a:pt x="918442" y="908579"/>
                  </a:lnTo>
                  <a:lnTo>
                    <a:pt x="922774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3123910" y="20504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10" y="931524"/>
                  </a:lnTo>
                  <a:lnTo>
                    <a:pt x="910383" y="931203"/>
                  </a:lnTo>
                  <a:lnTo>
                    <a:pt x="910455" y="930881"/>
                  </a:lnTo>
                  <a:lnTo>
                    <a:pt x="910528" y="930559"/>
                  </a:lnTo>
                  <a:lnTo>
                    <a:pt x="910601" y="930238"/>
                  </a:lnTo>
                  <a:lnTo>
                    <a:pt x="910673" y="929916"/>
                  </a:lnTo>
                  <a:lnTo>
                    <a:pt x="910746" y="929595"/>
                  </a:lnTo>
                  <a:lnTo>
                    <a:pt x="910819" y="929273"/>
                  </a:lnTo>
                  <a:lnTo>
                    <a:pt x="910892" y="928951"/>
                  </a:lnTo>
                  <a:lnTo>
                    <a:pt x="910964" y="928630"/>
                  </a:lnTo>
                  <a:lnTo>
                    <a:pt x="911037" y="928308"/>
                  </a:lnTo>
                  <a:lnTo>
                    <a:pt x="911110" y="927987"/>
                  </a:lnTo>
                  <a:lnTo>
                    <a:pt x="911183" y="927665"/>
                  </a:lnTo>
                  <a:lnTo>
                    <a:pt x="911255" y="927343"/>
                  </a:lnTo>
                  <a:lnTo>
                    <a:pt x="911328" y="927022"/>
                  </a:lnTo>
                  <a:lnTo>
                    <a:pt x="911401" y="926700"/>
                  </a:lnTo>
                  <a:lnTo>
                    <a:pt x="911501" y="926258"/>
                  </a:lnTo>
                  <a:lnTo>
                    <a:pt x="911084" y="919836"/>
                  </a:lnTo>
                  <a:lnTo>
                    <a:pt x="910879" y="914400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312391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31331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314243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31516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31609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31702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31794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318874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319800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32072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3216532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322579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F">
                <a:alpha val="100000"/>
              </a:srgbClr>
            </a:solidFill>
            <a:ln w="5420" cap="flat">
              <a:solidFill>
                <a:srgbClr val="C4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32350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32443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32535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32628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327210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328136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32906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32998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330915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33184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33276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33369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3346203" y="20676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44"/>
                  </a:lnTo>
                  <a:lnTo>
                    <a:pt x="922185" y="907587"/>
                  </a:lnTo>
                  <a:lnTo>
                    <a:pt x="919806" y="914400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3355465" y="2050402"/>
              <a:ext cx="916124" cy="920082"/>
            </a:xfrm>
            <a:custGeom>
              <a:avLst/>
              <a:pathLst>
                <a:path w="916124" h="920082">
                  <a:moveTo>
                    <a:pt x="914400" y="914400"/>
                  </a:moveTo>
                  <a:lnTo>
                    <a:pt x="916124" y="914400"/>
                  </a:lnTo>
                  <a:lnTo>
                    <a:pt x="915784" y="915636"/>
                  </a:lnTo>
                  <a:lnTo>
                    <a:pt x="914400" y="920082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2299572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06" y="931638"/>
                  </a:lnTo>
                  <a:lnTo>
                    <a:pt x="908292" y="922198"/>
                  </a:lnTo>
                  <a:lnTo>
                    <a:pt x="907781" y="920145"/>
                  </a:lnTo>
                  <a:lnTo>
                    <a:pt x="907272" y="918104"/>
                  </a:lnTo>
                  <a:lnTo>
                    <a:pt x="906764" y="916062"/>
                  </a:lnTo>
                  <a:lnTo>
                    <a:pt x="906349" y="914400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22995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230883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23180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23273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23366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23458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235514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236440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23736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238293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239219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24014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24107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24199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24292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243850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244776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24570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24662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247555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24848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24940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25033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25126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252186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253112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254039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254965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255891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256817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257743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2595963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71" y="897209"/>
                  </a:lnTo>
                  <a:lnTo>
                    <a:pt x="914035" y="897380"/>
                  </a:lnTo>
                  <a:lnTo>
                    <a:pt x="914400" y="897615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2605226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615"/>
                  </a:lnTo>
                  <a:lnTo>
                    <a:pt x="905300" y="897721"/>
                  </a:lnTo>
                  <a:lnTo>
                    <a:pt x="905564" y="897892"/>
                  </a:lnTo>
                  <a:lnTo>
                    <a:pt x="905828" y="898062"/>
                  </a:lnTo>
                  <a:lnTo>
                    <a:pt x="906092" y="898233"/>
                  </a:lnTo>
                  <a:lnTo>
                    <a:pt x="906356" y="898404"/>
                  </a:lnTo>
                  <a:lnTo>
                    <a:pt x="906620" y="898574"/>
                  </a:lnTo>
                  <a:lnTo>
                    <a:pt x="906883" y="898745"/>
                  </a:lnTo>
                  <a:lnTo>
                    <a:pt x="907147" y="898916"/>
                  </a:lnTo>
                  <a:lnTo>
                    <a:pt x="907411" y="899087"/>
                  </a:lnTo>
                  <a:lnTo>
                    <a:pt x="907675" y="899257"/>
                  </a:lnTo>
                  <a:lnTo>
                    <a:pt x="907939" y="899428"/>
                  </a:lnTo>
                  <a:lnTo>
                    <a:pt x="908202" y="899599"/>
                  </a:lnTo>
                  <a:lnTo>
                    <a:pt x="908466" y="899770"/>
                  </a:lnTo>
                  <a:lnTo>
                    <a:pt x="908730" y="899940"/>
                  </a:lnTo>
                  <a:lnTo>
                    <a:pt x="908994" y="900111"/>
                  </a:lnTo>
                  <a:lnTo>
                    <a:pt x="909258" y="900282"/>
                  </a:lnTo>
                  <a:lnTo>
                    <a:pt x="909521" y="900453"/>
                  </a:lnTo>
                  <a:lnTo>
                    <a:pt x="909785" y="900624"/>
                  </a:lnTo>
                  <a:lnTo>
                    <a:pt x="910049" y="900794"/>
                  </a:lnTo>
                  <a:lnTo>
                    <a:pt x="910313" y="900965"/>
                  </a:lnTo>
                  <a:lnTo>
                    <a:pt x="910576" y="901136"/>
                  </a:lnTo>
                  <a:lnTo>
                    <a:pt x="910840" y="901307"/>
                  </a:lnTo>
                  <a:lnTo>
                    <a:pt x="914400" y="90381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2614488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10"/>
                  </a:lnTo>
                  <a:lnTo>
                    <a:pt x="907067" y="905167"/>
                  </a:lnTo>
                  <a:lnTo>
                    <a:pt x="912439" y="909561"/>
                  </a:lnTo>
                  <a:lnTo>
                    <a:pt x="914400" y="911401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2614488" y="2050402"/>
              <a:ext cx="917596" cy="914400"/>
            </a:xfrm>
            <a:custGeom>
              <a:avLst/>
              <a:pathLst>
                <a:path w="917596" h="914400">
                  <a:moveTo>
                    <a:pt x="914400" y="914400"/>
                  </a:moveTo>
                  <a:lnTo>
                    <a:pt x="914400" y="911401"/>
                  </a:lnTo>
                  <a:lnTo>
                    <a:pt x="917596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3123910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79" y="931638"/>
                  </a:lnTo>
                  <a:lnTo>
                    <a:pt x="910695" y="926770"/>
                  </a:lnTo>
                  <a:lnTo>
                    <a:pt x="910613" y="923435"/>
                  </a:lnTo>
                  <a:lnTo>
                    <a:pt x="910532" y="920103"/>
                  </a:lnTo>
                  <a:lnTo>
                    <a:pt x="910451" y="916770"/>
                  </a:lnTo>
                  <a:lnTo>
                    <a:pt x="910393" y="914400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312391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31331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314243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31516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31609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31702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31794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318874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319800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32072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3216532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322579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32350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32443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32535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32628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327210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328136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32906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32998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330915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33184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33276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33369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33462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3355465" y="2050402"/>
              <a:ext cx="920566" cy="914400"/>
            </a:xfrm>
            <a:custGeom>
              <a:avLst/>
              <a:pathLst>
                <a:path w="9205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566" y="897161"/>
                  </a:lnTo>
                  <a:lnTo>
                    <a:pt x="918387" y="906185"/>
                  </a:lnTo>
                  <a:lnTo>
                    <a:pt x="916124" y="914400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2290310" y="2015925"/>
              <a:ext cx="914400" cy="926777"/>
            </a:xfrm>
            <a:custGeom>
              <a:avLst/>
              <a:pathLst>
                <a:path w="914400" h="926777">
                  <a:moveTo>
                    <a:pt x="914400" y="914400"/>
                  </a:moveTo>
                  <a:lnTo>
                    <a:pt x="914400" y="926777"/>
                  </a:lnTo>
                  <a:lnTo>
                    <a:pt x="913990" y="925136"/>
                  </a:lnTo>
                  <a:lnTo>
                    <a:pt x="913480" y="923095"/>
                  </a:lnTo>
                  <a:lnTo>
                    <a:pt x="913204" y="921986"/>
                  </a:lnTo>
                  <a:lnTo>
                    <a:pt x="911804" y="920224"/>
                  </a:lnTo>
                  <a:lnTo>
                    <a:pt x="907656" y="914400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22903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12" y="931638"/>
                  </a:lnTo>
                  <a:lnTo>
                    <a:pt x="915517" y="931260"/>
                  </a:lnTo>
                  <a:lnTo>
                    <a:pt x="915008" y="929218"/>
                  </a:lnTo>
                  <a:lnTo>
                    <a:pt x="914499" y="927177"/>
                  </a:lnTo>
                  <a:lnTo>
                    <a:pt x="914400" y="926777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22995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230883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23180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23273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23366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23458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235514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236440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23736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238293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239219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24014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24107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24199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24292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243850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244776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24570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24662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247555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24848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24940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25033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25126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252186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253112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254039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254965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255891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256817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2586701" y="203316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978" y="897161"/>
                  </a:lnTo>
                  <a:lnTo>
                    <a:pt x="914399" y="897972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2586701" y="2033164"/>
              <a:ext cx="922959" cy="914400"/>
            </a:xfrm>
            <a:custGeom>
              <a:avLst/>
              <a:pathLst>
                <a:path w="922959" h="914400">
                  <a:moveTo>
                    <a:pt x="914399" y="914400"/>
                  </a:moveTo>
                  <a:lnTo>
                    <a:pt x="914399" y="897972"/>
                  </a:lnTo>
                  <a:lnTo>
                    <a:pt x="917196" y="903356"/>
                  </a:lnTo>
                  <a:lnTo>
                    <a:pt x="922505" y="914106"/>
                  </a:lnTo>
                  <a:lnTo>
                    <a:pt x="922769" y="914277"/>
                  </a:lnTo>
                  <a:lnTo>
                    <a:pt x="922959" y="914400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3123910" y="20159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93" y="931638"/>
                  </a:lnTo>
                  <a:lnTo>
                    <a:pt x="910370" y="930676"/>
                  </a:lnTo>
                  <a:lnTo>
                    <a:pt x="910289" y="927344"/>
                  </a:lnTo>
                  <a:lnTo>
                    <a:pt x="910207" y="924011"/>
                  </a:lnTo>
                  <a:lnTo>
                    <a:pt x="910126" y="920679"/>
                  </a:lnTo>
                  <a:lnTo>
                    <a:pt x="910044" y="917344"/>
                  </a:lnTo>
                  <a:lnTo>
                    <a:pt x="910014" y="914400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31239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31331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314243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31516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31609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31702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31794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318874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319800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32072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3216532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322579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32350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32443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32535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32628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327210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328136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32906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32998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330915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33184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33276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33369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33462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3355465" y="20331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8967"/>
                  </a:lnTo>
                  <a:lnTo>
                    <a:pt x="922795" y="903839"/>
                  </a:lnTo>
                  <a:lnTo>
                    <a:pt x="920726" y="913737"/>
                  </a:lnTo>
                  <a:lnTo>
                    <a:pt x="920566" y="914400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3364728" y="2015925"/>
              <a:ext cx="914721" cy="916206"/>
            </a:xfrm>
            <a:custGeom>
              <a:avLst/>
              <a:pathLst>
                <a:path w="914721" h="916206">
                  <a:moveTo>
                    <a:pt x="914400" y="914400"/>
                  </a:moveTo>
                  <a:lnTo>
                    <a:pt x="914721" y="914400"/>
                  </a:lnTo>
                  <a:lnTo>
                    <a:pt x="914400" y="916206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2281048" y="1998687"/>
              <a:ext cx="914400" cy="927774"/>
            </a:xfrm>
            <a:custGeom>
              <a:avLst/>
              <a:pathLst>
                <a:path w="914400" h="927774">
                  <a:moveTo>
                    <a:pt x="914400" y="914400"/>
                  </a:moveTo>
                  <a:lnTo>
                    <a:pt x="914400" y="927774"/>
                  </a:lnTo>
                  <a:lnTo>
                    <a:pt x="912093" y="924173"/>
                  </a:lnTo>
                  <a:lnTo>
                    <a:pt x="907894" y="916900"/>
                  </a:lnTo>
                  <a:lnTo>
                    <a:pt x="906592" y="914400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228104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18" y="931638"/>
                  </a:lnTo>
                  <a:lnTo>
                    <a:pt x="916487" y="931034"/>
                  </a:lnTo>
                  <a:lnTo>
                    <a:pt x="914400" y="927774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22903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22995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230883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23180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23273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23366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23458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235514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236440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23736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238293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239219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24014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24107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24199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24292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243850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244776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24570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24662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247555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24848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24940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25033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0">
                <a:alpha val="100000"/>
              </a:srgbClr>
            </a:solidFill>
            <a:ln w="5420" cap="flat">
              <a:solidFill>
                <a:srgbClr val="F5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25126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252186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253112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254039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254965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255891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2577439" y="20159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11" y="897161"/>
                  </a:lnTo>
                  <a:lnTo>
                    <a:pt x="913216" y="897722"/>
                  </a:lnTo>
                  <a:lnTo>
                    <a:pt x="914400" y="899553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2577439" y="2015925"/>
              <a:ext cx="923241" cy="914400"/>
            </a:xfrm>
            <a:custGeom>
              <a:avLst/>
              <a:pathLst>
                <a:path w="923241" h="914400">
                  <a:moveTo>
                    <a:pt x="914400" y="914400"/>
                  </a:moveTo>
                  <a:lnTo>
                    <a:pt x="914400" y="899553"/>
                  </a:lnTo>
                  <a:lnTo>
                    <a:pt x="917850" y="904896"/>
                  </a:lnTo>
                  <a:lnTo>
                    <a:pt x="922269" y="912528"/>
                  </a:lnTo>
                  <a:lnTo>
                    <a:pt x="923241" y="914400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3123910" y="19986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014" y="931638"/>
                  </a:lnTo>
                  <a:lnTo>
                    <a:pt x="909933" y="923600"/>
                  </a:lnTo>
                  <a:lnTo>
                    <a:pt x="910102" y="914400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31239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31331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314243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31516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31609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31702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31794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318874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319800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32072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3216532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322579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32350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32443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32535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32628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327210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328136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2">
                <a:alpha val="100000"/>
              </a:srgbClr>
            </a:solidFill>
            <a:ln w="5420" cap="flat">
              <a:solidFill>
                <a:srgbClr val="C9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32906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32998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330915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33184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33276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33369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33462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335546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3364728" y="2015925"/>
              <a:ext cx="917579" cy="914400"/>
            </a:xfrm>
            <a:custGeom>
              <a:avLst/>
              <a:pathLst>
                <a:path w="9175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79" y="897161"/>
                  </a:lnTo>
                  <a:lnTo>
                    <a:pt x="917290" y="898935"/>
                  </a:lnTo>
                  <a:lnTo>
                    <a:pt x="916799" y="901947"/>
                  </a:lnTo>
                  <a:lnTo>
                    <a:pt x="916309" y="904959"/>
                  </a:lnTo>
                  <a:lnTo>
                    <a:pt x="915818" y="907970"/>
                  </a:lnTo>
                  <a:lnTo>
                    <a:pt x="915326" y="910996"/>
                  </a:lnTo>
                  <a:lnTo>
                    <a:pt x="914721" y="914400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2271786" y="1981448"/>
              <a:ext cx="914400" cy="928844"/>
            </a:xfrm>
            <a:custGeom>
              <a:avLst/>
              <a:pathLst>
                <a:path w="914400" h="928844">
                  <a:moveTo>
                    <a:pt x="914400" y="914400"/>
                  </a:moveTo>
                  <a:lnTo>
                    <a:pt x="914400" y="928844"/>
                  </a:lnTo>
                  <a:lnTo>
                    <a:pt x="913164" y="926472"/>
                  </a:lnTo>
                  <a:lnTo>
                    <a:pt x="909391" y="918432"/>
                  </a:lnTo>
                  <a:lnTo>
                    <a:pt x="907687" y="914400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227178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54" y="931638"/>
                  </a:lnTo>
                  <a:lnTo>
                    <a:pt x="914400" y="928844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228104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22903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22995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230883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23180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23273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23366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23458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235514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236440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23736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238293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239219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24014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24107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24199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24292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243850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244776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24570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24662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247555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24848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24940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25033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25126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252186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253112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254039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254965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2568177" y="19986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133" y="897161"/>
                  </a:lnTo>
                  <a:lnTo>
                    <a:pt x="912618" y="902065"/>
                  </a:lnTo>
                  <a:lnTo>
                    <a:pt x="914400" y="904263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2568177" y="1998687"/>
              <a:ext cx="922074" cy="914400"/>
            </a:xfrm>
            <a:custGeom>
              <a:avLst/>
              <a:pathLst>
                <a:path w="922074" h="914400">
                  <a:moveTo>
                    <a:pt x="914400" y="914400"/>
                  </a:moveTo>
                  <a:lnTo>
                    <a:pt x="914400" y="904263"/>
                  </a:lnTo>
                  <a:lnTo>
                    <a:pt x="917642" y="908264"/>
                  </a:lnTo>
                  <a:lnTo>
                    <a:pt x="922074" y="914400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3123910" y="19814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02" y="931638"/>
                  </a:lnTo>
                  <a:lnTo>
                    <a:pt x="910135" y="929860"/>
                  </a:lnTo>
                  <a:lnTo>
                    <a:pt x="910649" y="918918"/>
                  </a:lnTo>
                  <a:lnTo>
                    <a:pt x="910992" y="914400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31239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31331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314243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31516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31609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31702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31794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318874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319800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32072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3216532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322579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32350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32443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32535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32628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327210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982">
                <a:alpha val="100000"/>
              </a:srgbClr>
            </a:solidFill>
            <a:ln w="5420" cap="flat">
              <a:solidFill>
                <a:srgbClr val="CA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328136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32906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32998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330915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33184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33276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33369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33462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335546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3364728" y="1998687"/>
              <a:ext cx="920284" cy="914400"/>
            </a:xfrm>
            <a:custGeom>
              <a:avLst/>
              <a:pathLst>
                <a:path w="92028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284" y="897161"/>
                  </a:lnTo>
                  <a:lnTo>
                    <a:pt x="919257" y="904113"/>
                  </a:lnTo>
                  <a:lnTo>
                    <a:pt x="918764" y="907138"/>
                  </a:lnTo>
                  <a:lnTo>
                    <a:pt x="918272" y="910150"/>
                  </a:lnTo>
                  <a:lnTo>
                    <a:pt x="917781" y="913162"/>
                  </a:lnTo>
                  <a:lnTo>
                    <a:pt x="917579" y="914400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2262523" y="1964210"/>
              <a:ext cx="914400" cy="925414"/>
            </a:xfrm>
            <a:custGeom>
              <a:avLst/>
              <a:pathLst>
                <a:path w="914400" h="925414">
                  <a:moveTo>
                    <a:pt x="914400" y="914400"/>
                  </a:moveTo>
                  <a:lnTo>
                    <a:pt x="914400" y="925414"/>
                  </a:lnTo>
                  <a:lnTo>
                    <a:pt x="911799" y="918559"/>
                  </a:lnTo>
                  <a:lnTo>
                    <a:pt x="910388" y="914400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226252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49" y="931638"/>
                  </a:lnTo>
                  <a:lnTo>
                    <a:pt x="915107" y="927279"/>
                  </a:lnTo>
                  <a:lnTo>
                    <a:pt x="914400" y="925414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227178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228104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22903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22995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230883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23180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23273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23366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23458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235514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236440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23736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238293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239219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24014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24107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24199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24292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243850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244776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24570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24662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247555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24848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24940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25033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25126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252186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253112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2549652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899671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2558914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71"/>
                  </a:lnTo>
                  <a:lnTo>
                    <a:pt x="906977" y="903668"/>
                  </a:lnTo>
                  <a:lnTo>
                    <a:pt x="907198" y="903894"/>
                  </a:lnTo>
                  <a:lnTo>
                    <a:pt x="907419" y="904121"/>
                  </a:lnTo>
                  <a:lnTo>
                    <a:pt x="907639" y="904347"/>
                  </a:lnTo>
                  <a:lnTo>
                    <a:pt x="907860" y="904573"/>
                  </a:lnTo>
                  <a:lnTo>
                    <a:pt x="908081" y="904799"/>
                  </a:lnTo>
                  <a:lnTo>
                    <a:pt x="908301" y="905025"/>
                  </a:lnTo>
                  <a:lnTo>
                    <a:pt x="908522" y="905251"/>
                  </a:lnTo>
                  <a:lnTo>
                    <a:pt x="908743" y="905477"/>
                  </a:lnTo>
                  <a:lnTo>
                    <a:pt x="908964" y="905703"/>
                  </a:lnTo>
                  <a:lnTo>
                    <a:pt x="909184" y="905930"/>
                  </a:lnTo>
                  <a:lnTo>
                    <a:pt x="909405" y="906156"/>
                  </a:lnTo>
                  <a:lnTo>
                    <a:pt x="909626" y="906382"/>
                  </a:lnTo>
                  <a:lnTo>
                    <a:pt x="909846" y="906608"/>
                  </a:lnTo>
                  <a:lnTo>
                    <a:pt x="910067" y="906834"/>
                  </a:lnTo>
                  <a:lnTo>
                    <a:pt x="910288" y="907060"/>
                  </a:lnTo>
                  <a:lnTo>
                    <a:pt x="910508" y="907287"/>
                  </a:lnTo>
                  <a:lnTo>
                    <a:pt x="910729" y="907513"/>
                  </a:lnTo>
                  <a:lnTo>
                    <a:pt x="910950" y="907739"/>
                  </a:lnTo>
                  <a:lnTo>
                    <a:pt x="911170" y="907965"/>
                  </a:lnTo>
                  <a:lnTo>
                    <a:pt x="911391" y="908191"/>
                  </a:lnTo>
                  <a:lnTo>
                    <a:pt x="911611" y="908417"/>
                  </a:lnTo>
                  <a:lnTo>
                    <a:pt x="911832" y="908644"/>
                  </a:lnTo>
                  <a:lnTo>
                    <a:pt x="912053" y="908870"/>
                  </a:lnTo>
                  <a:lnTo>
                    <a:pt x="912273" y="909096"/>
                  </a:lnTo>
                  <a:lnTo>
                    <a:pt x="912494" y="909322"/>
                  </a:lnTo>
                  <a:lnTo>
                    <a:pt x="912714" y="909548"/>
                  </a:lnTo>
                  <a:lnTo>
                    <a:pt x="912935" y="909775"/>
                  </a:lnTo>
                  <a:lnTo>
                    <a:pt x="913155" y="910001"/>
                  </a:lnTo>
                  <a:lnTo>
                    <a:pt x="913376" y="910227"/>
                  </a:lnTo>
                  <a:lnTo>
                    <a:pt x="913596" y="910453"/>
                  </a:lnTo>
                  <a:lnTo>
                    <a:pt x="913817" y="910680"/>
                  </a:lnTo>
                  <a:lnTo>
                    <a:pt x="914037" y="910906"/>
                  </a:lnTo>
                  <a:lnTo>
                    <a:pt x="914258" y="911132"/>
                  </a:lnTo>
                  <a:lnTo>
                    <a:pt x="914400" y="911277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2558914" y="1981448"/>
              <a:ext cx="917395" cy="914400"/>
            </a:xfrm>
            <a:custGeom>
              <a:avLst/>
              <a:pathLst>
                <a:path w="917395" h="914400">
                  <a:moveTo>
                    <a:pt x="914400" y="914400"/>
                  </a:moveTo>
                  <a:lnTo>
                    <a:pt x="914479" y="911358"/>
                  </a:lnTo>
                  <a:lnTo>
                    <a:pt x="914699" y="911584"/>
                  </a:lnTo>
                  <a:lnTo>
                    <a:pt x="914919" y="911811"/>
                  </a:lnTo>
                  <a:lnTo>
                    <a:pt x="915140" y="912037"/>
                  </a:lnTo>
                  <a:lnTo>
                    <a:pt x="915360" y="912263"/>
                  </a:lnTo>
                  <a:lnTo>
                    <a:pt x="915581" y="912489"/>
                  </a:lnTo>
                  <a:lnTo>
                    <a:pt x="915801" y="912716"/>
                  </a:lnTo>
                  <a:lnTo>
                    <a:pt x="916022" y="912942"/>
                  </a:lnTo>
                  <a:lnTo>
                    <a:pt x="916242" y="913168"/>
                  </a:lnTo>
                  <a:lnTo>
                    <a:pt x="916463" y="913395"/>
                  </a:lnTo>
                  <a:lnTo>
                    <a:pt x="916683" y="913621"/>
                  </a:lnTo>
                  <a:lnTo>
                    <a:pt x="917395" y="914400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3123910" y="19642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992" y="931638"/>
                  </a:lnTo>
                  <a:lnTo>
                    <a:pt x="911475" y="925280"/>
                  </a:lnTo>
                  <a:lnTo>
                    <a:pt x="912624" y="914400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31239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31331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314243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31516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31609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31702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31794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318874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319800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32072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3216532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322579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32350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32443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32535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32628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327210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328136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32906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32998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330915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33184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33276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33369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33462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335546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3364728" y="1981448"/>
              <a:ext cx="922337" cy="914400"/>
            </a:xfrm>
            <a:custGeom>
              <a:avLst/>
              <a:pathLst>
                <a:path w="92233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337" y="897161"/>
                  </a:lnTo>
                  <a:lnTo>
                    <a:pt x="922096" y="899909"/>
                  </a:lnTo>
                  <a:lnTo>
                    <a:pt x="920831" y="910701"/>
                  </a:lnTo>
                  <a:lnTo>
                    <a:pt x="920284" y="914400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225326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50" y="931638"/>
                  </a:lnTo>
                  <a:lnTo>
                    <a:pt x="917998" y="926770"/>
                  </a:lnTo>
                  <a:lnTo>
                    <a:pt x="915190" y="917462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226252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227178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228104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229031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22995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230883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23180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23273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23366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23458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235514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236440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23736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238293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239219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24014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24107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24199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24292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243850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244776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24570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24662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247555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24848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24940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25033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25126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252186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253112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2540390" y="1964210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37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3123910" y="19642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624" y="914400"/>
                  </a:lnTo>
                  <a:lnTo>
                    <a:pt x="914051" y="903848"/>
                  </a:lnTo>
                  <a:lnTo>
                    <a:pt x="914400" y="901752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3133172" y="19469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991"/>
                  </a:lnTo>
                  <a:lnTo>
                    <a:pt x="905900" y="914400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31331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314243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31516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31609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982">
                <a:alpha val="100000"/>
              </a:srgbClr>
            </a:solidFill>
            <a:ln w="5420" cap="flat">
              <a:solidFill>
                <a:srgbClr val="CA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31702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31794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318874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319800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32072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3216532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322579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32350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32443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32535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32628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327210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328136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32906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32998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330915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33184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33276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33369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33462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335546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3364728" y="1964210"/>
              <a:ext cx="923580" cy="914400"/>
            </a:xfrm>
            <a:custGeom>
              <a:avLst/>
              <a:pathLst>
                <a:path w="92358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580" y="897161"/>
                  </a:lnTo>
                  <a:lnTo>
                    <a:pt x="923050" y="906245"/>
                  </a:lnTo>
                  <a:lnTo>
                    <a:pt x="922337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2253261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375" y="931638"/>
                  </a:lnTo>
                  <a:lnTo>
                    <a:pt x="912644" y="925134"/>
                  </a:lnTo>
                  <a:lnTo>
                    <a:pt x="910366" y="915336"/>
                  </a:lnTo>
                  <a:lnTo>
                    <a:pt x="910178" y="914400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225326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226252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227178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228104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229031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22995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230883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23180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23273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23366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23458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235514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236440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23736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238293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239219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24014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24107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24199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24292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243850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244776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24570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24662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247555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24848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24940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25033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25126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252186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2540390" y="19469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85" y="897266"/>
                  </a:lnTo>
                  <a:lnTo>
                    <a:pt x="907184" y="897704"/>
                  </a:lnTo>
                  <a:lnTo>
                    <a:pt x="907382" y="898141"/>
                  </a:lnTo>
                  <a:lnTo>
                    <a:pt x="907580" y="898579"/>
                  </a:lnTo>
                  <a:lnTo>
                    <a:pt x="907778" y="899016"/>
                  </a:lnTo>
                  <a:lnTo>
                    <a:pt x="907976" y="899453"/>
                  </a:lnTo>
                  <a:lnTo>
                    <a:pt x="908174" y="899891"/>
                  </a:lnTo>
                  <a:lnTo>
                    <a:pt x="908372" y="900328"/>
                  </a:lnTo>
                  <a:lnTo>
                    <a:pt x="908571" y="900766"/>
                  </a:lnTo>
                  <a:lnTo>
                    <a:pt x="908769" y="901203"/>
                  </a:lnTo>
                  <a:lnTo>
                    <a:pt x="908967" y="901641"/>
                  </a:lnTo>
                  <a:lnTo>
                    <a:pt x="909165" y="902078"/>
                  </a:lnTo>
                  <a:lnTo>
                    <a:pt x="909363" y="902516"/>
                  </a:lnTo>
                  <a:lnTo>
                    <a:pt x="909561" y="902953"/>
                  </a:lnTo>
                  <a:lnTo>
                    <a:pt x="909759" y="903390"/>
                  </a:lnTo>
                  <a:lnTo>
                    <a:pt x="909957" y="903828"/>
                  </a:lnTo>
                  <a:lnTo>
                    <a:pt x="910155" y="904265"/>
                  </a:lnTo>
                  <a:lnTo>
                    <a:pt x="910353" y="904703"/>
                  </a:lnTo>
                  <a:lnTo>
                    <a:pt x="910551" y="905140"/>
                  </a:lnTo>
                  <a:lnTo>
                    <a:pt x="910749" y="905578"/>
                  </a:lnTo>
                  <a:lnTo>
                    <a:pt x="910946" y="906015"/>
                  </a:lnTo>
                  <a:lnTo>
                    <a:pt x="911144" y="906453"/>
                  </a:lnTo>
                  <a:lnTo>
                    <a:pt x="911342" y="906890"/>
                  </a:lnTo>
                  <a:lnTo>
                    <a:pt x="911540" y="907328"/>
                  </a:lnTo>
                  <a:lnTo>
                    <a:pt x="911738" y="907765"/>
                  </a:lnTo>
                  <a:lnTo>
                    <a:pt x="911936" y="908203"/>
                  </a:lnTo>
                  <a:lnTo>
                    <a:pt x="912134" y="908640"/>
                  </a:lnTo>
                  <a:lnTo>
                    <a:pt x="912332" y="909078"/>
                  </a:lnTo>
                  <a:lnTo>
                    <a:pt x="912529" y="909515"/>
                  </a:lnTo>
                  <a:lnTo>
                    <a:pt x="912727" y="909953"/>
                  </a:lnTo>
                  <a:lnTo>
                    <a:pt x="912925" y="910390"/>
                  </a:lnTo>
                  <a:lnTo>
                    <a:pt x="913123" y="910828"/>
                  </a:lnTo>
                  <a:lnTo>
                    <a:pt x="913321" y="911265"/>
                  </a:lnTo>
                  <a:lnTo>
                    <a:pt x="913518" y="911703"/>
                  </a:lnTo>
                  <a:lnTo>
                    <a:pt x="913716" y="912140"/>
                  </a:lnTo>
                  <a:lnTo>
                    <a:pt x="914400" y="913653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2540390" y="1946971"/>
              <a:ext cx="914737" cy="914400"/>
            </a:xfrm>
            <a:custGeom>
              <a:avLst/>
              <a:pathLst>
                <a:path w="914737" h="914400">
                  <a:moveTo>
                    <a:pt x="914400" y="914400"/>
                  </a:moveTo>
                  <a:lnTo>
                    <a:pt x="914400" y="913653"/>
                  </a:lnTo>
                  <a:lnTo>
                    <a:pt x="914737" y="914400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3133172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900" y="931638"/>
                  </a:lnTo>
                  <a:lnTo>
                    <a:pt x="906532" y="927831"/>
                  </a:lnTo>
                  <a:lnTo>
                    <a:pt x="908571" y="917523"/>
                  </a:lnTo>
                  <a:lnTo>
                    <a:pt x="909293" y="914400"/>
                  </a:lnTo>
                  <a:close/>
                </a:path>
              </a:pathLst>
            </a:custGeom>
            <a:solidFill>
              <a:srgbClr val="CAE982">
                <a:alpha val="100000"/>
              </a:srgbClr>
            </a:solidFill>
            <a:ln w="5420" cap="flat">
              <a:solidFill>
                <a:srgbClr val="CA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31331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314243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31516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31609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31702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31794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318874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319800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32072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3216532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322579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32350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32443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32535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32628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327210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328136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32906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32998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330915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33184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33276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33369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33462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335546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3364728" y="19469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993"/>
                  </a:lnTo>
                  <a:lnTo>
                    <a:pt x="923580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3373990" y="1929733"/>
              <a:ext cx="914755" cy="930231"/>
            </a:xfrm>
            <a:custGeom>
              <a:avLst/>
              <a:pathLst>
                <a:path w="914755" h="930231">
                  <a:moveTo>
                    <a:pt x="914400" y="914400"/>
                  </a:moveTo>
                  <a:lnTo>
                    <a:pt x="914755" y="914400"/>
                  </a:lnTo>
                  <a:lnTo>
                    <a:pt x="914752" y="918711"/>
                  </a:lnTo>
                  <a:lnTo>
                    <a:pt x="914428" y="929740"/>
                  </a:lnTo>
                  <a:lnTo>
                    <a:pt x="914400" y="930231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2253261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78" y="931638"/>
                  </a:lnTo>
                  <a:lnTo>
                    <a:pt x="908363" y="922571"/>
                  </a:lnTo>
                  <a:lnTo>
                    <a:pt x="907135" y="915314"/>
                  </a:lnTo>
                  <a:lnTo>
                    <a:pt x="906714" y="914678"/>
                  </a:lnTo>
                  <a:lnTo>
                    <a:pt x="906548" y="914400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225326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226252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227178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228104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229031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22995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230883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23180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23273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23366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23458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235514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236440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23736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238293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239219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24014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24107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24199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24292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243850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244776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24570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24662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247555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24848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24940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25033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25126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2531128" y="1929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378" y="897161"/>
                  </a:lnTo>
                  <a:lnTo>
                    <a:pt x="908508" y="897447"/>
                  </a:lnTo>
                  <a:lnTo>
                    <a:pt x="908707" y="897885"/>
                  </a:lnTo>
                  <a:lnTo>
                    <a:pt x="908905" y="898322"/>
                  </a:lnTo>
                  <a:lnTo>
                    <a:pt x="909104" y="898759"/>
                  </a:lnTo>
                  <a:lnTo>
                    <a:pt x="909303" y="899197"/>
                  </a:lnTo>
                  <a:lnTo>
                    <a:pt x="909501" y="899634"/>
                  </a:lnTo>
                  <a:lnTo>
                    <a:pt x="909700" y="900071"/>
                  </a:lnTo>
                  <a:lnTo>
                    <a:pt x="909899" y="900508"/>
                  </a:lnTo>
                  <a:lnTo>
                    <a:pt x="910097" y="900946"/>
                  </a:lnTo>
                  <a:lnTo>
                    <a:pt x="910296" y="901383"/>
                  </a:lnTo>
                  <a:lnTo>
                    <a:pt x="910495" y="901821"/>
                  </a:lnTo>
                  <a:lnTo>
                    <a:pt x="910693" y="902258"/>
                  </a:lnTo>
                  <a:lnTo>
                    <a:pt x="910892" y="902695"/>
                  </a:lnTo>
                  <a:lnTo>
                    <a:pt x="911090" y="903133"/>
                  </a:lnTo>
                  <a:lnTo>
                    <a:pt x="911289" y="903570"/>
                  </a:lnTo>
                  <a:lnTo>
                    <a:pt x="911487" y="904007"/>
                  </a:lnTo>
                  <a:lnTo>
                    <a:pt x="911686" y="904445"/>
                  </a:lnTo>
                  <a:lnTo>
                    <a:pt x="911884" y="904882"/>
                  </a:lnTo>
                  <a:lnTo>
                    <a:pt x="912083" y="905319"/>
                  </a:lnTo>
                  <a:lnTo>
                    <a:pt x="912281" y="905757"/>
                  </a:lnTo>
                  <a:lnTo>
                    <a:pt x="912480" y="906194"/>
                  </a:lnTo>
                  <a:lnTo>
                    <a:pt x="912678" y="906631"/>
                  </a:lnTo>
                  <a:lnTo>
                    <a:pt x="912877" y="907069"/>
                  </a:lnTo>
                  <a:lnTo>
                    <a:pt x="913075" y="907506"/>
                  </a:lnTo>
                  <a:lnTo>
                    <a:pt x="913273" y="907944"/>
                  </a:lnTo>
                  <a:lnTo>
                    <a:pt x="913472" y="908381"/>
                  </a:lnTo>
                  <a:lnTo>
                    <a:pt x="913670" y="908818"/>
                  </a:lnTo>
                  <a:lnTo>
                    <a:pt x="913868" y="909256"/>
                  </a:lnTo>
                  <a:lnTo>
                    <a:pt x="914067" y="909693"/>
                  </a:lnTo>
                  <a:lnTo>
                    <a:pt x="914265" y="910131"/>
                  </a:lnTo>
                  <a:lnTo>
                    <a:pt x="914400" y="910427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2531128" y="1929733"/>
              <a:ext cx="916200" cy="914400"/>
            </a:xfrm>
            <a:custGeom>
              <a:avLst/>
              <a:pathLst>
                <a:path w="916200" h="914400">
                  <a:moveTo>
                    <a:pt x="914400" y="914400"/>
                  </a:moveTo>
                  <a:lnTo>
                    <a:pt x="914400" y="910427"/>
                  </a:lnTo>
                  <a:lnTo>
                    <a:pt x="914463" y="910568"/>
                  </a:lnTo>
                  <a:lnTo>
                    <a:pt x="914662" y="911005"/>
                  </a:lnTo>
                  <a:lnTo>
                    <a:pt x="914860" y="911443"/>
                  </a:lnTo>
                  <a:lnTo>
                    <a:pt x="915058" y="911880"/>
                  </a:lnTo>
                  <a:lnTo>
                    <a:pt x="915257" y="912318"/>
                  </a:lnTo>
                  <a:lnTo>
                    <a:pt x="915455" y="912755"/>
                  </a:lnTo>
                  <a:lnTo>
                    <a:pt x="915653" y="913192"/>
                  </a:lnTo>
                  <a:lnTo>
                    <a:pt x="915851" y="913630"/>
                  </a:lnTo>
                  <a:lnTo>
                    <a:pt x="916049" y="914067"/>
                  </a:lnTo>
                  <a:lnTo>
                    <a:pt x="916200" y="914400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3133172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293" y="931638"/>
                  </a:lnTo>
                  <a:lnTo>
                    <a:pt x="910902" y="924670"/>
                  </a:lnTo>
                  <a:lnTo>
                    <a:pt x="913517" y="914822"/>
                  </a:lnTo>
                  <a:lnTo>
                    <a:pt x="913645" y="914400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31331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314243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31516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31609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31702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31794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318874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319800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32072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3216532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322579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32350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32443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32535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32628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327210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328136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32906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32998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330915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33184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33276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33369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33462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335546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336472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3373990" y="1929733"/>
              <a:ext cx="914760" cy="914400"/>
            </a:xfrm>
            <a:custGeom>
              <a:avLst/>
              <a:pathLst>
                <a:path w="914760" h="914400">
                  <a:moveTo>
                    <a:pt x="914400" y="914400"/>
                  </a:moveTo>
                  <a:lnTo>
                    <a:pt x="914465" y="897161"/>
                  </a:lnTo>
                  <a:lnTo>
                    <a:pt x="914760" y="907665"/>
                  </a:lnTo>
                  <a:lnTo>
                    <a:pt x="914755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2243999" y="1895256"/>
              <a:ext cx="914400" cy="929265"/>
            </a:xfrm>
            <a:custGeom>
              <a:avLst/>
              <a:pathLst>
                <a:path w="914400" h="929265">
                  <a:moveTo>
                    <a:pt x="914400" y="914400"/>
                  </a:moveTo>
                  <a:lnTo>
                    <a:pt x="914400" y="929265"/>
                  </a:lnTo>
                  <a:lnTo>
                    <a:pt x="911612" y="924575"/>
                  </a:lnTo>
                  <a:lnTo>
                    <a:pt x="907462" y="916813"/>
                  </a:lnTo>
                  <a:lnTo>
                    <a:pt x="906301" y="914400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224399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0" y="931638"/>
                  </a:lnTo>
                  <a:lnTo>
                    <a:pt x="914400" y="929265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225326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226252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227178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228104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229031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229957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230883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23180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23273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23366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23458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235514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236440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23736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238293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239219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24014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24107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24199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24292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243850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244776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24570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24662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247555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24848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24940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25033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2521866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90184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2521866" y="1912494"/>
              <a:ext cx="917640" cy="914400"/>
            </a:xfrm>
            <a:custGeom>
              <a:avLst/>
              <a:pathLst>
                <a:path w="917640" h="914400">
                  <a:moveTo>
                    <a:pt x="914400" y="914400"/>
                  </a:moveTo>
                  <a:lnTo>
                    <a:pt x="914400" y="901848"/>
                  </a:lnTo>
                  <a:lnTo>
                    <a:pt x="917207" y="913446"/>
                  </a:lnTo>
                  <a:lnTo>
                    <a:pt x="917373" y="913811"/>
                  </a:lnTo>
                  <a:lnTo>
                    <a:pt x="917572" y="914248"/>
                  </a:lnTo>
                  <a:lnTo>
                    <a:pt x="917640" y="914400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3133172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5" y="914400"/>
                  </a:lnTo>
                  <a:lnTo>
                    <a:pt x="914400" y="911902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3142434" y="18952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141"/>
                  </a:lnTo>
                  <a:lnTo>
                    <a:pt x="907148" y="922486"/>
                  </a:lnTo>
                  <a:lnTo>
                    <a:pt x="909904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314243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31516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31609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31702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31794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318874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319800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32072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3216532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322579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32350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32443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32535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32628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327210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328136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32906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32998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330915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33184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33276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33369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334620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335546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3373990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32" y="897161"/>
                  </a:lnTo>
                  <a:lnTo>
                    <a:pt x="913825" y="902888"/>
                  </a:lnTo>
                  <a:lnTo>
                    <a:pt x="914400" y="912977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3373990" y="1912494"/>
              <a:ext cx="914450" cy="914400"/>
            </a:xfrm>
            <a:custGeom>
              <a:avLst/>
              <a:pathLst>
                <a:path w="914450" h="914400">
                  <a:moveTo>
                    <a:pt x="914400" y="914400"/>
                  </a:moveTo>
                  <a:lnTo>
                    <a:pt x="914400" y="912977"/>
                  </a:lnTo>
                  <a:lnTo>
                    <a:pt x="914450" y="913872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2234737" y="1878018"/>
              <a:ext cx="914400" cy="929217"/>
            </a:xfrm>
            <a:custGeom>
              <a:avLst/>
              <a:pathLst>
                <a:path w="914400" h="929217">
                  <a:moveTo>
                    <a:pt x="914400" y="914400"/>
                  </a:moveTo>
                  <a:lnTo>
                    <a:pt x="914400" y="929217"/>
                  </a:lnTo>
                  <a:lnTo>
                    <a:pt x="912801" y="925893"/>
                  </a:lnTo>
                  <a:lnTo>
                    <a:pt x="911658" y="923385"/>
                  </a:lnTo>
                  <a:lnTo>
                    <a:pt x="910523" y="920896"/>
                  </a:lnTo>
                  <a:lnTo>
                    <a:pt x="909387" y="918406"/>
                  </a:lnTo>
                  <a:lnTo>
                    <a:pt x="908251" y="915917"/>
                  </a:lnTo>
                  <a:lnTo>
                    <a:pt x="907558" y="914400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223473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564" y="931638"/>
                  </a:lnTo>
                  <a:lnTo>
                    <a:pt x="914400" y="929217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224399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225326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226252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227178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228104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229031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229957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230883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23180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23273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23366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23458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235514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236440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23736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238293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239219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24014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24107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24199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24292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243850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244776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24570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24662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247555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24848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24940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25033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2512603" y="1895256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354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3142434" y="18780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4" y="931638"/>
                  </a:lnTo>
                  <a:lnTo>
                    <a:pt x="910309" y="930449"/>
                  </a:lnTo>
                  <a:lnTo>
                    <a:pt x="911563" y="927167"/>
                  </a:lnTo>
                  <a:lnTo>
                    <a:pt x="911487" y="925215"/>
                  </a:lnTo>
                  <a:lnTo>
                    <a:pt x="911444" y="920297"/>
                  </a:lnTo>
                  <a:lnTo>
                    <a:pt x="910528" y="914953"/>
                  </a:lnTo>
                  <a:lnTo>
                    <a:pt x="910450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314243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31516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31609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31702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31794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318874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319800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32072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3216532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322579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32350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32443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32535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32628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327210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328136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32906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32998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330915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33184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33276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33369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334620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335546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3364728" y="1895256"/>
              <a:ext cx="922594" cy="914400"/>
            </a:xfrm>
            <a:custGeom>
              <a:avLst/>
              <a:pathLst>
                <a:path w="92259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13" y="897161"/>
                  </a:lnTo>
                  <a:lnTo>
                    <a:pt x="920897" y="898421"/>
                  </a:lnTo>
                  <a:lnTo>
                    <a:pt x="922148" y="909219"/>
                  </a:lnTo>
                  <a:lnTo>
                    <a:pt x="922594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2225475" y="1860779"/>
              <a:ext cx="914400" cy="926339"/>
            </a:xfrm>
            <a:custGeom>
              <a:avLst/>
              <a:pathLst>
                <a:path w="914400" h="926339">
                  <a:moveTo>
                    <a:pt x="914400" y="914400"/>
                  </a:moveTo>
                  <a:lnTo>
                    <a:pt x="914400" y="926339"/>
                  </a:lnTo>
                  <a:lnTo>
                    <a:pt x="914102" y="925687"/>
                  </a:lnTo>
                  <a:lnTo>
                    <a:pt x="912964" y="923198"/>
                  </a:lnTo>
                  <a:lnTo>
                    <a:pt x="911825" y="920709"/>
                  </a:lnTo>
                  <a:lnTo>
                    <a:pt x="910686" y="918220"/>
                  </a:lnTo>
                  <a:lnTo>
                    <a:pt x="909547" y="915732"/>
                  </a:lnTo>
                  <a:lnTo>
                    <a:pt x="908936" y="914400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222547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820" y="931638"/>
                  </a:lnTo>
                  <a:lnTo>
                    <a:pt x="916377" y="930666"/>
                  </a:lnTo>
                  <a:lnTo>
                    <a:pt x="915239" y="928176"/>
                  </a:lnTo>
                  <a:lnTo>
                    <a:pt x="914400" y="92633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223473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224399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225326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226252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227178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228104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229031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229957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230883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23180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23273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23366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23458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235514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236440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23736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238293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239219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24014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24107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24199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24292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243850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244776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24570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24662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247555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24848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24940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2512603" y="18780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3" y="897161"/>
                  </a:lnTo>
                  <a:lnTo>
                    <a:pt x="914400" y="898070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2512603" y="1878018"/>
              <a:ext cx="918354" cy="914400"/>
            </a:xfrm>
            <a:custGeom>
              <a:avLst/>
              <a:pathLst>
                <a:path w="918354" h="914400">
                  <a:moveTo>
                    <a:pt x="914400" y="914400"/>
                  </a:moveTo>
                  <a:lnTo>
                    <a:pt x="914410" y="898109"/>
                  </a:lnTo>
                  <a:lnTo>
                    <a:pt x="914553" y="898702"/>
                  </a:lnTo>
                  <a:lnTo>
                    <a:pt x="914699" y="899301"/>
                  </a:lnTo>
                  <a:lnTo>
                    <a:pt x="914844" y="899901"/>
                  </a:lnTo>
                  <a:lnTo>
                    <a:pt x="914989" y="900500"/>
                  </a:lnTo>
                  <a:lnTo>
                    <a:pt x="915134" y="901099"/>
                  </a:lnTo>
                  <a:lnTo>
                    <a:pt x="915279" y="901699"/>
                  </a:lnTo>
                  <a:lnTo>
                    <a:pt x="915425" y="902298"/>
                  </a:lnTo>
                  <a:lnTo>
                    <a:pt x="915570" y="902898"/>
                  </a:lnTo>
                  <a:lnTo>
                    <a:pt x="915715" y="903497"/>
                  </a:lnTo>
                  <a:lnTo>
                    <a:pt x="915860" y="904096"/>
                  </a:lnTo>
                  <a:lnTo>
                    <a:pt x="916005" y="904696"/>
                  </a:lnTo>
                  <a:lnTo>
                    <a:pt x="916150" y="905295"/>
                  </a:lnTo>
                  <a:lnTo>
                    <a:pt x="918354" y="914400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3142434" y="18607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50" y="931638"/>
                  </a:lnTo>
                  <a:lnTo>
                    <a:pt x="909065" y="921822"/>
                  </a:lnTo>
                  <a:lnTo>
                    <a:pt x="908235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314243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31516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31609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31702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31794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318874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319800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32072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3216532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322579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32350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32443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32535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32628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327210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328136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32906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32998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330915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33184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33276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333694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334620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335546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3364728" y="18780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312"/>
                  </a:lnTo>
                  <a:lnTo>
                    <a:pt x="921581" y="908229"/>
                  </a:lnTo>
                  <a:lnTo>
                    <a:pt x="920436" y="912510"/>
                  </a:lnTo>
                  <a:lnTo>
                    <a:pt x="920713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3373990" y="1860779"/>
              <a:ext cx="914861" cy="916550"/>
            </a:xfrm>
            <a:custGeom>
              <a:avLst/>
              <a:pathLst>
                <a:path w="914861" h="916550">
                  <a:moveTo>
                    <a:pt x="914400" y="914400"/>
                  </a:moveTo>
                  <a:lnTo>
                    <a:pt x="914861" y="914400"/>
                  </a:lnTo>
                  <a:lnTo>
                    <a:pt x="914613" y="915637"/>
                  </a:lnTo>
                  <a:lnTo>
                    <a:pt x="914400" y="91655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2216212" y="1843541"/>
              <a:ext cx="914400" cy="923351"/>
            </a:xfrm>
            <a:custGeom>
              <a:avLst/>
              <a:pathLst>
                <a:path w="914400" h="923351">
                  <a:moveTo>
                    <a:pt x="914400" y="914400"/>
                  </a:moveTo>
                  <a:lnTo>
                    <a:pt x="914400" y="923351"/>
                  </a:lnTo>
                  <a:lnTo>
                    <a:pt x="914246" y="923016"/>
                  </a:lnTo>
                  <a:lnTo>
                    <a:pt x="913096" y="920510"/>
                  </a:lnTo>
                  <a:lnTo>
                    <a:pt x="910437" y="914400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221621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99" y="931638"/>
                  </a:lnTo>
                  <a:lnTo>
                    <a:pt x="917669" y="930481"/>
                  </a:lnTo>
                  <a:lnTo>
                    <a:pt x="916528" y="927993"/>
                  </a:lnTo>
                  <a:lnTo>
                    <a:pt x="915388" y="925505"/>
                  </a:lnTo>
                  <a:lnTo>
                    <a:pt x="914400" y="923351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222547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223473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224399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225326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226252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227178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228104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229031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229957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230883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23180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23273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23366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23458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235514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236440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23736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238293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239219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24014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24107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24199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24292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243850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244776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24570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24662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247555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24848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24940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2503341" y="1860779"/>
              <a:ext cx="923426" cy="914400"/>
            </a:xfrm>
            <a:custGeom>
              <a:avLst/>
              <a:pathLst>
                <a:path w="923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650" y="897161"/>
                  </a:lnTo>
                  <a:lnTo>
                    <a:pt x="921123" y="905530"/>
                  </a:lnTo>
                  <a:lnTo>
                    <a:pt x="923426" y="914400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3142434" y="18435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235" y="931638"/>
                  </a:lnTo>
                  <a:lnTo>
                    <a:pt x="907892" y="928564"/>
                  </a:lnTo>
                  <a:lnTo>
                    <a:pt x="907012" y="917969"/>
                  </a:lnTo>
                  <a:lnTo>
                    <a:pt x="906817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314243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31516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31609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31702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31794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318874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319800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32072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3216532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322579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32350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32443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32535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32628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327210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328136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32906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32998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330915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33184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33276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333694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334620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335546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336472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3373990" y="1860779"/>
              <a:ext cx="918063" cy="914400"/>
            </a:xfrm>
            <a:custGeom>
              <a:avLst/>
              <a:pathLst>
                <a:path w="91806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063" y="897161"/>
                  </a:lnTo>
                  <a:lnTo>
                    <a:pt x="916630" y="905598"/>
                  </a:lnTo>
                  <a:lnTo>
                    <a:pt x="914861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2206950" y="1826302"/>
              <a:ext cx="914400" cy="918058"/>
            </a:xfrm>
            <a:custGeom>
              <a:avLst/>
              <a:pathLst>
                <a:path w="914400" h="918058">
                  <a:moveTo>
                    <a:pt x="914400" y="914400"/>
                  </a:moveTo>
                  <a:lnTo>
                    <a:pt x="914400" y="918058"/>
                  </a:lnTo>
                  <a:lnTo>
                    <a:pt x="913123" y="914400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220695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18702" y="929346"/>
                  </a:lnTo>
                  <a:lnTo>
                    <a:pt x="915287" y="920599"/>
                  </a:lnTo>
                  <a:lnTo>
                    <a:pt x="914400" y="91805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221621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222547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223473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224399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225326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226252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227178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228104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229031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229957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230883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23180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23273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23366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23458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235514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236440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23736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238293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239219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24014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24107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24199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24292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243850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244776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24570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24662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247555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24848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2503341" y="18435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671" y="897161"/>
                  </a:lnTo>
                  <a:lnTo>
                    <a:pt x="914400" y="901782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2503341" y="1843541"/>
              <a:ext cx="918650" cy="914400"/>
            </a:xfrm>
            <a:custGeom>
              <a:avLst/>
              <a:pathLst>
                <a:path w="918650" h="914400">
                  <a:moveTo>
                    <a:pt x="914400" y="914400"/>
                  </a:moveTo>
                  <a:lnTo>
                    <a:pt x="914400" y="901782"/>
                  </a:lnTo>
                  <a:lnTo>
                    <a:pt x="915210" y="903949"/>
                  </a:lnTo>
                  <a:lnTo>
                    <a:pt x="918300" y="913213"/>
                  </a:lnTo>
                  <a:lnTo>
                    <a:pt x="918650" y="914400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3142434" y="18263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817" y="931638"/>
                  </a:lnTo>
                  <a:lnTo>
                    <a:pt x="906429" y="924541"/>
                  </a:lnTo>
                  <a:lnTo>
                    <a:pt x="906159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314243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31516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31609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31702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31794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318874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319800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32072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3216532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322579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32350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32443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32535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32628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327210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328136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32906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32998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330915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33184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332767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333694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334620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335546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336472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3373990" y="1843541"/>
              <a:ext cx="920375" cy="914400"/>
            </a:xfrm>
            <a:custGeom>
              <a:avLst/>
              <a:pathLst>
                <a:path w="920375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375" y="897161"/>
                  </a:lnTo>
                  <a:lnTo>
                    <a:pt x="919815" y="902244"/>
                  </a:lnTo>
                  <a:lnTo>
                    <a:pt x="918366" y="912617"/>
                  </a:lnTo>
                  <a:lnTo>
                    <a:pt x="918063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2206950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123" y="931638"/>
                  </a:lnTo>
                  <a:lnTo>
                    <a:pt x="912122" y="928771"/>
                  </a:lnTo>
                  <a:lnTo>
                    <a:pt x="909215" y="919408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220695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221621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222547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223473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224399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225326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226252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227178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228104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229031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229957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230883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23180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23273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23366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23458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235514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236440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23736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238293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239219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24014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24107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24199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24292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243850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244776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24570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24662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247555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24848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2494079" y="1826302"/>
              <a:ext cx="921933" cy="914400"/>
            </a:xfrm>
            <a:custGeom>
              <a:avLst/>
              <a:pathLst>
                <a:path w="921933" h="914400">
                  <a:moveTo>
                    <a:pt x="914400" y="914400"/>
                  </a:moveTo>
                  <a:lnTo>
                    <a:pt x="914518" y="897161"/>
                  </a:lnTo>
                  <a:lnTo>
                    <a:pt x="917528" y="903631"/>
                  </a:lnTo>
                  <a:lnTo>
                    <a:pt x="921124" y="912239"/>
                  </a:lnTo>
                  <a:lnTo>
                    <a:pt x="921933" y="914400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3142434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59" y="931638"/>
                  </a:lnTo>
                  <a:lnTo>
                    <a:pt x="906144" y="931072"/>
                  </a:lnTo>
                  <a:lnTo>
                    <a:pt x="906157" y="920351"/>
                  </a:lnTo>
                  <a:lnTo>
                    <a:pt x="906330" y="914400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314243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31516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31609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31702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31794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318874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319800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32072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3216532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322579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32350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32443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32535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32628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327210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328136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32906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32998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330915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33184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332767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333694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334620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335546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336472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3373990" y="1826302"/>
              <a:ext cx="921903" cy="914400"/>
            </a:xfrm>
            <a:custGeom>
              <a:avLst/>
              <a:pathLst>
                <a:path w="921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903" y="897161"/>
                  </a:lnTo>
                  <a:lnTo>
                    <a:pt x="921837" y="898387"/>
                  </a:lnTo>
                  <a:lnTo>
                    <a:pt x="920973" y="908983"/>
                  </a:lnTo>
                  <a:lnTo>
                    <a:pt x="920375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2197688" y="1791825"/>
              <a:ext cx="914400" cy="921008"/>
            </a:xfrm>
            <a:custGeom>
              <a:avLst/>
              <a:pathLst>
                <a:path w="914400" h="921008">
                  <a:moveTo>
                    <a:pt x="914400" y="914400"/>
                  </a:moveTo>
                  <a:lnTo>
                    <a:pt x="914400" y="921008"/>
                  </a:lnTo>
                  <a:lnTo>
                    <a:pt x="913979" y="919252"/>
                  </a:lnTo>
                  <a:lnTo>
                    <a:pt x="911860" y="916430"/>
                  </a:lnTo>
                  <a:lnTo>
                    <a:pt x="910493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219768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5838" y="927014"/>
                  </a:lnTo>
                  <a:lnTo>
                    <a:pt x="914400" y="92100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220695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221621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222547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223473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224399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225326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226252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227178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228104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229031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229957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230883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23180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23273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23366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23458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235514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236440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23736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238293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239219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24014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24107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24199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24292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243850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244776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24570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24662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247555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5" y="897161"/>
                  </a:lnTo>
                  <a:lnTo>
                    <a:pt x="905349" y="897324"/>
                  </a:lnTo>
                  <a:lnTo>
                    <a:pt x="909629" y="904770"/>
                  </a:lnTo>
                  <a:lnTo>
                    <a:pt x="913692" y="912626"/>
                  </a:lnTo>
                  <a:lnTo>
                    <a:pt x="914400" y="914146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146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3142434" y="17918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330" y="931638"/>
                  </a:lnTo>
                  <a:lnTo>
                    <a:pt x="906468" y="926884"/>
                  </a:lnTo>
                  <a:lnTo>
                    <a:pt x="907077" y="916223"/>
                  </a:lnTo>
                  <a:lnTo>
                    <a:pt x="907233" y="914400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314243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3">
                <a:alpha val="100000"/>
              </a:srgbClr>
            </a:solidFill>
            <a:ln w="5420" cap="flat">
              <a:solidFill>
                <a:srgbClr val="CDEA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31516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31609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31702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31794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318874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319800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32072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3216532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322579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32350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32443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32535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32628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327210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328136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32906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32998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330915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331841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332767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333694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334620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335546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336472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3373990" y="1809064"/>
              <a:ext cx="922603" cy="914400"/>
            </a:xfrm>
            <a:custGeom>
              <a:avLst/>
              <a:pathLst>
                <a:path w="9226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603" y="897161"/>
                  </a:lnTo>
                  <a:lnTo>
                    <a:pt x="922406" y="904960"/>
                  </a:lnTo>
                  <a:lnTo>
                    <a:pt x="921903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2188426" y="1774587"/>
              <a:ext cx="914400" cy="923321"/>
            </a:xfrm>
            <a:custGeom>
              <a:avLst/>
              <a:pathLst>
                <a:path w="914400" h="923321">
                  <a:moveTo>
                    <a:pt x="914400" y="914400"/>
                  </a:moveTo>
                  <a:lnTo>
                    <a:pt x="914400" y="923321"/>
                  </a:lnTo>
                  <a:lnTo>
                    <a:pt x="912242" y="919758"/>
                  </a:lnTo>
                  <a:lnTo>
                    <a:pt x="909319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218842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55" y="931638"/>
                  </a:lnTo>
                  <a:lnTo>
                    <a:pt x="916585" y="926929"/>
                  </a:lnTo>
                  <a:lnTo>
                    <a:pt x="914400" y="923321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219768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220695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221621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222547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223473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224399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225326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226252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227178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228104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229031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229957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230883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23180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23273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23366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23458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235514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236440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23736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238293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2392195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24014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24107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24199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24292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243850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244776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24570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24662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069" y="897161"/>
                  </a:lnTo>
                  <a:lnTo>
                    <a:pt x="910230" y="905657"/>
                  </a:lnTo>
                  <a:lnTo>
                    <a:pt x="910920" y="908789"/>
                  </a:lnTo>
                  <a:lnTo>
                    <a:pt x="914400" y="914232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232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3142434" y="17745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233" y="931638"/>
                  </a:lnTo>
                  <a:lnTo>
                    <a:pt x="907982" y="922873"/>
                  </a:lnTo>
                  <a:lnTo>
                    <a:pt x="908950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314243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31516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31609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31702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31794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318874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319800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32072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3216532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322579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32350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32443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32535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32628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327210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328136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32906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32998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330915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331841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332767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333694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334620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335546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336472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3373990" y="17918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42"/>
                  </a:lnTo>
                  <a:lnTo>
                    <a:pt x="922916" y="904237"/>
                  </a:lnTo>
                  <a:lnTo>
                    <a:pt x="922753" y="904759"/>
                  </a:lnTo>
                  <a:lnTo>
                    <a:pt x="922736" y="906253"/>
                  </a:lnTo>
                  <a:lnTo>
                    <a:pt x="922706" y="908872"/>
                  </a:lnTo>
                  <a:lnTo>
                    <a:pt x="922676" y="911492"/>
                  </a:lnTo>
                  <a:lnTo>
                    <a:pt x="922603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3383252" y="1774587"/>
              <a:ext cx="915611" cy="918780"/>
            </a:xfrm>
            <a:custGeom>
              <a:avLst/>
              <a:pathLst>
                <a:path w="915611" h="918780">
                  <a:moveTo>
                    <a:pt x="914400" y="914400"/>
                  </a:moveTo>
                  <a:lnTo>
                    <a:pt x="915611" y="914400"/>
                  </a:lnTo>
                  <a:lnTo>
                    <a:pt x="914400" y="91878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2179163" y="1757348"/>
              <a:ext cx="914400" cy="923369"/>
            </a:xfrm>
            <a:custGeom>
              <a:avLst/>
              <a:pathLst>
                <a:path w="914400" h="923369">
                  <a:moveTo>
                    <a:pt x="914400" y="914400"/>
                  </a:moveTo>
                  <a:lnTo>
                    <a:pt x="914400" y="923369"/>
                  </a:lnTo>
                  <a:lnTo>
                    <a:pt x="913451" y="921438"/>
                  </a:lnTo>
                  <a:lnTo>
                    <a:pt x="910340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217916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82" y="931638"/>
                  </a:lnTo>
                  <a:lnTo>
                    <a:pt x="917368" y="929413"/>
                  </a:lnTo>
                  <a:lnTo>
                    <a:pt x="914400" y="9233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218842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219768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220695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221621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222547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223473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224399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225326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226252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227178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228104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229031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229957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230883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23180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23273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23366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23458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235514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236440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23736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238293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2392195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24014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24107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24199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24292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243850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244776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24570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2475555" y="17745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145" y="897161"/>
                  </a:lnTo>
                  <a:lnTo>
                    <a:pt x="914215" y="903484"/>
                  </a:lnTo>
                  <a:lnTo>
                    <a:pt x="914399" y="90411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2475555" y="1774587"/>
              <a:ext cx="917331" cy="914400"/>
            </a:xfrm>
            <a:custGeom>
              <a:avLst/>
              <a:pathLst>
                <a:path w="917331" h="914400">
                  <a:moveTo>
                    <a:pt x="914399" y="914400"/>
                  </a:moveTo>
                  <a:lnTo>
                    <a:pt x="914399" y="904119"/>
                  </a:lnTo>
                  <a:lnTo>
                    <a:pt x="916991" y="913060"/>
                  </a:lnTo>
                  <a:lnTo>
                    <a:pt x="917331" y="914400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3142434" y="17573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950" y="931638"/>
                  </a:lnTo>
                  <a:lnTo>
                    <a:pt x="909180" y="929625"/>
                  </a:lnTo>
                  <a:lnTo>
                    <a:pt x="910669" y="919268"/>
                  </a:lnTo>
                  <a:lnTo>
                    <a:pt x="911517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314243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31516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31609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31702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31794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318874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319800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32072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3216532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322579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32350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32443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32535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32628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327210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328136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32906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329989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330915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331841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332767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333694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334620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335546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336472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337399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3383252" y="1774587"/>
              <a:ext cx="919708" cy="914400"/>
            </a:xfrm>
            <a:custGeom>
              <a:avLst/>
              <a:pathLst>
                <a:path w="91970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708" y="897161"/>
                  </a:lnTo>
                  <a:lnTo>
                    <a:pt x="918681" y="902071"/>
                  </a:lnTo>
                  <a:lnTo>
                    <a:pt x="916303" y="911895"/>
                  </a:lnTo>
                  <a:lnTo>
                    <a:pt x="915611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2169901" y="1740110"/>
              <a:ext cx="914400" cy="918327"/>
            </a:xfrm>
            <a:custGeom>
              <a:avLst/>
              <a:pathLst>
                <a:path w="914400" h="918327">
                  <a:moveTo>
                    <a:pt x="914400" y="914400"/>
                  </a:moveTo>
                  <a:lnTo>
                    <a:pt x="914400" y="918327"/>
                  </a:lnTo>
                  <a:lnTo>
                    <a:pt x="913005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216990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02" y="931638"/>
                  </a:lnTo>
                  <a:lnTo>
                    <a:pt x="919025" y="930332"/>
                  </a:lnTo>
                  <a:lnTo>
                    <a:pt x="915576" y="921640"/>
                  </a:lnTo>
                  <a:lnTo>
                    <a:pt x="914400" y="918327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217916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218842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219768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220695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221621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222547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223473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224399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225326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226252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227178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228104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229031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229957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230883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23180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23273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23366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23458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235514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236440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23736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238293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2392195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24014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24107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24199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24292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243850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244776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24570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2466292" y="1757348"/>
              <a:ext cx="921407" cy="914400"/>
            </a:xfrm>
            <a:custGeom>
              <a:avLst/>
              <a:pathLst>
                <a:path w="9214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64" y="897161"/>
                  </a:lnTo>
                  <a:lnTo>
                    <a:pt x="917135" y="902449"/>
                  </a:lnTo>
                  <a:lnTo>
                    <a:pt x="920435" y="911430"/>
                  </a:lnTo>
                  <a:lnTo>
                    <a:pt x="921407" y="914400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3142434" y="17573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517" y="914400"/>
                  </a:lnTo>
                  <a:lnTo>
                    <a:pt x="912444" y="909069"/>
                  </a:lnTo>
                  <a:lnTo>
                    <a:pt x="914400" y="89954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3151697" y="17401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787"/>
                  </a:lnTo>
                  <a:lnTo>
                    <a:pt x="905239" y="916293"/>
                  </a:lnTo>
                  <a:lnTo>
                    <a:pt x="905359" y="915751"/>
                  </a:lnTo>
                  <a:lnTo>
                    <a:pt x="905480" y="915202"/>
                  </a:lnTo>
                  <a:lnTo>
                    <a:pt x="905602" y="914654"/>
                  </a:lnTo>
                  <a:lnTo>
                    <a:pt x="905658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31516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31609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31702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31794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318874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319800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32072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3216532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322579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32350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32443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32535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32628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327210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328136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32906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329989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330915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331841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332767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333694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334620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335546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336472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337399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3383252" y="1757348"/>
              <a:ext cx="922872" cy="914400"/>
            </a:xfrm>
            <a:custGeom>
              <a:avLst/>
              <a:pathLst>
                <a:path w="9228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872" y="897161"/>
                  </a:lnTo>
                  <a:lnTo>
                    <a:pt x="922596" y="899038"/>
                  </a:lnTo>
                  <a:lnTo>
                    <a:pt x="920780" y="909269"/>
                  </a:lnTo>
                  <a:lnTo>
                    <a:pt x="919708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2169901" y="17228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005" y="931638"/>
                  </a:lnTo>
                  <a:lnTo>
                    <a:pt x="912375" y="929863"/>
                  </a:lnTo>
                  <a:lnTo>
                    <a:pt x="909432" y="920549"/>
                  </a:lnTo>
                  <a:lnTo>
                    <a:pt x="907714" y="914400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216990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217916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218842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219768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220695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221621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222547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223473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224399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225326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226252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227178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228104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229031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229957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230883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23180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23273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23366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23458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235514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236440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23736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238293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2392195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24014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24107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24199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24292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243850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244776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2466292" y="17401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52" y="897161"/>
                  </a:lnTo>
                  <a:lnTo>
                    <a:pt x="909796" y="902755"/>
                  </a:lnTo>
                  <a:lnTo>
                    <a:pt x="913585" y="911042"/>
                  </a:lnTo>
                  <a:lnTo>
                    <a:pt x="914400" y="913026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2466292" y="1740110"/>
              <a:ext cx="914964" cy="914400"/>
            </a:xfrm>
            <a:custGeom>
              <a:avLst/>
              <a:pathLst>
                <a:path w="914964" h="914400">
                  <a:moveTo>
                    <a:pt x="914400" y="914400"/>
                  </a:moveTo>
                  <a:lnTo>
                    <a:pt x="914400" y="913026"/>
                  </a:lnTo>
                  <a:lnTo>
                    <a:pt x="914964" y="914400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3142434" y="1722871"/>
              <a:ext cx="914400" cy="921299"/>
            </a:xfrm>
            <a:custGeom>
              <a:avLst/>
              <a:pathLst>
                <a:path w="914400" h="921299">
                  <a:moveTo>
                    <a:pt x="914400" y="914400"/>
                  </a:moveTo>
                  <a:lnTo>
                    <a:pt x="914400" y="921299"/>
                  </a:lnTo>
                  <a:lnTo>
                    <a:pt x="911692" y="919372"/>
                  </a:lnTo>
                  <a:lnTo>
                    <a:pt x="906421" y="915025"/>
                  </a:lnTo>
                  <a:lnTo>
                    <a:pt x="905758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314243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20" y="931638"/>
                  </a:lnTo>
                  <a:lnTo>
                    <a:pt x="914985" y="931344"/>
                  </a:lnTo>
                  <a:lnTo>
                    <a:pt x="915107" y="930796"/>
                  </a:lnTo>
                  <a:lnTo>
                    <a:pt x="915228" y="930248"/>
                  </a:lnTo>
                  <a:lnTo>
                    <a:pt x="915350" y="929700"/>
                  </a:lnTo>
                  <a:lnTo>
                    <a:pt x="915471" y="929152"/>
                  </a:lnTo>
                  <a:lnTo>
                    <a:pt x="915593" y="928604"/>
                  </a:lnTo>
                  <a:lnTo>
                    <a:pt x="915714" y="928055"/>
                  </a:lnTo>
                  <a:lnTo>
                    <a:pt x="915836" y="927507"/>
                  </a:lnTo>
                  <a:lnTo>
                    <a:pt x="915957" y="926959"/>
                  </a:lnTo>
                  <a:lnTo>
                    <a:pt x="916079" y="926411"/>
                  </a:lnTo>
                  <a:lnTo>
                    <a:pt x="916200" y="925863"/>
                  </a:lnTo>
                  <a:lnTo>
                    <a:pt x="916322" y="925315"/>
                  </a:lnTo>
                  <a:lnTo>
                    <a:pt x="916444" y="924766"/>
                  </a:lnTo>
                  <a:lnTo>
                    <a:pt x="916565" y="924218"/>
                  </a:lnTo>
                  <a:lnTo>
                    <a:pt x="916687" y="923670"/>
                  </a:lnTo>
                  <a:lnTo>
                    <a:pt x="916829" y="923028"/>
                  </a:lnTo>
                  <a:lnTo>
                    <a:pt x="914400" y="92129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31516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31609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31702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31794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318874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319800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32072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3216532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322579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32350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32443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32535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32628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327210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328136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329063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329989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330915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331841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332767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333694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334620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335546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336472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337399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3383252" y="17401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024"/>
                  </a:lnTo>
                  <a:lnTo>
                    <a:pt x="922872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3392514" y="1722871"/>
              <a:ext cx="918902" cy="926262"/>
            </a:xfrm>
            <a:custGeom>
              <a:avLst/>
              <a:pathLst>
                <a:path w="918902" h="926262">
                  <a:moveTo>
                    <a:pt x="914400" y="914400"/>
                  </a:moveTo>
                  <a:lnTo>
                    <a:pt x="918902" y="914400"/>
                  </a:lnTo>
                  <a:lnTo>
                    <a:pt x="918782" y="914665"/>
                  </a:lnTo>
                  <a:lnTo>
                    <a:pt x="914955" y="922323"/>
                  </a:lnTo>
                  <a:lnTo>
                    <a:pt x="914861" y="923122"/>
                  </a:lnTo>
                  <a:lnTo>
                    <a:pt x="914400" y="926262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2160639" y="1705633"/>
              <a:ext cx="914400" cy="921590"/>
            </a:xfrm>
            <a:custGeom>
              <a:avLst/>
              <a:pathLst>
                <a:path w="914400" h="921590">
                  <a:moveTo>
                    <a:pt x="914400" y="914400"/>
                  </a:moveTo>
                  <a:lnTo>
                    <a:pt x="914400" y="921590"/>
                  </a:lnTo>
                  <a:lnTo>
                    <a:pt x="913611" y="918366"/>
                  </a:lnTo>
                  <a:lnTo>
                    <a:pt x="912772" y="914400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216063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76" y="931638"/>
                  </a:lnTo>
                  <a:lnTo>
                    <a:pt x="916016" y="928201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216990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217916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218842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219768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220695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221621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222547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223473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224399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225326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226252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227178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228104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229031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22995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230883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23180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23273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23366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23458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235514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2364408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23736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238293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2392195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24014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24107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24199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24292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243850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2457030" y="17228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218" y="897161"/>
                  </a:lnTo>
                  <a:lnTo>
                    <a:pt x="910576" y="899252"/>
                  </a:lnTo>
                  <a:lnTo>
                    <a:pt x="911500" y="905821"/>
                  </a:lnTo>
                  <a:lnTo>
                    <a:pt x="914400" y="910955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2457030" y="1722871"/>
              <a:ext cx="916214" cy="914400"/>
            </a:xfrm>
            <a:custGeom>
              <a:avLst/>
              <a:pathLst>
                <a:path w="916214" h="914400">
                  <a:moveTo>
                    <a:pt x="914400" y="914400"/>
                  </a:moveTo>
                  <a:lnTo>
                    <a:pt x="914400" y="910955"/>
                  </a:lnTo>
                  <a:lnTo>
                    <a:pt x="915040" y="912090"/>
                  </a:lnTo>
                  <a:lnTo>
                    <a:pt x="916214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3123910" y="1705633"/>
              <a:ext cx="914400" cy="921591"/>
            </a:xfrm>
            <a:custGeom>
              <a:avLst/>
              <a:pathLst>
                <a:path w="914400" h="921591">
                  <a:moveTo>
                    <a:pt x="914400" y="914400"/>
                  </a:moveTo>
                  <a:lnTo>
                    <a:pt x="914400" y="921591"/>
                  </a:lnTo>
                  <a:lnTo>
                    <a:pt x="909954" y="916256"/>
                  </a:lnTo>
                  <a:lnTo>
                    <a:pt x="908571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3123910" y="1705633"/>
              <a:ext cx="923662" cy="931053"/>
            </a:xfrm>
            <a:custGeom>
              <a:avLst/>
              <a:pathLst>
                <a:path w="923662" h="93105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053"/>
                  </a:lnTo>
                  <a:lnTo>
                    <a:pt x="919802" y="927412"/>
                  </a:lnTo>
                  <a:lnTo>
                    <a:pt x="914800" y="922072"/>
                  </a:lnTo>
                  <a:lnTo>
                    <a:pt x="914400" y="921591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31331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20" y="931638"/>
                  </a:lnTo>
                  <a:lnTo>
                    <a:pt x="914400" y="931053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314243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31516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31609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31702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31794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318874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319800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32072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3216532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322579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32350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32443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32535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32628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327210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328136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329063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329989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330915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331841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332767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333694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334620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335546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336472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337399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338325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3392514" y="17228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522"/>
                  </a:lnTo>
                  <a:lnTo>
                    <a:pt x="922551" y="906277"/>
                  </a:lnTo>
                  <a:lnTo>
                    <a:pt x="918902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3401777" y="1705633"/>
              <a:ext cx="916948" cy="920761"/>
            </a:xfrm>
            <a:custGeom>
              <a:avLst/>
              <a:pathLst>
                <a:path w="916948" h="920761">
                  <a:moveTo>
                    <a:pt x="914400" y="914400"/>
                  </a:moveTo>
                  <a:lnTo>
                    <a:pt x="916948" y="914400"/>
                  </a:lnTo>
                  <a:lnTo>
                    <a:pt x="916815" y="914768"/>
                  </a:lnTo>
                  <a:lnTo>
                    <a:pt x="914400" y="920761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2160639" y="16883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772" y="931638"/>
                  </a:lnTo>
                  <a:lnTo>
                    <a:pt x="911485" y="925550"/>
                  </a:lnTo>
                  <a:lnTo>
                    <a:pt x="909644" y="915302"/>
                  </a:lnTo>
                  <a:lnTo>
                    <a:pt x="909509" y="914400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216063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216990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217916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218842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219768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220695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221621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222547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223473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224399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225326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226252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227178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22810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22903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22995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230883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23180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23273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23366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23458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235514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2364408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23736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238293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2392195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24014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24107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24199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24292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243850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2447768" y="1705633"/>
              <a:ext cx="919480" cy="914400"/>
            </a:xfrm>
            <a:custGeom>
              <a:avLst/>
              <a:pathLst>
                <a:path w="91948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6242" y="897161"/>
                  </a:lnTo>
                  <a:lnTo>
                    <a:pt x="918057" y="906094"/>
                  </a:lnTo>
                  <a:lnTo>
                    <a:pt x="919480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3114648" y="1688394"/>
              <a:ext cx="914400" cy="927009"/>
            </a:xfrm>
            <a:custGeom>
              <a:avLst/>
              <a:pathLst>
                <a:path w="914400" h="927009">
                  <a:moveTo>
                    <a:pt x="914400" y="914400"/>
                  </a:moveTo>
                  <a:lnTo>
                    <a:pt x="914400" y="927009"/>
                  </a:lnTo>
                  <a:lnTo>
                    <a:pt x="910043" y="920499"/>
                  </a:lnTo>
                  <a:lnTo>
                    <a:pt x="906369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31146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833" y="931638"/>
                  </a:lnTo>
                  <a:lnTo>
                    <a:pt x="914539" y="927218"/>
                  </a:lnTo>
                  <a:lnTo>
                    <a:pt x="914400" y="92700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31239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31331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314243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31516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31609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31702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31794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318874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319800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32072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3216532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322579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32350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32443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32535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32628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327210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328136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329063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329989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330915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331841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332767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333694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334620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335546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336472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337399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338325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339251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3401777" y="17056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80"/>
                  </a:lnTo>
                  <a:lnTo>
                    <a:pt x="922269" y="901517"/>
                  </a:lnTo>
                  <a:lnTo>
                    <a:pt x="921251" y="902054"/>
                  </a:lnTo>
                  <a:lnTo>
                    <a:pt x="920087" y="905686"/>
                  </a:lnTo>
                  <a:lnTo>
                    <a:pt x="916948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3411039" y="1688394"/>
              <a:ext cx="921256" cy="918019"/>
            </a:xfrm>
            <a:custGeom>
              <a:avLst/>
              <a:pathLst>
                <a:path w="921256" h="918019">
                  <a:moveTo>
                    <a:pt x="914400" y="914400"/>
                  </a:moveTo>
                  <a:lnTo>
                    <a:pt x="921256" y="914400"/>
                  </a:lnTo>
                  <a:lnTo>
                    <a:pt x="920054" y="915034"/>
                  </a:lnTo>
                  <a:lnTo>
                    <a:pt x="918644" y="915778"/>
                  </a:lnTo>
                  <a:lnTo>
                    <a:pt x="917234" y="916522"/>
                  </a:lnTo>
                  <a:lnTo>
                    <a:pt x="915825" y="917266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2160639" y="16711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09" y="931638"/>
                  </a:lnTo>
                  <a:lnTo>
                    <a:pt x="908093" y="922128"/>
                  </a:lnTo>
                  <a:lnTo>
                    <a:pt x="907172" y="914400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216063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216990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217916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218842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219768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220695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221621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222547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223473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224399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225326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226252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22717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22810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22903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22995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230883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23180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23273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23366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23458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235514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2364408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23736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238293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2392195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24014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24107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24199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24292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2447768" y="168839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005" y="897161"/>
                  </a:lnTo>
                  <a:lnTo>
                    <a:pt x="913623" y="903135"/>
                  </a:lnTo>
                  <a:lnTo>
                    <a:pt x="914399" y="90642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2447768" y="1688394"/>
              <a:ext cx="916242" cy="914400"/>
            </a:xfrm>
            <a:custGeom>
              <a:avLst/>
              <a:pathLst>
                <a:path w="916242" h="914400">
                  <a:moveTo>
                    <a:pt x="914399" y="914400"/>
                  </a:moveTo>
                  <a:lnTo>
                    <a:pt x="914399" y="906420"/>
                  </a:lnTo>
                  <a:lnTo>
                    <a:pt x="915983" y="913125"/>
                  </a:lnTo>
                  <a:lnTo>
                    <a:pt x="916242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3105386" y="1671156"/>
              <a:ext cx="914400" cy="929483"/>
            </a:xfrm>
            <a:custGeom>
              <a:avLst/>
              <a:pathLst>
                <a:path w="914400" h="929483">
                  <a:moveTo>
                    <a:pt x="914400" y="914400"/>
                  </a:moveTo>
                  <a:lnTo>
                    <a:pt x="914400" y="929483"/>
                  </a:lnTo>
                  <a:lnTo>
                    <a:pt x="910904" y="923043"/>
                  </a:lnTo>
                  <a:lnTo>
                    <a:pt x="907022" y="915108"/>
                  </a:lnTo>
                  <a:lnTo>
                    <a:pt x="906710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31053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32" y="931638"/>
                  </a:lnTo>
                  <a:lnTo>
                    <a:pt x="915002" y="930593"/>
                  </a:lnTo>
                  <a:lnTo>
                    <a:pt x="914400" y="929483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31146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31239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31331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314243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31516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31609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31702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31794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318874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319800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32072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3216532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322579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32350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32443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32535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32628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327210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328136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329063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329989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330915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331841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332767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333694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334620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335546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336472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337399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338325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339251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340177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3411039" y="16883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131"/>
                  </a:lnTo>
                  <a:lnTo>
                    <a:pt x="922875" y="913546"/>
                  </a:lnTo>
                  <a:lnTo>
                    <a:pt x="921464" y="914290"/>
                  </a:lnTo>
                  <a:lnTo>
                    <a:pt x="921256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3420301" y="1671156"/>
              <a:ext cx="923662" cy="930370"/>
            </a:xfrm>
            <a:custGeom>
              <a:avLst/>
              <a:pathLst>
                <a:path w="923662" h="93037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925"/>
                  </a:lnTo>
                  <a:lnTo>
                    <a:pt x="921676" y="926274"/>
                  </a:lnTo>
                  <a:lnTo>
                    <a:pt x="916438" y="929295"/>
                  </a:lnTo>
                  <a:lnTo>
                    <a:pt x="915023" y="930041"/>
                  </a:lnTo>
                  <a:lnTo>
                    <a:pt x="914400" y="93037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3429563" y="1671156"/>
              <a:ext cx="923662" cy="924925"/>
            </a:xfrm>
            <a:custGeom>
              <a:avLst/>
              <a:pathLst>
                <a:path w="923662" h="92492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72"/>
                  </a:lnTo>
                  <a:lnTo>
                    <a:pt x="922617" y="918808"/>
                  </a:lnTo>
                  <a:lnTo>
                    <a:pt x="917565" y="922775"/>
                  </a:lnTo>
                  <a:lnTo>
                    <a:pt x="914400" y="924925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3438825" y="1671156"/>
              <a:ext cx="918275" cy="917872"/>
            </a:xfrm>
            <a:custGeom>
              <a:avLst/>
              <a:pathLst>
                <a:path w="918275" h="917872">
                  <a:moveTo>
                    <a:pt x="914400" y="914400"/>
                  </a:moveTo>
                  <a:lnTo>
                    <a:pt x="918275" y="914400"/>
                  </a:lnTo>
                  <a:lnTo>
                    <a:pt x="914400" y="917872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2160639" y="16539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172" y="931638"/>
                  </a:lnTo>
                  <a:lnTo>
                    <a:pt x="906836" y="928818"/>
                  </a:lnTo>
                  <a:lnTo>
                    <a:pt x="905877" y="918161"/>
                  </a:lnTo>
                  <a:lnTo>
                    <a:pt x="905646" y="91440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21606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21699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21791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218842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219768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220695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221621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222547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223473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224399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225326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22625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22717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22810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22903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22995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230883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23180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23273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23366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23458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235514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2364408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23736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238293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2392195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24014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24107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24199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24292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2438506" y="1671156"/>
              <a:ext cx="921267" cy="914400"/>
            </a:xfrm>
            <a:custGeom>
              <a:avLst/>
              <a:pathLst>
                <a:path w="92126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950" y="897161"/>
                  </a:lnTo>
                  <a:lnTo>
                    <a:pt x="917334" y="901158"/>
                  </a:lnTo>
                  <a:lnTo>
                    <a:pt x="920246" y="910629"/>
                  </a:lnTo>
                  <a:lnTo>
                    <a:pt x="921267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3096123" y="1653917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629" y="924048"/>
                  </a:lnTo>
                  <a:lnTo>
                    <a:pt x="909209" y="915407"/>
                  </a:lnTo>
                  <a:lnTo>
                    <a:pt x="908852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30961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972" y="931638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31053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31146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31239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31331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314243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31516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31609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31702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31794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318874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319800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32072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3216532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322579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32350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32443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32535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32628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327210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328136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329063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329989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330915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331841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332767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333694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334620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335546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336472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337399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338325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339251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340177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34110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34203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34295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3438825" y="16711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885"/>
                  </a:lnTo>
                  <a:lnTo>
                    <a:pt x="923113" y="909507"/>
                  </a:lnTo>
                  <a:lnTo>
                    <a:pt x="918275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3448088" y="1653917"/>
              <a:ext cx="923662" cy="926123"/>
            </a:xfrm>
            <a:custGeom>
              <a:avLst/>
              <a:pathLst>
                <a:path w="923662" h="9261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12"/>
                  </a:lnTo>
                  <a:lnTo>
                    <a:pt x="923069" y="915701"/>
                  </a:lnTo>
                  <a:lnTo>
                    <a:pt x="918533" y="921435"/>
                  </a:lnTo>
                  <a:lnTo>
                    <a:pt x="914400" y="926123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3457350" y="1653917"/>
              <a:ext cx="914784" cy="914912"/>
            </a:xfrm>
            <a:custGeom>
              <a:avLst/>
              <a:pathLst>
                <a:path w="914784" h="914912">
                  <a:moveTo>
                    <a:pt x="914400" y="914400"/>
                  </a:moveTo>
                  <a:lnTo>
                    <a:pt x="914784" y="914400"/>
                  </a:lnTo>
                  <a:lnTo>
                    <a:pt x="914400" y="914912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2151377" y="1636679"/>
              <a:ext cx="914400" cy="922220"/>
            </a:xfrm>
            <a:custGeom>
              <a:avLst/>
              <a:pathLst>
                <a:path w="914400" h="922220">
                  <a:moveTo>
                    <a:pt x="914400" y="914400"/>
                  </a:moveTo>
                  <a:lnTo>
                    <a:pt x="914400" y="922220"/>
                  </a:lnTo>
                  <a:lnTo>
                    <a:pt x="914141" y="914400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21513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08" y="931638"/>
                  </a:lnTo>
                  <a:lnTo>
                    <a:pt x="914480" y="924664"/>
                  </a:lnTo>
                  <a:lnTo>
                    <a:pt x="914400" y="922220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21606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21699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21791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218842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21976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220695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221621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222547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223473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224399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22532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22625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22717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22810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22903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22995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230883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23180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23273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23366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23458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235514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2364408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23736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238293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2392195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24014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24107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24199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2438506" y="16539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34" y="897161"/>
                  </a:lnTo>
                  <a:lnTo>
                    <a:pt x="910725" y="900376"/>
                  </a:lnTo>
                  <a:lnTo>
                    <a:pt x="914157" y="909224"/>
                  </a:lnTo>
                  <a:lnTo>
                    <a:pt x="914400" y="909923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2438506" y="1653917"/>
              <a:ext cx="915950" cy="914400"/>
            </a:xfrm>
            <a:custGeom>
              <a:avLst/>
              <a:pathLst>
                <a:path w="915950" h="914400">
                  <a:moveTo>
                    <a:pt x="914400" y="914400"/>
                  </a:moveTo>
                  <a:lnTo>
                    <a:pt x="914400" y="909923"/>
                  </a:lnTo>
                  <a:lnTo>
                    <a:pt x="915950" y="914400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3086861" y="1636679"/>
              <a:ext cx="914400" cy="920841"/>
            </a:xfrm>
            <a:custGeom>
              <a:avLst/>
              <a:pathLst>
                <a:path w="914400" h="920841">
                  <a:moveTo>
                    <a:pt x="914400" y="914400"/>
                  </a:moveTo>
                  <a:lnTo>
                    <a:pt x="914400" y="920841"/>
                  </a:lnTo>
                  <a:lnTo>
                    <a:pt x="912368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30868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15" y="931638"/>
                  </a:lnTo>
                  <a:lnTo>
                    <a:pt x="915297" y="923686"/>
                  </a:lnTo>
                  <a:lnTo>
                    <a:pt x="914400" y="920841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30961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31053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31146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31239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31331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314243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31516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31609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31702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31794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318874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319800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32072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3216532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322579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32350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32443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32535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326284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327210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328136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329063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329989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330915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331841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332767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333694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334620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335546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336472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337399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338325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339251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34017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34110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34203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34295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343882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34480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3457350" y="16539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11"/>
                  </a:lnTo>
                  <a:lnTo>
                    <a:pt x="923046" y="907822"/>
                  </a:lnTo>
                  <a:lnTo>
                    <a:pt x="921821" y="908440"/>
                  </a:lnTo>
                  <a:lnTo>
                    <a:pt x="920596" y="909059"/>
                  </a:lnTo>
                  <a:lnTo>
                    <a:pt x="919371" y="909677"/>
                  </a:lnTo>
                  <a:lnTo>
                    <a:pt x="918147" y="910296"/>
                  </a:lnTo>
                  <a:lnTo>
                    <a:pt x="917693" y="910525"/>
                  </a:lnTo>
                  <a:lnTo>
                    <a:pt x="917551" y="910714"/>
                  </a:lnTo>
                  <a:lnTo>
                    <a:pt x="916305" y="912373"/>
                  </a:lnTo>
                  <a:lnTo>
                    <a:pt x="915060" y="914032"/>
                  </a:lnTo>
                  <a:lnTo>
                    <a:pt x="914784" y="91440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3466612" y="1636679"/>
              <a:ext cx="923662" cy="924749"/>
            </a:xfrm>
            <a:custGeom>
              <a:avLst/>
              <a:pathLst>
                <a:path w="923662" h="924749">
                  <a:moveTo>
                    <a:pt x="914400" y="914400"/>
                  </a:moveTo>
                  <a:lnTo>
                    <a:pt x="923662" y="914400"/>
                  </a:lnTo>
                  <a:lnTo>
                    <a:pt x="923587" y="920117"/>
                  </a:lnTo>
                  <a:lnTo>
                    <a:pt x="922361" y="920734"/>
                  </a:lnTo>
                  <a:lnTo>
                    <a:pt x="921135" y="921352"/>
                  </a:lnTo>
                  <a:lnTo>
                    <a:pt x="919910" y="921970"/>
                  </a:lnTo>
                  <a:lnTo>
                    <a:pt x="918684" y="922587"/>
                  </a:lnTo>
                  <a:lnTo>
                    <a:pt x="917459" y="923205"/>
                  </a:lnTo>
                  <a:lnTo>
                    <a:pt x="916234" y="923823"/>
                  </a:lnTo>
                  <a:lnTo>
                    <a:pt x="915008" y="924442"/>
                  </a:lnTo>
                  <a:lnTo>
                    <a:pt x="914400" y="92474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3475874" y="1636679"/>
              <a:ext cx="923662" cy="920079"/>
            </a:xfrm>
            <a:custGeom>
              <a:avLst/>
              <a:pathLst>
                <a:path w="923662" h="9200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186"/>
                  </a:lnTo>
                  <a:lnTo>
                    <a:pt x="919234" y="917646"/>
                  </a:lnTo>
                  <a:lnTo>
                    <a:pt x="918003" y="918265"/>
                  </a:lnTo>
                  <a:lnTo>
                    <a:pt x="916777" y="918882"/>
                  </a:lnTo>
                  <a:lnTo>
                    <a:pt x="915551" y="919499"/>
                  </a:lnTo>
                  <a:lnTo>
                    <a:pt x="914400" y="92007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3485137" y="1636679"/>
              <a:ext cx="915767" cy="915186"/>
            </a:xfrm>
            <a:custGeom>
              <a:avLst/>
              <a:pathLst>
                <a:path w="915767" h="915186">
                  <a:moveTo>
                    <a:pt x="914400" y="914400"/>
                  </a:moveTo>
                  <a:lnTo>
                    <a:pt x="915767" y="914400"/>
                  </a:lnTo>
                  <a:lnTo>
                    <a:pt x="915514" y="914567"/>
                  </a:lnTo>
                  <a:lnTo>
                    <a:pt x="914400" y="915186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2151377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41" y="931638"/>
                  </a:lnTo>
                  <a:lnTo>
                    <a:pt x="914124" y="931117"/>
                  </a:lnTo>
                  <a:lnTo>
                    <a:pt x="914070" y="920312"/>
                  </a:lnTo>
                  <a:lnTo>
                    <a:pt x="914207" y="914400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21513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21606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21699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21791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218842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21976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22069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22162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222547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223473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224399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22532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22625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22717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22810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22903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22995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230883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23180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23273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23366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23458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235514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2364408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23736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238293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2392195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24014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24107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2429243" y="16366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347" y="897161"/>
                  </a:lnTo>
                  <a:lnTo>
                    <a:pt x="912396" y="900989"/>
                  </a:lnTo>
                  <a:lnTo>
                    <a:pt x="914400" y="90514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2429243" y="1636679"/>
              <a:ext cx="918597" cy="914400"/>
            </a:xfrm>
            <a:custGeom>
              <a:avLst/>
              <a:pathLst>
                <a:path w="918597" h="914400">
                  <a:moveTo>
                    <a:pt x="914400" y="914400"/>
                  </a:moveTo>
                  <a:lnTo>
                    <a:pt x="914400" y="905149"/>
                  </a:lnTo>
                  <a:lnTo>
                    <a:pt x="916310" y="909115"/>
                  </a:lnTo>
                  <a:lnTo>
                    <a:pt x="918597" y="914400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3086861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68" y="931638"/>
                  </a:lnTo>
                  <a:lnTo>
                    <a:pt x="909718" y="922148"/>
                  </a:lnTo>
                  <a:lnTo>
                    <a:pt x="907823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30868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30961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31053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31146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31239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31331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314243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31516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31609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31702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31794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318874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319800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32072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3216532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322579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32350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32443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325358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326284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327210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328136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329063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329989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330915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331841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332767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333694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334620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335546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336472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337399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338325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339251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34017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34110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34203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34295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343882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34480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34573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34666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347587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3485137" y="16366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067"/>
                  </a:lnTo>
                  <a:lnTo>
                    <a:pt x="922143" y="910442"/>
                  </a:lnTo>
                  <a:lnTo>
                    <a:pt x="921508" y="910534"/>
                  </a:lnTo>
                  <a:lnTo>
                    <a:pt x="920962" y="910957"/>
                  </a:lnTo>
                  <a:lnTo>
                    <a:pt x="915767" y="914400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3494399" y="1619441"/>
              <a:ext cx="923662" cy="927305"/>
            </a:xfrm>
            <a:custGeom>
              <a:avLst/>
              <a:pathLst>
                <a:path w="923662" h="9273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520"/>
                  </a:lnTo>
                  <a:lnTo>
                    <a:pt x="918791" y="926221"/>
                  </a:lnTo>
                  <a:lnTo>
                    <a:pt x="914400" y="927305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3503661" y="1619441"/>
              <a:ext cx="923662" cy="924520"/>
            </a:xfrm>
            <a:custGeom>
              <a:avLst/>
              <a:pathLst>
                <a:path w="923662" h="9245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54"/>
                  </a:lnTo>
                  <a:lnTo>
                    <a:pt x="921179" y="921547"/>
                  </a:lnTo>
                  <a:lnTo>
                    <a:pt x="915387" y="924175"/>
                  </a:lnTo>
                  <a:lnTo>
                    <a:pt x="914400" y="92452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3512923" y="1619441"/>
              <a:ext cx="923662" cy="920154"/>
            </a:xfrm>
            <a:custGeom>
              <a:avLst/>
              <a:pathLst>
                <a:path w="923662" h="92015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628"/>
                  </a:lnTo>
                  <a:lnTo>
                    <a:pt x="922645" y="915254"/>
                  </a:lnTo>
                  <a:lnTo>
                    <a:pt x="920973" y="916283"/>
                  </a:lnTo>
                  <a:lnTo>
                    <a:pt x="919301" y="917312"/>
                  </a:lnTo>
                  <a:lnTo>
                    <a:pt x="917624" y="918345"/>
                  </a:lnTo>
                  <a:lnTo>
                    <a:pt x="914400" y="920154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3522185" y="1619441"/>
              <a:ext cx="914771" cy="914628"/>
            </a:xfrm>
            <a:custGeom>
              <a:avLst/>
              <a:pathLst>
                <a:path w="914771" h="914628">
                  <a:moveTo>
                    <a:pt x="914400" y="914400"/>
                  </a:moveTo>
                  <a:lnTo>
                    <a:pt x="914771" y="914400"/>
                  </a:lnTo>
                  <a:lnTo>
                    <a:pt x="914400" y="91462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2151377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207" y="914400"/>
                  </a:lnTo>
                  <a:lnTo>
                    <a:pt x="914319" y="909517"/>
                  </a:lnTo>
                  <a:lnTo>
                    <a:pt x="914341" y="908925"/>
                  </a:lnTo>
                  <a:lnTo>
                    <a:pt x="914364" y="908332"/>
                  </a:lnTo>
                  <a:lnTo>
                    <a:pt x="914386" y="907739"/>
                  </a:lnTo>
                  <a:lnTo>
                    <a:pt x="914400" y="907366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2160639" y="1602202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04"/>
                  </a:lnTo>
                  <a:lnTo>
                    <a:pt x="905145" y="924384"/>
                  </a:lnTo>
                  <a:lnTo>
                    <a:pt x="905168" y="923791"/>
                  </a:lnTo>
                  <a:lnTo>
                    <a:pt x="905190" y="923197"/>
                  </a:lnTo>
                  <a:lnTo>
                    <a:pt x="905212" y="922604"/>
                  </a:lnTo>
                  <a:lnTo>
                    <a:pt x="905234" y="922011"/>
                  </a:lnTo>
                  <a:lnTo>
                    <a:pt x="905256" y="921418"/>
                  </a:lnTo>
                  <a:lnTo>
                    <a:pt x="905278" y="920825"/>
                  </a:lnTo>
                  <a:lnTo>
                    <a:pt x="905300" y="920231"/>
                  </a:lnTo>
                  <a:lnTo>
                    <a:pt x="905322" y="919638"/>
                  </a:lnTo>
                  <a:lnTo>
                    <a:pt x="905344" y="919045"/>
                  </a:lnTo>
                  <a:lnTo>
                    <a:pt x="905366" y="918452"/>
                  </a:lnTo>
                  <a:lnTo>
                    <a:pt x="905388" y="917858"/>
                  </a:lnTo>
                  <a:lnTo>
                    <a:pt x="905411" y="917265"/>
                  </a:lnTo>
                  <a:lnTo>
                    <a:pt x="905433" y="916672"/>
                  </a:lnTo>
                  <a:lnTo>
                    <a:pt x="905455" y="916079"/>
                  </a:lnTo>
                  <a:lnTo>
                    <a:pt x="905477" y="915486"/>
                  </a:lnTo>
                  <a:lnTo>
                    <a:pt x="905499" y="914892"/>
                  </a:lnTo>
                  <a:lnTo>
                    <a:pt x="905517" y="91439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21606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21699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21791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218842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21976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22069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22162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222547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22347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22439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22532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22625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22717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22810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22903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22995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230883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23180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23273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23366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23458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7">
                <a:alpha val="100000"/>
              </a:srgbClr>
            </a:solidFill>
            <a:ln w="5420" cap="flat">
              <a:solidFill>
                <a:srgbClr val="EDF7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235514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2364408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23736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238293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2392195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24014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2419981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181" y="897161"/>
                  </a:lnTo>
                  <a:lnTo>
                    <a:pt x="913168" y="903183"/>
                  </a:lnTo>
                  <a:lnTo>
                    <a:pt x="914400" y="905252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2419981" y="1619441"/>
              <a:ext cx="919609" cy="914400"/>
            </a:xfrm>
            <a:custGeom>
              <a:avLst/>
              <a:pathLst>
                <a:path w="919609" h="914400">
                  <a:moveTo>
                    <a:pt x="914400" y="914400"/>
                  </a:moveTo>
                  <a:lnTo>
                    <a:pt x="914400" y="905252"/>
                  </a:lnTo>
                  <a:lnTo>
                    <a:pt x="917520" y="910497"/>
                  </a:lnTo>
                  <a:lnTo>
                    <a:pt x="919609" y="914400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3077599" y="1602202"/>
              <a:ext cx="914400" cy="919205"/>
            </a:xfrm>
            <a:custGeom>
              <a:avLst/>
              <a:pathLst>
                <a:path w="914400" h="919205">
                  <a:moveTo>
                    <a:pt x="914400" y="914399"/>
                  </a:moveTo>
                  <a:lnTo>
                    <a:pt x="914400" y="919205"/>
                  </a:lnTo>
                  <a:lnTo>
                    <a:pt x="913534" y="91439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30775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7085" y="931638"/>
                  </a:lnTo>
                  <a:lnTo>
                    <a:pt x="916591" y="929619"/>
                  </a:lnTo>
                  <a:lnTo>
                    <a:pt x="914477" y="919635"/>
                  </a:lnTo>
                  <a:lnTo>
                    <a:pt x="914400" y="919205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30868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30961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31053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31146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31239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31331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314243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31516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31609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31702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31794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318874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319800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32072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3216532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322579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32350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324431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325358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326284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327210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328136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329063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329989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330915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331841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332767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333694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334620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335546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336472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337399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338325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339251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340177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34110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34203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34295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343882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34480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34573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34666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347587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34851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34943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35036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35129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3522185" y="16194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936"/>
                  </a:lnTo>
                  <a:lnTo>
                    <a:pt x="923421" y="909084"/>
                  </a:lnTo>
                  <a:lnTo>
                    <a:pt x="921747" y="910112"/>
                  </a:lnTo>
                  <a:lnTo>
                    <a:pt x="920074" y="911140"/>
                  </a:lnTo>
                  <a:lnTo>
                    <a:pt x="918401" y="912168"/>
                  </a:lnTo>
                  <a:lnTo>
                    <a:pt x="916728" y="913196"/>
                  </a:lnTo>
                  <a:lnTo>
                    <a:pt x="915055" y="914225"/>
                  </a:lnTo>
                  <a:lnTo>
                    <a:pt x="914771" y="914400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3531448" y="1602202"/>
              <a:ext cx="923662" cy="926175"/>
            </a:xfrm>
            <a:custGeom>
              <a:avLst/>
              <a:pathLst>
                <a:path w="923662" h="92617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495"/>
                  </a:lnTo>
                  <a:lnTo>
                    <a:pt x="922532" y="921187"/>
                  </a:lnTo>
                  <a:lnTo>
                    <a:pt x="920857" y="922214"/>
                  </a:lnTo>
                  <a:lnTo>
                    <a:pt x="919182" y="923241"/>
                  </a:lnTo>
                  <a:lnTo>
                    <a:pt x="917507" y="924268"/>
                  </a:lnTo>
                  <a:lnTo>
                    <a:pt x="915833" y="925295"/>
                  </a:lnTo>
                  <a:lnTo>
                    <a:pt x="914400" y="926175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3540710" y="1602202"/>
              <a:ext cx="923494" cy="920495"/>
            </a:xfrm>
            <a:custGeom>
              <a:avLst/>
              <a:pathLst>
                <a:path w="923494" h="920495">
                  <a:moveTo>
                    <a:pt x="914400" y="914399"/>
                  </a:moveTo>
                  <a:lnTo>
                    <a:pt x="923494" y="914399"/>
                  </a:lnTo>
                  <a:lnTo>
                    <a:pt x="921276" y="916070"/>
                  </a:lnTo>
                  <a:lnTo>
                    <a:pt x="916627" y="919131"/>
                  </a:lnTo>
                  <a:lnTo>
                    <a:pt x="914946" y="920161"/>
                  </a:lnTo>
                  <a:lnTo>
                    <a:pt x="914400" y="920495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216063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21" y="931538"/>
                  </a:lnTo>
                  <a:lnTo>
                    <a:pt x="905543" y="930944"/>
                  </a:lnTo>
                  <a:lnTo>
                    <a:pt x="905565" y="930351"/>
                  </a:lnTo>
                  <a:lnTo>
                    <a:pt x="905587" y="929758"/>
                  </a:lnTo>
                  <a:lnTo>
                    <a:pt x="905610" y="929165"/>
                  </a:lnTo>
                  <a:lnTo>
                    <a:pt x="905632" y="928571"/>
                  </a:lnTo>
                  <a:lnTo>
                    <a:pt x="905654" y="927978"/>
                  </a:lnTo>
                  <a:lnTo>
                    <a:pt x="905676" y="927385"/>
                  </a:lnTo>
                  <a:lnTo>
                    <a:pt x="905698" y="926792"/>
                  </a:lnTo>
                  <a:lnTo>
                    <a:pt x="905720" y="926199"/>
                  </a:lnTo>
                  <a:lnTo>
                    <a:pt x="905742" y="925605"/>
                  </a:lnTo>
                  <a:lnTo>
                    <a:pt x="905764" y="925012"/>
                  </a:lnTo>
                  <a:lnTo>
                    <a:pt x="905994" y="920473"/>
                  </a:lnTo>
                  <a:lnTo>
                    <a:pt x="905975" y="920322"/>
                  </a:lnTo>
                  <a:lnTo>
                    <a:pt x="905700" y="918137"/>
                  </a:lnTo>
                  <a:lnTo>
                    <a:pt x="905424" y="915953"/>
                  </a:lnTo>
                  <a:lnTo>
                    <a:pt x="905229" y="91439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21606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21699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21791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218842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21976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22069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22162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222547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22347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22439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22532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22625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22717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22810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22903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22995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230883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23180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23273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23366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23458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235514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2364408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23736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238293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2392195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2410719" y="1602202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7078" y="897161"/>
                  </a:lnTo>
                  <a:lnTo>
                    <a:pt x="907567" y="900478"/>
                  </a:lnTo>
                  <a:lnTo>
                    <a:pt x="908220" y="901179"/>
                  </a:lnTo>
                  <a:lnTo>
                    <a:pt x="913136" y="907125"/>
                  </a:lnTo>
                  <a:lnTo>
                    <a:pt x="914400" y="908835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2410719" y="1602202"/>
              <a:ext cx="918444" cy="914399"/>
            </a:xfrm>
            <a:custGeom>
              <a:avLst/>
              <a:pathLst>
                <a:path w="918444" h="914399">
                  <a:moveTo>
                    <a:pt x="914400" y="914399"/>
                  </a:moveTo>
                  <a:lnTo>
                    <a:pt x="914400" y="908835"/>
                  </a:lnTo>
                  <a:lnTo>
                    <a:pt x="917878" y="913545"/>
                  </a:lnTo>
                  <a:lnTo>
                    <a:pt x="918444" y="91439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307759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3534" y="931638"/>
                  </a:lnTo>
                  <a:lnTo>
                    <a:pt x="912644" y="926698"/>
                  </a:lnTo>
                  <a:lnTo>
                    <a:pt x="911097" y="916360"/>
                  </a:lnTo>
                  <a:lnTo>
                    <a:pt x="910861" y="91439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30775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30868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30961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31053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31146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31239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31331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314243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31516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31609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31702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31794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318874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319800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32072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3216532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322579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323505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324431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325358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326284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327210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328136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329063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329989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330915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331841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332767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333694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334620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335546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336472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337399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338325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339251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340177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34110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34203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34295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343882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34480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34573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34666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347587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34851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34943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35036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35129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352218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35314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3540710" y="160220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73"/>
                  </a:lnTo>
                  <a:lnTo>
                    <a:pt x="923494" y="91439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3549972" y="1584964"/>
              <a:ext cx="923662" cy="931512"/>
            </a:xfrm>
            <a:custGeom>
              <a:avLst/>
              <a:pathLst>
                <a:path w="923662" h="931512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715"/>
                  </a:lnTo>
                  <a:lnTo>
                    <a:pt x="922489" y="924771"/>
                  </a:lnTo>
                  <a:lnTo>
                    <a:pt x="921068" y="926052"/>
                  </a:lnTo>
                  <a:lnTo>
                    <a:pt x="916584" y="929867"/>
                  </a:lnTo>
                  <a:lnTo>
                    <a:pt x="914400" y="931512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3559234" y="1584964"/>
              <a:ext cx="923662" cy="923715"/>
            </a:xfrm>
            <a:custGeom>
              <a:avLst/>
              <a:pathLst>
                <a:path w="923662" h="9237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381"/>
                  </a:lnTo>
                  <a:lnTo>
                    <a:pt x="923138" y="915851"/>
                  </a:lnTo>
                  <a:lnTo>
                    <a:pt x="921721" y="917125"/>
                  </a:lnTo>
                  <a:lnTo>
                    <a:pt x="920305" y="918399"/>
                  </a:lnTo>
                  <a:lnTo>
                    <a:pt x="918889" y="919673"/>
                  </a:lnTo>
                  <a:lnTo>
                    <a:pt x="917473" y="920947"/>
                  </a:lnTo>
                  <a:lnTo>
                    <a:pt x="916057" y="922222"/>
                  </a:lnTo>
                  <a:lnTo>
                    <a:pt x="914642" y="923496"/>
                  </a:lnTo>
                  <a:lnTo>
                    <a:pt x="914400" y="923715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3568497" y="1584964"/>
              <a:ext cx="915845" cy="915381"/>
            </a:xfrm>
            <a:custGeom>
              <a:avLst/>
              <a:pathLst>
                <a:path w="915845" h="915381">
                  <a:moveTo>
                    <a:pt x="914400" y="914399"/>
                  </a:moveTo>
                  <a:lnTo>
                    <a:pt x="915845" y="914399"/>
                  </a:lnTo>
                  <a:lnTo>
                    <a:pt x="915105" y="914746"/>
                  </a:lnTo>
                  <a:lnTo>
                    <a:pt x="914400" y="915381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2151377" y="1567725"/>
              <a:ext cx="914400" cy="930912"/>
            </a:xfrm>
            <a:custGeom>
              <a:avLst/>
              <a:pathLst>
                <a:path w="914400" h="930912">
                  <a:moveTo>
                    <a:pt x="914400" y="914400"/>
                  </a:moveTo>
                  <a:lnTo>
                    <a:pt x="914400" y="930912"/>
                  </a:lnTo>
                  <a:lnTo>
                    <a:pt x="914136" y="928822"/>
                  </a:lnTo>
                  <a:lnTo>
                    <a:pt x="913861" y="926638"/>
                  </a:lnTo>
                  <a:lnTo>
                    <a:pt x="913585" y="924453"/>
                  </a:lnTo>
                  <a:lnTo>
                    <a:pt x="913310" y="922269"/>
                  </a:lnTo>
                  <a:lnTo>
                    <a:pt x="913034" y="920084"/>
                  </a:lnTo>
                  <a:lnTo>
                    <a:pt x="912758" y="917900"/>
                  </a:lnTo>
                  <a:lnTo>
                    <a:pt x="912481" y="915707"/>
                  </a:lnTo>
                  <a:lnTo>
                    <a:pt x="912334" y="914400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21513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91" y="931638"/>
                  </a:lnTo>
                  <a:lnTo>
                    <a:pt x="914400" y="930912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21606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21699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21791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218842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21976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22069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22162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222547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22347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22439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22532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22625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22717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22810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22903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22995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230883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23180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23273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23366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23458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235514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2364408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23736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238293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2401457" y="1584964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426" y="897161"/>
                  </a:lnTo>
                  <a:lnTo>
                    <a:pt x="913591" y="897942"/>
                  </a:lnTo>
                  <a:lnTo>
                    <a:pt x="914400" y="902473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2401457" y="1584964"/>
              <a:ext cx="916340" cy="914399"/>
            </a:xfrm>
            <a:custGeom>
              <a:avLst/>
              <a:pathLst>
                <a:path w="916340" h="914399">
                  <a:moveTo>
                    <a:pt x="914400" y="914399"/>
                  </a:moveTo>
                  <a:lnTo>
                    <a:pt x="914400" y="902473"/>
                  </a:lnTo>
                  <a:lnTo>
                    <a:pt x="915441" y="908307"/>
                  </a:lnTo>
                  <a:lnTo>
                    <a:pt x="916340" y="914399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3077599" y="15677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61" y="931638"/>
                  </a:lnTo>
                  <a:lnTo>
                    <a:pt x="909840" y="923125"/>
                  </a:lnTo>
                  <a:lnTo>
                    <a:pt x="909045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30775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30868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30961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31053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31146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31239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31331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31424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31516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31609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31702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31794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318874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319800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32072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3216532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322579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323505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324431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325358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326284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327210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328136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329063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329989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330915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331841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332767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333694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334620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335546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336472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337399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338325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339251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34017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34110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34203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34295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343882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34480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34573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34666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347587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34851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34943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35036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35129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352218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35314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35407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35499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35592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3568497" y="1584964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571" y="910782"/>
                  </a:lnTo>
                  <a:lnTo>
                    <a:pt x="922494" y="911286"/>
                  </a:lnTo>
                  <a:lnTo>
                    <a:pt x="921417" y="911790"/>
                  </a:lnTo>
                  <a:lnTo>
                    <a:pt x="920340" y="912294"/>
                  </a:lnTo>
                  <a:lnTo>
                    <a:pt x="919264" y="912798"/>
                  </a:lnTo>
                  <a:lnTo>
                    <a:pt x="918187" y="913303"/>
                  </a:lnTo>
                  <a:lnTo>
                    <a:pt x="917110" y="913807"/>
                  </a:lnTo>
                  <a:lnTo>
                    <a:pt x="916034" y="914311"/>
                  </a:lnTo>
                  <a:lnTo>
                    <a:pt x="915845" y="91439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3577759" y="1567725"/>
              <a:ext cx="923662" cy="927979"/>
            </a:xfrm>
            <a:custGeom>
              <a:avLst/>
              <a:pathLst>
                <a:path w="923662" h="9279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652"/>
                  </a:lnTo>
                  <a:lnTo>
                    <a:pt x="922929" y="923993"/>
                  </a:lnTo>
                  <a:lnTo>
                    <a:pt x="921852" y="924496"/>
                  </a:lnTo>
                  <a:lnTo>
                    <a:pt x="920774" y="925000"/>
                  </a:lnTo>
                  <a:lnTo>
                    <a:pt x="919696" y="925503"/>
                  </a:lnTo>
                  <a:lnTo>
                    <a:pt x="918619" y="926006"/>
                  </a:lnTo>
                  <a:lnTo>
                    <a:pt x="917541" y="926510"/>
                  </a:lnTo>
                  <a:lnTo>
                    <a:pt x="916464" y="927013"/>
                  </a:lnTo>
                  <a:lnTo>
                    <a:pt x="915386" y="927517"/>
                  </a:lnTo>
                  <a:lnTo>
                    <a:pt x="914400" y="92797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3587021" y="1567725"/>
              <a:ext cx="923662" cy="923652"/>
            </a:xfrm>
            <a:custGeom>
              <a:avLst/>
              <a:pathLst>
                <a:path w="923662" h="92365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151"/>
                  </a:lnTo>
                  <a:lnTo>
                    <a:pt x="920140" y="920975"/>
                  </a:lnTo>
                  <a:lnTo>
                    <a:pt x="919058" y="921479"/>
                  </a:lnTo>
                  <a:lnTo>
                    <a:pt x="917980" y="921982"/>
                  </a:lnTo>
                  <a:lnTo>
                    <a:pt x="916901" y="922484"/>
                  </a:lnTo>
                  <a:lnTo>
                    <a:pt x="915823" y="922987"/>
                  </a:lnTo>
                  <a:lnTo>
                    <a:pt x="914745" y="923490"/>
                  </a:lnTo>
                  <a:lnTo>
                    <a:pt x="914400" y="923652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3596283" y="1567725"/>
              <a:ext cx="922301" cy="919151"/>
            </a:xfrm>
            <a:custGeom>
              <a:avLst/>
              <a:pathLst>
                <a:path w="922301" h="919151">
                  <a:moveTo>
                    <a:pt x="914400" y="914400"/>
                  </a:moveTo>
                  <a:lnTo>
                    <a:pt x="922301" y="914400"/>
                  </a:lnTo>
                  <a:lnTo>
                    <a:pt x="921953" y="914655"/>
                  </a:lnTo>
                  <a:lnTo>
                    <a:pt x="916460" y="918084"/>
                  </a:lnTo>
                  <a:lnTo>
                    <a:pt x="914400" y="919151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2151377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4" y="931638"/>
                  </a:lnTo>
                  <a:lnTo>
                    <a:pt x="911371" y="923082"/>
                  </a:lnTo>
                  <a:lnTo>
                    <a:pt x="910628" y="91439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21513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21606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21699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21791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218842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21976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22069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22162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222547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22347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22439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22532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22625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22717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22810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22903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22995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230883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23180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23273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23366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23458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235514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2364408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23736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238293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2392195" y="1567725"/>
              <a:ext cx="922688" cy="914400"/>
            </a:xfrm>
            <a:custGeom>
              <a:avLst/>
              <a:pathLst>
                <a:path w="922688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795" y="897161"/>
                  </a:lnTo>
                  <a:lnTo>
                    <a:pt x="920711" y="905012"/>
                  </a:lnTo>
                  <a:lnTo>
                    <a:pt x="922688" y="914400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3077599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9045" y="931638"/>
                  </a:lnTo>
                  <a:lnTo>
                    <a:pt x="908876" y="929783"/>
                  </a:lnTo>
                  <a:lnTo>
                    <a:pt x="908209" y="919123"/>
                  </a:lnTo>
                  <a:lnTo>
                    <a:pt x="908046" y="91439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30775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30868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30961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31053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31146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31239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31331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31424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31516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31609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31702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31794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318874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319800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32072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3216532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322579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323505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324431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325358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326284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327210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328136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329063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329989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330915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331841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332767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333694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334620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335546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336472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337399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338325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339251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34017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34110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34203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34295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343882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34480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34573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34666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347587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34851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34943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35036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35129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352218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35314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35407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35499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35592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35684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35777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35870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3596283" y="15677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401"/>
                  </a:lnTo>
                  <a:lnTo>
                    <a:pt x="922301" y="914400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3605545" y="1550487"/>
              <a:ext cx="923662" cy="930639"/>
            </a:xfrm>
            <a:custGeom>
              <a:avLst/>
              <a:pathLst>
                <a:path w="923662" h="930639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163"/>
                  </a:lnTo>
                  <a:lnTo>
                    <a:pt x="923353" y="923462"/>
                  </a:lnTo>
                  <a:lnTo>
                    <a:pt x="918081" y="927937"/>
                  </a:lnTo>
                  <a:lnTo>
                    <a:pt x="914400" y="93063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3614808" y="1550487"/>
              <a:ext cx="922956" cy="923163"/>
            </a:xfrm>
            <a:custGeom>
              <a:avLst/>
              <a:pathLst>
                <a:path w="922956" h="923163">
                  <a:moveTo>
                    <a:pt x="914400" y="914399"/>
                  </a:moveTo>
                  <a:lnTo>
                    <a:pt x="922956" y="914399"/>
                  </a:lnTo>
                  <a:lnTo>
                    <a:pt x="919230" y="918483"/>
                  </a:lnTo>
                  <a:lnTo>
                    <a:pt x="914400" y="923163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2142115" y="1533248"/>
              <a:ext cx="914400" cy="919434"/>
            </a:xfrm>
            <a:custGeom>
              <a:avLst/>
              <a:pathLst>
                <a:path w="914400" h="919434">
                  <a:moveTo>
                    <a:pt x="914400" y="914399"/>
                  </a:moveTo>
                  <a:lnTo>
                    <a:pt x="914400" y="919434"/>
                  </a:lnTo>
                  <a:lnTo>
                    <a:pt x="912019" y="917566"/>
                  </a:lnTo>
                  <a:lnTo>
                    <a:pt x="908500" y="91439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214211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891" y="931638"/>
                  </a:lnTo>
                  <a:lnTo>
                    <a:pt x="919782" y="930369"/>
                  </a:lnTo>
                  <a:lnTo>
                    <a:pt x="919354" y="923093"/>
                  </a:lnTo>
                  <a:lnTo>
                    <a:pt x="917264" y="921682"/>
                  </a:lnTo>
                  <a:lnTo>
                    <a:pt x="914400" y="919434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21513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21606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21699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21791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218842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21976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22069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22162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222547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22347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22439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22532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22625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22717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22810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22903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22995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230883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23180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23273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23366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23458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235514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2364408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23736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2392195" y="1550487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853" y="897161"/>
                  </a:lnTo>
                  <a:lnTo>
                    <a:pt x="914399" y="89888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2392195" y="1550487"/>
              <a:ext cx="918795" cy="914399"/>
            </a:xfrm>
            <a:custGeom>
              <a:avLst/>
              <a:pathLst>
                <a:path w="918795" h="914399">
                  <a:moveTo>
                    <a:pt x="914399" y="914399"/>
                  </a:moveTo>
                  <a:lnTo>
                    <a:pt x="914399" y="898889"/>
                  </a:lnTo>
                  <a:lnTo>
                    <a:pt x="915578" y="902616"/>
                  </a:lnTo>
                  <a:lnTo>
                    <a:pt x="918284" y="912307"/>
                  </a:lnTo>
                  <a:lnTo>
                    <a:pt x="918795" y="91439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3077599" y="1533248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046" y="931638"/>
                  </a:lnTo>
                  <a:lnTo>
                    <a:pt x="907840" y="925652"/>
                  </a:lnTo>
                  <a:lnTo>
                    <a:pt x="907769" y="914921"/>
                  </a:lnTo>
                  <a:lnTo>
                    <a:pt x="907780" y="91439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30775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30868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30961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31053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31146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31239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31331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31424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31516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31609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31702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31794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31887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319800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32072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3216532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322579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323505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324431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325358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326284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327210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328136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329063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329989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330915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331841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332767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333694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334620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335546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336472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337399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338325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339251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34017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34110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34203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34295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343882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34480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34573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34666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347587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34851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34943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35036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35129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352218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35314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35407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35499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35592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35684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35777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35870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35962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36055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3614808" y="1550487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627"/>
                  </a:lnTo>
                  <a:lnTo>
                    <a:pt x="922956" y="91439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3624070" y="1533248"/>
              <a:ext cx="923662" cy="930865"/>
            </a:xfrm>
            <a:custGeom>
              <a:avLst/>
              <a:pathLst>
                <a:path w="923662" h="9308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022"/>
                  </a:lnTo>
                  <a:lnTo>
                    <a:pt x="921688" y="922437"/>
                  </a:lnTo>
                  <a:lnTo>
                    <a:pt x="920001" y="924396"/>
                  </a:lnTo>
                  <a:lnTo>
                    <a:pt x="918323" y="926343"/>
                  </a:lnTo>
                  <a:lnTo>
                    <a:pt x="916647" y="928291"/>
                  </a:lnTo>
                  <a:lnTo>
                    <a:pt x="914961" y="930250"/>
                  </a:lnTo>
                  <a:lnTo>
                    <a:pt x="914400" y="930865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3633332" y="1533248"/>
              <a:ext cx="918789" cy="920022"/>
            </a:xfrm>
            <a:custGeom>
              <a:avLst/>
              <a:pathLst>
                <a:path w="918789" h="920022">
                  <a:moveTo>
                    <a:pt x="914400" y="914399"/>
                  </a:moveTo>
                  <a:lnTo>
                    <a:pt x="918789" y="914399"/>
                  </a:lnTo>
                  <a:lnTo>
                    <a:pt x="916892" y="916972"/>
                  </a:lnTo>
                  <a:lnTo>
                    <a:pt x="914400" y="920022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2123590" y="1516010"/>
              <a:ext cx="914400" cy="918019"/>
            </a:xfrm>
            <a:custGeom>
              <a:avLst/>
              <a:pathLst>
                <a:path w="914400" h="918019">
                  <a:moveTo>
                    <a:pt x="914400" y="914400"/>
                  </a:moveTo>
                  <a:lnTo>
                    <a:pt x="914400" y="918019"/>
                  </a:lnTo>
                  <a:lnTo>
                    <a:pt x="911581" y="914400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2123590" y="1516010"/>
              <a:ext cx="923662" cy="928401"/>
            </a:xfrm>
            <a:custGeom>
              <a:avLst/>
              <a:pathLst>
                <a:path w="923662" h="92840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401"/>
                  </a:lnTo>
                  <a:lnTo>
                    <a:pt x="920429" y="925102"/>
                  </a:lnTo>
                  <a:lnTo>
                    <a:pt x="915585" y="919541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21328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62" y="931638"/>
                  </a:lnTo>
                  <a:lnTo>
                    <a:pt x="916157" y="930194"/>
                  </a:lnTo>
                  <a:lnTo>
                    <a:pt x="914400" y="928401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214211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21513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21606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21699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21791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218842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21976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22069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22162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222547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22347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22439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22532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22625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22717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22810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22903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22995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230883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23180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23273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23366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23458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235514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2364408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23736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2382932" y="1533248"/>
              <a:ext cx="923115" cy="914399"/>
            </a:xfrm>
            <a:custGeom>
              <a:avLst/>
              <a:pathLst>
                <a:path w="92311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963" y="897161"/>
                  </a:lnTo>
                  <a:lnTo>
                    <a:pt x="918624" y="901335"/>
                  </a:lnTo>
                  <a:lnTo>
                    <a:pt x="921864" y="910442"/>
                  </a:lnTo>
                  <a:lnTo>
                    <a:pt x="923115" y="91439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3077599" y="15160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780" y="931638"/>
                  </a:lnTo>
                  <a:lnTo>
                    <a:pt x="907998" y="921436"/>
                  </a:lnTo>
                  <a:lnTo>
                    <a:pt x="908345" y="91440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30775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30868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30961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31053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31146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31239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31331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31424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31516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31609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31702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31794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31887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31980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32072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3216532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322579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323505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324431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325358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326284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327210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328136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329063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329989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330915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331841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332767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333694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334620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335546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336472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337399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33832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339251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34017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34110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34203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34295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343882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34480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34573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34666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347587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34851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34943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35036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35129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352218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35314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35407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35499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35592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35684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35777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35870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35962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36055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36148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36240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3633332" y="153324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443"/>
                  </a:lnTo>
                  <a:lnTo>
                    <a:pt x="921212" y="911114"/>
                  </a:lnTo>
                  <a:lnTo>
                    <a:pt x="918789" y="91439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3642594" y="1516010"/>
              <a:ext cx="920751" cy="924681"/>
            </a:xfrm>
            <a:custGeom>
              <a:avLst/>
              <a:pathLst>
                <a:path w="920751" h="924681">
                  <a:moveTo>
                    <a:pt x="914400" y="914400"/>
                  </a:moveTo>
                  <a:lnTo>
                    <a:pt x="920751" y="914400"/>
                  </a:lnTo>
                  <a:lnTo>
                    <a:pt x="920110" y="915510"/>
                  </a:lnTo>
                  <a:lnTo>
                    <a:pt x="916113" y="922114"/>
                  </a:lnTo>
                  <a:lnTo>
                    <a:pt x="914400" y="924681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2114328" y="1498771"/>
              <a:ext cx="914400" cy="922326"/>
            </a:xfrm>
            <a:custGeom>
              <a:avLst/>
              <a:pathLst>
                <a:path w="914400" h="922326">
                  <a:moveTo>
                    <a:pt x="914400" y="914400"/>
                  </a:moveTo>
                  <a:lnTo>
                    <a:pt x="914400" y="922326"/>
                  </a:lnTo>
                  <a:lnTo>
                    <a:pt x="911319" y="917434"/>
                  </a:lnTo>
                  <a:lnTo>
                    <a:pt x="909595" y="914400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21143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843" y="931638"/>
                  </a:lnTo>
                  <a:lnTo>
                    <a:pt x="920162" y="930764"/>
                  </a:lnTo>
                  <a:lnTo>
                    <a:pt x="915649" y="924310"/>
                  </a:lnTo>
                  <a:lnTo>
                    <a:pt x="914400" y="922326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21235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21328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214211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21513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21606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21699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21791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218842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21976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22069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22162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222547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22347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22439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22532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22625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22717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22810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22903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22995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230883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23180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23273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23366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23458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235514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2364408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2382932" y="15160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400" y="897161"/>
                  </a:lnTo>
                  <a:lnTo>
                    <a:pt x="914400" y="904996"/>
                  </a:lnTo>
                  <a:lnTo>
                    <a:pt x="913815" y="906834"/>
                  </a:lnTo>
                  <a:lnTo>
                    <a:pt x="914400" y="908150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2382932" y="1516010"/>
              <a:ext cx="916963" cy="914400"/>
            </a:xfrm>
            <a:custGeom>
              <a:avLst/>
              <a:pathLst>
                <a:path w="916963" h="914400">
                  <a:moveTo>
                    <a:pt x="914400" y="914400"/>
                  </a:moveTo>
                  <a:lnTo>
                    <a:pt x="914400" y="908150"/>
                  </a:lnTo>
                  <a:lnTo>
                    <a:pt x="915131" y="909798"/>
                  </a:lnTo>
                  <a:lnTo>
                    <a:pt x="916963" y="914400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2382932" y="1498771"/>
              <a:ext cx="916866" cy="922235"/>
            </a:xfrm>
            <a:custGeom>
              <a:avLst/>
              <a:pathLst>
                <a:path w="916866" h="922235">
                  <a:moveTo>
                    <a:pt x="914400" y="914400"/>
                  </a:moveTo>
                  <a:lnTo>
                    <a:pt x="916866" y="914400"/>
                  </a:lnTo>
                  <a:lnTo>
                    <a:pt x="916675" y="915078"/>
                  </a:lnTo>
                  <a:lnTo>
                    <a:pt x="914400" y="922235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3077599" y="14987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345" y="931638"/>
                  </a:lnTo>
                  <a:lnTo>
                    <a:pt x="908525" y="927988"/>
                  </a:lnTo>
                  <a:lnTo>
                    <a:pt x="909349" y="917366"/>
                  </a:lnTo>
                  <a:lnTo>
                    <a:pt x="909665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30775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30868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30961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31053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31146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31239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31331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31424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31516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31609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31702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31794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31887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31980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32072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3216532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322579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323505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324431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325358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326284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327210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328136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329063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329989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330915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331841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332767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333694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334620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335546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33647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33739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33832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339251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34017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34110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34203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34295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343882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34480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34573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34666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347587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34851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34943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35036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35129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352218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35314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35407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35499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35592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35684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35777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35870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35962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36055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36148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36240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363333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3642594" y="15160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9437"/>
                  </a:lnTo>
                  <a:lnTo>
                    <a:pt x="922449" y="911457"/>
                  </a:lnTo>
                  <a:lnTo>
                    <a:pt x="921284" y="913476"/>
                  </a:lnTo>
                  <a:lnTo>
                    <a:pt x="920751" y="914400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3651857" y="1498771"/>
              <a:ext cx="921385" cy="926595"/>
            </a:xfrm>
            <a:custGeom>
              <a:avLst/>
              <a:pathLst>
                <a:path w="921385" h="926595">
                  <a:moveTo>
                    <a:pt x="914400" y="914400"/>
                  </a:moveTo>
                  <a:lnTo>
                    <a:pt x="921385" y="914400"/>
                  </a:lnTo>
                  <a:lnTo>
                    <a:pt x="920196" y="916565"/>
                  </a:lnTo>
                  <a:lnTo>
                    <a:pt x="919020" y="918599"/>
                  </a:lnTo>
                  <a:lnTo>
                    <a:pt x="917852" y="920618"/>
                  </a:lnTo>
                  <a:lnTo>
                    <a:pt x="916685" y="922637"/>
                  </a:lnTo>
                  <a:lnTo>
                    <a:pt x="915519" y="924656"/>
                  </a:lnTo>
                  <a:lnTo>
                    <a:pt x="914400" y="926595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2105066" y="1481533"/>
              <a:ext cx="914400" cy="923402"/>
            </a:xfrm>
            <a:custGeom>
              <a:avLst/>
              <a:pathLst>
                <a:path w="914400" h="923402">
                  <a:moveTo>
                    <a:pt x="914400" y="914400"/>
                  </a:moveTo>
                  <a:lnTo>
                    <a:pt x="914400" y="923402"/>
                  </a:lnTo>
                  <a:lnTo>
                    <a:pt x="912517" y="919731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210506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857" y="931638"/>
                  </a:lnTo>
                  <a:lnTo>
                    <a:pt x="916446" y="927394"/>
                  </a:lnTo>
                  <a:lnTo>
                    <a:pt x="914400" y="923402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21143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21235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21328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214211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21513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21606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21699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21791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218842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21976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22069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22162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222547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22347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22439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22532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22625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22717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22810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22903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22995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230883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23180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23273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23366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23458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235514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2364408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23736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2382932" y="1498771"/>
              <a:ext cx="921426" cy="914400"/>
            </a:xfrm>
            <a:custGeom>
              <a:avLst/>
              <a:pathLst>
                <a:path w="921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26" y="897161"/>
                  </a:lnTo>
                  <a:lnTo>
                    <a:pt x="919356" y="905553"/>
                  </a:lnTo>
                  <a:lnTo>
                    <a:pt x="916866" y="914400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3077599" y="14815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665" y="931638"/>
                  </a:lnTo>
                  <a:lnTo>
                    <a:pt x="910468" y="924077"/>
                  </a:lnTo>
                  <a:lnTo>
                    <a:pt x="911781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30775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30868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30961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31053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31146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31239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31331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31424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31516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31609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31702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31794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31887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31980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32072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3216532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32257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323505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324431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325358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326284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327210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328136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329063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329989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330915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331841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332767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333694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334620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335546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33647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33739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33832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339251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34017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34110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34203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34295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343882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34480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34573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34666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347587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34851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34943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35036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35129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352218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35314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35407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35499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35592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35684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35777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35870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35962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36055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36148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36240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363333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36425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3651857" y="14987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199"/>
                  </a:lnTo>
                  <a:lnTo>
                    <a:pt x="922887" y="911664"/>
                  </a:lnTo>
                  <a:lnTo>
                    <a:pt x="921385" y="914400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3661119" y="1481533"/>
              <a:ext cx="923662" cy="928437"/>
            </a:xfrm>
            <a:custGeom>
              <a:avLst/>
              <a:pathLst>
                <a:path w="923662" h="9284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113"/>
                  </a:lnTo>
                  <a:lnTo>
                    <a:pt x="922945" y="922704"/>
                  </a:lnTo>
                  <a:lnTo>
                    <a:pt x="917513" y="926565"/>
                  </a:lnTo>
                  <a:lnTo>
                    <a:pt x="914400" y="928437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3670381" y="1481533"/>
              <a:ext cx="923150" cy="922113"/>
            </a:xfrm>
            <a:custGeom>
              <a:avLst/>
              <a:pathLst>
                <a:path w="923150" h="922113">
                  <a:moveTo>
                    <a:pt x="914400" y="914400"/>
                  </a:moveTo>
                  <a:lnTo>
                    <a:pt x="923150" y="914400"/>
                  </a:lnTo>
                  <a:lnTo>
                    <a:pt x="918998" y="918320"/>
                  </a:lnTo>
                  <a:lnTo>
                    <a:pt x="914400" y="922113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2095803" y="1464294"/>
              <a:ext cx="914400" cy="920598"/>
            </a:xfrm>
            <a:custGeom>
              <a:avLst/>
              <a:pathLst>
                <a:path w="914400" h="920598">
                  <a:moveTo>
                    <a:pt x="914400" y="914400"/>
                  </a:moveTo>
                  <a:lnTo>
                    <a:pt x="914400" y="920598"/>
                  </a:lnTo>
                  <a:lnTo>
                    <a:pt x="913874" y="919403"/>
                  </a:lnTo>
                  <a:lnTo>
                    <a:pt x="912827" y="917023"/>
                  </a:lnTo>
                  <a:lnTo>
                    <a:pt x="911780" y="914643"/>
                  </a:lnTo>
                  <a:lnTo>
                    <a:pt x="911673" y="914400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20958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313" y="931638"/>
                  </a:lnTo>
                  <a:lnTo>
                    <a:pt x="918066" y="928941"/>
                  </a:lnTo>
                  <a:lnTo>
                    <a:pt x="917013" y="926543"/>
                  </a:lnTo>
                  <a:lnTo>
                    <a:pt x="915967" y="924163"/>
                  </a:lnTo>
                  <a:lnTo>
                    <a:pt x="914921" y="921783"/>
                  </a:lnTo>
                  <a:lnTo>
                    <a:pt x="914400" y="92059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210506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21143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21235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21328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214211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21513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21606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21699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21791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218842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21976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22069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22162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222547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22347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22439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22532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22625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22717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22810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22903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22995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230883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23180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23273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23366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23458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235514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2364408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23736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2382932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147"/>
                  </a:lnTo>
                  <a:lnTo>
                    <a:pt x="921766" y="913020"/>
                  </a:lnTo>
                  <a:lnTo>
                    <a:pt x="921426" y="914400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2392195" y="1464294"/>
              <a:ext cx="915706" cy="921386"/>
            </a:xfrm>
            <a:custGeom>
              <a:avLst/>
              <a:pathLst>
                <a:path w="915706" h="921386">
                  <a:moveTo>
                    <a:pt x="914399" y="914400"/>
                  </a:moveTo>
                  <a:lnTo>
                    <a:pt x="915706" y="914400"/>
                  </a:lnTo>
                  <a:lnTo>
                    <a:pt x="914638" y="920267"/>
                  </a:lnTo>
                  <a:lnTo>
                    <a:pt x="914399" y="921386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3077599" y="14815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781" y="914400"/>
                  </a:lnTo>
                  <a:lnTo>
                    <a:pt x="911879" y="913671"/>
                  </a:lnTo>
                  <a:lnTo>
                    <a:pt x="913578" y="903416"/>
                  </a:lnTo>
                  <a:lnTo>
                    <a:pt x="914400" y="899242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3086861" y="14642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80"/>
                  </a:lnTo>
                  <a:lnTo>
                    <a:pt x="905547" y="914400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30868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30961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31053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31146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31239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31331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31424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31516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31609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31702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31794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31887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31980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32072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3216532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32257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32350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32443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325358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326284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327210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328136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329063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329989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330915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331841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332767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333694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33462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335546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33647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33739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33832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339251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34017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34110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34203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34295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343882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34480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34573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34666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347587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34851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34943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35036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35129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352218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35314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35407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35499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35592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35684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35777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35870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35962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36055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36148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36240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363333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36425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36518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36611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3670381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917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3679643" y="1464294"/>
              <a:ext cx="923662" cy="931155"/>
            </a:xfrm>
            <a:custGeom>
              <a:avLst/>
              <a:pathLst>
                <a:path w="923662" h="93115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815"/>
                  </a:lnTo>
                  <a:lnTo>
                    <a:pt x="919961" y="925270"/>
                  </a:lnTo>
                  <a:lnTo>
                    <a:pt x="914920" y="930663"/>
                  </a:lnTo>
                  <a:lnTo>
                    <a:pt x="914400" y="931155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3688905" y="1464294"/>
              <a:ext cx="919289" cy="920815"/>
            </a:xfrm>
            <a:custGeom>
              <a:avLst/>
              <a:pathLst>
                <a:path w="919289" h="920815">
                  <a:moveTo>
                    <a:pt x="914400" y="914400"/>
                  </a:moveTo>
                  <a:lnTo>
                    <a:pt x="919289" y="914400"/>
                  </a:lnTo>
                  <a:lnTo>
                    <a:pt x="915580" y="919394"/>
                  </a:lnTo>
                  <a:lnTo>
                    <a:pt x="914400" y="920815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2086541" y="1447056"/>
              <a:ext cx="914400" cy="916975"/>
            </a:xfrm>
            <a:custGeom>
              <a:avLst/>
              <a:pathLst>
                <a:path w="914400" h="916975">
                  <a:moveTo>
                    <a:pt x="914400" y="914400"/>
                  </a:moveTo>
                  <a:lnTo>
                    <a:pt x="914400" y="916975"/>
                  </a:lnTo>
                  <a:lnTo>
                    <a:pt x="913933" y="916145"/>
                  </a:lnTo>
                  <a:lnTo>
                    <a:pt x="912951" y="914400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20865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935" y="931638"/>
                  </a:lnTo>
                  <a:lnTo>
                    <a:pt x="919994" y="929502"/>
                  </a:lnTo>
                  <a:lnTo>
                    <a:pt x="918946" y="927122"/>
                  </a:lnTo>
                  <a:lnTo>
                    <a:pt x="917897" y="924743"/>
                  </a:lnTo>
                  <a:lnTo>
                    <a:pt x="916848" y="922363"/>
                  </a:lnTo>
                  <a:lnTo>
                    <a:pt x="915799" y="919984"/>
                  </a:lnTo>
                  <a:lnTo>
                    <a:pt x="914732" y="917566"/>
                  </a:lnTo>
                  <a:lnTo>
                    <a:pt x="914400" y="916975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20958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210506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21143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21235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21328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214211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21513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21606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21699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21791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218842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21976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22069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22162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222547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22347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22439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22532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22625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22717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22810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22903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22995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230883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23180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23273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23366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23458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235514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2364408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23736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23829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2392195" y="1464294"/>
              <a:ext cx="918370" cy="914400"/>
            </a:xfrm>
            <a:custGeom>
              <a:avLst/>
              <a:pathLst>
                <a:path w="91837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370" y="897161"/>
                  </a:lnTo>
                  <a:lnTo>
                    <a:pt x="918057" y="899733"/>
                  </a:lnTo>
                  <a:lnTo>
                    <a:pt x="916491" y="910083"/>
                  </a:lnTo>
                  <a:lnTo>
                    <a:pt x="915706" y="914400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3086861" y="14470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47" y="931638"/>
                  </a:lnTo>
                  <a:lnTo>
                    <a:pt x="906299" y="927816"/>
                  </a:lnTo>
                  <a:lnTo>
                    <a:pt x="908559" y="917943"/>
                  </a:lnTo>
                  <a:lnTo>
                    <a:pt x="909490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30868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30961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31053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31146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31239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31331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31424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31516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31609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31702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31794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31887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31980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32072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3216532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32257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32350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32443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32535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32628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327210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328136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329063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329989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330915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331841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332767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33369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33462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335546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33647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33739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33832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339251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34017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34110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34203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34295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343882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34480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34573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34666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347587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34851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34943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35036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35129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352218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35314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35407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35499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35592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35684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35777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35870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35962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36055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36148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36240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36333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36425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36518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36611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36703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36796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3688905" y="14642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990"/>
                  </a:lnTo>
                  <a:lnTo>
                    <a:pt x="920290" y="913051"/>
                  </a:lnTo>
                  <a:lnTo>
                    <a:pt x="919289" y="914400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3698168" y="1447056"/>
              <a:ext cx="920892" cy="925229"/>
            </a:xfrm>
            <a:custGeom>
              <a:avLst/>
              <a:pathLst>
                <a:path w="920892" h="925229">
                  <a:moveTo>
                    <a:pt x="914400" y="914400"/>
                  </a:moveTo>
                  <a:lnTo>
                    <a:pt x="920892" y="914400"/>
                  </a:lnTo>
                  <a:lnTo>
                    <a:pt x="919882" y="916272"/>
                  </a:lnTo>
                  <a:lnTo>
                    <a:pt x="915554" y="923496"/>
                  </a:lnTo>
                  <a:lnTo>
                    <a:pt x="914400" y="92522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2077279" y="1429817"/>
              <a:ext cx="914400" cy="917764"/>
            </a:xfrm>
            <a:custGeom>
              <a:avLst/>
              <a:pathLst>
                <a:path w="914400" h="917764">
                  <a:moveTo>
                    <a:pt x="914400" y="914400"/>
                  </a:moveTo>
                  <a:lnTo>
                    <a:pt x="914400" y="917764"/>
                  </a:lnTo>
                  <a:lnTo>
                    <a:pt x="914273" y="917540"/>
                  </a:lnTo>
                  <a:lnTo>
                    <a:pt x="913156" y="915560"/>
                  </a:lnTo>
                  <a:lnTo>
                    <a:pt x="912501" y="914400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20772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213" y="931638"/>
                  </a:lnTo>
                  <a:lnTo>
                    <a:pt x="922081" y="931403"/>
                  </a:lnTo>
                  <a:lnTo>
                    <a:pt x="920967" y="929422"/>
                  </a:lnTo>
                  <a:lnTo>
                    <a:pt x="919852" y="927441"/>
                  </a:lnTo>
                  <a:lnTo>
                    <a:pt x="918737" y="925461"/>
                  </a:lnTo>
                  <a:lnTo>
                    <a:pt x="917622" y="923480"/>
                  </a:lnTo>
                  <a:lnTo>
                    <a:pt x="916506" y="921500"/>
                  </a:lnTo>
                  <a:lnTo>
                    <a:pt x="915389" y="919520"/>
                  </a:lnTo>
                  <a:lnTo>
                    <a:pt x="914400" y="917764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20865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20958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210506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21143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21235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21328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214211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21513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21606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21699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21791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218842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21976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22069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22162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222547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22347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22439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22532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22625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22717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22810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22903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22995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230883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23180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23273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23366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23458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235514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2364408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23736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23829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2392195" y="1447056"/>
              <a:ext cx="920195" cy="914400"/>
            </a:xfrm>
            <a:custGeom>
              <a:avLst/>
              <a:pathLst>
                <a:path w="92019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195" y="897161"/>
                  </a:lnTo>
                  <a:lnTo>
                    <a:pt x="919332" y="906484"/>
                  </a:lnTo>
                  <a:lnTo>
                    <a:pt x="918370" y="914400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3086861" y="14470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490" y="914400"/>
                  </a:lnTo>
                  <a:lnTo>
                    <a:pt x="911092" y="908302"/>
                  </a:lnTo>
                  <a:lnTo>
                    <a:pt x="913890" y="898918"/>
                  </a:lnTo>
                  <a:lnTo>
                    <a:pt x="914400" y="897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3096123" y="14298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639"/>
                  </a:lnTo>
                  <a:lnTo>
                    <a:pt x="905218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30961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31053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31146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31239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31331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31424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31516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31609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31702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31794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31887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31980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32072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3216532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32257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32350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32443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32535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32628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32721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328136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329063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329989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330915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331841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33276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33369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33462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335546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33647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33739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33832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339251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34017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34110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34203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34295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343882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34480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34573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34666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347587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34851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34943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35036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35129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352218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35314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35407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35499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35592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35684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35777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35870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35962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36055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36148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36240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36333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36425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36518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36611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36703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36796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36889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3698168" y="14470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266"/>
                  </a:lnTo>
                  <a:lnTo>
                    <a:pt x="920892" y="91440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3707430" y="1429817"/>
              <a:ext cx="920146" cy="926505"/>
            </a:xfrm>
            <a:custGeom>
              <a:avLst/>
              <a:pathLst>
                <a:path w="920146" h="926505">
                  <a:moveTo>
                    <a:pt x="914400" y="914400"/>
                  </a:moveTo>
                  <a:lnTo>
                    <a:pt x="920146" y="914400"/>
                  </a:lnTo>
                  <a:lnTo>
                    <a:pt x="918639" y="917849"/>
                  </a:lnTo>
                  <a:lnTo>
                    <a:pt x="914739" y="925875"/>
                  </a:lnTo>
                  <a:lnTo>
                    <a:pt x="914400" y="926505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2068017" y="1412579"/>
              <a:ext cx="914400" cy="917701"/>
            </a:xfrm>
            <a:custGeom>
              <a:avLst/>
              <a:pathLst>
                <a:path w="914400" h="917701">
                  <a:moveTo>
                    <a:pt x="914400" y="914400"/>
                  </a:moveTo>
                  <a:lnTo>
                    <a:pt x="914400" y="917701"/>
                  </a:lnTo>
                  <a:lnTo>
                    <a:pt x="912806" y="914400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20680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763" y="931638"/>
                  </a:lnTo>
                  <a:lnTo>
                    <a:pt x="921301" y="930818"/>
                  </a:lnTo>
                  <a:lnTo>
                    <a:pt x="920175" y="928824"/>
                  </a:lnTo>
                  <a:lnTo>
                    <a:pt x="916089" y="921201"/>
                  </a:lnTo>
                  <a:lnTo>
                    <a:pt x="914400" y="917701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20772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20865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20958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210506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21143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21235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21328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214211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21513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21606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21699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21791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218842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21976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22069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22162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222547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22347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22439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22532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22625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22717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22810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22903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22995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230883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23180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23273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23366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23458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235514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2364408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23736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23829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2392195" y="1429817"/>
              <a:ext cx="921185" cy="914400"/>
            </a:xfrm>
            <a:custGeom>
              <a:avLst/>
              <a:pathLst>
                <a:path w="92118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185" y="897161"/>
                  </a:lnTo>
                  <a:lnTo>
                    <a:pt x="920996" y="902450"/>
                  </a:lnTo>
                  <a:lnTo>
                    <a:pt x="920312" y="913126"/>
                  </a:lnTo>
                  <a:lnTo>
                    <a:pt x="920195" y="914400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3096123" y="14125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218" y="931638"/>
                  </a:lnTo>
                  <a:lnTo>
                    <a:pt x="907683" y="924294"/>
                  </a:lnTo>
                  <a:lnTo>
                    <a:pt x="910988" y="915500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30961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31053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31146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31239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31331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31424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31516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31609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31702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31794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31887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31980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32072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3216532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32257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32350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32443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32535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32628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32721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32813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329063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329989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330915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33184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33276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33369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33462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335546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33647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33739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33832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339251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34017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34110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34203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34295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343882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34480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34573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34666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347587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34851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34943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35036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35129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352218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35314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35407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35499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35592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35684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35777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35870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35962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36055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36148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36240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36333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36425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36518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36611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36703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36796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36889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36981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3707430" y="14298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001"/>
                  </a:lnTo>
                  <a:lnTo>
                    <a:pt x="922307" y="909454"/>
                  </a:lnTo>
                  <a:lnTo>
                    <a:pt x="920146" y="914400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3716692" y="1412579"/>
              <a:ext cx="917719" cy="923239"/>
            </a:xfrm>
            <a:custGeom>
              <a:avLst/>
              <a:pathLst>
                <a:path w="917719" h="923239">
                  <a:moveTo>
                    <a:pt x="914400" y="914400"/>
                  </a:moveTo>
                  <a:lnTo>
                    <a:pt x="917719" y="914400"/>
                  </a:lnTo>
                  <a:lnTo>
                    <a:pt x="916473" y="917953"/>
                  </a:lnTo>
                  <a:lnTo>
                    <a:pt x="914400" y="92323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2068017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806" y="931638"/>
                  </a:lnTo>
                  <a:lnTo>
                    <a:pt x="912223" y="930431"/>
                  </a:lnTo>
                  <a:lnTo>
                    <a:pt x="908585" y="922058"/>
                  </a:lnTo>
                  <a:lnTo>
                    <a:pt x="905597" y="914400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20680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20772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20865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20958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210506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21143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21235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21328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214211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21513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21606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21699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21791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218842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21976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22069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22162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222547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22347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22439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22532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22625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22717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22810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22903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22995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230883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23180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23273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23366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23458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235514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2364408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23736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23829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2392195" y="1412579"/>
              <a:ext cx="921464" cy="914400"/>
            </a:xfrm>
            <a:custGeom>
              <a:avLst/>
              <a:pathLst>
                <a:path w="921464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443" y="897161"/>
                  </a:lnTo>
                  <a:lnTo>
                    <a:pt x="921464" y="898209"/>
                  </a:lnTo>
                  <a:lnTo>
                    <a:pt x="921380" y="908960"/>
                  </a:lnTo>
                  <a:lnTo>
                    <a:pt x="921185" y="914400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3096123" y="14125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450" y="914400"/>
                  </a:lnTo>
                  <a:lnTo>
                    <a:pt x="914400" y="90735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3105386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597"/>
                  </a:lnTo>
                  <a:lnTo>
                    <a:pt x="905272" y="924276"/>
                  </a:lnTo>
                  <a:lnTo>
                    <a:pt x="909049" y="916167"/>
                  </a:lnTo>
                  <a:lnTo>
                    <a:pt x="909962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31053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31146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31239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31331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31424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31516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31609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31702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31794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31887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31980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32072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3216532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32257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32350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32443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32535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32628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32721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32813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32906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329989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330915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33184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33276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33369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33462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335546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33647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33739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33832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339251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34017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34110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34203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34295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343882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34480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34573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34666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347587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34851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34943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35036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35129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352218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35314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35407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35499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35592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35684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35777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35870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35962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36055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36148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36240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36333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36425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36518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36611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36703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36796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36889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36981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37074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3716692" y="1412579"/>
              <a:ext cx="923222" cy="914400"/>
            </a:xfrm>
            <a:custGeom>
              <a:avLst/>
              <a:pathLst>
                <a:path w="92322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222" y="897161"/>
                  </a:lnTo>
                  <a:lnTo>
                    <a:pt x="922569" y="899533"/>
                  </a:lnTo>
                  <a:lnTo>
                    <a:pt x="919650" y="908891"/>
                  </a:lnTo>
                  <a:lnTo>
                    <a:pt x="917719" y="914400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2058755" y="1378102"/>
              <a:ext cx="914400" cy="930443"/>
            </a:xfrm>
            <a:custGeom>
              <a:avLst/>
              <a:pathLst>
                <a:path w="914400" h="930443">
                  <a:moveTo>
                    <a:pt x="914400" y="914400"/>
                  </a:moveTo>
                  <a:lnTo>
                    <a:pt x="914400" y="930443"/>
                  </a:lnTo>
                  <a:lnTo>
                    <a:pt x="912516" y="925043"/>
                  </a:lnTo>
                  <a:lnTo>
                    <a:pt x="910910" y="922839"/>
                  </a:lnTo>
                  <a:lnTo>
                    <a:pt x="906415" y="915962"/>
                  </a:lnTo>
                  <a:lnTo>
                    <a:pt x="905496" y="914400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205875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860" y="931638"/>
                  </a:lnTo>
                  <a:lnTo>
                    <a:pt x="914448" y="930584"/>
                  </a:lnTo>
                  <a:lnTo>
                    <a:pt x="914400" y="930443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20680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20772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20865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20958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210506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21143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21235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21328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214211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21513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21606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21699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21791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218842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21976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22069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22162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222547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22347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22439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22532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22625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227178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22810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22903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22995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230883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23180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23273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23366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23458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235514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2364408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23736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23829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2392195" y="1395340"/>
              <a:ext cx="921443" cy="914400"/>
            </a:xfrm>
            <a:custGeom>
              <a:avLst/>
              <a:pathLst>
                <a:path w="921443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990" y="897161"/>
                  </a:lnTo>
                  <a:lnTo>
                    <a:pt x="921000" y="897451"/>
                  </a:lnTo>
                  <a:lnTo>
                    <a:pt x="921011" y="897766"/>
                  </a:lnTo>
                  <a:lnTo>
                    <a:pt x="921022" y="898082"/>
                  </a:lnTo>
                  <a:lnTo>
                    <a:pt x="921033" y="898397"/>
                  </a:lnTo>
                  <a:lnTo>
                    <a:pt x="921043" y="898712"/>
                  </a:lnTo>
                  <a:lnTo>
                    <a:pt x="921054" y="899027"/>
                  </a:lnTo>
                  <a:lnTo>
                    <a:pt x="921065" y="899343"/>
                  </a:lnTo>
                  <a:lnTo>
                    <a:pt x="921076" y="899658"/>
                  </a:lnTo>
                  <a:lnTo>
                    <a:pt x="921086" y="899973"/>
                  </a:lnTo>
                  <a:lnTo>
                    <a:pt x="921097" y="900289"/>
                  </a:lnTo>
                  <a:lnTo>
                    <a:pt x="921108" y="900604"/>
                  </a:lnTo>
                  <a:lnTo>
                    <a:pt x="921119" y="900919"/>
                  </a:lnTo>
                  <a:lnTo>
                    <a:pt x="921129" y="901234"/>
                  </a:lnTo>
                  <a:lnTo>
                    <a:pt x="921140" y="901550"/>
                  </a:lnTo>
                  <a:lnTo>
                    <a:pt x="921151" y="901865"/>
                  </a:lnTo>
                  <a:lnTo>
                    <a:pt x="921162" y="902180"/>
                  </a:lnTo>
                  <a:lnTo>
                    <a:pt x="921172" y="902496"/>
                  </a:lnTo>
                  <a:lnTo>
                    <a:pt x="921183" y="902811"/>
                  </a:lnTo>
                  <a:lnTo>
                    <a:pt x="921194" y="903126"/>
                  </a:lnTo>
                  <a:lnTo>
                    <a:pt x="921205" y="903441"/>
                  </a:lnTo>
                  <a:lnTo>
                    <a:pt x="921215" y="903757"/>
                  </a:lnTo>
                  <a:lnTo>
                    <a:pt x="921226" y="904072"/>
                  </a:lnTo>
                  <a:lnTo>
                    <a:pt x="921237" y="904387"/>
                  </a:lnTo>
                  <a:lnTo>
                    <a:pt x="921248" y="904703"/>
                  </a:lnTo>
                  <a:lnTo>
                    <a:pt x="921443" y="914400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3105386" y="13953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962" y="914400"/>
                  </a:lnTo>
                  <a:lnTo>
                    <a:pt x="913046" y="908433"/>
                  </a:lnTo>
                  <a:lnTo>
                    <a:pt x="914400" y="906073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3114648" y="13781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11"/>
                  </a:lnTo>
                  <a:lnTo>
                    <a:pt x="907992" y="918334"/>
                  </a:lnTo>
                  <a:lnTo>
                    <a:pt x="910496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31146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31239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31331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31424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31516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31609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31702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31794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31887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31980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32072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3216532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32257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32350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32443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32535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32628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32721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32813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32906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329989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330915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33184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33276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33369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33462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335546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33647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33739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33832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339251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34017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34110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34203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34295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343882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34480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34573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34666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347587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34851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34943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35036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35129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352218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35314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35407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35499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35592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35684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35777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h6425"/>
            <p:cNvSpPr/>
            <p:nvPr/>
          </p:nvSpPr>
          <p:spPr>
            <a:xfrm>
              <a:off x="35870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h6426"/>
            <p:cNvSpPr/>
            <p:nvPr/>
          </p:nvSpPr>
          <p:spPr>
            <a:xfrm>
              <a:off x="35962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h6427"/>
            <p:cNvSpPr/>
            <p:nvPr/>
          </p:nvSpPr>
          <p:spPr>
            <a:xfrm>
              <a:off x="36055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h6428"/>
            <p:cNvSpPr/>
            <p:nvPr/>
          </p:nvSpPr>
          <p:spPr>
            <a:xfrm>
              <a:off x="36148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h6429"/>
            <p:cNvSpPr/>
            <p:nvPr/>
          </p:nvSpPr>
          <p:spPr>
            <a:xfrm>
              <a:off x="36240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h6430"/>
            <p:cNvSpPr/>
            <p:nvPr/>
          </p:nvSpPr>
          <p:spPr>
            <a:xfrm>
              <a:off x="36333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h6431"/>
            <p:cNvSpPr/>
            <p:nvPr/>
          </p:nvSpPr>
          <p:spPr>
            <a:xfrm>
              <a:off x="36425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h6432"/>
            <p:cNvSpPr/>
            <p:nvPr/>
          </p:nvSpPr>
          <p:spPr>
            <a:xfrm>
              <a:off x="36518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h6433"/>
            <p:cNvSpPr/>
            <p:nvPr/>
          </p:nvSpPr>
          <p:spPr>
            <a:xfrm>
              <a:off x="36611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h6434"/>
            <p:cNvSpPr/>
            <p:nvPr/>
          </p:nvSpPr>
          <p:spPr>
            <a:xfrm>
              <a:off x="36703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h6435"/>
            <p:cNvSpPr/>
            <p:nvPr/>
          </p:nvSpPr>
          <p:spPr>
            <a:xfrm>
              <a:off x="36796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h6436"/>
            <p:cNvSpPr/>
            <p:nvPr/>
          </p:nvSpPr>
          <p:spPr>
            <a:xfrm>
              <a:off x="36889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h6437"/>
            <p:cNvSpPr/>
            <p:nvPr/>
          </p:nvSpPr>
          <p:spPr>
            <a:xfrm>
              <a:off x="36981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h6438"/>
            <p:cNvSpPr/>
            <p:nvPr/>
          </p:nvSpPr>
          <p:spPr>
            <a:xfrm>
              <a:off x="37074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h6439"/>
            <p:cNvSpPr/>
            <p:nvPr/>
          </p:nvSpPr>
          <p:spPr>
            <a:xfrm>
              <a:off x="3716692" y="139534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01"/>
                  </a:lnTo>
                  <a:lnTo>
                    <a:pt x="923222" y="914400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h6440"/>
            <p:cNvSpPr/>
            <p:nvPr/>
          </p:nvSpPr>
          <p:spPr>
            <a:xfrm>
              <a:off x="3725954" y="1378102"/>
              <a:ext cx="918335" cy="930039"/>
            </a:xfrm>
            <a:custGeom>
              <a:avLst/>
              <a:pathLst>
                <a:path w="918335" h="930039">
                  <a:moveTo>
                    <a:pt x="914400" y="914400"/>
                  </a:moveTo>
                  <a:lnTo>
                    <a:pt x="918335" y="914505"/>
                  </a:lnTo>
                  <a:lnTo>
                    <a:pt x="915958" y="924380"/>
                  </a:lnTo>
                  <a:lnTo>
                    <a:pt x="914400" y="93003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h6441"/>
            <p:cNvSpPr/>
            <p:nvPr/>
          </p:nvSpPr>
          <p:spPr>
            <a:xfrm>
              <a:off x="2049492" y="1360864"/>
              <a:ext cx="914400" cy="931028"/>
            </a:xfrm>
            <a:custGeom>
              <a:avLst/>
              <a:pathLst>
                <a:path w="914400" h="931028">
                  <a:moveTo>
                    <a:pt x="914400" y="914400"/>
                  </a:moveTo>
                  <a:lnTo>
                    <a:pt x="914400" y="931028"/>
                  </a:lnTo>
                  <a:lnTo>
                    <a:pt x="911382" y="925896"/>
                  </a:lnTo>
                  <a:lnTo>
                    <a:pt x="907297" y="918182"/>
                  </a:lnTo>
                  <a:lnTo>
                    <a:pt x="905494" y="914400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h6442"/>
            <p:cNvSpPr/>
            <p:nvPr/>
          </p:nvSpPr>
          <p:spPr>
            <a:xfrm>
              <a:off x="20494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8" y="931638"/>
                  </a:lnTo>
                  <a:lnTo>
                    <a:pt x="914400" y="93102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h6443"/>
            <p:cNvSpPr/>
            <p:nvPr/>
          </p:nvSpPr>
          <p:spPr>
            <a:xfrm>
              <a:off x="205875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h6444"/>
            <p:cNvSpPr/>
            <p:nvPr/>
          </p:nvSpPr>
          <p:spPr>
            <a:xfrm>
              <a:off x="20680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h6445"/>
            <p:cNvSpPr/>
            <p:nvPr/>
          </p:nvSpPr>
          <p:spPr>
            <a:xfrm>
              <a:off x="20772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h6446"/>
            <p:cNvSpPr/>
            <p:nvPr/>
          </p:nvSpPr>
          <p:spPr>
            <a:xfrm>
              <a:off x="20865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h6447"/>
            <p:cNvSpPr/>
            <p:nvPr/>
          </p:nvSpPr>
          <p:spPr>
            <a:xfrm>
              <a:off x="20958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h6448"/>
            <p:cNvSpPr/>
            <p:nvPr/>
          </p:nvSpPr>
          <p:spPr>
            <a:xfrm>
              <a:off x="210506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h6449"/>
            <p:cNvSpPr/>
            <p:nvPr/>
          </p:nvSpPr>
          <p:spPr>
            <a:xfrm>
              <a:off x="21143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h6450"/>
            <p:cNvSpPr/>
            <p:nvPr/>
          </p:nvSpPr>
          <p:spPr>
            <a:xfrm>
              <a:off x="21235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h6451"/>
            <p:cNvSpPr/>
            <p:nvPr/>
          </p:nvSpPr>
          <p:spPr>
            <a:xfrm>
              <a:off x="21328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h6452"/>
            <p:cNvSpPr/>
            <p:nvPr/>
          </p:nvSpPr>
          <p:spPr>
            <a:xfrm>
              <a:off x="214211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h6453"/>
            <p:cNvSpPr/>
            <p:nvPr/>
          </p:nvSpPr>
          <p:spPr>
            <a:xfrm>
              <a:off x="21513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h6454"/>
            <p:cNvSpPr/>
            <p:nvPr/>
          </p:nvSpPr>
          <p:spPr>
            <a:xfrm>
              <a:off x="21606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21699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h6456"/>
            <p:cNvSpPr/>
            <p:nvPr/>
          </p:nvSpPr>
          <p:spPr>
            <a:xfrm>
              <a:off x="21791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h6457"/>
            <p:cNvSpPr/>
            <p:nvPr/>
          </p:nvSpPr>
          <p:spPr>
            <a:xfrm>
              <a:off x="218842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h6458"/>
            <p:cNvSpPr/>
            <p:nvPr/>
          </p:nvSpPr>
          <p:spPr>
            <a:xfrm>
              <a:off x="21976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22069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22162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222547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22347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22439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22532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22625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227178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22810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22903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22995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230883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23180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23273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23366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23458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235514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2364408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23736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23829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2392195" y="1378102"/>
              <a:ext cx="920990" cy="914400"/>
            </a:xfrm>
            <a:custGeom>
              <a:avLst/>
              <a:pathLst>
                <a:path w="92099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082" y="897161"/>
                  </a:lnTo>
                  <a:lnTo>
                    <a:pt x="920377" y="900985"/>
                  </a:lnTo>
                  <a:lnTo>
                    <a:pt x="920903" y="911853"/>
                  </a:lnTo>
                  <a:lnTo>
                    <a:pt x="920914" y="912167"/>
                  </a:lnTo>
                  <a:lnTo>
                    <a:pt x="920925" y="912482"/>
                  </a:lnTo>
                  <a:lnTo>
                    <a:pt x="920936" y="912798"/>
                  </a:lnTo>
                  <a:lnTo>
                    <a:pt x="920946" y="913113"/>
                  </a:lnTo>
                  <a:lnTo>
                    <a:pt x="920957" y="913428"/>
                  </a:lnTo>
                  <a:lnTo>
                    <a:pt x="920968" y="913744"/>
                  </a:lnTo>
                  <a:lnTo>
                    <a:pt x="920979" y="914059"/>
                  </a:lnTo>
                  <a:lnTo>
                    <a:pt x="920990" y="914400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3114648" y="13781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96" y="914400"/>
                  </a:lnTo>
                  <a:lnTo>
                    <a:pt x="912398" y="911412"/>
                  </a:lnTo>
                  <a:lnTo>
                    <a:pt x="914400" y="908586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3123910" y="13608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825"/>
                  </a:lnTo>
                  <a:lnTo>
                    <a:pt x="907730" y="922164"/>
                  </a:lnTo>
                  <a:lnTo>
                    <a:pt x="912498" y="916129"/>
                  </a:lnTo>
                  <a:lnTo>
                    <a:pt x="914029" y="914400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31239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31331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31424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31516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31609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31702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31794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31887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31980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32072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3216532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32257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32350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32443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32535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32628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32721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32813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32906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32998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330915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33184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33276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33369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33462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335546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33647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33739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33832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339251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34017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34110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34203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34295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343882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34480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34573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34666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347587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34851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34943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35036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35129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352218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35314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35407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35499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35592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35684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35777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35870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35962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36055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36148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36240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36333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36425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36518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36611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36703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36796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36889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36981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37074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37166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3725954" y="1378102"/>
              <a:ext cx="921709" cy="914400"/>
            </a:xfrm>
            <a:custGeom>
              <a:avLst/>
              <a:pathLst>
                <a:path w="92170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09" y="897161"/>
                  </a:lnTo>
                  <a:lnTo>
                    <a:pt x="920432" y="904413"/>
                  </a:lnTo>
                  <a:lnTo>
                    <a:pt x="918357" y="914400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2040230" y="1343625"/>
              <a:ext cx="914400" cy="930889"/>
            </a:xfrm>
            <a:custGeom>
              <a:avLst/>
              <a:pathLst>
                <a:path w="914400" h="930889">
                  <a:moveTo>
                    <a:pt x="914400" y="914400"/>
                  </a:moveTo>
                  <a:lnTo>
                    <a:pt x="914400" y="930889"/>
                  </a:lnTo>
                  <a:lnTo>
                    <a:pt x="912698" y="927319"/>
                  </a:lnTo>
                  <a:lnTo>
                    <a:pt x="909069" y="918853"/>
                  </a:lnTo>
                  <a:lnTo>
                    <a:pt x="907357" y="914400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20402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6" y="931638"/>
                  </a:lnTo>
                  <a:lnTo>
                    <a:pt x="914400" y="93088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20494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205875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20680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20772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20865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20958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210506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21143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21235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21328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214211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21513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21606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21699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21791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218842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21976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22069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22162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222547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22347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22439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22532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22625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227178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22810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22903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22995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230883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23180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23273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23366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23458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235514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2364408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23736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23829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2392195" y="1360864"/>
              <a:ext cx="920082" cy="914400"/>
            </a:xfrm>
            <a:custGeom>
              <a:avLst/>
              <a:pathLst>
                <a:path w="92008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452" y="897161"/>
                  </a:lnTo>
                  <a:lnTo>
                    <a:pt x="919543" y="907422"/>
                  </a:lnTo>
                  <a:lnTo>
                    <a:pt x="920082" y="914400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3123910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29" y="914400"/>
                  </a:lnTo>
                  <a:lnTo>
                    <a:pt x="914400" y="913981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3133172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981"/>
                  </a:lnTo>
                  <a:lnTo>
                    <a:pt x="908165" y="910562"/>
                  </a:lnTo>
                  <a:lnTo>
                    <a:pt x="913244" y="905479"/>
                  </a:lnTo>
                  <a:lnTo>
                    <a:pt x="914400" y="904462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3142434" y="13436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1701"/>
                  </a:lnTo>
                  <a:lnTo>
                    <a:pt x="909195" y="918131"/>
                  </a:lnTo>
                  <a:lnTo>
                    <a:pt x="914077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31424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31516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31609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31702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31794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31887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31980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32072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3216532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32257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32350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32443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32535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32628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32721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32813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32906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32998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330915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33184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33276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33369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33462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335546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33647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33739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33832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339251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34017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34110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34203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34295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343882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34480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34573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34666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347587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34851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34943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35036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35129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352218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35314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35407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35499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35592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35684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35777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35870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35962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36055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36148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36240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36333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36425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36518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36611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36703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36796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36889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36981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37074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37166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3725954" y="13608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606"/>
                  </a:lnTo>
                  <a:lnTo>
                    <a:pt x="922242" y="911368"/>
                  </a:lnTo>
                  <a:lnTo>
                    <a:pt x="921709" y="91440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3735217" y="1343625"/>
              <a:ext cx="914934" cy="918845"/>
            </a:xfrm>
            <a:custGeom>
              <a:avLst/>
              <a:pathLst>
                <a:path w="914934" h="918845">
                  <a:moveTo>
                    <a:pt x="914400" y="914400"/>
                  </a:moveTo>
                  <a:lnTo>
                    <a:pt x="914934" y="914400"/>
                  </a:lnTo>
                  <a:lnTo>
                    <a:pt x="914499" y="918162"/>
                  </a:lnTo>
                  <a:lnTo>
                    <a:pt x="914400" y="918845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2030968" y="1326387"/>
              <a:ext cx="914400" cy="925695"/>
            </a:xfrm>
            <a:custGeom>
              <a:avLst/>
              <a:pathLst>
                <a:path w="914400" h="925695">
                  <a:moveTo>
                    <a:pt x="914400" y="914400"/>
                  </a:moveTo>
                  <a:lnTo>
                    <a:pt x="914400" y="925695"/>
                  </a:lnTo>
                  <a:lnTo>
                    <a:pt x="911812" y="918158"/>
                  </a:lnTo>
                  <a:lnTo>
                    <a:pt x="910665" y="914400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20309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619" y="931638"/>
                  </a:lnTo>
                  <a:lnTo>
                    <a:pt x="914945" y="927284"/>
                  </a:lnTo>
                  <a:lnTo>
                    <a:pt x="914400" y="925695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20402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20494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205875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20680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20772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20865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20958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210506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21143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21235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21328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214211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21513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21606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21699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21791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218842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21976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22069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22162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222547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22347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22439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22532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22625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227178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22810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22903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22995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230883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23180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23273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23366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23458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235514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2364408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23736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23829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2392195" y="1343625"/>
              <a:ext cx="918452" cy="914400"/>
            </a:xfrm>
            <a:custGeom>
              <a:avLst/>
              <a:pathLst>
                <a:path w="91845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5928" y="897161"/>
                  </a:lnTo>
                  <a:lnTo>
                    <a:pt x="916965" y="903378"/>
                  </a:lnTo>
                  <a:lnTo>
                    <a:pt x="918405" y="913956"/>
                  </a:lnTo>
                  <a:lnTo>
                    <a:pt x="918452" y="914400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3142434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77" y="914400"/>
                  </a:lnTo>
                  <a:lnTo>
                    <a:pt x="914400" y="914153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3151697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53"/>
                  </a:lnTo>
                  <a:lnTo>
                    <a:pt x="905266" y="914055"/>
                  </a:lnTo>
                  <a:lnTo>
                    <a:pt x="910707" y="910498"/>
                  </a:lnTo>
                  <a:lnTo>
                    <a:pt x="914400" y="90847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3160959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478"/>
                  </a:lnTo>
                  <a:lnTo>
                    <a:pt x="906976" y="907472"/>
                  </a:lnTo>
                  <a:lnTo>
                    <a:pt x="907270" y="907326"/>
                  </a:lnTo>
                  <a:lnTo>
                    <a:pt x="907566" y="907180"/>
                  </a:lnTo>
                  <a:lnTo>
                    <a:pt x="907861" y="907034"/>
                  </a:lnTo>
                  <a:lnTo>
                    <a:pt x="908157" y="906887"/>
                  </a:lnTo>
                  <a:lnTo>
                    <a:pt x="908453" y="906741"/>
                  </a:lnTo>
                  <a:lnTo>
                    <a:pt x="908748" y="906595"/>
                  </a:lnTo>
                  <a:lnTo>
                    <a:pt x="909044" y="906448"/>
                  </a:lnTo>
                  <a:lnTo>
                    <a:pt x="909340" y="906302"/>
                  </a:lnTo>
                  <a:lnTo>
                    <a:pt x="909635" y="906156"/>
                  </a:lnTo>
                  <a:lnTo>
                    <a:pt x="909931" y="906010"/>
                  </a:lnTo>
                  <a:lnTo>
                    <a:pt x="910227" y="905863"/>
                  </a:lnTo>
                  <a:lnTo>
                    <a:pt x="910522" y="905717"/>
                  </a:lnTo>
                  <a:lnTo>
                    <a:pt x="910818" y="905571"/>
                  </a:lnTo>
                  <a:lnTo>
                    <a:pt x="911114" y="905425"/>
                  </a:lnTo>
                  <a:lnTo>
                    <a:pt x="911410" y="905278"/>
                  </a:lnTo>
                  <a:lnTo>
                    <a:pt x="911705" y="905132"/>
                  </a:lnTo>
                  <a:lnTo>
                    <a:pt x="912001" y="904986"/>
                  </a:lnTo>
                  <a:lnTo>
                    <a:pt x="912297" y="904840"/>
                  </a:lnTo>
                  <a:lnTo>
                    <a:pt x="912593" y="904693"/>
                  </a:lnTo>
                  <a:lnTo>
                    <a:pt x="912888" y="904547"/>
                  </a:lnTo>
                  <a:lnTo>
                    <a:pt x="913184" y="904401"/>
                  </a:lnTo>
                  <a:lnTo>
                    <a:pt x="913480" y="904255"/>
                  </a:lnTo>
                  <a:lnTo>
                    <a:pt x="913776" y="904109"/>
                  </a:lnTo>
                  <a:lnTo>
                    <a:pt x="914071" y="903962"/>
                  </a:lnTo>
                  <a:lnTo>
                    <a:pt x="914400" y="9038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3170221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00"/>
                  </a:lnTo>
                  <a:lnTo>
                    <a:pt x="905401" y="903670"/>
                  </a:lnTo>
                  <a:lnTo>
                    <a:pt x="905697" y="903524"/>
                  </a:lnTo>
                  <a:lnTo>
                    <a:pt x="905992" y="903378"/>
                  </a:lnTo>
                  <a:lnTo>
                    <a:pt x="906288" y="903232"/>
                  </a:lnTo>
                  <a:lnTo>
                    <a:pt x="906584" y="903085"/>
                  </a:lnTo>
                  <a:lnTo>
                    <a:pt x="906880" y="902939"/>
                  </a:lnTo>
                  <a:lnTo>
                    <a:pt x="907176" y="902793"/>
                  </a:lnTo>
                  <a:lnTo>
                    <a:pt x="907472" y="902647"/>
                  </a:lnTo>
                  <a:lnTo>
                    <a:pt x="907767" y="902501"/>
                  </a:lnTo>
                  <a:lnTo>
                    <a:pt x="908063" y="902355"/>
                  </a:lnTo>
                  <a:lnTo>
                    <a:pt x="908359" y="902209"/>
                  </a:lnTo>
                  <a:lnTo>
                    <a:pt x="908655" y="902063"/>
                  </a:lnTo>
                  <a:lnTo>
                    <a:pt x="908951" y="901917"/>
                  </a:lnTo>
                  <a:lnTo>
                    <a:pt x="909247" y="901770"/>
                  </a:lnTo>
                  <a:lnTo>
                    <a:pt x="909543" y="901624"/>
                  </a:lnTo>
                  <a:lnTo>
                    <a:pt x="909839" y="901478"/>
                  </a:lnTo>
                  <a:lnTo>
                    <a:pt x="910135" y="901332"/>
                  </a:lnTo>
                  <a:lnTo>
                    <a:pt x="910430" y="901186"/>
                  </a:lnTo>
                  <a:lnTo>
                    <a:pt x="910726" y="901040"/>
                  </a:lnTo>
                  <a:lnTo>
                    <a:pt x="911022" y="900894"/>
                  </a:lnTo>
                  <a:lnTo>
                    <a:pt x="911318" y="900748"/>
                  </a:lnTo>
                  <a:lnTo>
                    <a:pt x="911614" y="900602"/>
                  </a:lnTo>
                  <a:lnTo>
                    <a:pt x="911910" y="900456"/>
                  </a:lnTo>
                  <a:lnTo>
                    <a:pt x="912206" y="900310"/>
                  </a:lnTo>
                  <a:lnTo>
                    <a:pt x="912502" y="900164"/>
                  </a:lnTo>
                  <a:lnTo>
                    <a:pt x="912798" y="900018"/>
                  </a:lnTo>
                  <a:lnTo>
                    <a:pt x="913094" y="899872"/>
                  </a:lnTo>
                  <a:lnTo>
                    <a:pt x="913390" y="899726"/>
                  </a:lnTo>
                  <a:lnTo>
                    <a:pt x="913686" y="899580"/>
                  </a:lnTo>
                  <a:lnTo>
                    <a:pt x="913982" y="899434"/>
                  </a:lnTo>
                  <a:lnTo>
                    <a:pt x="914400" y="89922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3179483" y="13263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67"/>
                  </a:lnTo>
                  <a:lnTo>
                    <a:pt x="905312" y="916381"/>
                  </a:lnTo>
                  <a:lnTo>
                    <a:pt x="905608" y="916235"/>
                  </a:lnTo>
                  <a:lnTo>
                    <a:pt x="905904" y="916089"/>
                  </a:lnTo>
                  <a:lnTo>
                    <a:pt x="906200" y="915943"/>
                  </a:lnTo>
                  <a:lnTo>
                    <a:pt x="906496" y="915797"/>
                  </a:lnTo>
                  <a:lnTo>
                    <a:pt x="906792" y="915651"/>
                  </a:lnTo>
                  <a:lnTo>
                    <a:pt x="907088" y="915505"/>
                  </a:lnTo>
                  <a:lnTo>
                    <a:pt x="907384" y="915359"/>
                  </a:lnTo>
                  <a:lnTo>
                    <a:pt x="909546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31794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31887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31980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32072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3216532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32257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32350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32443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32535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32628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32721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32813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32906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32998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33091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33184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33276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33369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33462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335546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33647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33739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33832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339251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34017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34110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34203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34295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343882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34480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34573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34666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347587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34851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34943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35036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35129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352218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35314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35407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35499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355923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35684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35777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35870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35962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36055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36148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36240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36333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36425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36518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36611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36703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36796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36889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36981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37074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37166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37259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3735217" y="13436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009"/>
                  </a:lnTo>
                  <a:lnTo>
                    <a:pt x="922021" y="905654"/>
                  </a:lnTo>
                  <a:lnTo>
                    <a:pt x="916823" y="910235"/>
                  </a:lnTo>
                  <a:lnTo>
                    <a:pt x="915279" y="911418"/>
                  </a:lnTo>
                  <a:lnTo>
                    <a:pt x="914934" y="914400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3744479" y="1326387"/>
              <a:ext cx="920846" cy="921248"/>
            </a:xfrm>
            <a:custGeom>
              <a:avLst/>
              <a:pathLst>
                <a:path w="920846" h="921248">
                  <a:moveTo>
                    <a:pt x="914400" y="914400"/>
                  </a:moveTo>
                  <a:lnTo>
                    <a:pt x="920846" y="914400"/>
                  </a:lnTo>
                  <a:lnTo>
                    <a:pt x="917822" y="917817"/>
                  </a:lnTo>
                  <a:lnTo>
                    <a:pt x="914400" y="92124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2030968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665" y="931638"/>
                  </a:lnTo>
                  <a:lnTo>
                    <a:pt x="908939" y="925978"/>
                  </a:lnTo>
                  <a:lnTo>
                    <a:pt x="906335" y="916293"/>
                  </a:lnTo>
                  <a:lnTo>
                    <a:pt x="905891" y="914400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20309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20402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20494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205875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20680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20772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20865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20958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210506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21143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21235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21328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214211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21513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21606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21699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21791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218842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21976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22069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22162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222547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22347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22439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22532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22625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227178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22810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22903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22995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230883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23180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23273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23366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23458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235514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2364408" y="13091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23736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2392195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550" y="897161"/>
                  </a:lnTo>
                  <a:lnTo>
                    <a:pt x="913197" y="899958"/>
                  </a:lnTo>
                  <a:lnTo>
                    <a:pt x="914399" y="906022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2392195" y="1326387"/>
              <a:ext cx="915928" cy="914400"/>
            </a:xfrm>
            <a:custGeom>
              <a:avLst/>
              <a:pathLst>
                <a:path w="915928" h="914400">
                  <a:moveTo>
                    <a:pt x="914399" y="914400"/>
                  </a:moveTo>
                  <a:lnTo>
                    <a:pt x="914399" y="906022"/>
                  </a:lnTo>
                  <a:lnTo>
                    <a:pt x="915227" y="910195"/>
                  </a:lnTo>
                  <a:lnTo>
                    <a:pt x="915928" y="914400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317948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546" y="914400"/>
                  </a:lnTo>
                  <a:lnTo>
                    <a:pt x="912718" y="912991"/>
                  </a:lnTo>
                  <a:lnTo>
                    <a:pt x="914400" y="912406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318874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406"/>
                  </a:lnTo>
                  <a:lnTo>
                    <a:pt x="908847" y="911115"/>
                  </a:lnTo>
                  <a:lnTo>
                    <a:pt x="914400" y="909717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319800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717"/>
                  </a:lnTo>
                  <a:lnTo>
                    <a:pt x="910482" y="908858"/>
                  </a:lnTo>
                  <a:lnTo>
                    <a:pt x="914400" y="908590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320727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590"/>
                  </a:lnTo>
                  <a:lnTo>
                    <a:pt x="906699" y="908483"/>
                  </a:lnTo>
                  <a:lnTo>
                    <a:pt x="912183" y="908610"/>
                  </a:lnTo>
                  <a:lnTo>
                    <a:pt x="912651" y="908643"/>
                  </a:lnTo>
                  <a:lnTo>
                    <a:pt x="913122" y="908676"/>
                  </a:lnTo>
                  <a:lnTo>
                    <a:pt x="913592" y="908708"/>
                  </a:lnTo>
                  <a:lnTo>
                    <a:pt x="914063" y="908741"/>
                  </a:lnTo>
                  <a:lnTo>
                    <a:pt x="914400" y="908764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3216532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764"/>
                  </a:lnTo>
                  <a:lnTo>
                    <a:pt x="905271" y="908774"/>
                  </a:lnTo>
                  <a:lnTo>
                    <a:pt x="905742" y="908806"/>
                  </a:lnTo>
                  <a:lnTo>
                    <a:pt x="906213" y="908839"/>
                  </a:lnTo>
                  <a:lnTo>
                    <a:pt x="906683" y="908872"/>
                  </a:lnTo>
                  <a:lnTo>
                    <a:pt x="907154" y="908904"/>
                  </a:lnTo>
                  <a:lnTo>
                    <a:pt x="907624" y="908937"/>
                  </a:lnTo>
                  <a:lnTo>
                    <a:pt x="908095" y="908970"/>
                  </a:lnTo>
                  <a:lnTo>
                    <a:pt x="908565" y="909003"/>
                  </a:lnTo>
                  <a:lnTo>
                    <a:pt x="909036" y="909036"/>
                  </a:lnTo>
                  <a:lnTo>
                    <a:pt x="909506" y="909068"/>
                  </a:lnTo>
                  <a:lnTo>
                    <a:pt x="909977" y="909101"/>
                  </a:lnTo>
                  <a:lnTo>
                    <a:pt x="910448" y="909134"/>
                  </a:lnTo>
                  <a:lnTo>
                    <a:pt x="910918" y="909167"/>
                  </a:lnTo>
                  <a:lnTo>
                    <a:pt x="911389" y="909200"/>
                  </a:lnTo>
                  <a:lnTo>
                    <a:pt x="911859" y="909233"/>
                  </a:lnTo>
                  <a:lnTo>
                    <a:pt x="912330" y="909266"/>
                  </a:lnTo>
                  <a:lnTo>
                    <a:pt x="912800" y="909299"/>
                  </a:lnTo>
                  <a:lnTo>
                    <a:pt x="913271" y="909332"/>
                  </a:lnTo>
                  <a:lnTo>
                    <a:pt x="913741" y="909365"/>
                  </a:lnTo>
                  <a:lnTo>
                    <a:pt x="914212" y="909398"/>
                  </a:lnTo>
                  <a:lnTo>
                    <a:pt x="914399" y="909411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322579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11"/>
                  </a:lnTo>
                  <a:lnTo>
                    <a:pt x="905420" y="909431"/>
                  </a:lnTo>
                  <a:lnTo>
                    <a:pt x="905891" y="909464"/>
                  </a:lnTo>
                  <a:lnTo>
                    <a:pt x="906361" y="909497"/>
                  </a:lnTo>
                  <a:lnTo>
                    <a:pt x="906832" y="909530"/>
                  </a:lnTo>
                  <a:lnTo>
                    <a:pt x="907302" y="909563"/>
                  </a:lnTo>
                  <a:lnTo>
                    <a:pt x="907773" y="909596"/>
                  </a:lnTo>
                  <a:lnTo>
                    <a:pt x="908243" y="909629"/>
                  </a:lnTo>
                  <a:lnTo>
                    <a:pt x="908714" y="909662"/>
                  </a:lnTo>
                  <a:lnTo>
                    <a:pt x="909184" y="909695"/>
                  </a:lnTo>
                  <a:lnTo>
                    <a:pt x="909655" y="909729"/>
                  </a:lnTo>
                  <a:lnTo>
                    <a:pt x="910125" y="909762"/>
                  </a:lnTo>
                  <a:lnTo>
                    <a:pt x="910596" y="909795"/>
                  </a:lnTo>
                  <a:lnTo>
                    <a:pt x="911066" y="909828"/>
                  </a:lnTo>
                  <a:lnTo>
                    <a:pt x="911537" y="909861"/>
                  </a:lnTo>
                  <a:lnTo>
                    <a:pt x="912007" y="909895"/>
                  </a:lnTo>
                  <a:lnTo>
                    <a:pt x="912478" y="909928"/>
                  </a:lnTo>
                  <a:lnTo>
                    <a:pt x="912948" y="909961"/>
                  </a:lnTo>
                  <a:lnTo>
                    <a:pt x="913419" y="909995"/>
                  </a:lnTo>
                  <a:lnTo>
                    <a:pt x="913889" y="910028"/>
                  </a:lnTo>
                  <a:lnTo>
                    <a:pt x="914400" y="910064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323505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64"/>
                  </a:lnTo>
                  <a:lnTo>
                    <a:pt x="905568" y="910095"/>
                  </a:lnTo>
                  <a:lnTo>
                    <a:pt x="906038" y="910128"/>
                  </a:lnTo>
                  <a:lnTo>
                    <a:pt x="906509" y="910161"/>
                  </a:lnTo>
                  <a:lnTo>
                    <a:pt x="906979" y="910195"/>
                  </a:lnTo>
                  <a:lnTo>
                    <a:pt x="907450" y="910228"/>
                  </a:lnTo>
                  <a:lnTo>
                    <a:pt x="907920" y="910262"/>
                  </a:lnTo>
                  <a:lnTo>
                    <a:pt x="908391" y="910295"/>
                  </a:lnTo>
                  <a:lnTo>
                    <a:pt x="908861" y="910329"/>
                  </a:lnTo>
                  <a:lnTo>
                    <a:pt x="909332" y="910362"/>
                  </a:lnTo>
                  <a:lnTo>
                    <a:pt x="909802" y="910396"/>
                  </a:lnTo>
                  <a:lnTo>
                    <a:pt x="910273" y="910429"/>
                  </a:lnTo>
                  <a:lnTo>
                    <a:pt x="910743" y="910463"/>
                  </a:lnTo>
                  <a:lnTo>
                    <a:pt x="914400" y="910724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3244319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724"/>
                  </a:lnTo>
                  <a:lnTo>
                    <a:pt x="914400" y="911384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3253581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384"/>
                  </a:lnTo>
                  <a:lnTo>
                    <a:pt x="914400" y="912045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326284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045"/>
                  </a:lnTo>
                  <a:lnTo>
                    <a:pt x="914400" y="912706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327210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706"/>
                  </a:lnTo>
                  <a:lnTo>
                    <a:pt x="914400" y="912510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328136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510"/>
                  </a:lnTo>
                  <a:lnTo>
                    <a:pt x="914400" y="912314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329063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314"/>
                  </a:lnTo>
                  <a:lnTo>
                    <a:pt x="914400" y="91211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3299892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119"/>
                  </a:lnTo>
                  <a:lnTo>
                    <a:pt x="913862" y="911879"/>
                  </a:lnTo>
                  <a:lnTo>
                    <a:pt x="914226" y="911571"/>
                  </a:lnTo>
                  <a:lnTo>
                    <a:pt x="914400" y="911425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330915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425"/>
                  </a:lnTo>
                  <a:lnTo>
                    <a:pt x="905329" y="911263"/>
                  </a:lnTo>
                  <a:lnTo>
                    <a:pt x="905694" y="910955"/>
                  </a:lnTo>
                  <a:lnTo>
                    <a:pt x="906058" y="910647"/>
                  </a:lnTo>
                  <a:lnTo>
                    <a:pt x="911025" y="906724"/>
                  </a:lnTo>
                  <a:lnTo>
                    <a:pt x="914400" y="904411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331841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411"/>
                  </a:lnTo>
                  <a:lnTo>
                    <a:pt x="906825" y="903254"/>
                  </a:lnTo>
                  <a:lnTo>
                    <a:pt x="911973" y="900246"/>
                  </a:lnTo>
                  <a:lnTo>
                    <a:pt x="914400" y="898947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3327679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185"/>
                  </a:lnTo>
                  <a:lnTo>
                    <a:pt x="908474" y="914400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33276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33369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33462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335546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33647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33739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33832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339251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34017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34110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34203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34295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343882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34480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34573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34666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347587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34851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34943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35036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35129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352218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35314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35407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35499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355923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35684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35777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35870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35962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360554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361480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36240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363333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364259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365185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366111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367038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367964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368890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36981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37074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37166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372595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37352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3744479" y="13263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090"/>
                  </a:lnTo>
                  <a:lnTo>
                    <a:pt x="922737" y="912262"/>
                  </a:lnTo>
                  <a:lnTo>
                    <a:pt x="920846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3753741" y="1309148"/>
              <a:ext cx="923662" cy="928329"/>
            </a:xfrm>
            <a:custGeom>
              <a:avLst/>
              <a:pathLst>
                <a:path w="923662" h="9283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69"/>
                  </a:lnTo>
                  <a:lnTo>
                    <a:pt x="922810" y="917007"/>
                  </a:lnTo>
                  <a:lnTo>
                    <a:pt x="918229" y="923479"/>
                  </a:lnTo>
                  <a:lnTo>
                    <a:pt x="914400" y="92832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3763003" y="1309148"/>
              <a:ext cx="915208" cy="915669"/>
            </a:xfrm>
            <a:custGeom>
              <a:avLst/>
              <a:pathLst>
                <a:path w="915208" h="915669">
                  <a:moveTo>
                    <a:pt x="914400" y="914400"/>
                  </a:moveTo>
                  <a:lnTo>
                    <a:pt x="915208" y="914400"/>
                  </a:lnTo>
                  <a:lnTo>
                    <a:pt x="914400" y="9156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2021706" y="1291910"/>
              <a:ext cx="914400" cy="928423"/>
            </a:xfrm>
            <a:custGeom>
              <a:avLst/>
              <a:pathLst>
                <a:path w="914400" h="928423">
                  <a:moveTo>
                    <a:pt x="914400" y="914399"/>
                  </a:moveTo>
                  <a:lnTo>
                    <a:pt x="914400" y="928423"/>
                  </a:lnTo>
                  <a:lnTo>
                    <a:pt x="913270" y="923605"/>
                  </a:lnTo>
                  <a:lnTo>
                    <a:pt x="911412" y="91439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202170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154" y="931638"/>
                  </a:lnTo>
                  <a:lnTo>
                    <a:pt x="914400" y="928423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20309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20402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20494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205875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20680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20772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20865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209580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210506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21143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21235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21328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214211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21513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21606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21699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21791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218842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21976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22069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22162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222547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22347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22439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22532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22625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227178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22810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22903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22995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230883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23180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23273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23366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23458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235514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2364408" y="12919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23736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2382932" y="1309148"/>
              <a:ext cx="921812" cy="914400"/>
            </a:xfrm>
            <a:custGeom>
              <a:avLst/>
              <a:pathLst>
                <a:path w="92181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477" y="897161"/>
                  </a:lnTo>
                  <a:lnTo>
                    <a:pt x="917542" y="897392"/>
                  </a:lnTo>
                  <a:lnTo>
                    <a:pt x="920141" y="907174"/>
                  </a:lnTo>
                  <a:lnTo>
                    <a:pt x="921812" y="914400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3327679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74" y="914400"/>
                  </a:lnTo>
                  <a:lnTo>
                    <a:pt x="914400" y="91122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3336941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28"/>
                  </a:lnTo>
                  <a:lnTo>
                    <a:pt x="914400" y="906270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3346203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270"/>
                  </a:lnTo>
                  <a:lnTo>
                    <a:pt x="911518" y="902842"/>
                  </a:lnTo>
                  <a:lnTo>
                    <a:pt x="911838" y="902418"/>
                  </a:lnTo>
                  <a:lnTo>
                    <a:pt x="912158" y="901993"/>
                  </a:lnTo>
                  <a:lnTo>
                    <a:pt x="912478" y="901569"/>
                  </a:lnTo>
                  <a:lnTo>
                    <a:pt x="912798" y="901144"/>
                  </a:lnTo>
                  <a:lnTo>
                    <a:pt x="913118" y="900720"/>
                  </a:lnTo>
                  <a:lnTo>
                    <a:pt x="913438" y="900295"/>
                  </a:lnTo>
                  <a:lnTo>
                    <a:pt x="913758" y="899871"/>
                  </a:lnTo>
                  <a:lnTo>
                    <a:pt x="914078" y="899447"/>
                  </a:lnTo>
                  <a:lnTo>
                    <a:pt x="914400" y="899021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3355465" y="12919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259"/>
                  </a:lnTo>
                  <a:lnTo>
                    <a:pt x="905456" y="915836"/>
                  </a:lnTo>
                  <a:lnTo>
                    <a:pt x="905777" y="915412"/>
                  </a:lnTo>
                  <a:lnTo>
                    <a:pt x="906097" y="914988"/>
                  </a:lnTo>
                  <a:lnTo>
                    <a:pt x="906417" y="914563"/>
                  </a:lnTo>
                  <a:lnTo>
                    <a:pt x="906541" y="914399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335546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33647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33739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33832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339251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34017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34110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34203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34295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343882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34480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34573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34666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347587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34851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34943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35036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35129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352218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35314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35407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35499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355923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35684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35777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35870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35962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360554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361480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36240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363333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364259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365185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366111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367038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367964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368890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36981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37074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37166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372595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37352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37444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37537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3763003" y="13091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843"/>
                  </a:lnTo>
                  <a:lnTo>
                    <a:pt x="922140" y="902787"/>
                  </a:lnTo>
                  <a:lnTo>
                    <a:pt x="917943" y="910104"/>
                  </a:lnTo>
                  <a:lnTo>
                    <a:pt x="915208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3772265" y="1291910"/>
              <a:ext cx="915787" cy="917082"/>
            </a:xfrm>
            <a:custGeom>
              <a:avLst/>
              <a:pathLst>
                <a:path w="915787" h="917082">
                  <a:moveTo>
                    <a:pt x="914400" y="914399"/>
                  </a:moveTo>
                  <a:lnTo>
                    <a:pt x="915787" y="914399"/>
                  </a:lnTo>
                  <a:lnTo>
                    <a:pt x="914400" y="917082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2021706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12" y="931638"/>
                  </a:lnTo>
                  <a:lnTo>
                    <a:pt x="911224" y="930705"/>
                  </a:lnTo>
                  <a:lnTo>
                    <a:pt x="909467" y="920381"/>
                  </a:lnTo>
                  <a:lnTo>
                    <a:pt x="908631" y="91439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202170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20309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20402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20494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205875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20680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20772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20865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20958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210506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21143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21235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21328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214211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21513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21606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21699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21791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218842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21976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22069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22162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222547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22347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22439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22532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22625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227178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22810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22903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22995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230883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23180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23273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23366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23458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235514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5A0">
                <a:alpha val="100000"/>
              </a:srgbClr>
            </a:solidFill>
            <a:ln w="5420" cap="flat">
              <a:solidFill>
                <a:srgbClr val="E9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2364408" y="127467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2382932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513" y="897161"/>
                  </a:lnTo>
                  <a:lnTo>
                    <a:pt x="913695" y="901076"/>
                  </a:lnTo>
                  <a:lnTo>
                    <a:pt x="913814" y="901494"/>
                  </a:lnTo>
                  <a:lnTo>
                    <a:pt x="913934" y="901918"/>
                  </a:lnTo>
                  <a:lnTo>
                    <a:pt x="914054" y="902341"/>
                  </a:lnTo>
                  <a:lnTo>
                    <a:pt x="914175" y="902765"/>
                  </a:lnTo>
                  <a:lnTo>
                    <a:pt x="914295" y="903189"/>
                  </a:lnTo>
                  <a:lnTo>
                    <a:pt x="914400" y="903556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2382932" y="1291910"/>
              <a:ext cx="917477" cy="914399"/>
            </a:xfrm>
            <a:custGeom>
              <a:avLst/>
              <a:pathLst>
                <a:path w="917477" h="914399">
                  <a:moveTo>
                    <a:pt x="914400" y="914399"/>
                  </a:moveTo>
                  <a:lnTo>
                    <a:pt x="914416" y="903613"/>
                  </a:lnTo>
                  <a:lnTo>
                    <a:pt x="914536" y="904036"/>
                  </a:lnTo>
                  <a:lnTo>
                    <a:pt x="914656" y="904460"/>
                  </a:lnTo>
                  <a:lnTo>
                    <a:pt x="914777" y="904884"/>
                  </a:lnTo>
                  <a:lnTo>
                    <a:pt x="914897" y="905308"/>
                  </a:lnTo>
                  <a:lnTo>
                    <a:pt x="915017" y="905731"/>
                  </a:lnTo>
                  <a:lnTo>
                    <a:pt x="915138" y="906155"/>
                  </a:lnTo>
                  <a:lnTo>
                    <a:pt x="915258" y="906579"/>
                  </a:lnTo>
                  <a:lnTo>
                    <a:pt x="915378" y="907003"/>
                  </a:lnTo>
                  <a:lnTo>
                    <a:pt x="915499" y="907426"/>
                  </a:lnTo>
                  <a:lnTo>
                    <a:pt x="915619" y="907850"/>
                  </a:lnTo>
                  <a:lnTo>
                    <a:pt x="915739" y="908274"/>
                  </a:lnTo>
                  <a:lnTo>
                    <a:pt x="915859" y="908698"/>
                  </a:lnTo>
                  <a:lnTo>
                    <a:pt x="915980" y="909122"/>
                  </a:lnTo>
                  <a:lnTo>
                    <a:pt x="916100" y="909545"/>
                  </a:lnTo>
                  <a:lnTo>
                    <a:pt x="916220" y="909969"/>
                  </a:lnTo>
                  <a:lnTo>
                    <a:pt x="916340" y="910393"/>
                  </a:lnTo>
                  <a:lnTo>
                    <a:pt x="916461" y="910817"/>
                  </a:lnTo>
                  <a:lnTo>
                    <a:pt x="916581" y="911240"/>
                  </a:lnTo>
                  <a:lnTo>
                    <a:pt x="916701" y="911664"/>
                  </a:lnTo>
                  <a:lnTo>
                    <a:pt x="916821" y="912088"/>
                  </a:lnTo>
                  <a:lnTo>
                    <a:pt x="916942" y="912512"/>
                  </a:lnTo>
                  <a:lnTo>
                    <a:pt x="917062" y="912936"/>
                  </a:lnTo>
                  <a:lnTo>
                    <a:pt x="917182" y="913359"/>
                  </a:lnTo>
                  <a:lnTo>
                    <a:pt x="917302" y="913783"/>
                  </a:lnTo>
                  <a:lnTo>
                    <a:pt x="917422" y="914207"/>
                  </a:lnTo>
                  <a:lnTo>
                    <a:pt x="917477" y="91439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3355465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6541" y="914399"/>
                  </a:lnTo>
                  <a:lnTo>
                    <a:pt x="906737" y="914139"/>
                  </a:lnTo>
                  <a:lnTo>
                    <a:pt x="911370" y="908321"/>
                  </a:lnTo>
                  <a:lnTo>
                    <a:pt x="914400" y="904916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3364728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155"/>
                  </a:lnTo>
                  <a:lnTo>
                    <a:pt x="906891" y="920183"/>
                  </a:lnTo>
                  <a:lnTo>
                    <a:pt x="911814" y="915260"/>
                  </a:lnTo>
                  <a:lnTo>
                    <a:pt x="912790" y="91439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33647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33739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33832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339251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34017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34110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34203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34295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343882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34480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34573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34666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347587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34851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34943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35036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35129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352218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35314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35407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35499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355923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35684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35777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35870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35962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360554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361480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362407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363333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364259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365185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366111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367038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367964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368890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36981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37074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37166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372595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37352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37444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37537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37630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3772265" y="1291910"/>
              <a:ext cx="923598" cy="914399"/>
            </a:xfrm>
            <a:custGeom>
              <a:avLst/>
              <a:pathLst>
                <a:path w="92359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598" y="897161"/>
                  </a:lnTo>
                  <a:lnTo>
                    <a:pt x="920634" y="904228"/>
                  </a:lnTo>
                  <a:lnTo>
                    <a:pt x="916865" y="912314"/>
                  </a:lnTo>
                  <a:lnTo>
                    <a:pt x="915787" y="91439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2021706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631" y="931638"/>
                  </a:lnTo>
                  <a:lnTo>
                    <a:pt x="908002" y="927138"/>
                  </a:lnTo>
                  <a:lnTo>
                    <a:pt x="906833" y="916529"/>
                  </a:lnTo>
                  <a:lnTo>
                    <a:pt x="906661" y="91439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202170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20309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20402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20494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205875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20680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20772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20865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20958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210506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211432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212359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213285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214211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21513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21606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21699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21791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218842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21976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22069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22162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222547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22347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22439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22532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22625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227178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22810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22903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22995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230883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23180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23273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23366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5A0">
                <a:alpha val="100000"/>
              </a:srgbClr>
            </a:solidFill>
            <a:ln w="5420" cap="flat">
              <a:solidFill>
                <a:srgbClr val="E9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23458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235514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2364408" y="12574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2373670" y="1274671"/>
              <a:ext cx="921775" cy="914399"/>
            </a:xfrm>
            <a:custGeom>
              <a:avLst/>
              <a:pathLst>
                <a:path w="9217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005" y="897161"/>
                  </a:lnTo>
                  <a:lnTo>
                    <a:pt x="917146" y="900172"/>
                  </a:lnTo>
                  <a:lnTo>
                    <a:pt x="920176" y="909105"/>
                  </a:lnTo>
                  <a:lnTo>
                    <a:pt x="921775" y="91439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3364728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790" y="914399"/>
                  </a:lnTo>
                  <a:lnTo>
                    <a:pt x="914400" y="91297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3373990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2979"/>
                  </a:lnTo>
                  <a:lnTo>
                    <a:pt x="907602" y="910805"/>
                  </a:lnTo>
                  <a:lnTo>
                    <a:pt x="912766" y="906827"/>
                  </a:lnTo>
                  <a:lnTo>
                    <a:pt x="914400" y="905744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3383252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5744"/>
                  </a:lnTo>
                  <a:lnTo>
                    <a:pt x="908768" y="903337"/>
                  </a:lnTo>
                  <a:lnTo>
                    <a:pt x="914120" y="900344"/>
                  </a:lnTo>
                  <a:lnTo>
                    <a:pt x="914400" y="900202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3392514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441"/>
                  </a:lnTo>
                  <a:lnTo>
                    <a:pt x="911118" y="91439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339251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34017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34110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34203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34295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343882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34480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34573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34666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347587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34851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34943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35036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35129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352218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35314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35407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35499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355923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35684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35777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35870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35962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360554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361480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362407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363333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7">
                <a:alpha val="100000"/>
              </a:srgbClr>
            </a:solidFill>
            <a:ln w="5420" cap="flat">
              <a:solidFill>
                <a:srgbClr val="E1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364259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365185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366111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367038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367964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368890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36981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37074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37166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372595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37352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37444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37537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37630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3772265" y="1274671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48"/>
                  </a:lnTo>
                  <a:lnTo>
                    <a:pt x="923598" y="91439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3781528" y="1257433"/>
              <a:ext cx="920598" cy="931486"/>
            </a:xfrm>
            <a:custGeom>
              <a:avLst/>
              <a:pathLst>
                <a:path w="920598" h="931486">
                  <a:moveTo>
                    <a:pt x="914400" y="914399"/>
                  </a:moveTo>
                  <a:lnTo>
                    <a:pt x="920598" y="914399"/>
                  </a:lnTo>
                  <a:lnTo>
                    <a:pt x="918210" y="921502"/>
                  </a:lnTo>
                  <a:lnTo>
                    <a:pt x="914910" y="930268"/>
                  </a:lnTo>
                  <a:lnTo>
                    <a:pt x="914400" y="931486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2021706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6661" y="931638"/>
                  </a:lnTo>
                  <a:lnTo>
                    <a:pt x="905965" y="923058"/>
                  </a:lnTo>
                  <a:lnTo>
                    <a:pt x="905511" y="91439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202170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20309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20402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20494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205875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20680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20772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20865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20958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210506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211432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212359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5A0">
                <a:alpha val="100000"/>
              </a:srgbClr>
            </a:solidFill>
            <a:ln w="5420" cap="flat">
              <a:solidFill>
                <a:srgbClr val="E9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213285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214211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21513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21606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21699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21791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218842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21976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22069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22162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222547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22347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22439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22532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22625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227178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22810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22903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22995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230883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23180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23273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23366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23458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235514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2373670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825" y="897161"/>
                  </a:lnTo>
                  <a:lnTo>
                    <a:pt x="910371" y="900466"/>
                  </a:lnTo>
                  <a:lnTo>
                    <a:pt x="913875" y="908777"/>
                  </a:lnTo>
                  <a:lnTo>
                    <a:pt x="914400" y="910162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2373670" y="1257433"/>
              <a:ext cx="916005" cy="914399"/>
            </a:xfrm>
            <a:custGeom>
              <a:avLst/>
              <a:pathLst>
                <a:path w="916005" h="914399">
                  <a:moveTo>
                    <a:pt x="914400" y="914399"/>
                  </a:moveTo>
                  <a:lnTo>
                    <a:pt x="914400" y="910162"/>
                  </a:lnTo>
                  <a:lnTo>
                    <a:pt x="916005" y="91439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3392514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1118" y="914399"/>
                  </a:lnTo>
                  <a:lnTo>
                    <a:pt x="914400" y="912731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3401777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969"/>
                  </a:lnTo>
                  <a:lnTo>
                    <a:pt x="909255" y="927820"/>
                  </a:lnTo>
                  <a:lnTo>
                    <a:pt x="910375" y="917026"/>
                  </a:lnTo>
                  <a:lnTo>
                    <a:pt x="910727" y="91439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34017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34110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34203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34295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343882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34480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34573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34666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347587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34851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34943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35036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35129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352218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35314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35407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35499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355923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35684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35777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35870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35962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360554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361480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362407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363333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364259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365185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366111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367038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367964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368890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36981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37074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37166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372595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37352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37444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37537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37630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377226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3781528" y="12574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396"/>
                  </a:lnTo>
                  <a:lnTo>
                    <a:pt x="921261" y="912430"/>
                  </a:lnTo>
                  <a:lnTo>
                    <a:pt x="920598" y="91439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3790790" y="1240194"/>
              <a:ext cx="916352" cy="921634"/>
            </a:xfrm>
            <a:custGeom>
              <a:avLst/>
              <a:pathLst>
                <a:path w="916352" h="921634">
                  <a:moveTo>
                    <a:pt x="914400" y="914399"/>
                  </a:moveTo>
                  <a:lnTo>
                    <a:pt x="916352" y="914399"/>
                  </a:lnTo>
                  <a:lnTo>
                    <a:pt x="914794" y="920314"/>
                  </a:lnTo>
                  <a:lnTo>
                    <a:pt x="914400" y="921634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2021706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11" y="931638"/>
                  </a:lnTo>
                  <a:lnTo>
                    <a:pt x="905399" y="929518"/>
                  </a:lnTo>
                  <a:lnTo>
                    <a:pt x="905137" y="918699"/>
                  </a:lnTo>
                  <a:lnTo>
                    <a:pt x="905154" y="914399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202170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20309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20402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20494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205875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20680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20772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20865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20958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210506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21143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212359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213285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214211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21513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21606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21699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21791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218842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21976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22069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22162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222547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22347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22439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22532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22625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227178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5A0">
                <a:alpha val="100000"/>
              </a:srgbClr>
            </a:solidFill>
            <a:ln w="5420" cap="flat">
              <a:solidFill>
                <a:srgbClr val="E9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22810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22903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22995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230883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23180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23273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23366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23458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2364408" y="1240194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111" y="897161"/>
                  </a:lnTo>
                  <a:lnTo>
                    <a:pt x="911966" y="902134"/>
                  </a:lnTo>
                  <a:lnTo>
                    <a:pt x="914399" y="90682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2364408" y="1240194"/>
              <a:ext cx="918088" cy="914399"/>
            </a:xfrm>
            <a:custGeom>
              <a:avLst/>
              <a:pathLst>
                <a:path w="918088" h="914399">
                  <a:moveTo>
                    <a:pt x="914399" y="914399"/>
                  </a:moveTo>
                  <a:lnTo>
                    <a:pt x="914399" y="906829"/>
                  </a:lnTo>
                  <a:lnTo>
                    <a:pt x="915907" y="909737"/>
                  </a:lnTo>
                  <a:lnTo>
                    <a:pt x="918088" y="91439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3401777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0727" y="931638"/>
                  </a:lnTo>
                  <a:lnTo>
                    <a:pt x="911802" y="923596"/>
                  </a:lnTo>
                  <a:lnTo>
                    <a:pt x="913315" y="91439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34017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34110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34203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34295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343882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34480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34573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34666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347587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34851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34943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35036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35129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352218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35314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35407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35499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355923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35684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35777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35870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35962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360554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361480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362407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363333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364259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365185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366111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367038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367964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368890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36981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37074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37166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372595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37352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37444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37537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37630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377226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37815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3790790" y="1240194"/>
              <a:ext cx="920318" cy="914399"/>
            </a:xfrm>
            <a:custGeom>
              <a:avLst/>
              <a:pathLst>
                <a:path w="92031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0318" y="897161"/>
                  </a:lnTo>
                  <a:lnTo>
                    <a:pt x="919586" y="900862"/>
                  </a:lnTo>
                  <a:lnTo>
                    <a:pt x="917325" y="910704"/>
                  </a:lnTo>
                  <a:lnTo>
                    <a:pt x="916352" y="91439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2021706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54" y="931638"/>
                  </a:lnTo>
                  <a:lnTo>
                    <a:pt x="905180" y="925108"/>
                  </a:lnTo>
                  <a:lnTo>
                    <a:pt x="905524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202170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20309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20402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20494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205875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20680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20772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20865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20958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210506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21143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212359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213285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214211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215137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21606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21699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21791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218842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21976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22069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22162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222547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22347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22439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22532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22625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227178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22810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22903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22995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230883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23180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23273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23366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2355146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6827" y="897161"/>
                  </a:lnTo>
                  <a:lnTo>
                    <a:pt x="908229" y="898944"/>
                  </a:lnTo>
                  <a:lnTo>
                    <a:pt x="912747" y="905338"/>
                  </a:lnTo>
                  <a:lnTo>
                    <a:pt x="914400" y="907935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2355146" y="1222956"/>
              <a:ext cx="918373" cy="914399"/>
            </a:xfrm>
            <a:custGeom>
              <a:avLst/>
              <a:pathLst>
                <a:path w="918373" h="914399">
                  <a:moveTo>
                    <a:pt x="914400" y="914399"/>
                  </a:moveTo>
                  <a:lnTo>
                    <a:pt x="914400" y="907935"/>
                  </a:lnTo>
                  <a:lnTo>
                    <a:pt x="917084" y="912154"/>
                  </a:lnTo>
                  <a:lnTo>
                    <a:pt x="918373" y="91439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3401777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3315" y="914399"/>
                  </a:lnTo>
                  <a:lnTo>
                    <a:pt x="913532" y="913084"/>
                  </a:lnTo>
                  <a:lnTo>
                    <a:pt x="914400" y="908664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3411039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902"/>
                  </a:lnTo>
                  <a:lnTo>
                    <a:pt x="906297" y="919997"/>
                  </a:lnTo>
                  <a:lnTo>
                    <a:pt x="907580" y="914400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34110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34203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34295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343882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34480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34573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34666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347587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34851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34943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35036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35129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352218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35314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35407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35499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355923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35684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35777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35870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359628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360554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361480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362407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363333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364259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365185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366111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367038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367964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368890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36981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37074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37166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372595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37352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37444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37537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37630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377226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37815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3790790" y="1222956"/>
              <a:ext cx="923375" cy="914399"/>
            </a:xfrm>
            <a:custGeom>
              <a:avLst/>
              <a:pathLst>
                <a:path w="9233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375" y="897161"/>
                  </a:lnTo>
                  <a:lnTo>
                    <a:pt x="923274" y="897832"/>
                  </a:lnTo>
                  <a:lnTo>
                    <a:pt x="921571" y="908055"/>
                  </a:lnTo>
                  <a:lnTo>
                    <a:pt x="920318" y="91439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2021706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27" y="931536"/>
                  </a:lnTo>
                  <a:lnTo>
                    <a:pt x="906177" y="920773"/>
                  </a:lnTo>
                  <a:lnTo>
                    <a:pt x="906746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202170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20309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20402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20494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205875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20680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20772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20865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20958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210506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21143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212359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213285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214211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215137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21606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21699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21791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218842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21976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22069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22162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222547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22347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22439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22532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22625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227178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22810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22903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22995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230883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23180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2336621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95" y="897161"/>
                  </a:lnTo>
                  <a:lnTo>
                    <a:pt x="912232" y="899685"/>
                  </a:lnTo>
                  <a:lnTo>
                    <a:pt x="914400" y="901872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2345883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72"/>
                  </a:lnTo>
                  <a:lnTo>
                    <a:pt x="907959" y="904721"/>
                  </a:lnTo>
                  <a:lnTo>
                    <a:pt x="912804" y="910225"/>
                  </a:lnTo>
                  <a:lnTo>
                    <a:pt x="914400" y="912252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2345883" y="1205717"/>
              <a:ext cx="916089" cy="914400"/>
            </a:xfrm>
            <a:custGeom>
              <a:avLst/>
              <a:pathLst>
                <a:path w="916089" h="914400">
                  <a:moveTo>
                    <a:pt x="914400" y="914400"/>
                  </a:moveTo>
                  <a:lnTo>
                    <a:pt x="914400" y="912252"/>
                  </a:lnTo>
                  <a:lnTo>
                    <a:pt x="916089" y="914400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3411039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580" y="931638"/>
                  </a:lnTo>
                  <a:lnTo>
                    <a:pt x="908616" y="927124"/>
                  </a:lnTo>
                  <a:lnTo>
                    <a:pt x="911220" y="917257"/>
                  </a:lnTo>
                  <a:lnTo>
                    <a:pt x="912078" y="914400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34110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34203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34295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343882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34480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34573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34666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347587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34851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34943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35036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35129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352218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35314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35407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35499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355923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35684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357775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358702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359628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360554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361480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362407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363333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364259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365185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366111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367038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367964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368890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36981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37074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37166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372595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37352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37444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37537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37630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377226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37815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3790790" y="12057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507"/>
                  </a:lnTo>
                  <a:lnTo>
                    <a:pt x="923375" y="914400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3800052" y="1188479"/>
              <a:ext cx="916727" cy="929746"/>
            </a:xfrm>
            <a:custGeom>
              <a:avLst/>
              <a:pathLst>
                <a:path w="916727" h="929746">
                  <a:moveTo>
                    <a:pt x="914400" y="914400"/>
                  </a:moveTo>
                  <a:lnTo>
                    <a:pt x="916727" y="914400"/>
                  </a:lnTo>
                  <a:lnTo>
                    <a:pt x="916297" y="917230"/>
                  </a:lnTo>
                  <a:lnTo>
                    <a:pt x="915840" y="920243"/>
                  </a:lnTo>
                  <a:lnTo>
                    <a:pt x="915383" y="923256"/>
                  </a:lnTo>
                  <a:lnTo>
                    <a:pt x="914926" y="926269"/>
                  </a:lnTo>
                  <a:lnTo>
                    <a:pt x="914470" y="929282"/>
                  </a:lnTo>
                  <a:lnTo>
                    <a:pt x="914400" y="929746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2021706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746" y="931638"/>
                  </a:lnTo>
                  <a:lnTo>
                    <a:pt x="907130" y="927328"/>
                  </a:lnTo>
                  <a:lnTo>
                    <a:pt x="908381" y="916751"/>
                  </a:lnTo>
                  <a:lnTo>
                    <a:pt x="908730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202170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20309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20402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20494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205875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20680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20772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20865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20958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210506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21143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21235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213285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214211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215137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216063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21699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21791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218842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21976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22069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22162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222547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22347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22439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22532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22625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227178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22810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22903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2308835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795" y="897169"/>
                  </a:lnTo>
                  <a:lnTo>
                    <a:pt x="913369" y="899169"/>
                  </a:lnTo>
                  <a:lnTo>
                    <a:pt x="914400" y="899642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2318097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42"/>
                  </a:lnTo>
                  <a:lnTo>
                    <a:pt x="909618" y="901697"/>
                  </a:lnTo>
                  <a:lnTo>
                    <a:pt x="914400" y="90437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232735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378"/>
                  </a:lnTo>
                  <a:lnTo>
                    <a:pt x="905790" y="904744"/>
                  </a:lnTo>
                  <a:lnTo>
                    <a:pt x="911134" y="908304"/>
                  </a:lnTo>
                  <a:lnTo>
                    <a:pt x="914400" y="910837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2327359" y="1188479"/>
              <a:ext cx="918657" cy="914400"/>
            </a:xfrm>
            <a:custGeom>
              <a:avLst/>
              <a:pathLst>
                <a:path w="918657" h="914400">
                  <a:moveTo>
                    <a:pt x="914400" y="914400"/>
                  </a:moveTo>
                  <a:lnTo>
                    <a:pt x="914400" y="910837"/>
                  </a:lnTo>
                  <a:lnTo>
                    <a:pt x="916373" y="912368"/>
                  </a:lnTo>
                  <a:lnTo>
                    <a:pt x="918657" y="914400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341103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78" y="914400"/>
                  </a:lnTo>
                  <a:lnTo>
                    <a:pt x="914102" y="907661"/>
                  </a:lnTo>
                  <a:lnTo>
                    <a:pt x="914400" y="906784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3420301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022"/>
                  </a:lnTo>
                  <a:lnTo>
                    <a:pt x="907992" y="915602"/>
                  </a:lnTo>
                  <a:lnTo>
                    <a:pt x="908449" y="914400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34203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34295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343882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34480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34573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34666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347587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34851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34943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35036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35129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352218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35314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35407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7">
                <a:alpha val="100000"/>
              </a:srgbClr>
            </a:solidFill>
            <a:ln w="5420" cap="flat">
              <a:solidFill>
                <a:srgbClr val="E1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354997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355923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356849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357775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358702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359628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360554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361480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362407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363333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364259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365185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366111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367038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367964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368890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36981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37074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37166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372595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37352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37444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37537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37630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377226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37815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37907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3800052" y="1188479"/>
              <a:ext cx="919166" cy="914400"/>
            </a:xfrm>
            <a:custGeom>
              <a:avLst/>
              <a:pathLst>
                <a:path w="9191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166" y="897161"/>
                  </a:lnTo>
                  <a:lnTo>
                    <a:pt x="919117" y="897615"/>
                  </a:lnTo>
                  <a:lnTo>
                    <a:pt x="917672" y="908178"/>
                  </a:lnTo>
                  <a:lnTo>
                    <a:pt x="917212" y="911204"/>
                  </a:lnTo>
                  <a:lnTo>
                    <a:pt x="916755" y="914217"/>
                  </a:lnTo>
                  <a:lnTo>
                    <a:pt x="916727" y="914400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2021706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730" y="931638"/>
                  </a:lnTo>
                  <a:lnTo>
                    <a:pt x="909928" y="923550"/>
                  </a:lnTo>
                  <a:lnTo>
                    <a:pt x="911566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202170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20309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20402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20494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205875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20680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20772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20865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20958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210506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21143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21235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213285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214211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215137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216063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216990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21791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218842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21976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22069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22162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222547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22347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22439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2262523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07" y="897161"/>
                  </a:lnTo>
                  <a:lnTo>
                    <a:pt x="908625" y="900500"/>
                  </a:lnTo>
                  <a:lnTo>
                    <a:pt x="910569" y="901004"/>
                  </a:lnTo>
                  <a:lnTo>
                    <a:pt x="910907" y="901107"/>
                  </a:lnTo>
                  <a:lnTo>
                    <a:pt x="911248" y="901211"/>
                  </a:lnTo>
                  <a:lnTo>
                    <a:pt x="911588" y="901316"/>
                  </a:lnTo>
                  <a:lnTo>
                    <a:pt x="911929" y="901420"/>
                  </a:lnTo>
                  <a:lnTo>
                    <a:pt x="912269" y="901524"/>
                  </a:lnTo>
                  <a:lnTo>
                    <a:pt x="912610" y="901628"/>
                  </a:lnTo>
                  <a:lnTo>
                    <a:pt x="912950" y="901732"/>
                  </a:lnTo>
                  <a:lnTo>
                    <a:pt x="913291" y="901837"/>
                  </a:lnTo>
                  <a:lnTo>
                    <a:pt x="913631" y="901941"/>
                  </a:lnTo>
                  <a:lnTo>
                    <a:pt x="913972" y="902045"/>
                  </a:lnTo>
                  <a:lnTo>
                    <a:pt x="914400" y="902176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2271786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176"/>
                  </a:lnTo>
                  <a:lnTo>
                    <a:pt x="905391" y="902254"/>
                  </a:lnTo>
                  <a:lnTo>
                    <a:pt x="905731" y="902358"/>
                  </a:lnTo>
                  <a:lnTo>
                    <a:pt x="906071" y="902462"/>
                  </a:lnTo>
                  <a:lnTo>
                    <a:pt x="906412" y="902566"/>
                  </a:lnTo>
                  <a:lnTo>
                    <a:pt x="906752" y="902671"/>
                  </a:lnTo>
                  <a:lnTo>
                    <a:pt x="907093" y="902775"/>
                  </a:lnTo>
                  <a:lnTo>
                    <a:pt x="907433" y="902879"/>
                  </a:lnTo>
                  <a:lnTo>
                    <a:pt x="907774" y="902984"/>
                  </a:lnTo>
                  <a:lnTo>
                    <a:pt x="908114" y="903088"/>
                  </a:lnTo>
                  <a:lnTo>
                    <a:pt x="908454" y="903192"/>
                  </a:lnTo>
                  <a:lnTo>
                    <a:pt x="908795" y="903297"/>
                  </a:lnTo>
                  <a:lnTo>
                    <a:pt x="909135" y="903401"/>
                  </a:lnTo>
                  <a:lnTo>
                    <a:pt x="909476" y="903505"/>
                  </a:lnTo>
                  <a:lnTo>
                    <a:pt x="909816" y="903610"/>
                  </a:lnTo>
                  <a:lnTo>
                    <a:pt x="910156" y="903714"/>
                  </a:lnTo>
                  <a:lnTo>
                    <a:pt x="910497" y="903818"/>
                  </a:lnTo>
                  <a:lnTo>
                    <a:pt x="910837" y="903923"/>
                  </a:lnTo>
                  <a:lnTo>
                    <a:pt x="911178" y="904027"/>
                  </a:lnTo>
                  <a:lnTo>
                    <a:pt x="911518" y="904132"/>
                  </a:lnTo>
                  <a:lnTo>
                    <a:pt x="911858" y="904236"/>
                  </a:lnTo>
                  <a:lnTo>
                    <a:pt x="912199" y="904340"/>
                  </a:lnTo>
                  <a:lnTo>
                    <a:pt x="912539" y="904445"/>
                  </a:lnTo>
                  <a:lnTo>
                    <a:pt x="912879" y="904549"/>
                  </a:lnTo>
                  <a:lnTo>
                    <a:pt x="913220" y="904654"/>
                  </a:lnTo>
                  <a:lnTo>
                    <a:pt x="913560" y="904758"/>
                  </a:lnTo>
                  <a:lnTo>
                    <a:pt x="913900" y="904863"/>
                  </a:lnTo>
                  <a:lnTo>
                    <a:pt x="914241" y="904967"/>
                  </a:lnTo>
                  <a:lnTo>
                    <a:pt x="914400" y="905016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2281048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016"/>
                  </a:lnTo>
                  <a:lnTo>
                    <a:pt x="905319" y="905072"/>
                  </a:lnTo>
                  <a:lnTo>
                    <a:pt x="905659" y="905176"/>
                  </a:lnTo>
                  <a:lnTo>
                    <a:pt x="905999" y="905281"/>
                  </a:lnTo>
                  <a:lnTo>
                    <a:pt x="906340" y="905385"/>
                  </a:lnTo>
                  <a:lnTo>
                    <a:pt x="906680" y="905490"/>
                  </a:lnTo>
                  <a:lnTo>
                    <a:pt x="907020" y="905594"/>
                  </a:lnTo>
                  <a:lnTo>
                    <a:pt x="907360" y="905699"/>
                  </a:lnTo>
                  <a:lnTo>
                    <a:pt x="907701" y="905803"/>
                  </a:lnTo>
                  <a:lnTo>
                    <a:pt x="908041" y="905908"/>
                  </a:lnTo>
                  <a:lnTo>
                    <a:pt x="908381" y="906013"/>
                  </a:lnTo>
                  <a:lnTo>
                    <a:pt x="908721" y="906117"/>
                  </a:lnTo>
                  <a:lnTo>
                    <a:pt x="909062" y="906222"/>
                  </a:lnTo>
                  <a:lnTo>
                    <a:pt x="909402" y="906326"/>
                  </a:lnTo>
                  <a:lnTo>
                    <a:pt x="909742" y="906431"/>
                  </a:lnTo>
                  <a:lnTo>
                    <a:pt x="910082" y="906536"/>
                  </a:lnTo>
                  <a:lnTo>
                    <a:pt x="910423" y="906640"/>
                  </a:lnTo>
                  <a:lnTo>
                    <a:pt x="910763" y="906745"/>
                  </a:lnTo>
                  <a:lnTo>
                    <a:pt x="911103" y="906849"/>
                  </a:lnTo>
                  <a:lnTo>
                    <a:pt x="911443" y="906954"/>
                  </a:lnTo>
                  <a:lnTo>
                    <a:pt x="911783" y="907059"/>
                  </a:lnTo>
                  <a:lnTo>
                    <a:pt x="912124" y="907163"/>
                  </a:lnTo>
                  <a:lnTo>
                    <a:pt x="912464" y="907268"/>
                  </a:lnTo>
                  <a:lnTo>
                    <a:pt x="912804" y="907373"/>
                  </a:lnTo>
                  <a:lnTo>
                    <a:pt x="913144" y="907477"/>
                  </a:lnTo>
                  <a:lnTo>
                    <a:pt x="913484" y="907582"/>
                  </a:lnTo>
                  <a:lnTo>
                    <a:pt x="913824" y="907687"/>
                  </a:lnTo>
                  <a:lnTo>
                    <a:pt x="914165" y="907792"/>
                  </a:lnTo>
                  <a:lnTo>
                    <a:pt x="914400" y="907864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2290310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2" y="907896"/>
                  </a:lnTo>
                  <a:lnTo>
                    <a:pt x="905583" y="908001"/>
                  </a:lnTo>
                  <a:lnTo>
                    <a:pt x="905923" y="908106"/>
                  </a:lnTo>
                  <a:lnTo>
                    <a:pt x="906263" y="908211"/>
                  </a:lnTo>
                  <a:lnTo>
                    <a:pt x="906603" y="908315"/>
                  </a:lnTo>
                  <a:lnTo>
                    <a:pt x="906943" y="908420"/>
                  </a:lnTo>
                  <a:lnTo>
                    <a:pt x="907283" y="908525"/>
                  </a:lnTo>
                  <a:lnTo>
                    <a:pt x="907623" y="908630"/>
                  </a:lnTo>
                  <a:lnTo>
                    <a:pt x="907963" y="908735"/>
                  </a:lnTo>
                  <a:lnTo>
                    <a:pt x="908304" y="908839"/>
                  </a:lnTo>
                  <a:lnTo>
                    <a:pt x="908644" y="908944"/>
                  </a:lnTo>
                  <a:lnTo>
                    <a:pt x="908984" y="909049"/>
                  </a:lnTo>
                  <a:lnTo>
                    <a:pt x="909324" y="909154"/>
                  </a:lnTo>
                  <a:lnTo>
                    <a:pt x="909664" y="909259"/>
                  </a:lnTo>
                  <a:lnTo>
                    <a:pt x="910004" y="909364"/>
                  </a:lnTo>
                  <a:lnTo>
                    <a:pt x="910344" y="909468"/>
                  </a:lnTo>
                  <a:lnTo>
                    <a:pt x="910684" y="909573"/>
                  </a:lnTo>
                  <a:lnTo>
                    <a:pt x="911024" y="909678"/>
                  </a:lnTo>
                  <a:lnTo>
                    <a:pt x="911364" y="909783"/>
                  </a:lnTo>
                  <a:lnTo>
                    <a:pt x="911704" y="909888"/>
                  </a:lnTo>
                  <a:lnTo>
                    <a:pt x="912044" y="909993"/>
                  </a:lnTo>
                  <a:lnTo>
                    <a:pt x="912384" y="910098"/>
                  </a:lnTo>
                  <a:lnTo>
                    <a:pt x="912724" y="910203"/>
                  </a:lnTo>
                  <a:lnTo>
                    <a:pt x="913064" y="910308"/>
                  </a:lnTo>
                  <a:lnTo>
                    <a:pt x="913404" y="910413"/>
                  </a:lnTo>
                  <a:lnTo>
                    <a:pt x="913744" y="910518"/>
                  </a:lnTo>
                  <a:lnTo>
                    <a:pt x="914084" y="910623"/>
                  </a:lnTo>
                  <a:lnTo>
                    <a:pt x="914400" y="910720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2299572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62" y="910728"/>
                  </a:lnTo>
                  <a:lnTo>
                    <a:pt x="905502" y="910833"/>
                  </a:lnTo>
                  <a:lnTo>
                    <a:pt x="905842" y="910938"/>
                  </a:lnTo>
                  <a:lnTo>
                    <a:pt x="906182" y="911043"/>
                  </a:lnTo>
                  <a:lnTo>
                    <a:pt x="906522" y="911148"/>
                  </a:lnTo>
                  <a:lnTo>
                    <a:pt x="906862" y="911253"/>
                  </a:lnTo>
                  <a:lnTo>
                    <a:pt x="907202" y="911358"/>
                  </a:lnTo>
                  <a:lnTo>
                    <a:pt x="907542" y="911463"/>
                  </a:lnTo>
                  <a:lnTo>
                    <a:pt x="907882" y="911568"/>
                  </a:lnTo>
                  <a:lnTo>
                    <a:pt x="908222" y="911673"/>
                  </a:lnTo>
                  <a:lnTo>
                    <a:pt x="908561" y="911778"/>
                  </a:lnTo>
                  <a:lnTo>
                    <a:pt x="908901" y="911883"/>
                  </a:lnTo>
                  <a:lnTo>
                    <a:pt x="909241" y="911988"/>
                  </a:lnTo>
                  <a:lnTo>
                    <a:pt x="909581" y="912093"/>
                  </a:lnTo>
                  <a:lnTo>
                    <a:pt x="909921" y="912198"/>
                  </a:lnTo>
                  <a:lnTo>
                    <a:pt x="910261" y="912303"/>
                  </a:lnTo>
                  <a:lnTo>
                    <a:pt x="910601" y="912408"/>
                  </a:lnTo>
                  <a:lnTo>
                    <a:pt x="910941" y="912513"/>
                  </a:lnTo>
                  <a:lnTo>
                    <a:pt x="911281" y="912619"/>
                  </a:lnTo>
                  <a:lnTo>
                    <a:pt x="911621" y="912724"/>
                  </a:lnTo>
                  <a:lnTo>
                    <a:pt x="911960" y="912829"/>
                  </a:lnTo>
                  <a:lnTo>
                    <a:pt x="912300" y="912934"/>
                  </a:lnTo>
                  <a:lnTo>
                    <a:pt x="912640" y="913039"/>
                  </a:lnTo>
                  <a:lnTo>
                    <a:pt x="912980" y="913144"/>
                  </a:lnTo>
                  <a:lnTo>
                    <a:pt x="913320" y="913250"/>
                  </a:lnTo>
                  <a:lnTo>
                    <a:pt x="913660" y="913355"/>
                  </a:lnTo>
                  <a:lnTo>
                    <a:pt x="913999" y="913460"/>
                  </a:lnTo>
                  <a:lnTo>
                    <a:pt x="914400" y="913584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2299572" y="1171240"/>
              <a:ext cx="917033" cy="914400"/>
            </a:xfrm>
            <a:custGeom>
              <a:avLst/>
              <a:pathLst>
                <a:path w="917033" h="914400">
                  <a:moveTo>
                    <a:pt x="914400" y="914400"/>
                  </a:moveTo>
                  <a:lnTo>
                    <a:pt x="914400" y="913584"/>
                  </a:lnTo>
                  <a:lnTo>
                    <a:pt x="914679" y="913670"/>
                  </a:lnTo>
                  <a:lnTo>
                    <a:pt x="915019" y="913776"/>
                  </a:lnTo>
                  <a:lnTo>
                    <a:pt x="915359" y="913881"/>
                  </a:lnTo>
                  <a:lnTo>
                    <a:pt x="915699" y="913986"/>
                  </a:lnTo>
                  <a:lnTo>
                    <a:pt x="916038" y="914091"/>
                  </a:lnTo>
                  <a:lnTo>
                    <a:pt x="916378" y="914197"/>
                  </a:lnTo>
                  <a:lnTo>
                    <a:pt x="916718" y="914302"/>
                  </a:lnTo>
                  <a:lnTo>
                    <a:pt x="917033" y="914400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3420301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49" y="914400"/>
                  </a:lnTo>
                  <a:lnTo>
                    <a:pt x="911405" y="906630"/>
                  </a:lnTo>
                  <a:lnTo>
                    <a:pt x="914400" y="899583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3429563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822"/>
                  </a:lnTo>
                  <a:lnTo>
                    <a:pt x="905807" y="915246"/>
                  </a:lnTo>
                  <a:lnTo>
                    <a:pt x="906208" y="914400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34295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343882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34480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34573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34666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347587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34851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34943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350366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351292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352218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353144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354071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354997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355923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356849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357775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358702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359628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360554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361480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362407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363333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364259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365185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366111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367038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367964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368890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36981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37074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37166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372595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37352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37444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37537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37630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377226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37815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37907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3800052" y="1171240"/>
              <a:ext cx="920807" cy="914400"/>
            </a:xfrm>
            <a:custGeom>
              <a:avLst/>
              <a:pathLst>
                <a:path w="9208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807" y="897161"/>
                  </a:lnTo>
                  <a:lnTo>
                    <a:pt x="920262" y="904164"/>
                  </a:lnTo>
                  <a:lnTo>
                    <a:pt x="919166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2021706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566" y="931638"/>
                  </a:lnTo>
                  <a:lnTo>
                    <a:pt x="911767" y="930513"/>
                  </a:lnTo>
                  <a:lnTo>
                    <a:pt x="911892" y="929917"/>
                  </a:lnTo>
                  <a:lnTo>
                    <a:pt x="911956" y="928325"/>
                  </a:lnTo>
                  <a:lnTo>
                    <a:pt x="912690" y="917595"/>
                  </a:lnTo>
                  <a:lnTo>
                    <a:pt x="913001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202170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20309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20402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20494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205875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20680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20772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20865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20958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210506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21143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21235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213285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214211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215137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216063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216990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217916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218842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21976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22069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22162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222547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22347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22439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2253261" y="1154002"/>
              <a:ext cx="917469" cy="914400"/>
            </a:xfrm>
            <a:custGeom>
              <a:avLst/>
              <a:pathLst>
                <a:path w="9174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3" y="897161"/>
                  </a:lnTo>
                  <a:lnTo>
                    <a:pt x="915385" y="900542"/>
                  </a:lnTo>
                  <a:lnTo>
                    <a:pt x="917105" y="911496"/>
                  </a:lnTo>
                  <a:lnTo>
                    <a:pt x="917469" y="914400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3429563" y="11540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6208" y="914400"/>
                  </a:lnTo>
                  <a:lnTo>
                    <a:pt x="909712" y="906998"/>
                  </a:lnTo>
                  <a:lnTo>
                    <a:pt x="913848" y="899147"/>
                  </a:lnTo>
                  <a:lnTo>
                    <a:pt x="914400" y="898206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3438825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444"/>
                  </a:lnTo>
                  <a:lnTo>
                    <a:pt x="905749" y="914400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343882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34480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34573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34666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347587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34851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34943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350366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351292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352218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353144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354071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354997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355923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356849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357775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358702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359628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360554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361480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362407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363333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364259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365185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366111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367038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367964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368890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36981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37074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37166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372595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37352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37444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37537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37630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377226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37815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37907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3800052" y="1154002"/>
              <a:ext cx="921689" cy="914400"/>
            </a:xfrm>
            <a:custGeom>
              <a:avLst/>
              <a:pathLst>
                <a:path w="92168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689" y="897161"/>
                  </a:lnTo>
                  <a:lnTo>
                    <a:pt x="921635" y="899761"/>
                  </a:lnTo>
                  <a:lnTo>
                    <a:pt x="921102" y="910616"/>
                  </a:lnTo>
                  <a:lnTo>
                    <a:pt x="920807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2021706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001" y="914400"/>
                  </a:lnTo>
                  <a:lnTo>
                    <a:pt x="913725" y="906951"/>
                  </a:lnTo>
                  <a:lnTo>
                    <a:pt x="914400" y="901622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203096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60"/>
                  </a:lnTo>
                  <a:lnTo>
                    <a:pt x="905702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20309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20402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20494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205875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20680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20772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20865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20958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210506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21143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21235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213285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214211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215137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216063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216990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217916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218842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21976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22069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22162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222547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22347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2253261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434" y="897161"/>
                  </a:lnTo>
                  <a:lnTo>
                    <a:pt x="912814" y="902253"/>
                  </a:lnTo>
                  <a:lnTo>
                    <a:pt x="913003" y="905373"/>
                  </a:lnTo>
                  <a:lnTo>
                    <a:pt x="913081" y="905753"/>
                  </a:lnTo>
                  <a:lnTo>
                    <a:pt x="913169" y="906175"/>
                  </a:lnTo>
                  <a:lnTo>
                    <a:pt x="913256" y="906598"/>
                  </a:lnTo>
                  <a:lnTo>
                    <a:pt x="913343" y="907020"/>
                  </a:lnTo>
                  <a:lnTo>
                    <a:pt x="914400" y="912587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2253261" y="1136763"/>
              <a:ext cx="914743" cy="914400"/>
            </a:xfrm>
            <a:custGeom>
              <a:avLst/>
              <a:pathLst>
                <a:path w="914743" h="914400">
                  <a:moveTo>
                    <a:pt x="914400" y="914400"/>
                  </a:moveTo>
                  <a:lnTo>
                    <a:pt x="914400" y="912587"/>
                  </a:lnTo>
                  <a:lnTo>
                    <a:pt x="914743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3438825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749" y="914400"/>
                  </a:lnTo>
                  <a:lnTo>
                    <a:pt x="908939" y="908956"/>
                  </a:lnTo>
                  <a:lnTo>
                    <a:pt x="913498" y="901966"/>
                  </a:lnTo>
                  <a:lnTo>
                    <a:pt x="914400" y="90072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344808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967"/>
                  </a:lnTo>
                  <a:lnTo>
                    <a:pt x="907734" y="91440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34480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34573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34666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347587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34851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349439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350366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351292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352218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353144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354071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354997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355923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356849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357775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358702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359628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360554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361480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362407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363333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364259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365185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366111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367038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367964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368890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36981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37074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37166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372595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37352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37444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37537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37630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377226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37815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37907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3800052" y="1136763"/>
              <a:ext cx="921861" cy="914400"/>
            </a:xfrm>
            <a:custGeom>
              <a:avLst/>
              <a:pathLst>
                <a:path w="92186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93" y="897161"/>
                  </a:lnTo>
                  <a:lnTo>
                    <a:pt x="921861" y="906108"/>
                  </a:lnTo>
                  <a:lnTo>
                    <a:pt x="921689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2030968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02" y="931638"/>
                  </a:lnTo>
                  <a:lnTo>
                    <a:pt x="905795" y="930900"/>
                  </a:lnTo>
                  <a:lnTo>
                    <a:pt x="907421" y="920515"/>
                  </a:lnTo>
                  <a:lnTo>
                    <a:pt x="908568" y="914400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20309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20402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20494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205875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20680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20772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20865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20958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210506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21143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21235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213285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214211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215137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216063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216990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217916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218842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219768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22069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22162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222547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22347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2243999" y="1119525"/>
              <a:ext cx="921696" cy="914400"/>
            </a:xfrm>
            <a:custGeom>
              <a:avLst/>
              <a:pathLst>
                <a:path w="92169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043" y="897161"/>
                  </a:lnTo>
                  <a:lnTo>
                    <a:pt x="920177" y="898174"/>
                  </a:lnTo>
                  <a:lnTo>
                    <a:pt x="921277" y="908787"/>
                  </a:lnTo>
                  <a:lnTo>
                    <a:pt x="921696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3448088" y="11195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734" y="914400"/>
                  </a:lnTo>
                  <a:lnTo>
                    <a:pt x="908989" y="912676"/>
                  </a:lnTo>
                  <a:lnTo>
                    <a:pt x="913921" y="906627"/>
                  </a:lnTo>
                  <a:lnTo>
                    <a:pt x="914400" y="906105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3457350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44"/>
                  </a:lnTo>
                  <a:lnTo>
                    <a:pt x="909756" y="918312"/>
                  </a:lnTo>
                  <a:lnTo>
                    <a:pt x="913830" y="91440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34573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34666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347587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34851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349439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350366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351292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352218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353144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354071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354997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355923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356849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357775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358702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359628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360554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361480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362407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363333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364259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365185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366111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367038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367964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368890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36981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37074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37166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372595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37352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37444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37537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37630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377226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37815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37907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3800052" y="1119525"/>
              <a:ext cx="921793" cy="914400"/>
            </a:xfrm>
            <a:custGeom>
              <a:avLst/>
              <a:pathLst>
                <a:path w="9217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102" y="897161"/>
                  </a:lnTo>
                  <a:lnTo>
                    <a:pt x="921387" y="901573"/>
                  </a:lnTo>
                  <a:lnTo>
                    <a:pt x="921778" y="912448"/>
                  </a:lnTo>
                  <a:lnTo>
                    <a:pt x="921793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2030968" y="10850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568" y="931638"/>
                  </a:lnTo>
                  <a:lnTo>
                    <a:pt x="909337" y="927541"/>
                  </a:lnTo>
                  <a:lnTo>
                    <a:pt x="911536" y="917529"/>
                  </a:lnTo>
                  <a:lnTo>
                    <a:pt x="912329" y="914400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20309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20402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20494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205875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20680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20772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20865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20958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210506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21143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21235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213285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214211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215137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216063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216990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217916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218842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219768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220695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22162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222547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22347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2243999" y="1102287"/>
              <a:ext cx="920043" cy="914400"/>
            </a:xfrm>
            <a:custGeom>
              <a:avLst/>
              <a:pathLst>
                <a:path w="92004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15" y="897161"/>
                  </a:lnTo>
                  <a:lnTo>
                    <a:pt x="918782" y="904920"/>
                  </a:lnTo>
                  <a:lnTo>
                    <a:pt x="920043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3429563" y="1085048"/>
              <a:ext cx="914400" cy="914645"/>
            </a:xfrm>
            <a:custGeom>
              <a:avLst/>
              <a:pathLst>
                <a:path w="914400" h="914645">
                  <a:moveTo>
                    <a:pt x="914400" y="914400"/>
                  </a:moveTo>
                  <a:lnTo>
                    <a:pt x="914400" y="914645"/>
                  </a:lnTo>
                  <a:lnTo>
                    <a:pt x="913674" y="914400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3429563" y="1085048"/>
              <a:ext cx="923662" cy="917195"/>
            </a:xfrm>
            <a:custGeom>
              <a:avLst/>
              <a:pathLst>
                <a:path w="923662" h="917195">
                  <a:moveTo>
                    <a:pt x="914400" y="914400"/>
                  </a:moveTo>
                  <a:lnTo>
                    <a:pt x="923662" y="914400"/>
                  </a:lnTo>
                  <a:lnTo>
                    <a:pt x="923588" y="917195"/>
                  </a:lnTo>
                  <a:lnTo>
                    <a:pt x="917931" y="915838"/>
                  </a:lnTo>
                  <a:lnTo>
                    <a:pt x="914400" y="914645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3438825" y="1085048"/>
              <a:ext cx="923662" cy="918184"/>
            </a:xfrm>
            <a:custGeom>
              <a:avLst/>
              <a:pathLst>
                <a:path w="923662" h="91818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184"/>
                  </a:lnTo>
                  <a:lnTo>
                    <a:pt x="920013" y="918010"/>
                  </a:lnTo>
                  <a:lnTo>
                    <a:pt x="914400" y="917206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3457350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30" y="914400"/>
                  </a:lnTo>
                  <a:lnTo>
                    <a:pt x="914400" y="913853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3448088" y="1085048"/>
              <a:ext cx="923662" cy="918282"/>
            </a:xfrm>
            <a:custGeom>
              <a:avLst/>
              <a:pathLst>
                <a:path w="923662" h="9182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64"/>
                  </a:lnTo>
                  <a:lnTo>
                    <a:pt x="922156" y="918008"/>
                  </a:lnTo>
                  <a:lnTo>
                    <a:pt x="916454" y="918282"/>
                  </a:lnTo>
                  <a:lnTo>
                    <a:pt x="914400" y="918184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3466612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853"/>
                  </a:lnTo>
                  <a:lnTo>
                    <a:pt x="905743" y="913271"/>
                  </a:lnTo>
                  <a:lnTo>
                    <a:pt x="911129" y="908755"/>
                  </a:lnTo>
                  <a:lnTo>
                    <a:pt x="914400" y="906394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3457350" y="1085048"/>
              <a:ext cx="923662" cy="917864"/>
            </a:xfrm>
            <a:custGeom>
              <a:avLst/>
              <a:pathLst>
                <a:path w="923662" h="91786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980"/>
                  </a:lnTo>
                  <a:lnTo>
                    <a:pt x="922239" y="917116"/>
                  </a:lnTo>
                  <a:lnTo>
                    <a:pt x="920371" y="917294"/>
                  </a:lnTo>
                  <a:lnTo>
                    <a:pt x="918502" y="917472"/>
                  </a:lnTo>
                  <a:lnTo>
                    <a:pt x="916634" y="917650"/>
                  </a:lnTo>
                  <a:lnTo>
                    <a:pt x="914766" y="917829"/>
                  </a:lnTo>
                  <a:lnTo>
                    <a:pt x="914400" y="917864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34666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lnTo>
                    <a:pt x="914400" y="923632"/>
                  </a:lnTo>
                  <a:lnTo>
                    <a:pt x="916636" y="922017"/>
                  </a:lnTo>
                  <a:lnTo>
                    <a:pt x="916924" y="921826"/>
                  </a:lnTo>
                  <a:lnTo>
                    <a:pt x="917214" y="921633"/>
                  </a:lnTo>
                  <a:lnTo>
                    <a:pt x="917504" y="921440"/>
                  </a:lnTo>
                  <a:lnTo>
                    <a:pt x="917794" y="921247"/>
                  </a:lnTo>
                  <a:lnTo>
                    <a:pt x="918084" y="921053"/>
                  </a:lnTo>
                  <a:lnTo>
                    <a:pt x="918374" y="920860"/>
                  </a:lnTo>
                  <a:lnTo>
                    <a:pt x="918664" y="920667"/>
                  </a:lnTo>
                  <a:lnTo>
                    <a:pt x="918954" y="920474"/>
                  </a:lnTo>
                  <a:lnTo>
                    <a:pt x="919244" y="920281"/>
                  </a:lnTo>
                  <a:lnTo>
                    <a:pt x="919534" y="920088"/>
                  </a:lnTo>
                  <a:lnTo>
                    <a:pt x="919825" y="919895"/>
                  </a:lnTo>
                  <a:lnTo>
                    <a:pt x="920115" y="919702"/>
                  </a:lnTo>
                  <a:lnTo>
                    <a:pt x="920405" y="919509"/>
                  </a:lnTo>
                  <a:lnTo>
                    <a:pt x="920695" y="919316"/>
                  </a:lnTo>
                  <a:lnTo>
                    <a:pt x="920985" y="919123"/>
                  </a:lnTo>
                  <a:lnTo>
                    <a:pt x="921275" y="918930"/>
                  </a:lnTo>
                  <a:lnTo>
                    <a:pt x="921566" y="918737"/>
                  </a:lnTo>
                  <a:lnTo>
                    <a:pt x="921856" y="918544"/>
                  </a:lnTo>
                  <a:lnTo>
                    <a:pt x="922073" y="918400"/>
                  </a:lnTo>
                  <a:lnTo>
                    <a:pt x="920926" y="916934"/>
                  </a:lnTo>
                  <a:lnTo>
                    <a:pt x="920444" y="916318"/>
                  </a:lnTo>
                  <a:lnTo>
                    <a:pt x="918586" y="916583"/>
                  </a:lnTo>
                  <a:lnTo>
                    <a:pt x="916714" y="916761"/>
                  </a:lnTo>
                  <a:lnTo>
                    <a:pt x="914845" y="916938"/>
                  </a:lnTo>
                  <a:lnTo>
                    <a:pt x="914400" y="916980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347587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34851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349439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350366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351292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352218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353144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354071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354997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355923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356849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357775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358702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359628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360554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361480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362407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363333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364259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365185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366111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367038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367964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368890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36981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37074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37166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372595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37352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37444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37537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37630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377226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37815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37907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3800052" y="1102287"/>
              <a:ext cx="921102" cy="914400"/>
            </a:xfrm>
            <a:custGeom>
              <a:avLst/>
              <a:pathLst>
                <a:path w="92110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685" y="897252"/>
                  </a:lnTo>
                  <a:lnTo>
                    <a:pt x="920688" y="907990"/>
                  </a:lnTo>
                  <a:lnTo>
                    <a:pt x="921102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2030968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329" y="914400"/>
                  </a:lnTo>
                  <a:lnTo>
                    <a:pt x="914014" y="907745"/>
                  </a:lnTo>
                  <a:lnTo>
                    <a:pt x="914400" y="906410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2040230" y="10678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649"/>
                  </a:lnTo>
                  <a:lnTo>
                    <a:pt x="907501" y="915454"/>
                  </a:lnTo>
                  <a:lnTo>
                    <a:pt x="907845" y="914400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20402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20494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205875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20680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20772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20865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20958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210506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21143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21235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213285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214211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215137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216063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21699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21791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218842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21976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22069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22162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222547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2243999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098" y="897161"/>
                  </a:lnTo>
                  <a:lnTo>
                    <a:pt x="914400" y="89848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2243999" y="1085048"/>
              <a:ext cx="917515" cy="914400"/>
            </a:xfrm>
            <a:custGeom>
              <a:avLst/>
              <a:pathLst>
                <a:path w="917515" h="914400">
                  <a:moveTo>
                    <a:pt x="914400" y="914400"/>
                  </a:moveTo>
                  <a:lnTo>
                    <a:pt x="914400" y="898489"/>
                  </a:lnTo>
                  <a:lnTo>
                    <a:pt x="915117" y="901654"/>
                  </a:lnTo>
                  <a:lnTo>
                    <a:pt x="917093" y="911817"/>
                  </a:lnTo>
                  <a:lnTo>
                    <a:pt x="917515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3401777" y="1067810"/>
              <a:ext cx="914400" cy="914866"/>
            </a:xfrm>
            <a:custGeom>
              <a:avLst/>
              <a:pathLst>
                <a:path w="914400" h="914866">
                  <a:moveTo>
                    <a:pt x="914400" y="914400"/>
                  </a:moveTo>
                  <a:lnTo>
                    <a:pt x="914400" y="914866"/>
                  </a:lnTo>
                  <a:lnTo>
                    <a:pt x="913862" y="914400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3401777" y="1067810"/>
              <a:ext cx="923662" cy="922302"/>
            </a:xfrm>
            <a:custGeom>
              <a:avLst/>
              <a:pathLst>
                <a:path w="923662" h="92230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302"/>
                  </a:lnTo>
                  <a:lnTo>
                    <a:pt x="918397" y="918334"/>
                  </a:lnTo>
                  <a:lnTo>
                    <a:pt x="914400" y="914866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3411039" y="1067810"/>
              <a:ext cx="923662" cy="927872"/>
            </a:xfrm>
            <a:custGeom>
              <a:avLst/>
              <a:pathLst>
                <a:path w="923662" h="92787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872"/>
                  </a:lnTo>
                  <a:lnTo>
                    <a:pt x="919812" y="925795"/>
                  </a:lnTo>
                  <a:lnTo>
                    <a:pt x="914400" y="922302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34203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936" y="931638"/>
                  </a:lnTo>
                  <a:lnTo>
                    <a:pt x="921581" y="931180"/>
                  </a:lnTo>
                  <a:lnTo>
                    <a:pt x="916028" y="928751"/>
                  </a:lnTo>
                  <a:lnTo>
                    <a:pt x="914400" y="927872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34295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343882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34480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34573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34666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347587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348513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349439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350366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351292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352218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353144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354071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354997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355923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356849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357775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358702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359628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360554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361480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362407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363333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364259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365185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366111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367038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367964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368890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369816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37074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37166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372595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37352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37444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37537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37630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377226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37815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37907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3800052" y="1085048"/>
              <a:ext cx="919674" cy="914400"/>
            </a:xfrm>
            <a:custGeom>
              <a:avLst/>
              <a:pathLst>
                <a:path w="91967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352" y="897161"/>
                  </a:lnTo>
                  <a:lnTo>
                    <a:pt x="918378" y="903865"/>
                  </a:lnTo>
                  <a:lnTo>
                    <a:pt x="919674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2040230" y="10505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845" y="931638"/>
                  </a:lnTo>
                  <a:lnTo>
                    <a:pt x="910515" y="923443"/>
                  </a:lnTo>
                  <a:lnTo>
                    <a:pt x="913824" y="914400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20402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20494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205875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20680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20772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20865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20958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210506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21143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212359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213285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214211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21513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21606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21699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21791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218842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21976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22069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22162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222547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2234737" y="1067810"/>
              <a:ext cx="923360" cy="914400"/>
            </a:xfrm>
            <a:custGeom>
              <a:avLst/>
              <a:pathLst>
                <a:path w="92336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79" y="897161"/>
                  </a:lnTo>
                  <a:lnTo>
                    <a:pt x="919586" y="899211"/>
                  </a:lnTo>
                  <a:lnTo>
                    <a:pt x="922121" y="908935"/>
                  </a:lnTo>
                  <a:lnTo>
                    <a:pt x="923360" y="914400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3383252" y="1050571"/>
              <a:ext cx="914400" cy="915267"/>
            </a:xfrm>
            <a:custGeom>
              <a:avLst/>
              <a:pathLst>
                <a:path w="914400" h="915267">
                  <a:moveTo>
                    <a:pt x="914400" y="914400"/>
                  </a:moveTo>
                  <a:lnTo>
                    <a:pt x="914400" y="915267"/>
                  </a:lnTo>
                  <a:lnTo>
                    <a:pt x="910477" y="914400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3383252" y="1050571"/>
              <a:ext cx="923662" cy="922720"/>
            </a:xfrm>
            <a:custGeom>
              <a:avLst/>
              <a:pathLst>
                <a:path w="923662" h="9227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20"/>
                  </a:lnTo>
                  <a:lnTo>
                    <a:pt x="921816" y="920667"/>
                  </a:lnTo>
                  <a:lnTo>
                    <a:pt x="917896" y="915780"/>
                  </a:lnTo>
                  <a:lnTo>
                    <a:pt x="915195" y="915443"/>
                  </a:lnTo>
                  <a:lnTo>
                    <a:pt x="914400" y="915267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339251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3124" y="931638"/>
                  </a:lnTo>
                  <a:lnTo>
                    <a:pt x="922489" y="931087"/>
                  </a:lnTo>
                  <a:lnTo>
                    <a:pt x="917449" y="926114"/>
                  </a:lnTo>
                  <a:lnTo>
                    <a:pt x="914400" y="922720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34017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34110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34203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34295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343882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34480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34573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34666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347587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348513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349439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350366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351292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352218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353144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354071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354997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355923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356849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357775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358702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359628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360554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361480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362407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363333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364259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365185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366111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367038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367964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368890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369816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37074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37166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372595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37352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37444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37537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37630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377226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37815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3800052" y="10678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92" y="897161"/>
                  </a:lnTo>
                  <a:lnTo>
                    <a:pt x="914400" y="89812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3800052" y="1067810"/>
              <a:ext cx="917352" cy="914400"/>
            </a:xfrm>
            <a:custGeom>
              <a:avLst/>
              <a:pathLst>
                <a:path w="917352" h="914400">
                  <a:moveTo>
                    <a:pt x="914400" y="914400"/>
                  </a:moveTo>
                  <a:lnTo>
                    <a:pt x="914400" y="898120"/>
                  </a:lnTo>
                  <a:lnTo>
                    <a:pt x="914874" y="900311"/>
                  </a:lnTo>
                  <a:lnTo>
                    <a:pt x="916773" y="910621"/>
                  </a:lnTo>
                  <a:lnTo>
                    <a:pt x="917352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2040230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24" y="914400"/>
                  </a:lnTo>
                  <a:lnTo>
                    <a:pt x="914400" y="912990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2049492" y="10333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229"/>
                  </a:lnTo>
                  <a:lnTo>
                    <a:pt x="908037" y="923125"/>
                  </a:lnTo>
                  <a:lnTo>
                    <a:pt x="911789" y="914865"/>
                  </a:lnTo>
                  <a:lnTo>
                    <a:pt x="912013" y="914400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20494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205875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20680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20772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20865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20958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210506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21143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21235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21328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214211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21513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21606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21699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21791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218842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21976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22069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22162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2234737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474" y="897161"/>
                  </a:lnTo>
                  <a:lnTo>
                    <a:pt x="913715" y="897806"/>
                  </a:lnTo>
                  <a:lnTo>
                    <a:pt x="914400" y="899854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2234737" y="1050571"/>
              <a:ext cx="918979" cy="914400"/>
            </a:xfrm>
            <a:custGeom>
              <a:avLst/>
              <a:pathLst>
                <a:path w="918979" h="914400">
                  <a:moveTo>
                    <a:pt x="914400" y="914400"/>
                  </a:moveTo>
                  <a:lnTo>
                    <a:pt x="914400" y="899854"/>
                  </a:lnTo>
                  <a:lnTo>
                    <a:pt x="916782" y="906985"/>
                  </a:lnTo>
                  <a:lnTo>
                    <a:pt x="918979" y="914400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3355465" y="1033333"/>
              <a:ext cx="914400" cy="920479"/>
            </a:xfrm>
            <a:custGeom>
              <a:avLst/>
              <a:pathLst>
                <a:path w="914400" h="920479">
                  <a:moveTo>
                    <a:pt x="914400" y="914400"/>
                  </a:moveTo>
                  <a:lnTo>
                    <a:pt x="914400" y="920479"/>
                  </a:lnTo>
                  <a:lnTo>
                    <a:pt x="909826" y="917122"/>
                  </a:lnTo>
                  <a:lnTo>
                    <a:pt x="906613" y="914400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3355465" y="1033333"/>
              <a:ext cx="923662" cy="926030"/>
            </a:xfrm>
            <a:custGeom>
              <a:avLst/>
              <a:pathLst>
                <a:path w="923662" h="92603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6030"/>
                  </a:lnTo>
                  <a:lnTo>
                    <a:pt x="920571" y="924421"/>
                  </a:lnTo>
                  <a:lnTo>
                    <a:pt x="915148" y="921029"/>
                  </a:lnTo>
                  <a:lnTo>
                    <a:pt x="914400" y="92047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3364728" y="1033333"/>
              <a:ext cx="923662" cy="930029"/>
            </a:xfrm>
            <a:custGeom>
              <a:avLst/>
              <a:pathLst>
                <a:path w="923662" h="9300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029"/>
                  </a:lnTo>
                  <a:lnTo>
                    <a:pt x="922400" y="929626"/>
                  </a:lnTo>
                  <a:lnTo>
                    <a:pt x="916819" y="927289"/>
                  </a:lnTo>
                  <a:lnTo>
                    <a:pt x="914400" y="926030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33739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39" y="931638"/>
                  </a:lnTo>
                  <a:lnTo>
                    <a:pt x="918777" y="931425"/>
                  </a:lnTo>
                  <a:lnTo>
                    <a:pt x="914400" y="93002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33832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339251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34017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34110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34203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34295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343882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34480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34573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34666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347587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348513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349439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350366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351292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352218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353144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354071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354997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355923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356849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357775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358702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359628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360554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361480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362407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363333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364259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365185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366111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367038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367964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368890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369816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370743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37166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372595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37352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37444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37537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37630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377226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37815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3790790" y="1050571"/>
              <a:ext cx="923454" cy="914400"/>
            </a:xfrm>
            <a:custGeom>
              <a:avLst/>
              <a:pathLst>
                <a:path w="92345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92" y="897246"/>
                  </a:lnTo>
                  <a:lnTo>
                    <a:pt x="919476" y="897559"/>
                  </a:lnTo>
                  <a:lnTo>
                    <a:pt x="921947" y="907440"/>
                  </a:lnTo>
                  <a:lnTo>
                    <a:pt x="923454" y="914400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2049492" y="10333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13" y="914400"/>
                  </a:lnTo>
                  <a:lnTo>
                    <a:pt x="912147" y="914119"/>
                  </a:lnTo>
                  <a:lnTo>
                    <a:pt x="912327" y="913743"/>
                  </a:lnTo>
                  <a:lnTo>
                    <a:pt x="912507" y="913367"/>
                  </a:lnTo>
                  <a:lnTo>
                    <a:pt x="912687" y="912991"/>
                  </a:lnTo>
                  <a:lnTo>
                    <a:pt x="912867" y="912615"/>
                  </a:lnTo>
                  <a:lnTo>
                    <a:pt x="913047" y="912240"/>
                  </a:lnTo>
                  <a:lnTo>
                    <a:pt x="913227" y="911864"/>
                  </a:lnTo>
                  <a:lnTo>
                    <a:pt x="913408" y="911488"/>
                  </a:lnTo>
                  <a:lnTo>
                    <a:pt x="913588" y="911112"/>
                  </a:lnTo>
                  <a:lnTo>
                    <a:pt x="913768" y="910736"/>
                  </a:lnTo>
                  <a:lnTo>
                    <a:pt x="913948" y="910360"/>
                  </a:lnTo>
                  <a:lnTo>
                    <a:pt x="914128" y="909985"/>
                  </a:lnTo>
                  <a:lnTo>
                    <a:pt x="914308" y="909609"/>
                  </a:lnTo>
                  <a:lnTo>
                    <a:pt x="914400" y="909419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2058755" y="10160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657"/>
                  </a:lnTo>
                  <a:lnTo>
                    <a:pt x="905226" y="926471"/>
                  </a:lnTo>
                  <a:lnTo>
                    <a:pt x="905407" y="926096"/>
                  </a:lnTo>
                  <a:lnTo>
                    <a:pt x="905587" y="925720"/>
                  </a:lnTo>
                  <a:lnTo>
                    <a:pt x="905767" y="925344"/>
                  </a:lnTo>
                  <a:lnTo>
                    <a:pt x="905947" y="924968"/>
                  </a:lnTo>
                  <a:lnTo>
                    <a:pt x="906127" y="924592"/>
                  </a:lnTo>
                  <a:lnTo>
                    <a:pt x="906308" y="924217"/>
                  </a:lnTo>
                  <a:lnTo>
                    <a:pt x="906488" y="923841"/>
                  </a:lnTo>
                  <a:lnTo>
                    <a:pt x="906668" y="923465"/>
                  </a:lnTo>
                  <a:lnTo>
                    <a:pt x="906849" y="923089"/>
                  </a:lnTo>
                  <a:lnTo>
                    <a:pt x="907029" y="922713"/>
                  </a:lnTo>
                  <a:lnTo>
                    <a:pt x="907209" y="922338"/>
                  </a:lnTo>
                  <a:lnTo>
                    <a:pt x="907390" y="921962"/>
                  </a:lnTo>
                  <a:lnTo>
                    <a:pt x="907570" y="921586"/>
                  </a:lnTo>
                  <a:lnTo>
                    <a:pt x="907750" y="921210"/>
                  </a:lnTo>
                  <a:lnTo>
                    <a:pt x="907931" y="920834"/>
                  </a:lnTo>
                  <a:lnTo>
                    <a:pt x="908111" y="920459"/>
                  </a:lnTo>
                  <a:lnTo>
                    <a:pt x="908291" y="920083"/>
                  </a:lnTo>
                  <a:lnTo>
                    <a:pt x="908472" y="919707"/>
                  </a:lnTo>
                  <a:lnTo>
                    <a:pt x="908652" y="919331"/>
                  </a:lnTo>
                  <a:lnTo>
                    <a:pt x="908833" y="918956"/>
                  </a:lnTo>
                  <a:lnTo>
                    <a:pt x="909013" y="918580"/>
                  </a:lnTo>
                  <a:lnTo>
                    <a:pt x="909194" y="918204"/>
                  </a:lnTo>
                  <a:lnTo>
                    <a:pt x="909374" y="917828"/>
                  </a:lnTo>
                  <a:lnTo>
                    <a:pt x="909554" y="917452"/>
                  </a:lnTo>
                  <a:lnTo>
                    <a:pt x="909735" y="917077"/>
                  </a:lnTo>
                  <a:lnTo>
                    <a:pt x="909915" y="916701"/>
                  </a:lnTo>
                  <a:lnTo>
                    <a:pt x="910096" y="916325"/>
                  </a:lnTo>
                  <a:lnTo>
                    <a:pt x="910276" y="915949"/>
                  </a:lnTo>
                  <a:lnTo>
                    <a:pt x="910457" y="915574"/>
                  </a:lnTo>
                  <a:lnTo>
                    <a:pt x="910638" y="915198"/>
                  </a:lnTo>
                  <a:lnTo>
                    <a:pt x="910818" y="914822"/>
                  </a:lnTo>
                  <a:lnTo>
                    <a:pt x="911021" y="914400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205875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20680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20772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20865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20958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210506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21143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21235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21328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214211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21513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21606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21699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21791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218842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21976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22069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22162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2225475" y="1033333"/>
              <a:ext cx="922736" cy="914400"/>
            </a:xfrm>
            <a:custGeom>
              <a:avLst/>
              <a:pathLst>
                <a:path w="92273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871" y="897161"/>
                  </a:lnTo>
                  <a:lnTo>
                    <a:pt x="916094" y="897642"/>
                  </a:lnTo>
                  <a:lnTo>
                    <a:pt x="919658" y="906176"/>
                  </a:lnTo>
                  <a:lnTo>
                    <a:pt x="922736" y="914400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3336941" y="1016094"/>
              <a:ext cx="914400" cy="921201"/>
            </a:xfrm>
            <a:custGeom>
              <a:avLst/>
              <a:pathLst>
                <a:path w="914400" h="921201">
                  <a:moveTo>
                    <a:pt x="914400" y="914400"/>
                  </a:moveTo>
                  <a:lnTo>
                    <a:pt x="914323" y="921201"/>
                  </a:lnTo>
                  <a:lnTo>
                    <a:pt x="913077" y="919922"/>
                  </a:lnTo>
                  <a:lnTo>
                    <a:pt x="911831" y="918644"/>
                  </a:lnTo>
                  <a:lnTo>
                    <a:pt x="910584" y="917365"/>
                  </a:lnTo>
                  <a:lnTo>
                    <a:pt x="909337" y="916086"/>
                  </a:lnTo>
                  <a:lnTo>
                    <a:pt x="908090" y="914808"/>
                  </a:lnTo>
                  <a:lnTo>
                    <a:pt x="907692" y="914400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3336941" y="1016094"/>
              <a:ext cx="923662" cy="930388"/>
            </a:xfrm>
            <a:custGeom>
              <a:avLst/>
              <a:pathLst>
                <a:path w="923662" h="93038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388"/>
                  </a:lnTo>
                  <a:lnTo>
                    <a:pt x="923144" y="929949"/>
                  </a:lnTo>
                  <a:lnTo>
                    <a:pt x="918066" y="925045"/>
                  </a:lnTo>
                  <a:lnTo>
                    <a:pt x="916814" y="923759"/>
                  </a:lnTo>
                  <a:lnTo>
                    <a:pt x="915569" y="922480"/>
                  </a:lnTo>
                  <a:lnTo>
                    <a:pt x="914400" y="921280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33462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75" y="931638"/>
                  </a:lnTo>
                  <a:lnTo>
                    <a:pt x="914400" y="93038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33554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33647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33739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33832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339251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34017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34110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34203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34295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343882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34480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34573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34666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347587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348513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349439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350366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351292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352218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353144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354071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354997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355923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356849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357775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358702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359628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360554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361480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362407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363333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364259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365185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366111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367038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367964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368890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369816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370743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371669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372595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37352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37444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37537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37630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37722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37815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3790790" y="1033333"/>
              <a:ext cx="919369" cy="914400"/>
            </a:xfrm>
            <a:custGeom>
              <a:avLst/>
              <a:pathLst>
                <a:path w="9193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9" y="897161"/>
                  </a:lnTo>
                  <a:lnTo>
                    <a:pt x="914785" y="897295"/>
                  </a:lnTo>
                  <a:lnTo>
                    <a:pt x="914869" y="897608"/>
                  </a:lnTo>
                  <a:lnTo>
                    <a:pt x="914953" y="897920"/>
                  </a:lnTo>
                  <a:lnTo>
                    <a:pt x="915037" y="898233"/>
                  </a:lnTo>
                  <a:lnTo>
                    <a:pt x="915121" y="898545"/>
                  </a:lnTo>
                  <a:lnTo>
                    <a:pt x="915205" y="898858"/>
                  </a:lnTo>
                  <a:lnTo>
                    <a:pt x="915288" y="899170"/>
                  </a:lnTo>
                  <a:lnTo>
                    <a:pt x="915372" y="899483"/>
                  </a:lnTo>
                  <a:lnTo>
                    <a:pt x="915456" y="899795"/>
                  </a:lnTo>
                  <a:lnTo>
                    <a:pt x="915540" y="900108"/>
                  </a:lnTo>
                  <a:lnTo>
                    <a:pt x="915624" y="900421"/>
                  </a:lnTo>
                  <a:lnTo>
                    <a:pt x="915708" y="900733"/>
                  </a:lnTo>
                  <a:lnTo>
                    <a:pt x="915791" y="901046"/>
                  </a:lnTo>
                  <a:lnTo>
                    <a:pt x="915875" y="901358"/>
                  </a:lnTo>
                  <a:lnTo>
                    <a:pt x="915959" y="901671"/>
                  </a:lnTo>
                  <a:lnTo>
                    <a:pt x="916043" y="901983"/>
                  </a:lnTo>
                  <a:lnTo>
                    <a:pt x="916127" y="902296"/>
                  </a:lnTo>
                  <a:lnTo>
                    <a:pt x="916211" y="902608"/>
                  </a:lnTo>
                  <a:lnTo>
                    <a:pt x="916294" y="902921"/>
                  </a:lnTo>
                  <a:lnTo>
                    <a:pt x="916378" y="903233"/>
                  </a:lnTo>
                  <a:lnTo>
                    <a:pt x="916462" y="903546"/>
                  </a:lnTo>
                  <a:lnTo>
                    <a:pt x="916546" y="903858"/>
                  </a:lnTo>
                  <a:lnTo>
                    <a:pt x="916630" y="904171"/>
                  </a:lnTo>
                  <a:lnTo>
                    <a:pt x="916713" y="904483"/>
                  </a:lnTo>
                  <a:lnTo>
                    <a:pt x="916797" y="904796"/>
                  </a:lnTo>
                  <a:lnTo>
                    <a:pt x="916881" y="905108"/>
                  </a:lnTo>
                  <a:lnTo>
                    <a:pt x="916965" y="905421"/>
                  </a:lnTo>
                  <a:lnTo>
                    <a:pt x="917048" y="905733"/>
                  </a:lnTo>
                  <a:lnTo>
                    <a:pt x="917132" y="906046"/>
                  </a:lnTo>
                  <a:lnTo>
                    <a:pt x="917216" y="906359"/>
                  </a:lnTo>
                  <a:lnTo>
                    <a:pt x="917300" y="906671"/>
                  </a:lnTo>
                  <a:lnTo>
                    <a:pt x="917383" y="906984"/>
                  </a:lnTo>
                  <a:lnTo>
                    <a:pt x="917467" y="907296"/>
                  </a:lnTo>
                  <a:lnTo>
                    <a:pt x="917551" y="907609"/>
                  </a:lnTo>
                  <a:lnTo>
                    <a:pt x="917635" y="907921"/>
                  </a:lnTo>
                  <a:lnTo>
                    <a:pt x="917718" y="908234"/>
                  </a:lnTo>
                  <a:lnTo>
                    <a:pt x="917802" y="908546"/>
                  </a:lnTo>
                  <a:lnTo>
                    <a:pt x="917886" y="908859"/>
                  </a:lnTo>
                  <a:lnTo>
                    <a:pt x="917970" y="909171"/>
                  </a:lnTo>
                  <a:lnTo>
                    <a:pt x="918053" y="909484"/>
                  </a:lnTo>
                  <a:lnTo>
                    <a:pt x="918137" y="909796"/>
                  </a:lnTo>
                  <a:lnTo>
                    <a:pt x="918221" y="910109"/>
                  </a:lnTo>
                  <a:lnTo>
                    <a:pt x="918304" y="910421"/>
                  </a:lnTo>
                  <a:lnTo>
                    <a:pt x="918388" y="910734"/>
                  </a:lnTo>
                  <a:lnTo>
                    <a:pt x="918472" y="911047"/>
                  </a:lnTo>
                  <a:lnTo>
                    <a:pt x="918555" y="911359"/>
                  </a:lnTo>
                  <a:lnTo>
                    <a:pt x="918639" y="911672"/>
                  </a:lnTo>
                  <a:lnTo>
                    <a:pt x="918723" y="911984"/>
                  </a:lnTo>
                  <a:lnTo>
                    <a:pt x="918806" y="912297"/>
                  </a:lnTo>
                  <a:lnTo>
                    <a:pt x="918890" y="912609"/>
                  </a:lnTo>
                  <a:lnTo>
                    <a:pt x="918974" y="912922"/>
                  </a:lnTo>
                  <a:lnTo>
                    <a:pt x="919057" y="913234"/>
                  </a:lnTo>
                  <a:lnTo>
                    <a:pt x="919141" y="913547"/>
                  </a:lnTo>
                  <a:lnTo>
                    <a:pt x="919225" y="913859"/>
                  </a:lnTo>
                  <a:lnTo>
                    <a:pt x="919308" y="914172"/>
                  </a:lnTo>
                  <a:lnTo>
                    <a:pt x="919369" y="914400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205875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021" y="914400"/>
                  </a:lnTo>
                  <a:lnTo>
                    <a:pt x="911179" y="914071"/>
                  </a:lnTo>
                  <a:lnTo>
                    <a:pt x="911360" y="913695"/>
                  </a:lnTo>
                  <a:lnTo>
                    <a:pt x="911540" y="913319"/>
                  </a:lnTo>
                  <a:lnTo>
                    <a:pt x="911721" y="912943"/>
                  </a:lnTo>
                  <a:lnTo>
                    <a:pt x="911902" y="912568"/>
                  </a:lnTo>
                  <a:lnTo>
                    <a:pt x="912082" y="912192"/>
                  </a:lnTo>
                  <a:lnTo>
                    <a:pt x="912263" y="911816"/>
                  </a:lnTo>
                  <a:lnTo>
                    <a:pt x="912444" y="911440"/>
                  </a:lnTo>
                  <a:lnTo>
                    <a:pt x="912624" y="911065"/>
                  </a:lnTo>
                  <a:lnTo>
                    <a:pt x="912805" y="910689"/>
                  </a:lnTo>
                  <a:lnTo>
                    <a:pt x="912986" y="910313"/>
                  </a:lnTo>
                  <a:lnTo>
                    <a:pt x="913166" y="909938"/>
                  </a:lnTo>
                  <a:lnTo>
                    <a:pt x="913347" y="909562"/>
                  </a:lnTo>
                  <a:lnTo>
                    <a:pt x="913528" y="909186"/>
                  </a:lnTo>
                  <a:lnTo>
                    <a:pt x="913709" y="908810"/>
                  </a:lnTo>
                  <a:lnTo>
                    <a:pt x="913889" y="908435"/>
                  </a:lnTo>
                  <a:lnTo>
                    <a:pt x="914070" y="908059"/>
                  </a:lnTo>
                  <a:lnTo>
                    <a:pt x="914400" y="907409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2068017" y="9988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48"/>
                  </a:lnTo>
                  <a:lnTo>
                    <a:pt x="908794" y="917437"/>
                  </a:lnTo>
                  <a:lnTo>
                    <a:pt x="910503" y="914399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20680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20772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20865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20958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210506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21143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21235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21328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214211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21513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21606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21699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21791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218842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21976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22069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222547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271" y="897161"/>
                  </a:lnTo>
                  <a:lnTo>
                    <a:pt x="908273" y="898910"/>
                  </a:lnTo>
                  <a:lnTo>
                    <a:pt x="912295" y="906705"/>
                  </a:lnTo>
                  <a:lnTo>
                    <a:pt x="914400" y="911233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2225475" y="1016094"/>
              <a:ext cx="915871" cy="914400"/>
            </a:xfrm>
            <a:custGeom>
              <a:avLst/>
              <a:pathLst>
                <a:path w="915871" h="914400">
                  <a:moveTo>
                    <a:pt x="914400" y="914400"/>
                  </a:moveTo>
                  <a:lnTo>
                    <a:pt x="914400" y="911233"/>
                  </a:lnTo>
                  <a:lnTo>
                    <a:pt x="915871" y="914400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3318417" y="998856"/>
              <a:ext cx="914400" cy="919406"/>
            </a:xfrm>
            <a:custGeom>
              <a:avLst/>
              <a:pathLst>
                <a:path w="914400" h="919406">
                  <a:moveTo>
                    <a:pt x="914400" y="914399"/>
                  </a:moveTo>
                  <a:lnTo>
                    <a:pt x="914400" y="919406"/>
                  </a:lnTo>
                  <a:lnTo>
                    <a:pt x="911696" y="916472"/>
                  </a:lnTo>
                  <a:lnTo>
                    <a:pt x="909994" y="91439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3318417" y="998856"/>
              <a:ext cx="923662" cy="929021"/>
            </a:xfrm>
            <a:custGeom>
              <a:avLst/>
              <a:pathLst>
                <a:path w="923662" h="92902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021"/>
                  </a:lnTo>
                  <a:lnTo>
                    <a:pt x="922871" y="928212"/>
                  </a:lnTo>
                  <a:lnTo>
                    <a:pt x="921623" y="926934"/>
                  </a:lnTo>
                  <a:lnTo>
                    <a:pt x="920375" y="925656"/>
                  </a:lnTo>
                  <a:lnTo>
                    <a:pt x="919126" y="924379"/>
                  </a:lnTo>
                  <a:lnTo>
                    <a:pt x="917876" y="923101"/>
                  </a:lnTo>
                  <a:lnTo>
                    <a:pt x="916620" y="921817"/>
                  </a:lnTo>
                  <a:lnTo>
                    <a:pt x="914400" y="919406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33276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954" y="931638"/>
                  </a:lnTo>
                  <a:lnTo>
                    <a:pt x="916105" y="930768"/>
                  </a:lnTo>
                  <a:lnTo>
                    <a:pt x="914857" y="929490"/>
                  </a:lnTo>
                  <a:lnTo>
                    <a:pt x="914400" y="929021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33369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33462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33554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33647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33739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33832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339251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34017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34110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34203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34295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343882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34480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34573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346661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347587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348513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349439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350366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351292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352218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353144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354071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354997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355923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356849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357775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358702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359628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360554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361480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362407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363333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364259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365185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366111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367038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367964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368890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369816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370743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371669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372595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37352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37444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37537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37630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37722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3790790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115" y="897161"/>
                  </a:lnTo>
                  <a:lnTo>
                    <a:pt x="910164" y="897345"/>
                  </a:lnTo>
                  <a:lnTo>
                    <a:pt x="910249" y="897658"/>
                  </a:lnTo>
                  <a:lnTo>
                    <a:pt x="910333" y="897970"/>
                  </a:lnTo>
                  <a:lnTo>
                    <a:pt x="910417" y="898283"/>
                  </a:lnTo>
                  <a:lnTo>
                    <a:pt x="910501" y="898595"/>
                  </a:lnTo>
                  <a:lnTo>
                    <a:pt x="910585" y="898908"/>
                  </a:lnTo>
                  <a:lnTo>
                    <a:pt x="910669" y="899220"/>
                  </a:lnTo>
                  <a:lnTo>
                    <a:pt x="910753" y="899533"/>
                  </a:lnTo>
                  <a:lnTo>
                    <a:pt x="910837" y="899845"/>
                  </a:lnTo>
                  <a:lnTo>
                    <a:pt x="910922" y="900158"/>
                  </a:lnTo>
                  <a:lnTo>
                    <a:pt x="911006" y="900470"/>
                  </a:lnTo>
                  <a:lnTo>
                    <a:pt x="911090" y="900783"/>
                  </a:lnTo>
                  <a:lnTo>
                    <a:pt x="911174" y="901095"/>
                  </a:lnTo>
                  <a:lnTo>
                    <a:pt x="911258" y="901408"/>
                  </a:lnTo>
                  <a:lnTo>
                    <a:pt x="911342" y="901721"/>
                  </a:lnTo>
                  <a:lnTo>
                    <a:pt x="911426" y="902033"/>
                  </a:lnTo>
                  <a:lnTo>
                    <a:pt x="911510" y="902346"/>
                  </a:lnTo>
                  <a:lnTo>
                    <a:pt x="911594" y="902658"/>
                  </a:lnTo>
                  <a:lnTo>
                    <a:pt x="911678" y="902971"/>
                  </a:lnTo>
                  <a:lnTo>
                    <a:pt x="911762" y="903283"/>
                  </a:lnTo>
                  <a:lnTo>
                    <a:pt x="911846" y="903596"/>
                  </a:lnTo>
                  <a:lnTo>
                    <a:pt x="911930" y="903908"/>
                  </a:lnTo>
                  <a:lnTo>
                    <a:pt x="912014" y="904221"/>
                  </a:lnTo>
                  <a:lnTo>
                    <a:pt x="912098" y="904533"/>
                  </a:lnTo>
                  <a:lnTo>
                    <a:pt x="912182" y="904846"/>
                  </a:lnTo>
                  <a:lnTo>
                    <a:pt x="912267" y="905158"/>
                  </a:lnTo>
                  <a:lnTo>
                    <a:pt x="912351" y="905471"/>
                  </a:lnTo>
                  <a:lnTo>
                    <a:pt x="912435" y="905783"/>
                  </a:lnTo>
                  <a:lnTo>
                    <a:pt x="912519" y="906096"/>
                  </a:lnTo>
                  <a:lnTo>
                    <a:pt x="912603" y="906408"/>
                  </a:lnTo>
                  <a:lnTo>
                    <a:pt x="912687" y="906721"/>
                  </a:lnTo>
                  <a:lnTo>
                    <a:pt x="912771" y="907033"/>
                  </a:lnTo>
                  <a:lnTo>
                    <a:pt x="912855" y="907346"/>
                  </a:lnTo>
                  <a:lnTo>
                    <a:pt x="912939" y="907658"/>
                  </a:lnTo>
                  <a:lnTo>
                    <a:pt x="913023" y="907971"/>
                  </a:lnTo>
                  <a:lnTo>
                    <a:pt x="913107" y="908283"/>
                  </a:lnTo>
                  <a:lnTo>
                    <a:pt x="913190" y="908596"/>
                  </a:lnTo>
                  <a:lnTo>
                    <a:pt x="913274" y="908908"/>
                  </a:lnTo>
                  <a:lnTo>
                    <a:pt x="913358" y="909221"/>
                  </a:lnTo>
                  <a:lnTo>
                    <a:pt x="913442" y="909533"/>
                  </a:lnTo>
                  <a:lnTo>
                    <a:pt x="913526" y="909846"/>
                  </a:lnTo>
                  <a:lnTo>
                    <a:pt x="913610" y="910158"/>
                  </a:lnTo>
                  <a:lnTo>
                    <a:pt x="913694" y="910471"/>
                  </a:lnTo>
                  <a:lnTo>
                    <a:pt x="913778" y="910783"/>
                  </a:lnTo>
                  <a:lnTo>
                    <a:pt x="913862" y="911096"/>
                  </a:lnTo>
                  <a:lnTo>
                    <a:pt x="913946" y="911409"/>
                  </a:lnTo>
                  <a:lnTo>
                    <a:pt x="914030" y="911721"/>
                  </a:lnTo>
                  <a:lnTo>
                    <a:pt x="914114" y="912034"/>
                  </a:lnTo>
                  <a:lnTo>
                    <a:pt x="914198" y="912346"/>
                  </a:lnTo>
                  <a:lnTo>
                    <a:pt x="914282" y="912659"/>
                  </a:lnTo>
                  <a:lnTo>
                    <a:pt x="914400" y="913097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3790790" y="1016094"/>
              <a:ext cx="914749" cy="914400"/>
            </a:xfrm>
            <a:custGeom>
              <a:avLst/>
              <a:pathLst>
                <a:path w="914749" h="914400">
                  <a:moveTo>
                    <a:pt x="914400" y="914400"/>
                  </a:moveTo>
                  <a:lnTo>
                    <a:pt x="914400" y="913097"/>
                  </a:lnTo>
                  <a:lnTo>
                    <a:pt x="914450" y="913284"/>
                  </a:lnTo>
                  <a:lnTo>
                    <a:pt x="914533" y="913596"/>
                  </a:lnTo>
                  <a:lnTo>
                    <a:pt x="914617" y="913909"/>
                  </a:lnTo>
                  <a:lnTo>
                    <a:pt x="914701" y="914221"/>
                  </a:lnTo>
                  <a:lnTo>
                    <a:pt x="914749" y="914400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2068017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0503" y="914399"/>
                  </a:lnTo>
                  <a:lnTo>
                    <a:pt x="912994" y="909974"/>
                  </a:lnTo>
                  <a:lnTo>
                    <a:pt x="914400" y="907727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2077279" y="98161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965"/>
                  </a:lnTo>
                  <a:lnTo>
                    <a:pt x="908137" y="920168"/>
                  </a:lnTo>
                  <a:lnTo>
                    <a:pt x="912151" y="914399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20772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20865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20958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210506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21143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21235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21328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214211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21513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21606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21699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21791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218842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21976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2216212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5586" y="897161"/>
                  </a:lnTo>
                  <a:lnTo>
                    <a:pt x="908861" y="901783"/>
                  </a:lnTo>
                  <a:lnTo>
                    <a:pt x="913299" y="908755"/>
                  </a:lnTo>
                  <a:lnTo>
                    <a:pt x="914400" y="910676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2216212" y="998856"/>
              <a:ext cx="916533" cy="914399"/>
            </a:xfrm>
            <a:custGeom>
              <a:avLst/>
              <a:pathLst>
                <a:path w="916533" h="914399">
                  <a:moveTo>
                    <a:pt x="914400" y="914399"/>
                  </a:moveTo>
                  <a:lnTo>
                    <a:pt x="914400" y="910676"/>
                  </a:lnTo>
                  <a:lnTo>
                    <a:pt x="916533" y="914399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3309154" y="981617"/>
              <a:ext cx="914400" cy="925473"/>
            </a:xfrm>
            <a:custGeom>
              <a:avLst/>
              <a:pathLst>
                <a:path w="914400" h="925473">
                  <a:moveTo>
                    <a:pt x="914400" y="914399"/>
                  </a:moveTo>
                  <a:lnTo>
                    <a:pt x="914400" y="925473"/>
                  </a:lnTo>
                  <a:lnTo>
                    <a:pt x="911584" y="921647"/>
                  </a:lnTo>
                  <a:lnTo>
                    <a:pt x="907158" y="914961"/>
                  </a:lnTo>
                  <a:lnTo>
                    <a:pt x="906823" y="91439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33091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256" y="931638"/>
                  </a:lnTo>
                  <a:lnTo>
                    <a:pt x="916188" y="927903"/>
                  </a:lnTo>
                  <a:lnTo>
                    <a:pt x="914400" y="925473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33184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33276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33369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33462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33554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33647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33739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33832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339251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34017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34110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34203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34295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343882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34480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345735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346661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347587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348513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349439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350366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351292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352218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353144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354071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354997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355923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356849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357775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358702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359628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360554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361480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362407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363333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364259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365185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366111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367038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367964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368890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369816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370743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371669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37259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37352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37444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37537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37630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37722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3781528" y="998856"/>
              <a:ext cx="919377" cy="914399"/>
            </a:xfrm>
            <a:custGeom>
              <a:avLst/>
              <a:pathLst>
                <a:path w="919377" h="914399">
                  <a:moveTo>
                    <a:pt x="914400" y="914399"/>
                  </a:moveTo>
                  <a:lnTo>
                    <a:pt x="914423" y="897161"/>
                  </a:lnTo>
                  <a:lnTo>
                    <a:pt x="915117" y="899281"/>
                  </a:lnTo>
                  <a:lnTo>
                    <a:pt x="917997" y="909275"/>
                  </a:lnTo>
                  <a:lnTo>
                    <a:pt x="918080" y="909584"/>
                  </a:lnTo>
                  <a:lnTo>
                    <a:pt x="918164" y="909896"/>
                  </a:lnTo>
                  <a:lnTo>
                    <a:pt x="918248" y="910209"/>
                  </a:lnTo>
                  <a:lnTo>
                    <a:pt x="918333" y="910521"/>
                  </a:lnTo>
                  <a:lnTo>
                    <a:pt x="918417" y="910834"/>
                  </a:lnTo>
                  <a:lnTo>
                    <a:pt x="918501" y="911146"/>
                  </a:lnTo>
                  <a:lnTo>
                    <a:pt x="918585" y="911459"/>
                  </a:lnTo>
                  <a:lnTo>
                    <a:pt x="918669" y="911771"/>
                  </a:lnTo>
                  <a:lnTo>
                    <a:pt x="918753" y="912084"/>
                  </a:lnTo>
                  <a:lnTo>
                    <a:pt x="918838" y="912396"/>
                  </a:lnTo>
                  <a:lnTo>
                    <a:pt x="918922" y="912709"/>
                  </a:lnTo>
                  <a:lnTo>
                    <a:pt x="919006" y="913021"/>
                  </a:lnTo>
                  <a:lnTo>
                    <a:pt x="919090" y="913334"/>
                  </a:lnTo>
                  <a:lnTo>
                    <a:pt x="919174" y="913646"/>
                  </a:lnTo>
                  <a:lnTo>
                    <a:pt x="919258" y="913959"/>
                  </a:lnTo>
                  <a:lnTo>
                    <a:pt x="919343" y="914271"/>
                  </a:lnTo>
                  <a:lnTo>
                    <a:pt x="919377" y="91439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2077279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51" y="914399"/>
                  </a:lnTo>
                  <a:lnTo>
                    <a:pt x="912733" y="913562"/>
                  </a:lnTo>
                  <a:lnTo>
                    <a:pt x="914400" y="911416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2086541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1416"/>
                  </a:lnTo>
                  <a:lnTo>
                    <a:pt x="908246" y="907412"/>
                  </a:lnTo>
                  <a:lnTo>
                    <a:pt x="913188" y="901734"/>
                  </a:lnTo>
                  <a:lnTo>
                    <a:pt x="914400" y="900499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2095803" y="964379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738"/>
                  </a:lnTo>
                  <a:lnTo>
                    <a:pt x="908414" y="914399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20958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2105066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21143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21235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21328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214211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21513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21606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21699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21791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219768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314" y="897161"/>
                  </a:lnTo>
                  <a:lnTo>
                    <a:pt x="912985" y="900823"/>
                  </a:lnTo>
                  <a:lnTo>
                    <a:pt x="914400" y="902416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2206950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2416"/>
                  </a:lnTo>
                  <a:lnTo>
                    <a:pt x="908691" y="906419"/>
                  </a:lnTo>
                  <a:lnTo>
                    <a:pt x="913496" y="912491"/>
                  </a:lnTo>
                  <a:lnTo>
                    <a:pt x="914400" y="913767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2206950" y="981617"/>
              <a:ext cx="914848" cy="914399"/>
            </a:xfrm>
            <a:custGeom>
              <a:avLst/>
              <a:pathLst>
                <a:path w="914848" h="914399">
                  <a:moveTo>
                    <a:pt x="914400" y="914399"/>
                  </a:moveTo>
                  <a:lnTo>
                    <a:pt x="914400" y="913767"/>
                  </a:lnTo>
                  <a:lnTo>
                    <a:pt x="914848" y="914399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3299892" y="964379"/>
              <a:ext cx="914400" cy="928813"/>
            </a:xfrm>
            <a:custGeom>
              <a:avLst/>
              <a:pathLst>
                <a:path w="914400" h="928813">
                  <a:moveTo>
                    <a:pt x="914400" y="914399"/>
                  </a:moveTo>
                  <a:lnTo>
                    <a:pt x="914400" y="928813"/>
                  </a:lnTo>
                  <a:lnTo>
                    <a:pt x="912184" y="925100"/>
                  </a:lnTo>
                  <a:lnTo>
                    <a:pt x="908150" y="917605"/>
                  </a:lnTo>
                  <a:lnTo>
                    <a:pt x="906593" y="91439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32998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085" y="931638"/>
                  </a:lnTo>
                  <a:lnTo>
                    <a:pt x="914400" y="928813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33091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33184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33276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33369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33462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335546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33647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33739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33832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339251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34017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34110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34203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34295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343882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344808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345735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346661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347587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348513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349439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350366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351292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352218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353144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354071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354997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355923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7">
                <a:alpha val="100000"/>
              </a:srgbClr>
            </a:solidFill>
            <a:ln w="5420" cap="flat">
              <a:solidFill>
                <a:srgbClr val="E1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356849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357775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358702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359628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360554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361480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362407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363333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364259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365185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366111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367038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367964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368890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369816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370743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37166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37259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37352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37444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37537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37630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378152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361" y="897161"/>
                  </a:lnTo>
                  <a:lnTo>
                    <a:pt x="908496" y="897486"/>
                  </a:lnTo>
                  <a:lnTo>
                    <a:pt x="911946" y="906834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209580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8414" y="914399"/>
                  </a:lnTo>
                  <a:lnTo>
                    <a:pt x="909020" y="913782"/>
                  </a:lnTo>
                  <a:lnTo>
                    <a:pt x="914252" y="909095"/>
                  </a:lnTo>
                  <a:lnTo>
                    <a:pt x="914400" y="908980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210506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980"/>
                  </a:lnTo>
                  <a:lnTo>
                    <a:pt x="910347" y="904923"/>
                  </a:lnTo>
                  <a:lnTo>
                    <a:pt x="914400" y="902220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2114328" y="94714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459"/>
                  </a:lnTo>
                  <a:lnTo>
                    <a:pt x="906552" y="918515"/>
                  </a:lnTo>
                  <a:lnTo>
                    <a:pt x="912114" y="915406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21143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21235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21328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214211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21513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2169901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738" y="897161"/>
                  </a:lnTo>
                  <a:lnTo>
                    <a:pt x="913962" y="897696"/>
                  </a:lnTo>
                  <a:lnTo>
                    <a:pt x="914400" y="897933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217916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933"/>
                  </a:lnTo>
                  <a:lnTo>
                    <a:pt x="910276" y="900714"/>
                  </a:lnTo>
                  <a:lnTo>
                    <a:pt x="914400" y="90338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218842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3388"/>
                  </a:lnTo>
                  <a:lnTo>
                    <a:pt x="906497" y="904270"/>
                  </a:lnTo>
                  <a:lnTo>
                    <a:pt x="911874" y="908354"/>
                  </a:lnTo>
                  <a:lnTo>
                    <a:pt x="914400" y="910565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2188426" y="964379"/>
              <a:ext cx="918577" cy="914399"/>
            </a:xfrm>
            <a:custGeom>
              <a:avLst/>
              <a:pathLst>
                <a:path w="918577" h="914399">
                  <a:moveTo>
                    <a:pt x="914400" y="914399"/>
                  </a:moveTo>
                  <a:lnTo>
                    <a:pt x="914400" y="910565"/>
                  </a:lnTo>
                  <a:lnTo>
                    <a:pt x="917129" y="912955"/>
                  </a:lnTo>
                  <a:lnTo>
                    <a:pt x="918577" y="914399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3290630" y="947140"/>
              <a:ext cx="914400" cy="928642"/>
            </a:xfrm>
            <a:custGeom>
              <a:avLst/>
              <a:pathLst>
                <a:path w="914400" h="928642">
                  <a:moveTo>
                    <a:pt x="914400" y="914399"/>
                  </a:moveTo>
                  <a:lnTo>
                    <a:pt x="914400" y="928642"/>
                  </a:lnTo>
                  <a:lnTo>
                    <a:pt x="913589" y="926973"/>
                  </a:lnTo>
                  <a:lnTo>
                    <a:pt x="909988" y="918749"/>
                  </a:lnTo>
                  <a:lnTo>
                    <a:pt x="908275" y="91439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32906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855" y="931638"/>
                  </a:lnTo>
                  <a:lnTo>
                    <a:pt x="914400" y="928642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32998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33091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33184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33276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33369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334620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335546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33647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33739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33832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339251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34017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341103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342030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342956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343882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344808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345735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346661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347587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348513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349439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350366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351292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352218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353144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354071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354997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355923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356849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357775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358702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359628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360554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361480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362407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363333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364259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365185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366111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367038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367964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368890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369816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37074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37166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37259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37352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37444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37537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3772265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0061" y="897161"/>
                  </a:lnTo>
                  <a:lnTo>
                    <a:pt x="914037" y="905743"/>
                  </a:lnTo>
                  <a:lnTo>
                    <a:pt x="914400" y="906617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3772265" y="964379"/>
              <a:ext cx="917623" cy="914399"/>
            </a:xfrm>
            <a:custGeom>
              <a:avLst/>
              <a:pathLst>
                <a:path w="917623" h="914399">
                  <a:moveTo>
                    <a:pt x="914400" y="914399"/>
                  </a:moveTo>
                  <a:lnTo>
                    <a:pt x="914400" y="906617"/>
                  </a:lnTo>
                  <a:lnTo>
                    <a:pt x="917623" y="91439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2123590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67"/>
                  </a:lnTo>
                  <a:lnTo>
                    <a:pt x="908493" y="912841"/>
                  </a:lnTo>
                  <a:lnTo>
                    <a:pt x="914199" y="910829"/>
                  </a:lnTo>
                  <a:lnTo>
                    <a:pt x="914400" y="91077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2132852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0778"/>
                  </a:lnTo>
                  <a:lnTo>
                    <a:pt x="910691" y="909373"/>
                  </a:lnTo>
                  <a:lnTo>
                    <a:pt x="914400" y="908801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2142115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801"/>
                  </a:lnTo>
                  <a:lnTo>
                    <a:pt x="907216" y="908479"/>
                  </a:lnTo>
                  <a:lnTo>
                    <a:pt x="913021" y="908149"/>
                  </a:lnTo>
                  <a:lnTo>
                    <a:pt x="914400" y="908205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2151377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205"/>
                  </a:lnTo>
                  <a:lnTo>
                    <a:pt x="909565" y="908384"/>
                  </a:lnTo>
                  <a:lnTo>
                    <a:pt x="914400" y="909051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2160639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9051"/>
                  </a:lnTo>
                  <a:lnTo>
                    <a:pt x="906094" y="909183"/>
                  </a:lnTo>
                  <a:lnTo>
                    <a:pt x="911855" y="910544"/>
                  </a:lnTo>
                  <a:lnTo>
                    <a:pt x="914400" y="91139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2160639" y="947140"/>
              <a:ext cx="922001" cy="914399"/>
            </a:xfrm>
            <a:custGeom>
              <a:avLst/>
              <a:pathLst>
                <a:path w="922001" h="914399">
                  <a:moveTo>
                    <a:pt x="914400" y="914399"/>
                  </a:moveTo>
                  <a:lnTo>
                    <a:pt x="914400" y="911398"/>
                  </a:lnTo>
                  <a:lnTo>
                    <a:pt x="917570" y="912462"/>
                  </a:lnTo>
                  <a:lnTo>
                    <a:pt x="922001" y="914399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3281368" y="929902"/>
              <a:ext cx="914400" cy="923234"/>
            </a:xfrm>
            <a:custGeom>
              <a:avLst/>
              <a:pathLst>
                <a:path w="914400" h="923234">
                  <a:moveTo>
                    <a:pt x="914400" y="914400"/>
                  </a:moveTo>
                  <a:lnTo>
                    <a:pt x="914400" y="923234"/>
                  </a:lnTo>
                  <a:lnTo>
                    <a:pt x="912751" y="918563"/>
                  </a:lnTo>
                  <a:lnTo>
                    <a:pt x="911440" y="914400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32813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537" y="931638"/>
                  </a:lnTo>
                  <a:lnTo>
                    <a:pt x="915880" y="927431"/>
                  </a:lnTo>
                  <a:lnTo>
                    <a:pt x="914400" y="923234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32906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32998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33091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33184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33276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333694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334620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335546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336472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337399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338325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339251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340177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341103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342030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342956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343882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344808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345735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346661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347587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348513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349439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350366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351292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352218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353144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354071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354997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355923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356849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357775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358702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359628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360554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361480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362407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363333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364259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365185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366111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367038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367964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368890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36981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37074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37166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37259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37352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37444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3763003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2" y="897161"/>
                  </a:lnTo>
                  <a:lnTo>
                    <a:pt x="910633" y="898497"/>
                  </a:lnTo>
                  <a:lnTo>
                    <a:pt x="914400" y="905021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3763003" y="947140"/>
              <a:ext cx="919323" cy="914399"/>
            </a:xfrm>
            <a:custGeom>
              <a:avLst/>
              <a:pathLst>
                <a:path w="919323" h="914399">
                  <a:moveTo>
                    <a:pt x="914400" y="914399"/>
                  </a:moveTo>
                  <a:lnTo>
                    <a:pt x="914400" y="905021"/>
                  </a:lnTo>
                  <a:lnTo>
                    <a:pt x="915094" y="906223"/>
                  </a:lnTo>
                  <a:lnTo>
                    <a:pt x="919323" y="91439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3281368" y="91266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40" y="931638"/>
                  </a:lnTo>
                  <a:lnTo>
                    <a:pt x="909870" y="926647"/>
                  </a:lnTo>
                  <a:lnTo>
                    <a:pt x="907244" y="917230"/>
                  </a:lnTo>
                  <a:lnTo>
                    <a:pt x="906552" y="91439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32813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32906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32998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33091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33184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332767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333694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334620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335546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336472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337399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338325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339251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340177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341103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342030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342956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343882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344808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345735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346661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347587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348513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349439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350366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351292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352218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353144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354071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354997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355923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356849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357775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358702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359628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360554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361480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362407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363333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364259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365185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366111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367038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367964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368890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36981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37074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37166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37259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37352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3753741" y="9299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789" y="897161"/>
                  </a:lnTo>
                  <a:lnTo>
                    <a:pt x="911067" y="897662"/>
                  </a:lnTo>
                  <a:lnTo>
                    <a:pt x="914400" y="904385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3753741" y="929902"/>
              <a:ext cx="919034" cy="914400"/>
            </a:xfrm>
            <a:custGeom>
              <a:avLst/>
              <a:pathLst>
                <a:path w="919034" h="914400">
                  <a:moveTo>
                    <a:pt x="914400" y="914400"/>
                  </a:moveTo>
                  <a:lnTo>
                    <a:pt x="914400" y="904385"/>
                  </a:lnTo>
                  <a:lnTo>
                    <a:pt x="915299" y="906201"/>
                  </a:lnTo>
                  <a:lnTo>
                    <a:pt x="918697" y="913876"/>
                  </a:lnTo>
                  <a:lnTo>
                    <a:pt x="919034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3272105" y="895425"/>
              <a:ext cx="914400" cy="925856"/>
            </a:xfrm>
            <a:custGeom>
              <a:avLst/>
              <a:pathLst>
                <a:path w="914400" h="925856">
                  <a:moveTo>
                    <a:pt x="914400" y="914400"/>
                  </a:moveTo>
                  <a:lnTo>
                    <a:pt x="914400" y="925856"/>
                  </a:lnTo>
                  <a:lnTo>
                    <a:pt x="914144" y="924813"/>
                  </a:lnTo>
                  <a:lnTo>
                    <a:pt x="912051" y="914945"/>
                  </a:lnTo>
                  <a:lnTo>
                    <a:pt x="911952" y="914400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32721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4" y="931638"/>
                  </a:lnTo>
                  <a:lnTo>
                    <a:pt x="914400" y="925856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32813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32906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32998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33091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331841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332767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333694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334620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335546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336472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337399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338325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339251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340177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341103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342030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342956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343882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344808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345735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346661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347587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348513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349439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350366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351292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352218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353144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354071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354997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355923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356849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357775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358702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359628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360554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361480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362407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363333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364259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365185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366111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367038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367964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36889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36981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37074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37166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37259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3744479" y="91266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8" y="897168"/>
                  </a:lnTo>
                  <a:lnTo>
                    <a:pt x="909970" y="897460"/>
                  </a:lnTo>
                  <a:lnTo>
                    <a:pt x="910163" y="897753"/>
                  </a:lnTo>
                  <a:lnTo>
                    <a:pt x="910355" y="898046"/>
                  </a:lnTo>
                  <a:lnTo>
                    <a:pt x="910548" y="898339"/>
                  </a:lnTo>
                  <a:lnTo>
                    <a:pt x="910740" y="898631"/>
                  </a:lnTo>
                  <a:lnTo>
                    <a:pt x="910933" y="898924"/>
                  </a:lnTo>
                  <a:lnTo>
                    <a:pt x="911125" y="899217"/>
                  </a:lnTo>
                  <a:lnTo>
                    <a:pt x="914400" y="90449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3744479" y="912663"/>
              <a:ext cx="920051" cy="914399"/>
            </a:xfrm>
            <a:custGeom>
              <a:avLst/>
              <a:pathLst>
                <a:path w="920051" h="914399">
                  <a:moveTo>
                    <a:pt x="914400" y="914399"/>
                  </a:moveTo>
                  <a:lnTo>
                    <a:pt x="914400" y="904490"/>
                  </a:lnTo>
                  <a:lnTo>
                    <a:pt x="915846" y="906818"/>
                  </a:lnTo>
                  <a:lnTo>
                    <a:pt x="920051" y="91439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3272105" y="8781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52" y="931638"/>
                  </a:lnTo>
                  <a:lnTo>
                    <a:pt x="910232" y="922129"/>
                  </a:lnTo>
                  <a:lnTo>
                    <a:pt x="909068" y="914400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32721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32813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32906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32998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330915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331841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332767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333694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334620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335546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336472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337399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338325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339251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340177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341103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342030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342956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343882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344808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345735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346661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347587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348513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349439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350366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351292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352218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353144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354071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354997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355923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356849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357775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358702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359628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360554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361480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362407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363333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364259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365185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366111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367038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367964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36889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36981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37074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37166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3735217" y="8954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658" y="897161"/>
                  </a:lnTo>
                  <a:lnTo>
                    <a:pt x="908053" y="897728"/>
                  </a:lnTo>
                  <a:lnTo>
                    <a:pt x="908243" y="898017"/>
                  </a:lnTo>
                  <a:lnTo>
                    <a:pt x="908436" y="898309"/>
                  </a:lnTo>
                  <a:lnTo>
                    <a:pt x="908629" y="898602"/>
                  </a:lnTo>
                  <a:lnTo>
                    <a:pt x="908822" y="898894"/>
                  </a:lnTo>
                  <a:lnTo>
                    <a:pt x="909015" y="899187"/>
                  </a:lnTo>
                  <a:lnTo>
                    <a:pt x="909208" y="899480"/>
                  </a:lnTo>
                  <a:lnTo>
                    <a:pt x="909401" y="899772"/>
                  </a:lnTo>
                  <a:lnTo>
                    <a:pt x="909594" y="900065"/>
                  </a:lnTo>
                  <a:lnTo>
                    <a:pt x="909787" y="900357"/>
                  </a:lnTo>
                  <a:lnTo>
                    <a:pt x="909980" y="900650"/>
                  </a:lnTo>
                  <a:lnTo>
                    <a:pt x="910173" y="900943"/>
                  </a:lnTo>
                  <a:lnTo>
                    <a:pt x="910366" y="901235"/>
                  </a:lnTo>
                  <a:lnTo>
                    <a:pt x="910559" y="901528"/>
                  </a:lnTo>
                  <a:lnTo>
                    <a:pt x="910752" y="901821"/>
                  </a:lnTo>
                  <a:lnTo>
                    <a:pt x="910945" y="902113"/>
                  </a:lnTo>
                  <a:lnTo>
                    <a:pt x="911138" y="902406"/>
                  </a:lnTo>
                  <a:lnTo>
                    <a:pt x="911331" y="902698"/>
                  </a:lnTo>
                  <a:lnTo>
                    <a:pt x="911524" y="902991"/>
                  </a:lnTo>
                  <a:lnTo>
                    <a:pt x="911717" y="903284"/>
                  </a:lnTo>
                  <a:lnTo>
                    <a:pt x="911910" y="903576"/>
                  </a:lnTo>
                  <a:lnTo>
                    <a:pt x="912103" y="903869"/>
                  </a:lnTo>
                  <a:lnTo>
                    <a:pt x="912296" y="904162"/>
                  </a:lnTo>
                  <a:lnTo>
                    <a:pt x="912488" y="904454"/>
                  </a:lnTo>
                  <a:lnTo>
                    <a:pt x="912681" y="904747"/>
                  </a:lnTo>
                  <a:lnTo>
                    <a:pt x="912874" y="905040"/>
                  </a:lnTo>
                  <a:lnTo>
                    <a:pt x="913067" y="905332"/>
                  </a:lnTo>
                  <a:lnTo>
                    <a:pt x="913260" y="905625"/>
                  </a:lnTo>
                  <a:lnTo>
                    <a:pt x="913453" y="905918"/>
                  </a:lnTo>
                  <a:lnTo>
                    <a:pt x="913645" y="906210"/>
                  </a:lnTo>
                  <a:lnTo>
                    <a:pt x="913838" y="906503"/>
                  </a:lnTo>
                  <a:lnTo>
                    <a:pt x="914031" y="906796"/>
                  </a:lnTo>
                  <a:lnTo>
                    <a:pt x="914224" y="907088"/>
                  </a:lnTo>
                  <a:lnTo>
                    <a:pt x="914400" y="907355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3735217" y="895425"/>
              <a:ext cx="919036" cy="914400"/>
            </a:xfrm>
            <a:custGeom>
              <a:avLst/>
              <a:pathLst>
                <a:path w="919036" h="914400">
                  <a:moveTo>
                    <a:pt x="914400" y="914400"/>
                  </a:moveTo>
                  <a:lnTo>
                    <a:pt x="914417" y="907381"/>
                  </a:lnTo>
                  <a:lnTo>
                    <a:pt x="914609" y="907674"/>
                  </a:lnTo>
                  <a:lnTo>
                    <a:pt x="914802" y="907966"/>
                  </a:lnTo>
                  <a:lnTo>
                    <a:pt x="914995" y="908259"/>
                  </a:lnTo>
                  <a:lnTo>
                    <a:pt x="915188" y="908552"/>
                  </a:lnTo>
                  <a:lnTo>
                    <a:pt x="915380" y="908844"/>
                  </a:lnTo>
                  <a:lnTo>
                    <a:pt x="915573" y="909137"/>
                  </a:lnTo>
                  <a:lnTo>
                    <a:pt x="915766" y="909430"/>
                  </a:lnTo>
                  <a:lnTo>
                    <a:pt x="915958" y="909722"/>
                  </a:lnTo>
                  <a:lnTo>
                    <a:pt x="916151" y="910015"/>
                  </a:lnTo>
                  <a:lnTo>
                    <a:pt x="916344" y="910308"/>
                  </a:lnTo>
                  <a:lnTo>
                    <a:pt x="916536" y="910601"/>
                  </a:lnTo>
                  <a:lnTo>
                    <a:pt x="916729" y="910893"/>
                  </a:lnTo>
                  <a:lnTo>
                    <a:pt x="916922" y="911186"/>
                  </a:lnTo>
                  <a:lnTo>
                    <a:pt x="917114" y="911479"/>
                  </a:lnTo>
                  <a:lnTo>
                    <a:pt x="917307" y="911771"/>
                  </a:lnTo>
                  <a:lnTo>
                    <a:pt x="917499" y="912064"/>
                  </a:lnTo>
                  <a:lnTo>
                    <a:pt x="917692" y="912357"/>
                  </a:lnTo>
                  <a:lnTo>
                    <a:pt x="917885" y="912650"/>
                  </a:lnTo>
                  <a:lnTo>
                    <a:pt x="918077" y="912942"/>
                  </a:lnTo>
                  <a:lnTo>
                    <a:pt x="918270" y="913235"/>
                  </a:lnTo>
                  <a:lnTo>
                    <a:pt x="918462" y="913528"/>
                  </a:lnTo>
                  <a:lnTo>
                    <a:pt x="918655" y="913820"/>
                  </a:lnTo>
                  <a:lnTo>
                    <a:pt x="918848" y="914113"/>
                  </a:lnTo>
                  <a:lnTo>
                    <a:pt x="919036" y="914400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3272105" y="8609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68" y="931638"/>
                  </a:lnTo>
                  <a:lnTo>
                    <a:pt x="908693" y="929152"/>
                  </a:lnTo>
                  <a:lnTo>
                    <a:pt x="907437" y="918803"/>
                  </a:lnTo>
                  <a:lnTo>
                    <a:pt x="907029" y="91440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32721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32813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329063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329989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330915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331841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332767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333694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334620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335546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336472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337399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338325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339251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340177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341103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342030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342956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343882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344808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345735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346661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347587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348513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349439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350366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351292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352218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353144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354071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354997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355923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356849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357775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358702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359628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360554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361480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362407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363333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364259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365185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366111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367038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367964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36889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36981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3716692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00" y="897161"/>
                  </a:lnTo>
                  <a:lnTo>
                    <a:pt x="914400" y="89899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3725954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998"/>
                  </a:lnTo>
                  <a:lnTo>
                    <a:pt x="907956" y="902236"/>
                  </a:lnTo>
                  <a:lnTo>
                    <a:pt x="912725" y="908374"/>
                  </a:lnTo>
                  <a:lnTo>
                    <a:pt x="914400" y="91077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3725954" y="878187"/>
              <a:ext cx="916920" cy="914400"/>
            </a:xfrm>
            <a:custGeom>
              <a:avLst/>
              <a:pathLst>
                <a:path w="916920" h="914400">
                  <a:moveTo>
                    <a:pt x="914400" y="914400"/>
                  </a:moveTo>
                  <a:lnTo>
                    <a:pt x="914400" y="910779"/>
                  </a:lnTo>
                  <a:lnTo>
                    <a:pt x="916920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3272105" y="8437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29" y="931638"/>
                  </a:lnTo>
                  <a:lnTo>
                    <a:pt x="906468" y="925587"/>
                  </a:lnTo>
                  <a:lnTo>
                    <a:pt x="905788" y="915053"/>
                  </a:lnTo>
                  <a:lnTo>
                    <a:pt x="905764" y="91440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32721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328136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329063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329989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330915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331841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332767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333694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334620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335546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336472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337399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338325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339251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340177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341103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342030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342956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343882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344808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345735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346661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347587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348513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349439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350366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351292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352218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353144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354071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354997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355923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356849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357775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358702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359628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360554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361480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362407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363333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364259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365185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366111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367038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367964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36889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3707430" y="8609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145" y="897161"/>
                  </a:lnTo>
                  <a:lnTo>
                    <a:pt x="909600" y="902672"/>
                  </a:lnTo>
                  <a:lnTo>
                    <a:pt x="911237" y="903947"/>
                  </a:lnTo>
                  <a:lnTo>
                    <a:pt x="914400" y="90678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3707430" y="860948"/>
              <a:ext cx="922063" cy="914400"/>
            </a:xfrm>
            <a:custGeom>
              <a:avLst/>
              <a:pathLst>
                <a:path w="922063" h="914400">
                  <a:moveTo>
                    <a:pt x="914400" y="914400"/>
                  </a:moveTo>
                  <a:lnTo>
                    <a:pt x="914400" y="906780"/>
                  </a:lnTo>
                  <a:lnTo>
                    <a:pt x="916461" y="908627"/>
                  </a:lnTo>
                  <a:lnTo>
                    <a:pt x="921547" y="913807"/>
                  </a:lnTo>
                  <a:lnTo>
                    <a:pt x="922063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3272105" y="8264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64" y="931638"/>
                  </a:lnTo>
                  <a:lnTo>
                    <a:pt x="905399" y="921707"/>
                  </a:lnTo>
                  <a:lnTo>
                    <a:pt x="905333" y="91440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327210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328136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329063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329989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330915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331841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332767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333694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334620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335546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336472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337399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338325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339251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340177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341103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342030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342956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343882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344808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345735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346661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347587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348513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349439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350366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351292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352218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353144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354071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354997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355923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356849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357775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358702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359628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360554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361480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362407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363333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364259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365185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366111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367038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367964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3698168" y="8437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374" y="897161"/>
                  </a:lnTo>
                  <a:lnTo>
                    <a:pt x="908074" y="898310"/>
                  </a:lnTo>
                  <a:lnTo>
                    <a:pt x="912197" y="905823"/>
                  </a:lnTo>
                  <a:lnTo>
                    <a:pt x="914400" y="910274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3698168" y="843710"/>
              <a:ext cx="916407" cy="914400"/>
            </a:xfrm>
            <a:custGeom>
              <a:avLst/>
              <a:pathLst>
                <a:path w="916407" h="914400">
                  <a:moveTo>
                    <a:pt x="914400" y="914400"/>
                  </a:moveTo>
                  <a:lnTo>
                    <a:pt x="914400" y="910274"/>
                  </a:lnTo>
                  <a:lnTo>
                    <a:pt x="916106" y="913723"/>
                  </a:lnTo>
                  <a:lnTo>
                    <a:pt x="916407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3262843" y="809233"/>
              <a:ext cx="914400" cy="923960"/>
            </a:xfrm>
            <a:custGeom>
              <a:avLst/>
              <a:pathLst>
                <a:path w="914400" h="923960">
                  <a:moveTo>
                    <a:pt x="914400" y="914400"/>
                  </a:moveTo>
                  <a:lnTo>
                    <a:pt x="914400" y="923960"/>
                  </a:lnTo>
                  <a:lnTo>
                    <a:pt x="914351" y="923759"/>
                  </a:lnTo>
                  <a:lnTo>
                    <a:pt x="912385" y="91440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326284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595" y="931638"/>
                  </a:lnTo>
                  <a:lnTo>
                    <a:pt x="914565" y="928338"/>
                  </a:lnTo>
                  <a:lnTo>
                    <a:pt x="914628" y="924904"/>
                  </a:lnTo>
                  <a:lnTo>
                    <a:pt x="914400" y="92396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327210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328136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329063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329989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330915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331841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332767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333694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334620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335546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336472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337399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338325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339251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340177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341103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342030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342956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343882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344808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345735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346661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347587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348513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349439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350366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351292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352218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353144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354071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354997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355923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356849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357775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358702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359628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360554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361480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362407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363333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364259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365185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366111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3679643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276" y="897161"/>
                  </a:lnTo>
                  <a:lnTo>
                    <a:pt x="914400" y="897325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3688905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325"/>
                  </a:lnTo>
                  <a:lnTo>
                    <a:pt x="908489" y="901768"/>
                  </a:lnTo>
                  <a:lnTo>
                    <a:pt x="913008" y="908444"/>
                  </a:lnTo>
                  <a:lnTo>
                    <a:pt x="914400" y="91072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3688905" y="826471"/>
              <a:ext cx="916636" cy="914400"/>
            </a:xfrm>
            <a:custGeom>
              <a:avLst/>
              <a:pathLst>
                <a:path w="916636" h="914400">
                  <a:moveTo>
                    <a:pt x="914400" y="914400"/>
                  </a:moveTo>
                  <a:lnTo>
                    <a:pt x="914400" y="910728"/>
                  </a:lnTo>
                  <a:lnTo>
                    <a:pt x="916636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3262843" y="7919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85" y="931638"/>
                  </a:lnTo>
                  <a:lnTo>
                    <a:pt x="912291" y="931188"/>
                  </a:lnTo>
                  <a:lnTo>
                    <a:pt x="910501" y="921195"/>
                  </a:lnTo>
                  <a:lnTo>
                    <a:pt x="909488" y="91440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326284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327210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328136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329063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329989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330915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331841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332767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333694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334620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335546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336472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337399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338325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339251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340177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341103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342030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342956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343882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344808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345735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346661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347587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348513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349439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350366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351292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352218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353144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354071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354997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355923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356849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357775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358702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359628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360554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361480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362407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363333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364259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365185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3670381" y="8092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828" y="897165"/>
                  </a:lnTo>
                  <a:lnTo>
                    <a:pt x="908288" y="897621"/>
                  </a:lnTo>
                  <a:lnTo>
                    <a:pt x="908748" y="898076"/>
                  </a:lnTo>
                  <a:lnTo>
                    <a:pt x="909208" y="898531"/>
                  </a:lnTo>
                  <a:lnTo>
                    <a:pt x="909667" y="898986"/>
                  </a:lnTo>
                  <a:lnTo>
                    <a:pt x="910127" y="899441"/>
                  </a:lnTo>
                  <a:lnTo>
                    <a:pt x="910587" y="899896"/>
                  </a:lnTo>
                  <a:lnTo>
                    <a:pt x="911046" y="900351"/>
                  </a:lnTo>
                  <a:lnTo>
                    <a:pt x="911506" y="900806"/>
                  </a:lnTo>
                  <a:lnTo>
                    <a:pt x="911965" y="901261"/>
                  </a:lnTo>
                  <a:lnTo>
                    <a:pt x="912425" y="901716"/>
                  </a:lnTo>
                  <a:lnTo>
                    <a:pt x="914400" y="903797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3670381" y="809233"/>
              <a:ext cx="923538" cy="914400"/>
            </a:xfrm>
            <a:custGeom>
              <a:avLst/>
              <a:pathLst>
                <a:path w="923538" h="914400">
                  <a:moveTo>
                    <a:pt x="914400" y="914400"/>
                  </a:moveTo>
                  <a:lnTo>
                    <a:pt x="914400" y="903797"/>
                  </a:lnTo>
                  <a:lnTo>
                    <a:pt x="917446" y="907007"/>
                  </a:lnTo>
                  <a:lnTo>
                    <a:pt x="922313" y="912776"/>
                  </a:lnTo>
                  <a:lnTo>
                    <a:pt x="923538" y="914400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3262843" y="7747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488" y="931638"/>
                  </a:lnTo>
                  <a:lnTo>
                    <a:pt x="908988" y="928284"/>
                  </a:lnTo>
                  <a:lnTo>
                    <a:pt x="907753" y="918005"/>
                  </a:lnTo>
                  <a:lnTo>
                    <a:pt x="907423" y="91440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326284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327210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328136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329063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329989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330915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331841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332767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333694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334620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335546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336472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337399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338325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339251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340177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341103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342030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342956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343882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344808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345735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346661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347587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348513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349439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350366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351292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352218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353144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354071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354997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355923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356849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357775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358702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359628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360554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361480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362407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363333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3651857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91" y="897161"/>
                  </a:lnTo>
                  <a:lnTo>
                    <a:pt x="909316" y="897579"/>
                  </a:lnTo>
                  <a:lnTo>
                    <a:pt x="909777" y="898034"/>
                  </a:lnTo>
                  <a:lnTo>
                    <a:pt x="910238" y="898488"/>
                  </a:lnTo>
                  <a:lnTo>
                    <a:pt x="910699" y="898943"/>
                  </a:lnTo>
                  <a:lnTo>
                    <a:pt x="911160" y="899397"/>
                  </a:lnTo>
                  <a:lnTo>
                    <a:pt x="911621" y="899852"/>
                  </a:lnTo>
                  <a:lnTo>
                    <a:pt x="912082" y="900306"/>
                  </a:lnTo>
                  <a:lnTo>
                    <a:pt x="912543" y="900761"/>
                  </a:lnTo>
                  <a:lnTo>
                    <a:pt x="913004" y="901215"/>
                  </a:lnTo>
                  <a:lnTo>
                    <a:pt x="913464" y="901670"/>
                  </a:lnTo>
                  <a:lnTo>
                    <a:pt x="913925" y="902124"/>
                  </a:lnTo>
                  <a:lnTo>
                    <a:pt x="914400" y="902592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3661119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592"/>
                  </a:lnTo>
                  <a:lnTo>
                    <a:pt x="905584" y="903034"/>
                  </a:lnTo>
                  <a:lnTo>
                    <a:pt x="906045" y="903488"/>
                  </a:lnTo>
                  <a:lnTo>
                    <a:pt x="906506" y="903943"/>
                  </a:lnTo>
                  <a:lnTo>
                    <a:pt x="906966" y="904397"/>
                  </a:lnTo>
                  <a:lnTo>
                    <a:pt x="907427" y="904852"/>
                  </a:lnTo>
                  <a:lnTo>
                    <a:pt x="907888" y="905307"/>
                  </a:lnTo>
                  <a:lnTo>
                    <a:pt x="908348" y="905762"/>
                  </a:lnTo>
                  <a:lnTo>
                    <a:pt x="908809" y="906216"/>
                  </a:lnTo>
                  <a:lnTo>
                    <a:pt x="909269" y="906671"/>
                  </a:lnTo>
                  <a:lnTo>
                    <a:pt x="909729" y="907126"/>
                  </a:lnTo>
                  <a:lnTo>
                    <a:pt x="910190" y="907581"/>
                  </a:lnTo>
                  <a:lnTo>
                    <a:pt x="910650" y="908035"/>
                  </a:lnTo>
                  <a:lnTo>
                    <a:pt x="911110" y="908490"/>
                  </a:lnTo>
                  <a:lnTo>
                    <a:pt x="911571" y="908945"/>
                  </a:lnTo>
                  <a:lnTo>
                    <a:pt x="912031" y="909400"/>
                  </a:lnTo>
                  <a:lnTo>
                    <a:pt x="912491" y="909855"/>
                  </a:lnTo>
                  <a:lnTo>
                    <a:pt x="912951" y="910309"/>
                  </a:lnTo>
                  <a:lnTo>
                    <a:pt x="913411" y="910764"/>
                  </a:lnTo>
                  <a:lnTo>
                    <a:pt x="913871" y="911219"/>
                  </a:lnTo>
                  <a:lnTo>
                    <a:pt x="914400" y="911742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3661119" y="791994"/>
              <a:ext cx="917086" cy="914400"/>
            </a:xfrm>
            <a:custGeom>
              <a:avLst/>
              <a:pathLst>
                <a:path w="917086" h="914400">
                  <a:moveTo>
                    <a:pt x="914400" y="914400"/>
                  </a:moveTo>
                  <a:lnTo>
                    <a:pt x="914400" y="911742"/>
                  </a:lnTo>
                  <a:lnTo>
                    <a:pt x="914791" y="912129"/>
                  </a:lnTo>
                  <a:lnTo>
                    <a:pt x="915251" y="912584"/>
                  </a:lnTo>
                  <a:lnTo>
                    <a:pt x="915711" y="913039"/>
                  </a:lnTo>
                  <a:lnTo>
                    <a:pt x="916171" y="913494"/>
                  </a:lnTo>
                  <a:lnTo>
                    <a:pt x="916631" y="913949"/>
                  </a:lnTo>
                  <a:lnTo>
                    <a:pt x="917086" y="91440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3262843" y="7575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423" y="931638"/>
                  </a:lnTo>
                  <a:lnTo>
                    <a:pt x="906802" y="924860"/>
                  </a:lnTo>
                  <a:lnTo>
                    <a:pt x="906136" y="91440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326284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327210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328136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329063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329989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330915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331841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332767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333694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334620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335546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336472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337399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338325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339251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340177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341103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342030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342956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343882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344808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345735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346661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347587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348513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349439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350366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351292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352218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353144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354071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354997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355923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356849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357775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358702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359628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360554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361480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3633332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41" y="897161"/>
                  </a:lnTo>
                  <a:lnTo>
                    <a:pt x="909206" y="897822"/>
                  </a:lnTo>
                  <a:lnTo>
                    <a:pt x="914400" y="901976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3642594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976"/>
                  </a:lnTo>
                  <a:lnTo>
                    <a:pt x="905408" y="902192"/>
                  </a:lnTo>
                  <a:lnTo>
                    <a:pt x="910738" y="907100"/>
                  </a:lnTo>
                  <a:lnTo>
                    <a:pt x="911195" y="907549"/>
                  </a:lnTo>
                  <a:lnTo>
                    <a:pt x="911657" y="908003"/>
                  </a:lnTo>
                  <a:lnTo>
                    <a:pt x="912118" y="908458"/>
                  </a:lnTo>
                  <a:lnTo>
                    <a:pt x="912580" y="908912"/>
                  </a:lnTo>
                  <a:lnTo>
                    <a:pt x="913041" y="909366"/>
                  </a:lnTo>
                  <a:lnTo>
                    <a:pt x="913503" y="909820"/>
                  </a:lnTo>
                  <a:lnTo>
                    <a:pt x="913965" y="910274"/>
                  </a:lnTo>
                  <a:lnTo>
                    <a:pt x="914400" y="910703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3642594" y="774756"/>
              <a:ext cx="918153" cy="914400"/>
            </a:xfrm>
            <a:custGeom>
              <a:avLst/>
              <a:pathLst>
                <a:path w="918153" h="914400">
                  <a:moveTo>
                    <a:pt x="914400" y="914400"/>
                  </a:moveTo>
                  <a:lnTo>
                    <a:pt x="914426" y="910729"/>
                  </a:lnTo>
                  <a:lnTo>
                    <a:pt x="914888" y="911183"/>
                  </a:lnTo>
                  <a:lnTo>
                    <a:pt x="915349" y="911637"/>
                  </a:lnTo>
                  <a:lnTo>
                    <a:pt x="915810" y="912092"/>
                  </a:lnTo>
                  <a:lnTo>
                    <a:pt x="916272" y="912546"/>
                  </a:lnTo>
                  <a:lnTo>
                    <a:pt x="916733" y="913000"/>
                  </a:lnTo>
                  <a:lnTo>
                    <a:pt x="917194" y="913455"/>
                  </a:lnTo>
                  <a:lnTo>
                    <a:pt x="917655" y="913909"/>
                  </a:lnTo>
                  <a:lnTo>
                    <a:pt x="918153" y="91440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3262843" y="7402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36" y="931638"/>
                  </a:lnTo>
                  <a:lnTo>
                    <a:pt x="905756" y="921130"/>
                  </a:lnTo>
                  <a:lnTo>
                    <a:pt x="905698" y="914400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326284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327210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328136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329063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329989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330915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331841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332767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333694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334620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335546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336472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337399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338325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339251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340177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341103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342030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342956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343882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344808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345735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346661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347587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348513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349439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350366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351292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352218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353144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354071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354997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355923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356849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357775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3596283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6" y="897161"/>
                  </a:lnTo>
                  <a:lnTo>
                    <a:pt x="914400" y="899935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3605545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935"/>
                  </a:lnTo>
                  <a:lnTo>
                    <a:pt x="905612" y="900544"/>
                  </a:lnTo>
                  <a:lnTo>
                    <a:pt x="914122" y="903183"/>
                  </a:lnTo>
                  <a:lnTo>
                    <a:pt x="914400" y="903283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3614808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283"/>
                  </a:lnTo>
                  <a:lnTo>
                    <a:pt x="910697" y="905293"/>
                  </a:lnTo>
                  <a:lnTo>
                    <a:pt x="914400" y="90701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3624070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018"/>
                  </a:lnTo>
                  <a:lnTo>
                    <a:pt x="907204" y="907982"/>
                  </a:lnTo>
                  <a:lnTo>
                    <a:pt x="912887" y="911240"/>
                  </a:lnTo>
                  <a:lnTo>
                    <a:pt x="914400" y="912276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3624070" y="757517"/>
              <a:ext cx="917503" cy="914400"/>
            </a:xfrm>
            <a:custGeom>
              <a:avLst/>
              <a:pathLst>
                <a:path w="917503" h="914400">
                  <a:moveTo>
                    <a:pt x="914400" y="914400"/>
                  </a:moveTo>
                  <a:lnTo>
                    <a:pt x="914400" y="912276"/>
                  </a:lnTo>
                  <a:lnTo>
                    <a:pt x="917503" y="914400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3262843" y="7230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698" y="931638"/>
                  </a:lnTo>
                  <a:lnTo>
                    <a:pt x="905665" y="927837"/>
                  </a:lnTo>
                  <a:lnTo>
                    <a:pt x="905862" y="917310"/>
                  </a:lnTo>
                  <a:lnTo>
                    <a:pt x="905996" y="914400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326284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327210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328136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329063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329989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330915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331841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332767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333694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334620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335546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336472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337399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338325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339251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340177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341103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342030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342956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343882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344808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345735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346661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347587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348513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349439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350366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351292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352218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353144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354071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354997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355923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356849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3587021" y="7402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66" y="897161"/>
                  </a:lnTo>
                  <a:lnTo>
                    <a:pt x="914400" y="898422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3587021" y="740279"/>
              <a:ext cx="921498" cy="914400"/>
            </a:xfrm>
            <a:custGeom>
              <a:avLst/>
              <a:pathLst>
                <a:path w="921498" h="914400">
                  <a:moveTo>
                    <a:pt x="914400" y="914400"/>
                  </a:moveTo>
                  <a:lnTo>
                    <a:pt x="914400" y="898422"/>
                  </a:lnTo>
                  <a:lnTo>
                    <a:pt x="915302" y="900221"/>
                  </a:lnTo>
                  <a:lnTo>
                    <a:pt x="919114" y="908678"/>
                  </a:lnTo>
                  <a:lnTo>
                    <a:pt x="921347" y="914205"/>
                  </a:lnTo>
                  <a:lnTo>
                    <a:pt x="921498" y="914400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3696990" y="1820892"/>
              <a:ext cx="929722" cy="1221796"/>
            </a:xfrm>
            <a:custGeom>
              <a:avLst/>
              <a:pathLst>
                <a:path w="929722" h="1221796">
                  <a:moveTo>
                    <a:pt x="914400" y="914400"/>
                  </a:moveTo>
                  <a:lnTo>
                    <a:pt x="905391" y="938708"/>
                  </a:lnTo>
                  <a:lnTo>
                    <a:pt x="892981" y="942816"/>
                  </a:lnTo>
                  <a:lnTo>
                    <a:pt x="881077" y="950913"/>
                  </a:lnTo>
                  <a:lnTo>
                    <a:pt x="876826" y="1027830"/>
                  </a:lnTo>
                  <a:lnTo>
                    <a:pt x="898498" y="1057055"/>
                  </a:lnTo>
                  <a:lnTo>
                    <a:pt x="886595" y="1061145"/>
                  </a:lnTo>
                  <a:lnTo>
                    <a:pt x="875704" y="1069899"/>
                  </a:lnTo>
                  <a:lnTo>
                    <a:pt x="867926" y="1082845"/>
                  </a:lnTo>
                  <a:lnTo>
                    <a:pt x="859966" y="1110706"/>
                  </a:lnTo>
                  <a:lnTo>
                    <a:pt x="830063" y="1126497"/>
                  </a:lnTo>
                  <a:lnTo>
                    <a:pt x="818738" y="1138180"/>
                  </a:lnTo>
                  <a:lnTo>
                    <a:pt x="802041" y="1164172"/>
                  </a:lnTo>
                  <a:lnTo>
                    <a:pt x="793339" y="1201898"/>
                  </a:lnTo>
                  <a:lnTo>
                    <a:pt x="776425" y="1217992"/>
                  </a:lnTo>
                  <a:lnTo>
                    <a:pt x="757430" y="1221796"/>
                  </a:lnTo>
                  <a:lnTo>
                    <a:pt x="768574" y="1190888"/>
                  </a:lnTo>
                  <a:lnTo>
                    <a:pt x="783173" y="1165704"/>
                  </a:lnTo>
                  <a:lnTo>
                    <a:pt x="769135" y="1148432"/>
                  </a:lnTo>
                  <a:lnTo>
                    <a:pt x="760686" y="1121396"/>
                  </a:lnTo>
                  <a:lnTo>
                    <a:pt x="749778" y="1100656"/>
                  </a:lnTo>
                  <a:lnTo>
                    <a:pt x="758461" y="1077492"/>
                  </a:lnTo>
                  <a:lnTo>
                    <a:pt x="754192" y="1039530"/>
                  </a:lnTo>
                  <a:lnTo>
                    <a:pt x="755603" y="1002477"/>
                  </a:lnTo>
                  <a:lnTo>
                    <a:pt x="768266" y="983774"/>
                  </a:lnTo>
                  <a:lnTo>
                    <a:pt x="782775" y="968522"/>
                  </a:lnTo>
                  <a:lnTo>
                    <a:pt x="805369" y="933456"/>
                  </a:lnTo>
                  <a:lnTo>
                    <a:pt x="829864" y="908036"/>
                  </a:lnTo>
                  <a:lnTo>
                    <a:pt x="864036" y="896605"/>
                  </a:lnTo>
                  <a:lnTo>
                    <a:pt x="879467" y="907144"/>
                  </a:lnTo>
                  <a:lnTo>
                    <a:pt x="886124" y="884030"/>
                  </a:lnTo>
                  <a:lnTo>
                    <a:pt x="897141" y="878761"/>
                  </a:lnTo>
                  <a:lnTo>
                    <a:pt x="907489" y="884098"/>
                  </a:lnTo>
                  <a:lnTo>
                    <a:pt x="929722" y="906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3230804" y="2362843"/>
              <a:ext cx="1033054" cy="914400"/>
            </a:xfrm>
            <a:custGeom>
              <a:avLst/>
              <a:pathLst>
                <a:path w="1033054" h="914400">
                  <a:moveTo>
                    <a:pt x="914400" y="914400"/>
                  </a:moveTo>
                  <a:lnTo>
                    <a:pt x="905969" y="913171"/>
                  </a:lnTo>
                  <a:lnTo>
                    <a:pt x="900343" y="890023"/>
                  </a:lnTo>
                  <a:lnTo>
                    <a:pt x="899023" y="830463"/>
                  </a:lnTo>
                  <a:lnTo>
                    <a:pt x="902388" y="801036"/>
                  </a:lnTo>
                  <a:lnTo>
                    <a:pt x="942783" y="694895"/>
                  </a:lnTo>
                  <a:lnTo>
                    <a:pt x="960819" y="686226"/>
                  </a:lnTo>
                  <a:lnTo>
                    <a:pt x="986182" y="621177"/>
                  </a:lnTo>
                  <a:lnTo>
                    <a:pt x="993020" y="592239"/>
                  </a:lnTo>
                  <a:lnTo>
                    <a:pt x="1004019" y="566179"/>
                  </a:lnTo>
                  <a:lnTo>
                    <a:pt x="1010513" y="542880"/>
                  </a:lnTo>
                  <a:lnTo>
                    <a:pt x="1015958" y="533470"/>
                  </a:lnTo>
                  <a:lnTo>
                    <a:pt x="1027789" y="537880"/>
                  </a:lnTo>
                  <a:lnTo>
                    <a:pt x="1033054" y="542173"/>
                  </a:lnTo>
                  <a:lnTo>
                    <a:pt x="1020589" y="555742"/>
                  </a:lnTo>
                  <a:lnTo>
                    <a:pt x="1022037" y="573401"/>
                  </a:lnTo>
                  <a:lnTo>
                    <a:pt x="1021168" y="580724"/>
                  </a:lnTo>
                  <a:lnTo>
                    <a:pt x="989709" y="657540"/>
                  </a:lnTo>
                  <a:lnTo>
                    <a:pt x="981297" y="707420"/>
                  </a:lnTo>
                  <a:lnTo>
                    <a:pt x="970136" y="719591"/>
                  </a:lnTo>
                  <a:lnTo>
                    <a:pt x="923915" y="897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2303388" y="1442538"/>
              <a:ext cx="2307387" cy="2142859"/>
            </a:xfrm>
            <a:custGeom>
              <a:avLst/>
              <a:pathLst>
                <a:path w="2307387" h="2142859">
                  <a:moveTo>
                    <a:pt x="914400" y="914400"/>
                  </a:moveTo>
                  <a:lnTo>
                    <a:pt x="927895" y="920090"/>
                  </a:lnTo>
                  <a:lnTo>
                    <a:pt x="946275" y="908693"/>
                  </a:lnTo>
                  <a:lnTo>
                    <a:pt x="959137" y="876775"/>
                  </a:lnTo>
                  <a:lnTo>
                    <a:pt x="966481" y="828881"/>
                  </a:lnTo>
                  <a:lnTo>
                    <a:pt x="975056" y="783259"/>
                  </a:lnTo>
                  <a:lnTo>
                    <a:pt x="964908" y="734456"/>
                  </a:lnTo>
                  <a:lnTo>
                    <a:pt x="954071" y="691596"/>
                  </a:lnTo>
                  <a:lnTo>
                    <a:pt x="953312" y="679004"/>
                  </a:lnTo>
                  <a:lnTo>
                    <a:pt x="981750" y="642843"/>
                  </a:lnTo>
                  <a:lnTo>
                    <a:pt x="990451" y="613433"/>
                  </a:lnTo>
                  <a:lnTo>
                    <a:pt x="999876" y="585438"/>
                  </a:lnTo>
                  <a:lnTo>
                    <a:pt x="1010278" y="575909"/>
                  </a:lnTo>
                  <a:lnTo>
                    <a:pt x="1025763" y="573738"/>
                  </a:lnTo>
                  <a:lnTo>
                    <a:pt x="1043799" y="568469"/>
                  </a:lnTo>
                  <a:lnTo>
                    <a:pt x="1066539" y="549732"/>
                  </a:lnTo>
                  <a:lnTo>
                    <a:pt x="1086926" y="524632"/>
                  </a:lnTo>
                  <a:lnTo>
                    <a:pt x="1102502" y="501619"/>
                  </a:lnTo>
                  <a:lnTo>
                    <a:pt x="1107785" y="456082"/>
                  </a:lnTo>
                  <a:lnTo>
                    <a:pt x="1108002" y="433204"/>
                  </a:lnTo>
                  <a:lnTo>
                    <a:pt x="1114858" y="416218"/>
                  </a:lnTo>
                  <a:lnTo>
                    <a:pt x="1121497" y="383037"/>
                  </a:lnTo>
                  <a:lnTo>
                    <a:pt x="1115039" y="350311"/>
                  </a:lnTo>
                  <a:lnTo>
                    <a:pt x="1094940" y="300666"/>
                  </a:lnTo>
                  <a:lnTo>
                    <a:pt x="1070736" y="230854"/>
                  </a:lnTo>
                  <a:lnTo>
                    <a:pt x="1067029" y="193667"/>
                  </a:lnTo>
                  <a:lnTo>
                    <a:pt x="1977664" y="193667"/>
                  </a:lnTo>
                  <a:lnTo>
                    <a:pt x="1978108" y="198549"/>
                  </a:lnTo>
                  <a:lnTo>
                    <a:pt x="1976262" y="210265"/>
                  </a:lnTo>
                  <a:lnTo>
                    <a:pt x="1990337" y="258429"/>
                  </a:lnTo>
                  <a:lnTo>
                    <a:pt x="1987062" y="275314"/>
                  </a:lnTo>
                  <a:lnTo>
                    <a:pt x="1985163" y="296828"/>
                  </a:lnTo>
                  <a:lnTo>
                    <a:pt x="2005334" y="317501"/>
                  </a:lnTo>
                  <a:lnTo>
                    <a:pt x="2023333" y="317164"/>
                  </a:lnTo>
                  <a:lnTo>
                    <a:pt x="2041568" y="316844"/>
                  </a:lnTo>
                  <a:lnTo>
                    <a:pt x="2048533" y="322029"/>
                  </a:lnTo>
                  <a:lnTo>
                    <a:pt x="2055516" y="336658"/>
                  </a:lnTo>
                  <a:lnTo>
                    <a:pt x="2061142" y="353931"/>
                  </a:lnTo>
                  <a:lnTo>
                    <a:pt x="2076157" y="352500"/>
                  </a:lnTo>
                  <a:lnTo>
                    <a:pt x="2100127" y="338443"/>
                  </a:lnTo>
                  <a:lnTo>
                    <a:pt x="2115720" y="335093"/>
                  </a:lnTo>
                  <a:lnTo>
                    <a:pt x="2126014" y="362112"/>
                  </a:lnTo>
                  <a:lnTo>
                    <a:pt x="2154017" y="397801"/>
                  </a:lnTo>
                  <a:lnTo>
                    <a:pt x="2170317" y="413794"/>
                  </a:lnTo>
                  <a:lnTo>
                    <a:pt x="2198013" y="422211"/>
                  </a:lnTo>
                  <a:lnTo>
                    <a:pt x="2227193" y="451015"/>
                  </a:lnTo>
                  <a:lnTo>
                    <a:pt x="2223104" y="485727"/>
                  </a:lnTo>
                  <a:lnTo>
                    <a:pt x="2235279" y="497326"/>
                  </a:lnTo>
                  <a:lnTo>
                    <a:pt x="2269705" y="511030"/>
                  </a:lnTo>
                  <a:lnTo>
                    <a:pt x="2281880" y="529514"/>
                  </a:lnTo>
                  <a:lnTo>
                    <a:pt x="2287723" y="545271"/>
                  </a:lnTo>
                  <a:lnTo>
                    <a:pt x="2296786" y="558334"/>
                  </a:lnTo>
                  <a:lnTo>
                    <a:pt x="2307387" y="597811"/>
                  </a:lnTo>
                  <a:lnTo>
                    <a:pt x="2303696" y="622137"/>
                  </a:lnTo>
                  <a:lnTo>
                    <a:pt x="2289821" y="630504"/>
                  </a:lnTo>
                  <a:lnTo>
                    <a:pt x="2257060" y="656563"/>
                  </a:lnTo>
                  <a:lnTo>
                    <a:pt x="2242461" y="676024"/>
                  </a:lnTo>
                  <a:lnTo>
                    <a:pt x="2231010" y="688145"/>
                  </a:lnTo>
                  <a:lnTo>
                    <a:pt x="2198465" y="714137"/>
                  </a:lnTo>
                  <a:lnTo>
                    <a:pt x="2186544" y="718800"/>
                  </a:lnTo>
                  <a:lnTo>
                    <a:pt x="2175129" y="732318"/>
                  </a:lnTo>
                  <a:lnTo>
                    <a:pt x="2164094" y="738227"/>
                  </a:lnTo>
                  <a:lnTo>
                    <a:pt x="2154216" y="734827"/>
                  </a:lnTo>
                  <a:lnTo>
                    <a:pt x="2117294" y="759304"/>
                  </a:lnTo>
                  <a:lnTo>
                    <a:pt x="2120171" y="769758"/>
                  </a:lnTo>
                  <a:lnTo>
                    <a:pt x="2148482" y="774185"/>
                  </a:lnTo>
                  <a:lnTo>
                    <a:pt x="2162918" y="768933"/>
                  </a:lnTo>
                  <a:lnTo>
                    <a:pt x="2174025" y="756627"/>
                  </a:lnTo>
                  <a:lnTo>
                    <a:pt x="2186164" y="753799"/>
                  </a:lnTo>
                  <a:lnTo>
                    <a:pt x="2197235" y="756122"/>
                  </a:lnTo>
                  <a:lnTo>
                    <a:pt x="2208976" y="746425"/>
                  </a:lnTo>
                  <a:lnTo>
                    <a:pt x="2218184" y="742554"/>
                  </a:lnTo>
                  <a:lnTo>
                    <a:pt x="2227699" y="747200"/>
                  </a:lnTo>
                  <a:lnTo>
                    <a:pt x="2238318" y="770448"/>
                  </a:lnTo>
                  <a:lnTo>
                    <a:pt x="2216284" y="782552"/>
                  </a:lnTo>
                  <a:lnTo>
                    <a:pt x="2200654" y="783108"/>
                  </a:lnTo>
                  <a:lnTo>
                    <a:pt x="2193020" y="821238"/>
                  </a:lnTo>
                  <a:lnTo>
                    <a:pt x="2183559" y="837618"/>
                  </a:lnTo>
                  <a:lnTo>
                    <a:pt x="2176775" y="845496"/>
                  </a:lnTo>
                  <a:lnTo>
                    <a:pt x="2142096" y="861725"/>
                  </a:lnTo>
                  <a:lnTo>
                    <a:pt x="2119212" y="882296"/>
                  </a:lnTo>
                  <a:lnTo>
                    <a:pt x="2092239" y="898861"/>
                  </a:lnTo>
                  <a:lnTo>
                    <a:pt x="2080462" y="895259"/>
                  </a:lnTo>
                  <a:lnTo>
                    <a:pt x="2062716" y="912093"/>
                  </a:lnTo>
                  <a:lnTo>
                    <a:pt x="2023279" y="932025"/>
                  </a:lnTo>
                  <a:lnTo>
                    <a:pt x="2003072" y="958876"/>
                  </a:lnTo>
                  <a:lnTo>
                    <a:pt x="1957720" y="982899"/>
                  </a:lnTo>
                  <a:lnTo>
                    <a:pt x="1934619" y="1002444"/>
                  </a:lnTo>
                  <a:lnTo>
                    <a:pt x="1871863" y="1003471"/>
                  </a:lnTo>
                  <a:lnTo>
                    <a:pt x="1811930" y="999178"/>
                  </a:lnTo>
                  <a:lnTo>
                    <a:pt x="1793117" y="1008470"/>
                  </a:lnTo>
                  <a:lnTo>
                    <a:pt x="1812346" y="1011349"/>
                  </a:lnTo>
                  <a:lnTo>
                    <a:pt x="1825824" y="1020473"/>
                  </a:lnTo>
                  <a:lnTo>
                    <a:pt x="1841978" y="1016669"/>
                  </a:lnTo>
                  <a:lnTo>
                    <a:pt x="1879950" y="1021231"/>
                  </a:lnTo>
                  <a:lnTo>
                    <a:pt x="1899487" y="1026197"/>
                  </a:lnTo>
                  <a:lnTo>
                    <a:pt x="1924560" y="1058149"/>
                  </a:lnTo>
                  <a:lnTo>
                    <a:pt x="1906126" y="1069512"/>
                  </a:lnTo>
                  <a:lnTo>
                    <a:pt x="1874197" y="1078232"/>
                  </a:lnTo>
                  <a:lnTo>
                    <a:pt x="1886173" y="1123551"/>
                  </a:lnTo>
                  <a:lnTo>
                    <a:pt x="1896050" y="1154105"/>
                  </a:lnTo>
                  <a:lnTo>
                    <a:pt x="1883116" y="1172539"/>
                  </a:lnTo>
                  <a:lnTo>
                    <a:pt x="1882157" y="1256408"/>
                  </a:lnTo>
                  <a:lnTo>
                    <a:pt x="1864012" y="1258007"/>
                  </a:lnTo>
                  <a:lnTo>
                    <a:pt x="1856306" y="1292703"/>
                  </a:lnTo>
                  <a:lnTo>
                    <a:pt x="1862022" y="1310396"/>
                  </a:lnTo>
                  <a:lnTo>
                    <a:pt x="1861570" y="1351489"/>
                  </a:lnTo>
                  <a:lnTo>
                    <a:pt x="1865351" y="1376808"/>
                  </a:lnTo>
                  <a:lnTo>
                    <a:pt x="1874251" y="1400124"/>
                  </a:lnTo>
                  <a:lnTo>
                    <a:pt x="1870290" y="1424432"/>
                  </a:lnTo>
                  <a:lnTo>
                    <a:pt x="1841598" y="1481333"/>
                  </a:lnTo>
                  <a:lnTo>
                    <a:pt x="1842250" y="1508032"/>
                  </a:lnTo>
                  <a:lnTo>
                    <a:pt x="1847405" y="1523890"/>
                  </a:lnTo>
                  <a:lnTo>
                    <a:pt x="1851222" y="1549243"/>
                  </a:lnTo>
                  <a:lnTo>
                    <a:pt x="1838179" y="1597979"/>
                  </a:lnTo>
                  <a:lnTo>
                    <a:pt x="1828971" y="1638701"/>
                  </a:lnTo>
                  <a:lnTo>
                    <a:pt x="1818027" y="1672976"/>
                  </a:lnTo>
                  <a:lnTo>
                    <a:pt x="1793533" y="1714103"/>
                  </a:lnTo>
                  <a:lnTo>
                    <a:pt x="1781340" y="1744842"/>
                  </a:lnTo>
                  <a:lnTo>
                    <a:pt x="1752811" y="1840765"/>
                  </a:lnTo>
                  <a:lnTo>
                    <a:pt x="1738665" y="1859805"/>
                  </a:lnTo>
                  <a:lnTo>
                    <a:pt x="1721316" y="1874434"/>
                  </a:lnTo>
                  <a:lnTo>
                    <a:pt x="1701978" y="1860899"/>
                  </a:lnTo>
                  <a:lnTo>
                    <a:pt x="1684249" y="1853526"/>
                  </a:lnTo>
                  <a:lnTo>
                    <a:pt x="1662595" y="1854418"/>
                  </a:lnTo>
                  <a:lnTo>
                    <a:pt x="1628676" y="1865512"/>
                  </a:lnTo>
                  <a:lnTo>
                    <a:pt x="1577661" y="1858138"/>
                  </a:lnTo>
                  <a:lnTo>
                    <a:pt x="1527805" y="1861690"/>
                  </a:lnTo>
                  <a:lnTo>
                    <a:pt x="1515196" y="1871269"/>
                  </a:lnTo>
                  <a:lnTo>
                    <a:pt x="1522757" y="1906083"/>
                  </a:lnTo>
                  <a:lnTo>
                    <a:pt x="1504378" y="1910645"/>
                  </a:lnTo>
                  <a:lnTo>
                    <a:pt x="1486414" y="1900746"/>
                  </a:lnTo>
                  <a:lnTo>
                    <a:pt x="1470603" y="1912564"/>
                  </a:lnTo>
                  <a:lnTo>
                    <a:pt x="1457397" y="1925526"/>
                  </a:lnTo>
                  <a:lnTo>
                    <a:pt x="1431456" y="1956283"/>
                  </a:lnTo>
                  <a:lnTo>
                    <a:pt x="1422772" y="1975222"/>
                  </a:lnTo>
                  <a:lnTo>
                    <a:pt x="1420529" y="2010894"/>
                  </a:lnTo>
                  <a:lnTo>
                    <a:pt x="1434151" y="2042879"/>
                  </a:lnTo>
                  <a:lnTo>
                    <a:pt x="1446235" y="2080336"/>
                  </a:lnTo>
                  <a:lnTo>
                    <a:pt x="1415120" y="2125536"/>
                  </a:lnTo>
                  <a:lnTo>
                    <a:pt x="1397754" y="2127068"/>
                  </a:lnTo>
                  <a:lnTo>
                    <a:pt x="1347065" y="2114527"/>
                  </a:lnTo>
                  <a:lnTo>
                    <a:pt x="1257228" y="2142859"/>
                  </a:lnTo>
                  <a:lnTo>
                    <a:pt x="1176546" y="2120452"/>
                  </a:lnTo>
                  <a:lnTo>
                    <a:pt x="1186694" y="2096244"/>
                  </a:lnTo>
                  <a:lnTo>
                    <a:pt x="1186351" y="2078450"/>
                  </a:lnTo>
                  <a:lnTo>
                    <a:pt x="1190909" y="2051078"/>
                  </a:lnTo>
                  <a:lnTo>
                    <a:pt x="1193623" y="2023082"/>
                  </a:lnTo>
                  <a:lnTo>
                    <a:pt x="1192863" y="2004345"/>
                  </a:lnTo>
                  <a:lnTo>
                    <a:pt x="1186948" y="1984380"/>
                  </a:lnTo>
                  <a:lnTo>
                    <a:pt x="1167048" y="1958253"/>
                  </a:lnTo>
                  <a:lnTo>
                    <a:pt x="1122221" y="1870074"/>
                  </a:lnTo>
                  <a:lnTo>
                    <a:pt x="1108960" y="1832853"/>
                  </a:lnTo>
                  <a:lnTo>
                    <a:pt x="1099734" y="1817348"/>
                  </a:lnTo>
                  <a:lnTo>
                    <a:pt x="1106373" y="1816507"/>
                  </a:lnTo>
                  <a:lnTo>
                    <a:pt x="1143296" y="1836489"/>
                  </a:lnTo>
                  <a:lnTo>
                    <a:pt x="1151907" y="1834031"/>
                  </a:lnTo>
                  <a:lnTo>
                    <a:pt x="1160952" y="1826523"/>
                  </a:lnTo>
                  <a:lnTo>
                    <a:pt x="1149935" y="1797921"/>
                  </a:lnTo>
                  <a:lnTo>
                    <a:pt x="1140474" y="1784976"/>
                  </a:lnTo>
                  <a:lnTo>
                    <a:pt x="1134052" y="1765616"/>
                  </a:lnTo>
                  <a:lnTo>
                    <a:pt x="1155669" y="1760381"/>
                  </a:lnTo>
                  <a:lnTo>
                    <a:pt x="1171281" y="1761542"/>
                  </a:lnTo>
                  <a:lnTo>
                    <a:pt x="1182787" y="1739758"/>
                  </a:lnTo>
                  <a:lnTo>
                    <a:pt x="1176148" y="1704541"/>
                  </a:lnTo>
                  <a:lnTo>
                    <a:pt x="1159378" y="1693699"/>
                  </a:lnTo>
                  <a:lnTo>
                    <a:pt x="1145376" y="1688986"/>
                  </a:lnTo>
                  <a:lnTo>
                    <a:pt x="1118530" y="1633668"/>
                  </a:lnTo>
                  <a:lnTo>
                    <a:pt x="1090526" y="1605016"/>
                  </a:lnTo>
                  <a:lnTo>
                    <a:pt x="1040579" y="1494497"/>
                  </a:lnTo>
                  <a:lnTo>
                    <a:pt x="1022308" y="1418641"/>
                  </a:lnTo>
                  <a:lnTo>
                    <a:pt x="1005321" y="1425847"/>
                  </a:lnTo>
                  <a:lnTo>
                    <a:pt x="997072" y="1392801"/>
                  </a:lnTo>
                  <a:lnTo>
                    <a:pt x="991157" y="1361505"/>
                  </a:lnTo>
                  <a:lnTo>
                    <a:pt x="989981" y="1338493"/>
                  </a:lnTo>
                  <a:lnTo>
                    <a:pt x="963352" y="1325311"/>
                  </a:lnTo>
                  <a:lnTo>
                    <a:pt x="962266" y="1309184"/>
                  </a:lnTo>
                  <a:lnTo>
                    <a:pt x="957472" y="1237217"/>
                  </a:lnTo>
                  <a:lnTo>
                    <a:pt x="928908" y="1227554"/>
                  </a:lnTo>
                  <a:lnTo>
                    <a:pt x="910438" y="1187168"/>
                  </a:lnTo>
                  <a:lnTo>
                    <a:pt x="907145" y="1110756"/>
                  </a:lnTo>
                  <a:lnTo>
                    <a:pt x="888331" y="1096851"/>
                  </a:lnTo>
                  <a:lnTo>
                    <a:pt x="873190" y="1100706"/>
                  </a:lnTo>
                  <a:lnTo>
                    <a:pt x="873895" y="1081767"/>
                  </a:lnTo>
                  <a:lnTo>
                    <a:pt x="877513" y="1063990"/>
                  </a:lnTo>
                  <a:lnTo>
                    <a:pt x="868667" y="993555"/>
                  </a:lnTo>
                  <a:lnTo>
                    <a:pt x="865719" y="929264"/>
                  </a:lnTo>
                  <a:lnTo>
                    <a:pt x="858537" y="909854"/>
                  </a:lnTo>
                  <a:lnTo>
                    <a:pt x="854466" y="887128"/>
                  </a:lnTo>
                  <a:lnTo>
                    <a:pt x="858121" y="867499"/>
                  </a:lnTo>
                  <a:lnTo>
                    <a:pt x="863475" y="856220"/>
                  </a:lnTo>
                  <a:lnTo>
                    <a:pt x="881909" y="853257"/>
                  </a:lnTo>
                  <a:lnTo>
                    <a:pt x="899131" y="870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3723782" y="1804293"/>
              <a:ext cx="950164" cy="914400"/>
            </a:xfrm>
            <a:custGeom>
              <a:avLst/>
              <a:pathLst>
                <a:path w="950164" h="914400">
                  <a:moveTo>
                    <a:pt x="914400" y="914400"/>
                  </a:moveTo>
                  <a:lnTo>
                    <a:pt x="904794" y="912767"/>
                  </a:lnTo>
                  <a:lnTo>
                    <a:pt x="896038" y="896892"/>
                  </a:lnTo>
                  <a:lnTo>
                    <a:pt x="913748" y="872650"/>
                  </a:lnTo>
                  <a:lnTo>
                    <a:pt x="940847" y="873963"/>
                  </a:lnTo>
                  <a:lnTo>
                    <a:pt x="950164" y="879014"/>
                  </a:lnTo>
                  <a:lnTo>
                    <a:pt x="917728" y="892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3581791" y="1404593"/>
              <a:ext cx="935457" cy="914399"/>
            </a:xfrm>
            <a:custGeom>
              <a:avLst/>
              <a:pathLst>
                <a:path w="935457" h="914399">
                  <a:moveTo>
                    <a:pt x="914400" y="914399"/>
                  </a:moveTo>
                  <a:lnTo>
                    <a:pt x="910329" y="913356"/>
                  </a:lnTo>
                  <a:lnTo>
                    <a:pt x="915394" y="897346"/>
                  </a:lnTo>
                  <a:lnTo>
                    <a:pt x="919157" y="890427"/>
                  </a:lnTo>
                  <a:lnTo>
                    <a:pt x="931640" y="883963"/>
                  </a:lnTo>
                  <a:lnTo>
                    <a:pt x="935457" y="885091"/>
                  </a:lnTo>
                  <a:lnTo>
                    <a:pt x="922612" y="9111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3618551" y="1260591"/>
              <a:ext cx="938134" cy="914400"/>
            </a:xfrm>
            <a:custGeom>
              <a:avLst/>
              <a:pathLst>
                <a:path w="938134" h="914400">
                  <a:moveTo>
                    <a:pt x="914400" y="914400"/>
                  </a:moveTo>
                  <a:lnTo>
                    <a:pt x="909732" y="900410"/>
                  </a:lnTo>
                  <a:lnTo>
                    <a:pt x="911596" y="897666"/>
                  </a:lnTo>
                  <a:lnTo>
                    <a:pt x="914779" y="883862"/>
                  </a:lnTo>
                  <a:lnTo>
                    <a:pt x="923770" y="876286"/>
                  </a:lnTo>
                  <a:lnTo>
                    <a:pt x="938134" y="880832"/>
                  </a:lnTo>
                  <a:lnTo>
                    <a:pt x="938043" y="884283"/>
                  </a:lnTo>
                  <a:lnTo>
                    <a:pt x="924313" y="895461"/>
                  </a:lnTo>
                  <a:lnTo>
                    <a:pt x="919049" y="9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3869372" y="2985566"/>
              <a:ext cx="928419" cy="915616"/>
            </a:xfrm>
            <a:custGeom>
              <a:avLst/>
              <a:pathLst>
                <a:path w="928419" h="915616">
                  <a:moveTo>
                    <a:pt x="914400" y="914400"/>
                  </a:moveTo>
                  <a:lnTo>
                    <a:pt x="862517" y="909888"/>
                  </a:lnTo>
                  <a:lnTo>
                    <a:pt x="855136" y="905713"/>
                  </a:lnTo>
                  <a:lnTo>
                    <a:pt x="883682" y="876185"/>
                  </a:lnTo>
                  <a:lnTo>
                    <a:pt x="902279" y="845496"/>
                  </a:lnTo>
                  <a:lnTo>
                    <a:pt x="918072" y="805447"/>
                  </a:lnTo>
                  <a:lnTo>
                    <a:pt x="919754" y="777704"/>
                  </a:lnTo>
                  <a:lnTo>
                    <a:pt x="923698" y="746425"/>
                  </a:lnTo>
                  <a:lnTo>
                    <a:pt x="928419" y="744095"/>
                  </a:lnTo>
                  <a:lnTo>
                    <a:pt x="928419" y="915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2904509" y="3128877"/>
              <a:ext cx="1893282" cy="920712"/>
            </a:xfrm>
            <a:custGeom>
              <a:avLst/>
              <a:pathLst>
                <a:path w="1893282" h="920712">
                  <a:moveTo>
                    <a:pt x="914400" y="914400"/>
                  </a:moveTo>
                  <a:lnTo>
                    <a:pt x="1020481" y="872482"/>
                  </a:lnTo>
                  <a:lnTo>
                    <a:pt x="1133780" y="833156"/>
                  </a:lnTo>
                  <a:lnTo>
                    <a:pt x="1160228" y="828881"/>
                  </a:lnTo>
                  <a:lnTo>
                    <a:pt x="1186821" y="820598"/>
                  </a:lnTo>
                  <a:lnTo>
                    <a:pt x="1196644" y="805885"/>
                  </a:lnTo>
                  <a:lnTo>
                    <a:pt x="1206449" y="796037"/>
                  </a:lnTo>
                  <a:lnTo>
                    <a:pt x="1221880" y="770095"/>
                  </a:lnTo>
                  <a:lnTo>
                    <a:pt x="1255998" y="729776"/>
                  </a:lnTo>
                  <a:lnTo>
                    <a:pt x="1316329" y="715097"/>
                  </a:lnTo>
                  <a:lnTo>
                    <a:pt x="1338852" y="695973"/>
                  </a:lnTo>
                  <a:lnTo>
                    <a:pt x="1386067" y="669189"/>
                  </a:lnTo>
                  <a:lnTo>
                    <a:pt x="1493704" y="639140"/>
                  </a:lnTo>
                  <a:lnTo>
                    <a:pt x="1538659" y="632540"/>
                  </a:lnTo>
                  <a:lnTo>
                    <a:pt x="1582709" y="631732"/>
                  </a:lnTo>
                  <a:lnTo>
                    <a:pt x="1621928" y="655435"/>
                  </a:lnTo>
                  <a:lnTo>
                    <a:pt x="1663445" y="684694"/>
                  </a:lnTo>
                  <a:lnTo>
                    <a:pt x="1670917" y="702353"/>
                  </a:lnTo>
                  <a:lnTo>
                    <a:pt x="1648449" y="691343"/>
                  </a:lnTo>
                  <a:lnTo>
                    <a:pt x="1615705" y="665065"/>
                  </a:lnTo>
                  <a:lnTo>
                    <a:pt x="1603603" y="663954"/>
                  </a:lnTo>
                  <a:lnTo>
                    <a:pt x="1631552" y="743883"/>
                  </a:lnTo>
                  <a:lnTo>
                    <a:pt x="1646839" y="772148"/>
                  </a:lnTo>
                  <a:lnTo>
                    <a:pt x="1677737" y="793293"/>
                  </a:lnTo>
                  <a:lnTo>
                    <a:pt x="1703642" y="800414"/>
                  </a:lnTo>
                  <a:lnTo>
                    <a:pt x="1783456" y="787603"/>
                  </a:lnTo>
                  <a:lnTo>
                    <a:pt x="1811804" y="770869"/>
                  </a:lnTo>
                  <a:lnTo>
                    <a:pt x="1819999" y="762401"/>
                  </a:lnTo>
                  <a:lnTo>
                    <a:pt x="1827379" y="766576"/>
                  </a:lnTo>
                  <a:lnTo>
                    <a:pt x="1879262" y="771088"/>
                  </a:lnTo>
                  <a:lnTo>
                    <a:pt x="1893282" y="772304"/>
                  </a:lnTo>
                  <a:lnTo>
                    <a:pt x="1893282" y="920712"/>
                  </a:lnTo>
                  <a:lnTo>
                    <a:pt x="902385" y="92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2459724" y="758992"/>
              <a:ext cx="965161" cy="1866109"/>
            </a:xfrm>
            <a:custGeom>
              <a:avLst/>
              <a:pathLst>
                <a:path w="965161" h="1866109">
                  <a:moveTo>
                    <a:pt x="914400" y="914400"/>
                  </a:moveTo>
                  <a:lnTo>
                    <a:pt x="938604" y="984212"/>
                  </a:lnTo>
                  <a:lnTo>
                    <a:pt x="958703" y="1033857"/>
                  </a:lnTo>
                  <a:lnTo>
                    <a:pt x="965161" y="1066583"/>
                  </a:lnTo>
                  <a:lnTo>
                    <a:pt x="958522" y="1099764"/>
                  </a:lnTo>
                  <a:lnTo>
                    <a:pt x="951665" y="1116749"/>
                  </a:lnTo>
                  <a:lnTo>
                    <a:pt x="951448" y="1139627"/>
                  </a:lnTo>
                  <a:lnTo>
                    <a:pt x="946166" y="1185165"/>
                  </a:lnTo>
                  <a:lnTo>
                    <a:pt x="930590" y="1208177"/>
                  </a:lnTo>
                  <a:lnTo>
                    <a:pt x="910203" y="1233277"/>
                  </a:lnTo>
                  <a:lnTo>
                    <a:pt x="887463" y="1252014"/>
                  </a:lnTo>
                  <a:lnTo>
                    <a:pt x="869427" y="1257283"/>
                  </a:lnTo>
                  <a:lnTo>
                    <a:pt x="853942" y="1259455"/>
                  </a:lnTo>
                  <a:lnTo>
                    <a:pt x="843540" y="1268983"/>
                  </a:lnTo>
                  <a:lnTo>
                    <a:pt x="834115" y="1296979"/>
                  </a:lnTo>
                  <a:lnTo>
                    <a:pt x="825413" y="1326389"/>
                  </a:lnTo>
                  <a:lnTo>
                    <a:pt x="796976" y="1362549"/>
                  </a:lnTo>
                  <a:lnTo>
                    <a:pt x="797735" y="1375141"/>
                  </a:lnTo>
                  <a:lnTo>
                    <a:pt x="808571" y="1418002"/>
                  </a:lnTo>
                  <a:lnTo>
                    <a:pt x="818720" y="1466805"/>
                  </a:lnTo>
                  <a:lnTo>
                    <a:pt x="810145" y="1512426"/>
                  </a:lnTo>
                  <a:lnTo>
                    <a:pt x="802801" y="1560320"/>
                  </a:lnTo>
                  <a:lnTo>
                    <a:pt x="789938" y="1592238"/>
                  </a:lnTo>
                  <a:lnTo>
                    <a:pt x="771559" y="1603635"/>
                  </a:lnTo>
                  <a:lnTo>
                    <a:pt x="758063" y="1597945"/>
                  </a:lnTo>
                  <a:lnTo>
                    <a:pt x="742795" y="1554159"/>
                  </a:lnTo>
                  <a:lnTo>
                    <a:pt x="742451" y="1544092"/>
                  </a:lnTo>
                  <a:lnTo>
                    <a:pt x="738652" y="1530708"/>
                  </a:lnTo>
                  <a:lnTo>
                    <a:pt x="695344" y="1517375"/>
                  </a:lnTo>
                  <a:lnTo>
                    <a:pt x="687692" y="1517864"/>
                  </a:lnTo>
                  <a:lnTo>
                    <a:pt x="670669" y="1510052"/>
                  </a:lnTo>
                  <a:lnTo>
                    <a:pt x="660683" y="1507847"/>
                  </a:lnTo>
                  <a:lnTo>
                    <a:pt x="640205" y="1503336"/>
                  </a:lnTo>
                  <a:lnTo>
                    <a:pt x="623182" y="1464700"/>
                  </a:lnTo>
                  <a:lnTo>
                    <a:pt x="605092" y="1432564"/>
                  </a:lnTo>
                  <a:lnTo>
                    <a:pt x="602523" y="1419130"/>
                  </a:lnTo>
                  <a:lnTo>
                    <a:pt x="603138" y="1359031"/>
                  </a:lnTo>
                  <a:lnTo>
                    <a:pt x="597603" y="1332298"/>
                  </a:lnTo>
                  <a:lnTo>
                    <a:pt x="595902" y="1303157"/>
                  </a:lnTo>
                  <a:lnTo>
                    <a:pt x="584523" y="1326860"/>
                  </a:lnTo>
                  <a:lnTo>
                    <a:pt x="591126" y="1364334"/>
                  </a:lnTo>
                  <a:lnTo>
                    <a:pt x="577088" y="1380057"/>
                  </a:lnTo>
                  <a:lnTo>
                    <a:pt x="559378" y="1387700"/>
                  </a:lnTo>
                  <a:lnTo>
                    <a:pt x="561042" y="1409652"/>
                  </a:lnTo>
                  <a:lnTo>
                    <a:pt x="568314" y="1413810"/>
                  </a:lnTo>
                  <a:lnTo>
                    <a:pt x="569834" y="1436604"/>
                  </a:lnTo>
                  <a:lnTo>
                    <a:pt x="565529" y="1470340"/>
                  </a:lnTo>
                  <a:lnTo>
                    <a:pt x="530669" y="1545354"/>
                  </a:lnTo>
                  <a:lnTo>
                    <a:pt x="523631" y="1553418"/>
                  </a:lnTo>
                  <a:lnTo>
                    <a:pt x="518856" y="1563552"/>
                  </a:lnTo>
                  <a:lnTo>
                    <a:pt x="501019" y="1556819"/>
                  </a:lnTo>
                  <a:lnTo>
                    <a:pt x="478134" y="1577710"/>
                  </a:lnTo>
                  <a:lnTo>
                    <a:pt x="456462" y="1581060"/>
                  </a:lnTo>
                  <a:lnTo>
                    <a:pt x="448611" y="1557425"/>
                  </a:lnTo>
                  <a:lnTo>
                    <a:pt x="418039" y="1526146"/>
                  </a:lnTo>
                  <a:lnTo>
                    <a:pt x="403603" y="1527897"/>
                  </a:lnTo>
                  <a:lnTo>
                    <a:pt x="416555" y="1543334"/>
                  </a:lnTo>
                  <a:lnTo>
                    <a:pt x="429327" y="1563401"/>
                  </a:lnTo>
                  <a:lnTo>
                    <a:pt x="422073" y="1576683"/>
                  </a:lnTo>
                  <a:lnTo>
                    <a:pt x="414945" y="1585353"/>
                  </a:lnTo>
                  <a:lnTo>
                    <a:pt x="402463" y="1589848"/>
                  </a:lnTo>
                  <a:lnTo>
                    <a:pt x="357798" y="1616109"/>
                  </a:lnTo>
                  <a:lnTo>
                    <a:pt x="373699" y="1633752"/>
                  </a:lnTo>
                  <a:lnTo>
                    <a:pt x="360204" y="1653785"/>
                  </a:lnTo>
                  <a:lnTo>
                    <a:pt x="344592" y="1656731"/>
                  </a:lnTo>
                  <a:lnTo>
                    <a:pt x="336271" y="1666091"/>
                  </a:lnTo>
                  <a:lnTo>
                    <a:pt x="333376" y="1678801"/>
                  </a:lnTo>
                  <a:lnTo>
                    <a:pt x="287119" y="1715012"/>
                  </a:lnTo>
                  <a:lnTo>
                    <a:pt x="211719" y="1807887"/>
                  </a:lnTo>
                  <a:lnTo>
                    <a:pt x="172970" y="1834132"/>
                  </a:lnTo>
                  <a:lnTo>
                    <a:pt x="145907" y="1861421"/>
                  </a:lnTo>
                  <a:lnTo>
                    <a:pt x="122064" y="1860747"/>
                  </a:lnTo>
                  <a:lnTo>
                    <a:pt x="115135" y="1866109"/>
                  </a:lnTo>
                  <a:lnTo>
                    <a:pt x="115135" y="877212"/>
                  </a:lnTo>
                  <a:lnTo>
                    <a:pt x="910693" y="877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827831" y="3135089"/>
              <a:ext cx="1314683" cy="914501"/>
            </a:xfrm>
            <a:custGeom>
              <a:avLst/>
              <a:pathLst>
                <a:path w="1314683" h="914501">
                  <a:moveTo>
                    <a:pt x="914400" y="914400"/>
                  </a:moveTo>
                  <a:lnTo>
                    <a:pt x="914978" y="824588"/>
                  </a:lnTo>
                  <a:lnTo>
                    <a:pt x="904775" y="811221"/>
                  </a:lnTo>
                  <a:lnTo>
                    <a:pt x="891588" y="806575"/>
                  </a:lnTo>
                  <a:lnTo>
                    <a:pt x="883375" y="812719"/>
                  </a:lnTo>
                  <a:lnTo>
                    <a:pt x="866496" y="812804"/>
                  </a:lnTo>
                  <a:lnTo>
                    <a:pt x="862951" y="792468"/>
                  </a:lnTo>
                  <a:lnTo>
                    <a:pt x="867075" y="777401"/>
                  </a:lnTo>
                  <a:lnTo>
                    <a:pt x="900995" y="767098"/>
                  </a:lnTo>
                  <a:lnTo>
                    <a:pt x="923354" y="753294"/>
                  </a:lnTo>
                  <a:lnTo>
                    <a:pt x="924349" y="728901"/>
                  </a:lnTo>
                  <a:lnTo>
                    <a:pt x="910221" y="709726"/>
                  </a:lnTo>
                  <a:lnTo>
                    <a:pt x="893306" y="674559"/>
                  </a:lnTo>
                  <a:lnTo>
                    <a:pt x="873425" y="641496"/>
                  </a:lnTo>
                  <a:lnTo>
                    <a:pt x="871272" y="603063"/>
                  </a:lnTo>
                  <a:lnTo>
                    <a:pt x="905825" y="603821"/>
                  </a:lnTo>
                  <a:lnTo>
                    <a:pt x="914291" y="605269"/>
                  </a:lnTo>
                  <a:lnTo>
                    <a:pt x="966698" y="623282"/>
                  </a:lnTo>
                  <a:lnTo>
                    <a:pt x="979506" y="635924"/>
                  </a:lnTo>
                  <a:lnTo>
                    <a:pt x="995625" y="636513"/>
                  </a:lnTo>
                  <a:lnTo>
                    <a:pt x="1024660" y="624746"/>
                  </a:lnTo>
                  <a:lnTo>
                    <a:pt x="1046350" y="619578"/>
                  </a:lnTo>
                  <a:lnTo>
                    <a:pt x="1054762" y="626834"/>
                  </a:lnTo>
                  <a:lnTo>
                    <a:pt x="1066575" y="629881"/>
                  </a:lnTo>
                  <a:lnTo>
                    <a:pt x="1069307" y="629881"/>
                  </a:lnTo>
                  <a:lnTo>
                    <a:pt x="1070446" y="636210"/>
                  </a:lnTo>
                  <a:lnTo>
                    <a:pt x="1097564" y="645368"/>
                  </a:lnTo>
                  <a:lnTo>
                    <a:pt x="1108960" y="659964"/>
                  </a:lnTo>
                  <a:lnTo>
                    <a:pt x="1121624" y="682152"/>
                  </a:lnTo>
                  <a:lnTo>
                    <a:pt x="1122854" y="714087"/>
                  </a:lnTo>
                  <a:lnTo>
                    <a:pt x="1106645" y="737066"/>
                  </a:lnTo>
                  <a:lnTo>
                    <a:pt x="1093186" y="751610"/>
                  </a:lnTo>
                  <a:lnTo>
                    <a:pt x="1144092" y="746106"/>
                  </a:lnTo>
                  <a:lnTo>
                    <a:pt x="1149157" y="759287"/>
                  </a:lnTo>
                  <a:lnTo>
                    <a:pt x="1156863" y="773512"/>
                  </a:lnTo>
                  <a:lnTo>
                    <a:pt x="1184288" y="763378"/>
                  </a:lnTo>
                  <a:lnTo>
                    <a:pt x="1253031" y="805464"/>
                  </a:lnTo>
                  <a:lnTo>
                    <a:pt x="1294603" y="784976"/>
                  </a:lnTo>
                  <a:lnTo>
                    <a:pt x="1305240" y="783781"/>
                  </a:lnTo>
                  <a:lnTo>
                    <a:pt x="1314683" y="817787"/>
                  </a:lnTo>
                  <a:lnTo>
                    <a:pt x="1304353" y="852045"/>
                  </a:lnTo>
                  <a:lnTo>
                    <a:pt x="1267703" y="888592"/>
                  </a:lnTo>
                  <a:lnTo>
                    <a:pt x="1275825" y="911117"/>
                  </a:lnTo>
                  <a:lnTo>
                    <a:pt x="1283746" y="914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2235513" y="3132025"/>
              <a:ext cx="922179" cy="917564"/>
            </a:xfrm>
            <a:custGeom>
              <a:avLst/>
              <a:pathLst>
                <a:path w="922179" h="917564">
                  <a:moveTo>
                    <a:pt x="914400" y="914400"/>
                  </a:moveTo>
                  <a:lnTo>
                    <a:pt x="922179" y="917564"/>
                  </a:lnTo>
                  <a:lnTo>
                    <a:pt x="891527" y="91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2345972" y="3096050"/>
              <a:ext cx="1308350" cy="953540"/>
            </a:xfrm>
            <a:custGeom>
              <a:avLst/>
              <a:pathLst>
                <a:path w="1308350" h="953540">
                  <a:moveTo>
                    <a:pt x="914400" y="914400"/>
                  </a:moveTo>
                  <a:lnTo>
                    <a:pt x="932128" y="903390"/>
                  </a:lnTo>
                  <a:lnTo>
                    <a:pt x="990487" y="895511"/>
                  </a:lnTo>
                  <a:lnTo>
                    <a:pt x="1001106" y="875663"/>
                  </a:lnTo>
                  <a:lnTo>
                    <a:pt x="1024750" y="855698"/>
                  </a:lnTo>
                  <a:lnTo>
                    <a:pt x="1039982" y="833897"/>
                  </a:lnTo>
                  <a:lnTo>
                    <a:pt x="1076452" y="792400"/>
                  </a:lnTo>
                  <a:lnTo>
                    <a:pt x="1114188" y="799875"/>
                  </a:lnTo>
                  <a:lnTo>
                    <a:pt x="1136222" y="807821"/>
                  </a:lnTo>
                  <a:lnTo>
                    <a:pt x="1160409" y="811827"/>
                  </a:lnTo>
                  <a:lnTo>
                    <a:pt x="1182425" y="856068"/>
                  </a:lnTo>
                  <a:lnTo>
                    <a:pt x="1238107" y="904972"/>
                  </a:lnTo>
                  <a:lnTo>
                    <a:pt x="1289266" y="900713"/>
                  </a:lnTo>
                  <a:lnTo>
                    <a:pt x="1307429" y="946974"/>
                  </a:lnTo>
                  <a:lnTo>
                    <a:pt x="1308350" y="953540"/>
                  </a:lnTo>
                  <a:lnTo>
                    <a:pt x="880553" y="953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2722684" y="3026440"/>
              <a:ext cx="914400" cy="938389"/>
            </a:xfrm>
            <a:custGeom>
              <a:avLst/>
              <a:pathLst>
                <a:path w="914400" h="938389">
                  <a:moveTo>
                    <a:pt x="914400" y="914400"/>
                  </a:moveTo>
                  <a:lnTo>
                    <a:pt x="909425" y="926217"/>
                  </a:lnTo>
                  <a:lnTo>
                    <a:pt x="888603" y="906555"/>
                  </a:lnTo>
                  <a:lnTo>
                    <a:pt x="867690" y="906824"/>
                  </a:lnTo>
                  <a:lnTo>
                    <a:pt x="855190" y="937109"/>
                  </a:lnTo>
                  <a:lnTo>
                    <a:pt x="845892" y="938389"/>
                  </a:lnTo>
                  <a:lnTo>
                    <a:pt x="813600" y="910881"/>
                  </a:lnTo>
                  <a:lnTo>
                    <a:pt x="808427" y="897464"/>
                  </a:lnTo>
                  <a:lnTo>
                    <a:pt x="807359" y="886303"/>
                  </a:lnTo>
                  <a:lnTo>
                    <a:pt x="811972" y="847668"/>
                  </a:lnTo>
                  <a:lnTo>
                    <a:pt x="811122" y="835513"/>
                  </a:lnTo>
                  <a:lnTo>
                    <a:pt x="821271" y="822231"/>
                  </a:lnTo>
                  <a:lnTo>
                    <a:pt x="822845" y="803040"/>
                  </a:lnTo>
                  <a:lnTo>
                    <a:pt x="840790" y="782805"/>
                  </a:lnTo>
                  <a:lnTo>
                    <a:pt x="856710" y="782047"/>
                  </a:lnTo>
                  <a:lnTo>
                    <a:pt x="861775" y="799185"/>
                  </a:lnTo>
                  <a:lnTo>
                    <a:pt x="869391" y="810986"/>
                  </a:lnTo>
                  <a:lnTo>
                    <a:pt x="896219" y="824217"/>
                  </a:lnTo>
                  <a:lnTo>
                    <a:pt x="900217" y="830227"/>
                  </a:lnTo>
                  <a:lnTo>
                    <a:pt x="902641" y="838544"/>
                  </a:lnTo>
                  <a:lnTo>
                    <a:pt x="890159" y="854839"/>
                  </a:lnTo>
                  <a:lnTo>
                    <a:pt x="885925" y="863189"/>
                  </a:lnTo>
                  <a:lnTo>
                    <a:pt x="889887" y="876573"/>
                  </a:lnTo>
                  <a:lnTo>
                    <a:pt x="909768" y="891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2748300" y="3122682"/>
              <a:ext cx="958345" cy="926907"/>
            </a:xfrm>
            <a:custGeom>
              <a:avLst/>
              <a:pathLst>
                <a:path w="958345" h="926907">
                  <a:moveTo>
                    <a:pt x="914399" y="914400"/>
                  </a:moveTo>
                  <a:lnTo>
                    <a:pt x="906006" y="906369"/>
                  </a:lnTo>
                  <a:lnTo>
                    <a:pt x="904757" y="894905"/>
                  </a:lnTo>
                  <a:lnTo>
                    <a:pt x="906114" y="883037"/>
                  </a:lnTo>
                  <a:lnTo>
                    <a:pt x="945225" y="914989"/>
                  </a:lnTo>
                  <a:lnTo>
                    <a:pt x="958345" y="926907"/>
                  </a:lnTo>
                  <a:lnTo>
                    <a:pt x="922742" y="926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2240144" y="2991761"/>
              <a:ext cx="942837" cy="914400"/>
            </a:xfrm>
            <a:custGeom>
              <a:avLst/>
              <a:pathLst>
                <a:path w="942837" h="914400">
                  <a:moveTo>
                    <a:pt x="914400" y="914400"/>
                  </a:moveTo>
                  <a:lnTo>
                    <a:pt x="903545" y="900612"/>
                  </a:lnTo>
                  <a:lnTo>
                    <a:pt x="892619" y="897111"/>
                  </a:lnTo>
                  <a:lnTo>
                    <a:pt x="898498" y="880108"/>
                  </a:lnTo>
                  <a:lnTo>
                    <a:pt x="906187" y="873930"/>
                  </a:lnTo>
                  <a:lnTo>
                    <a:pt x="933720" y="885007"/>
                  </a:lnTo>
                  <a:lnTo>
                    <a:pt x="942367" y="906689"/>
                  </a:lnTo>
                  <a:lnTo>
                    <a:pt x="942837" y="91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713192" y="2870721"/>
              <a:ext cx="978294" cy="914400"/>
            </a:xfrm>
            <a:custGeom>
              <a:avLst/>
              <a:pathLst>
                <a:path w="978294" h="914400">
                  <a:moveTo>
                    <a:pt x="914400" y="914400"/>
                  </a:moveTo>
                  <a:lnTo>
                    <a:pt x="916444" y="865714"/>
                  </a:lnTo>
                  <a:lnTo>
                    <a:pt x="936723" y="813847"/>
                  </a:lnTo>
                  <a:lnTo>
                    <a:pt x="945298" y="815009"/>
                  </a:lnTo>
                  <a:lnTo>
                    <a:pt x="936524" y="829015"/>
                  </a:lnTo>
                  <a:lnTo>
                    <a:pt x="933991" y="838830"/>
                  </a:lnTo>
                  <a:lnTo>
                    <a:pt x="930427" y="858442"/>
                  </a:lnTo>
                  <a:lnTo>
                    <a:pt x="932038" y="868627"/>
                  </a:lnTo>
                  <a:lnTo>
                    <a:pt x="978294" y="871421"/>
                  </a:lnTo>
                  <a:lnTo>
                    <a:pt x="972922" y="880512"/>
                  </a:lnTo>
                  <a:lnTo>
                    <a:pt x="926013" y="886640"/>
                  </a:lnTo>
                  <a:lnTo>
                    <a:pt x="918669" y="907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762145" y="2897925"/>
              <a:ext cx="921618" cy="914400"/>
            </a:xfrm>
            <a:custGeom>
              <a:avLst/>
              <a:pathLst>
                <a:path w="921618" h="914400">
                  <a:moveTo>
                    <a:pt x="914400" y="914400"/>
                  </a:moveTo>
                  <a:lnTo>
                    <a:pt x="896780" y="913406"/>
                  </a:lnTo>
                  <a:lnTo>
                    <a:pt x="886884" y="905460"/>
                  </a:lnTo>
                  <a:lnTo>
                    <a:pt x="890086" y="896993"/>
                  </a:lnTo>
                  <a:lnTo>
                    <a:pt x="899439" y="890528"/>
                  </a:lnTo>
                  <a:lnTo>
                    <a:pt x="907181" y="889535"/>
                  </a:lnTo>
                  <a:lnTo>
                    <a:pt x="918940" y="893525"/>
                  </a:lnTo>
                  <a:lnTo>
                    <a:pt x="921618" y="905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3883392" y="945535"/>
              <a:ext cx="914400" cy="1007258"/>
            </a:xfrm>
            <a:custGeom>
              <a:avLst/>
              <a:pathLst>
                <a:path w="914400" h="1007258">
                  <a:moveTo>
                    <a:pt x="914400" y="914400"/>
                  </a:moveTo>
                  <a:lnTo>
                    <a:pt x="914400" y="1003775"/>
                  </a:lnTo>
                  <a:lnTo>
                    <a:pt x="877314" y="1007258"/>
                  </a:lnTo>
                  <a:lnTo>
                    <a:pt x="867347" y="1001315"/>
                  </a:lnTo>
                  <a:lnTo>
                    <a:pt x="853689" y="955104"/>
                  </a:lnTo>
                  <a:lnTo>
                    <a:pt x="856402" y="943169"/>
                  </a:lnTo>
                  <a:lnTo>
                    <a:pt x="865592" y="938085"/>
                  </a:lnTo>
                  <a:lnTo>
                    <a:pt x="873461" y="936991"/>
                  </a:lnTo>
                  <a:lnTo>
                    <a:pt x="874619" y="961872"/>
                  </a:lnTo>
                  <a:lnTo>
                    <a:pt x="886179" y="959397"/>
                  </a:lnTo>
                  <a:lnTo>
                    <a:pt x="889797" y="943000"/>
                  </a:lnTo>
                  <a:lnTo>
                    <a:pt x="890611" y="931452"/>
                  </a:lnTo>
                  <a:lnTo>
                    <a:pt x="887481" y="925627"/>
                  </a:lnTo>
                  <a:lnTo>
                    <a:pt x="879630" y="921116"/>
                  </a:lnTo>
                  <a:lnTo>
                    <a:pt x="875089" y="913372"/>
                  </a:lnTo>
                  <a:lnTo>
                    <a:pt x="881620" y="900914"/>
                  </a:lnTo>
                  <a:lnTo>
                    <a:pt x="893704" y="895527"/>
                  </a:lnTo>
                  <a:lnTo>
                    <a:pt x="904124" y="912177"/>
                  </a:lnTo>
                  <a:lnTo>
                    <a:pt x="912464" y="914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3821795" y="1009775"/>
              <a:ext cx="914400" cy="924635"/>
            </a:xfrm>
            <a:custGeom>
              <a:avLst/>
              <a:pathLst>
                <a:path w="914400" h="924635">
                  <a:moveTo>
                    <a:pt x="914400" y="914400"/>
                  </a:moveTo>
                  <a:lnTo>
                    <a:pt x="907308" y="912464"/>
                  </a:lnTo>
                  <a:lnTo>
                    <a:pt x="901863" y="915107"/>
                  </a:lnTo>
                  <a:lnTo>
                    <a:pt x="898173" y="924635"/>
                  </a:lnTo>
                  <a:lnTo>
                    <a:pt x="890140" y="921217"/>
                  </a:lnTo>
                  <a:lnTo>
                    <a:pt x="886902" y="907565"/>
                  </a:lnTo>
                  <a:lnTo>
                    <a:pt x="892890" y="887128"/>
                  </a:lnTo>
                  <a:lnTo>
                    <a:pt x="907236" y="886353"/>
                  </a:lnTo>
                  <a:lnTo>
                    <a:pt x="913441" y="906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2507247" y="2554267"/>
              <a:ext cx="921292" cy="1228951"/>
            </a:xfrm>
            <a:custGeom>
              <a:avLst/>
              <a:pathLst>
                <a:path w="921292" h="1228951">
                  <a:moveTo>
                    <a:pt x="914400" y="914399"/>
                  </a:moveTo>
                  <a:lnTo>
                    <a:pt x="909587" y="924450"/>
                  </a:lnTo>
                  <a:lnTo>
                    <a:pt x="902514" y="931066"/>
                  </a:lnTo>
                  <a:lnTo>
                    <a:pt x="884008" y="938086"/>
                  </a:lnTo>
                  <a:lnTo>
                    <a:pt x="867980" y="947883"/>
                  </a:lnTo>
                  <a:lnTo>
                    <a:pt x="853689" y="965105"/>
                  </a:lnTo>
                  <a:lnTo>
                    <a:pt x="848424" y="989717"/>
                  </a:lnTo>
                  <a:lnTo>
                    <a:pt x="859604" y="1007730"/>
                  </a:lnTo>
                  <a:lnTo>
                    <a:pt x="879938" y="1017595"/>
                  </a:lnTo>
                  <a:lnTo>
                    <a:pt x="885111" y="1051886"/>
                  </a:lnTo>
                  <a:lnTo>
                    <a:pt x="868324" y="1068805"/>
                  </a:lnTo>
                  <a:lnTo>
                    <a:pt x="825251" y="1085690"/>
                  </a:lnTo>
                  <a:lnTo>
                    <a:pt x="820728" y="1126446"/>
                  </a:lnTo>
                  <a:lnTo>
                    <a:pt x="822121" y="1158566"/>
                  </a:lnTo>
                  <a:lnTo>
                    <a:pt x="821343" y="1181916"/>
                  </a:lnTo>
                  <a:lnTo>
                    <a:pt x="817924" y="1214221"/>
                  </a:lnTo>
                  <a:lnTo>
                    <a:pt x="783082" y="1228951"/>
                  </a:lnTo>
                  <a:lnTo>
                    <a:pt x="760596" y="1179744"/>
                  </a:lnTo>
                  <a:lnTo>
                    <a:pt x="760397" y="1160048"/>
                  </a:lnTo>
                  <a:lnTo>
                    <a:pt x="753685" y="1137052"/>
                  </a:lnTo>
                  <a:lnTo>
                    <a:pt x="752419" y="1117457"/>
                  </a:lnTo>
                  <a:lnTo>
                    <a:pt x="744459" y="1086111"/>
                  </a:lnTo>
                  <a:lnTo>
                    <a:pt x="711499" y="1077626"/>
                  </a:lnTo>
                  <a:lnTo>
                    <a:pt x="698709" y="1076515"/>
                  </a:lnTo>
                  <a:lnTo>
                    <a:pt x="680818" y="1082340"/>
                  </a:lnTo>
                  <a:lnTo>
                    <a:pt x="676386" y="1080067"/>
                  </a:lnTo>
                  <a:lnTo>
                    <a:pt x="654967" y="1037257"/>
                  </a:lnTo>
                  <a:lnTo>
                    <a:pt x="658494" y="990020"/>
                  </a:lnTo>
                  <a:lnTo>
                    <a:pt x="647061" y="966182"/>
                  </a:lnTo>
                  <a:lnTo>
                    <a:pt x="645488" y="955391"/>
                  </a:lnTo>
                  <a:lnTo>
                    <a:pt x="645759" y="943439"/>
                  </a:lnTo>
                  <a:lnTo>
                    <a:pt x="636370" y="933591"/>
                  </a:lnTo>
                  <a:lnTo>
                    <a:pt x="624973" y="928372"/>
                  </a:lnTo>
                  <a:lnTo>
                    <a:pt x="619438" y="901791"/>
                  </a:lnTo>
                  <a:lnTo>
                    <a:pt x="632535" y="895343"/>
                  </a:lnTo>
                  <a:lnTo>
                    <a:pt x="664917" y="898457"/>
                  </a:lnTo>
                  <a:lnTo>
                    <a:pt x="674378" y="896639"/>
                  </a:lnTo>
                  <a:lnTo>
                    <a:pt x="683043" y="891101"/>
                  </a:lnTo>
                  <a:lnTo>
                    <a:pt x="709238" y="847398"/>
                  </a:lnTo>
                  <a:lnTo>
                    <a:pt x="708478" y="837769"/>
                  </a:lnTo>
                  <a:lnTo>
                    <a:pt x="711282" y="825278"/>
                  </a:lnTo>
                  <a:lnTo>
                    <a:pt x="739629" y="820649"/>
                  </a:lnTo>
                  <a:lnTo>
                    <a:pt x="752256" y="837533"/>
                  </a:lnTo>
                  <a:lnTo>
                    <a:pt x="749724" y="864570"/>
                  </a:lnTo>
                  <a:lnTo>
                    <a:pt x="751334" y="899215"/>
                  </a:lnTo>
                  <a:lnTo>
                    <a:pt x="768501" y="908642"/>
                  </a:lnTo>
                  <a:lnTo>
                    <a:pt x="775195" y="910023"/>
                  </a:lnTo>
                  <a:lnTo>
                    <a:pt x="782340" y="884434"/>
                  </a:lnTo>
                  <a:lnTo>
                    <a:pt x="787352" y="871994"/>
                  </a:lnTo>
                  <a:lnTo>
                    <a:pt x="794153" y="865058"/>
                  </a:lnTo>
                  <a:lnTo>
                    <a:pt x="796469" y="841675"/>
                  </a:lnTo>
                  <a:lnTo>
                    <a:pt x="792435" y="827399"/>
                  </a:lnTo>
                  <a:lnTo>
                    <a:pt x="783842" y="816760"/>
                  </a:lnTo>
                  <a:lnTo>
                    <a:pt x="815934" y="787805"/>
                  </a:lnTo>
                  <a:lnTo>
                    <a:pt x="849148" y="764876"/>
                  </a:lnTo>
                  <a:lnTo>
                    <a:pt x="868468" y="763681"/>
                  </a:lnTo>
                  <a:lnTo>
                    <a:pt x="887915" y="769287"/>
                  </a:lnTo>
                  <a:lnTo>
                    <a:pt x="905988" y="777030"/>
                  </a:lnTo>
                  <a:lnTo>
                    <a:pt x="915792" y="783697"/>
                  </a:lnTo>
                  <a:lnTo>
                    <a:pt x="921292" y="794404"/>
                  </a:lnTo>
                  <a:lnTo>
                    <a:pt x="909171" y="819925"/>
                  </a:lnTo>
                  <a:lnTo>
                    <a:pt x="905807" y="833897"/>
                  </a:lnTo>
                  <a:lnTo>
                    <a:pt x="913947" y="87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980006" y="2761217"/>
              <a:ext cx="1136910" cy="1010386"/>
            </a:xfrm>
            <a:custGeom>
              <a:avLst/>
              <a:pathLst>
                <a:path w="1136910" h="1010386">
                  <a:moveTo>
                    <a:pt x="914400" y="1003753"/>
                  </a:moveTo>
                  <a:lnTo>
                    <a:pt x="902587" y="1000706"/>
                  </a:lnTo>
                  <a:lnTo>
                    <a:pt x="894175" y="993450"/>
                  </a:lnTo>
                  <a:lnTo>
                    <a:pt x="872484" y="998618"/>
                  </a:lnTo>
                  <a:lnTo>
                    <a:pt x="843449" y="1010386"/>
                  </a:lnTo>
                  <a:lnTo>
                    <a:pt x="827331" y="1009796"/>
                  </a:lnTo>
                  <a:lnTo>
                    <a:pt x="814523" y="997154"/>
                  </a:lnTo>
                  <a:lnTo>
                    <a:pt x="762116" y="979141"/>
                  </a:lnTo>
                  <a:lnTo>
                    <a:pt x="753649" y="977693"/>
                  </a:lnTo>
                  <a:lnTo>
                    <a:pt x="719025" y="976902"/>
                  </a:lnTo>
                  <a:lnTo>
                    <a:pt x="717378" y="948452"/>
                  </a:lnTo>
                  <a:lnTo>
                    <a:pt x="713091" y="927897"/>
                  </a:lnTo>
                  <a:lnTo>
                    <a:pt x="700989" y="897309"/>
                  </a:lnTo>
                  <a:lnTo>
                    <a:pt x="718934" y="889935"/>
                  </a:lnTo>
                  <a:lnTo>
                    <a:pt x="715461" y="830325"/>
                  </a:lnTo>
                  <a:lnTo>
                    <a:pt x="708948" y="799416"/>
                  </a:lnTo>
                  <a:lnTo>
                    <a:pt x="658820" y="767667"/>
                  </a:lnTo>
                  <a:lnTo>
                    <a:pt x="619329" y="736809"/>
                  </a:lnTo>
                  <a:lnTo>
                    <a:pt x="628447" y="632907"/>
                  </a:lnTo>
                  <a:lnTo>
                    <a:pt x="632336" y="604911"/>
                  </a:lnTo>
                  <a:lnTo>
                    <a:pt x="617357" y="550603"/>
                  </a:lnTo>
                  <a:lnTo>
                    <a:pt x="618913" y="488097"/>
                  </a:lnTo>
                  <a:lnTo>
                    <a:pt x="625226" y="389599"/>
                  </a:lnTo>
                  <a:lnTo>
                    <a:pt x="637781" y="385744"/>
                  </a:lnTo>
                  <a:lnTo>
                    <a:pt x="646989" y="386215"/>
                  </a:lnTo>
                  <a:lnTo>
                    <a:pt x="682500" y="403891"/>
                  </a:lnTo>
                  <a:lnTo>
                    <a:pt x="697280" y="405659"/>
                  </a:lnTo>
                  <a:lnTo>
                    <a:pt x="707411" y="421450"/>
                  </a:lnTo>
                  <a:lnTo>
                    <a:pt x="719278" y="427948"/>
                  </a:lnTo>
                  <a:lnTo>
                    <a:pt x="727871" y="411181"/>
                  </a:lnTo>
                  <a:lnTo>
                    <a:pt x="731217" y="382512"/>
                  </a:lnTo>
                  <a:lnTo>
                    <a:pt x="759366" y="345409"/>
                  </a:lnTo>
                  <a:lnTo>
                    <a:pt x="779084" y="331705"/>
                  </a:lnTo>
                  <a:lnTo>
                    <a:pt x="792525" y="325140"/>
                  </a:lnTo>
                  <a:lnTo>
                    <a:pt x="806093" y="340106"/>
                  </a:lnTo>
                  <a:lnTo>
                    <a:pt x="816477" y="356923"/>
                  </a:lnTo>
                  <a:lnTo>
                    <a:pt x="818937" y="320123"/>
                  </a:lnTo>
                  <a:lnTo>
                    <a:pt x="827313" y="250025"/>
                  </a:lnTo>
                  <a:lnTo>
                    <a:pt x="800557" y="239015"/>
                  </a:lnTo>
                  <a:lnTo>
                    <a:pt x="778759" y="248509"/>
                  </a:lnTo>
                  <a:lnTo>
                    <a:pt x="757141" y="292936"/>
                  </a:lnTo>
                  <a:lnTo>
                    <a:pt x="737857" y="348775"/>
                  </a:lnTo>
                  <a:lnTo>
                    <a:pt x="706578" y="353910"/>
                  </a:lnTo>
                  <a:lnTo>
                    <a:pt x="681614" y="369717"/>
                  </a:lnTo>
                  <a:lnTo>
                    <a:pt x="659073" y="353321"/>
                  </a:lnTo>
                  <a:lnTo>
                    <a:pt x="644547" y="338877"/>
                  </a:lnTo>
                  <a:lnTo>
                    <a:pt x="644185" y="317733"/>
                  </a:lnTo>
                  <a:lnTo>
                    <a:pt x="647477" y="304972"/>
                  </a:lnTo>
                  <a:lnTo>
                    <a:pt x="673962" y="259435"/>
                  </a:lnTo>
                  <a:lnTo>
                    <a:pt x="709437" y="215699"/>
                  </a:lnTo>
                  <a:lnTo>
                    <a:pt x="745183" y="216120"/>
                  </a:lnTo>
                  <a:lnTo>
                    <a:pt x="771251" y="202147"/>
                  </a:lnTo>
                  <a:lnTo>
                    <a:pt x="786827" y="200481"/>
                  </a:lnTo>
                  <a:lnTo>
                    <a:pt x="835454" y="203545"/>
                  </a:lnTo>
                  <a:lnTo>
                    <a:pt x="860418" y="193966"/>
                  </a:lnTo>
                  <a:lnTo>
                    <a:pt x="882778" y="173916"/>
                  </a:lnTo>
                  <a:lnTo>
                    <a:pt x="931097" y="89121"/>
                  </a:lnTo>
                  <a:lnTo>
                    <a:pt x="958359" y="53769"/>
                  </a:lnTo>
                  <a:lnTo>
                    <a:pt x="1013335" y="41328"/>
                  </a:lnTo>
                  <a:lnTo>
                    <a:pt x="1064133" y="521"/>
                  </a:lnTo>
                  <a:lnTo>
                    <a:pt x="1078334" y="0"/>
                  </a:lnTo>
                  <a:lnTo>
                    <a:pt x="1054436" y="30419"/>
                  </a:lnTo>
                  <a:lnTo>
                    <a:pt x="1050601" y="42187"/>
                  </a:lnTo>
                  <a:lnTo>
                    <a:pt x="1047707" y="60233"/>
                  </a:lnTo>
                  <a:lnTo>
                    <a:pt x="1064838" y="99424"/>
                  </a:lnTo>
                  <a:lnTo>
                    <a:pt x="1061220" y="123278"/>
                  </a:lnTo>
                  <a:lnTo>
                    <a:pt x="1062432" y="170213"/>
                  </a:lnTo>
                  <a:lnTo>
                    <a:pt x="1046278" y="194673"/>
                  </a:lnTo>
                  <a:lnTo>
                    <a:pt x="1028043" y="246708"/>
                  </a:lnTo>
                  <a:lnTo>
                    <a:pt x="1020191" y="254368"/>
                  </a:lnTo>
                  <a:lnTo>
                    <a:pt x="1018509" y="315107"/>
                  </a:lnTo>
                  <a:lnTo>
                    <a:pt x="1020300" y="329601"/>
                  </a:lnTo>
                  <a:lnTo>
                    <a:pt x="1017713" y="384902"/>
                  </a:lnTo>
                  <a:lnTo>
                    <a:pt x="1036400" y="407544"/>
                  </a:lnTo>
                  <a:lnTo>
                    <a:pt x="1056155" y="419379"/>
                  </a:lnTo>
                  <a:lnTo>
                    <a:pt x="1122040" y="418958"/>
                  </a:lnTo>
                  <a:lnTo>
                    <a:pt x="1128878" y="428907"/>
                  </a:lnTo>
                  <a:lnTo>
                    <a:pt x="1136910" y="446011"/>
                  </a:lnTo>
                  <a:lnTo>
                    <a:pt x="1131031" y="475051"/>
                  </a:lnTo>
                  <a:lnTo>
                    <a:pt x="1123993" y="496952"/>
                  </a:lnTo>
                  <a:lnTo>
                    <a:pt x="1104908" y="515403"/>
                  </a:lnTo>
                  <a:lnTo>
                    <a:pt x="1080414" y="529156"/>
                  </a:lnTo>
                  <a:lnTo>
                    <a:pt x="1065182" y="529762"/>
                  </a:lnTo>
                  <a:lnTo>
                    <a:pt x="1044432" y="503619"/>
                  </a:lnTo>
                  <a:lnTo>
                    <a:pt x="1034573" y="512103"/>
                  </a:lnTo>
                  <a:lnTo>
                    <a:pt x="1024388" y="525436"/>
                  </a:lnTo>
                  <a:lnTo>
                    <a:pt x="1007329" y="596982"/>
                  </a:lnTo>
                  <a:lnTo>
                    <a:pt x="999243" y="645314"/>
                  </a:lnTo>
                  <a:lnTo>
                    <a:pt x="994865" y="649236"/>
                  </a:lnTo>
                  <a:lnTo>
                    <a:pt x="985223" y="642115"/>
                  </a:lnTo>
                  <a:lnTo>
                    <a:pt x="968562" y="641560"/>
                  </a:lnTo>
                  <a:lnTo>
                    <a:pt x="947505" y="653024"/>
                  </a:lnTo>
                  <a:lnTo>
                    <a:pt x="958305" y="663276"/>
                  </a:lnTo>
                  <a:lnTo>
                    <a:pt x="969720" y="681087"/>
                  </a:lnTo>
                  <a:lnTo>
                    <a:pt x="965161" y="690009"/>
                  </a:lnTo>
                  <a:lnTo>
                    <a:pt x="946636" y="699656"/>
                  </a:lnTo>
                  <a:lnTo>
                    <a:pt x="930210" y="719167"/>
                  </a:lnTo>
                  <a:lnTo>
                    <a:pt x="923336" y="733931"/>
                  </a:lnTo>
                  <a:lnTo>
                    <a:pt x="902623" y="751405"/>
                  </a:lnTo>
                  <a:lnTo>
                    <a:pt x="889598" y="773559"/>
                  </a:lnTo>
                  <a:lnTo>
                    <a:pt x="895984" y="801016"/>
                  </a:lnTo>
                  <a:lnTo>
                    <a:pt x="898697" y="825123"/>
                  </a:lnTo>
                  <a:lnTo>
                    <a:pt x="904396" y="851755"/>
                  </a:lnTo>
                  <a:lnTo>
                    <a:pt x="899258" y="873017"/>
                  </a:lnTo>
                  <a:lnTo>
                    <a:pt x="873606" y="903521"/>
                  </a:lnTo>
                  <a:lnTo>
                    <a:pt x="864145" y="929968"/>
                  </a:lnTo>
                  <a:lnTo>
                    <a:pt x="886124" y="929631"/>
                  </a:lnTo>
                  <a:lnTo>
                    <a:pt x="899656" y="935742"/>
                  </a:lnTo>
                  <a:lnTo>
                    <a:pt x="907579" y="943553"/>
                  </a:lnTo>
                  <a:lnTo>
                    <a:pt x="915756" y="954630"/>
                  </a:lnTo>
                  <a:lnTo>
                    <a:pt x="910745" y="968316"/>
                  </a:lnTo>
                  <a:lnTo>
                    <a:pt x="917131" y="10037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2158177" y="2598171"/>
              <a:ext cx="938930" cy="1089831"/>
            </a:xfrm>
            <a:custGeom>
              <a:avLst/>
              <a:pathLst>
                <a:path w="938930" h="1089831">
                  <a:moveTo>
                    <a:pt x="914400" y="914400"/>
                  </a:moveTo>
                  <a:lnTo>
                    <a:pt x="923897" y="952765"/>
                  </a:lnTo>
                  <a:lnTo>
                    <a:pt x="938930" y="995676"/>
                  </a:lnTo>
                  <a:lnTo>
                    <a:pt x="932653" y="1013639"/>
                  </a:lnTo>
                  <a:lnTo>
                    <a:pt x="936922" y="1036651"/>
                  </a:lnTo>
                  <a:lnTo>
                    <a:pt x="932634" y="1060657"/>
                  </a:lnTo>
                  <a:lnTo>
                    <a:pt x="902731" y="1088569"/>
                  </a:lnTo>
                  <a:lnTo>
                    <a:pt x="869192" y="1089831"/>
                  </a:lnTo>
                  <a:lnTo>
                    <a:pt x="834332" y="1076347"/>
                  </a:lnTo>
                  <a:lnTo>
                    <a:pt x="785090" y="1050388"/>
                  </a:lnTo>
                  <a:lnTo>
                    <a:pt x="781128" y="1035809"/>
                  </a:lnTo>
                  <a:lnTo>
                    <a:pt x="774218" y="1027729"/>
                  </a:lnTo>
                  <a:lnTo>
                    <a:pt x="761048" y="983488"/>
                  </a:lnTo>
                  <a:lnTo>
                    <a:pt x="761356" y="928928"/>
                  </a:lnTo>
                  <a:lnTo>
                    <a:pt x="786103" y="922093"/>
                  </a:lnTo>
                  <a:lnTo>
                    <a:pt x="840175" y="896050"/>
                  </a:lnTo>
                  <a:lnTo>
                    <a:pt x="852675" y="900141"/>
                  </a:lnTo>
                  <a:lnTo>
                    <a:pt x="865719" y="913457"/>
                  </a:lnTo>
                  <a:lnTo>
                    <a:pt x="880733" y="914248"/>
                  </a:lnTo>
                  <a:lnTo>
                    <a:pt x="902532" y="895360"/>
                  </a:lnTo>
                  <a:lnTo>
                    <a:pt x="906675" y="896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2315924" y="2849173"/>
              <a:ext cx="956550" cy="983606"/>
            </a:xfrm>
            <a:custGeom>
              <a:avLst/>
              <a:pathLst>
                <a:path w="956550" h="983606">
                  <a:moveTo>
                    <a:pt x="914400" y="914400"/>
                  </a:moveTo>
                  <a:lnTo>
                    <a:pt x="936578" y="913171"/>
                  </a:lnTo>
                  <a:lnTo>
                    <a:pt x="951665" y="922042"/>
                  </a:lnTo>
                  <a:lnTo>
                    <a:pt x="955265" y="935746"/>
                  </a:lnTo>
                  <a:lnTo>
                    <a:pt x="956550" y="966165"/>
                  </a:lnTo>
                  <a:lnTo>
                    <a:pt x="940703" y="975037"/>
                  </a:lnTo>
                  <a:lnTo>
                    <a:pt x="923209" y="972024"/>
                  </a:lnTo>
                  <a:lnTo>
                    <a:pt x="899403" y="983606"/>
                  </a:lnTo>
                  <a:lnTo>
                    <a:pt x="821253" y="933877"/>
                  </a:lnTo>
                  <a:lnTo>
                    <a:pt x="822392" y="892414"/>
                  </a:lnTo>
                  <a:lnTo>
                    <a:pt x="825522" y="876135"/>
                  </a:lnTo>
                  <a:lnTo>
                    <a:pt x="862553" y="872263"/>
                  </a:lnTo>
                  <a:lnTo>
                    <a:pt x="881620" y="893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2158720" y="2878313"/>
              <a:ext cx="962809" cy="914399"/>
            </a:xfrm>
            <a:custGeom>
              <a:avLst/>
              <a:pathLst>
                <a:path w="962809" h="914399">
                  <a:moveTo>
                    <a:pt x="914400" y="914399"/>
                  </a:moveTo>
                  <a:lnTo>
                    <a:pt x="903238" y="886471"/>
                  </a:lnTo>
                  <a:lnTo>
                    <a:pt x="901791" y="877734"/>
                  </a:lnTo>
                  <a:lnTo>
                    <a:pt x="914906" y="859856"/>
                  </a:lnTo>
                  <a:lnTo>
                    <a:pt x="923390" y="839604"/>
                  </a:lnTo>
                  <a:lnTo>
                    <a:pt x="945334" y="808511"/>
                  </a:lnTo>
                  <a:lnTo>
                    <a:pt x="957979" y="772081"/>
                  </a:lnTo>
                  <a:lnTo>
                    <a:pt x="962809" y="772654"/>
                  </a:lnTo>
                  <a:lnTo>
                    <a:pt x="957201" y="805093"/>
                  </a:lnTo>
                  <a:lnTo>
                    <a:pt x="928383" y="895579"/>
                  </a:lnTo>
                  <a:lnTo>
                    <a:pt x="922612" y="912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2496103" y="2807356"/>
              <a:ext cx="921473" cy="934533"/>
            </a:xfrm>
            <a:custGeom>
              <a:avLst/>
              <a:pathLst>
                <a:path w="921473" h="934533">
                  <a:moveTo>
                    <a:pt x="914400" y="914400"/>
                  </a:moveTo>
                  <a:lnTo>
                    <a:pt x="885962" y="910629"/>
                  </a:lnTo>
                  <a:lnTo>
                    <a:pt x="853906" y="934533"/>
                  </a:lnTo>
                  <a:lnTo>
                    <a:pt x="841749" y="926975"/>
                  </a:lnTo>
                  <a:lnTo>
                    <a:pt x="846344" y="911706"/>
                  </a:lnTo>
                  <a:lnTo>
                    <a:pt x="849691" y="906151"/>
                  </a:lnTo>
                  <a:lnTo>
                    <a:pt x="860472" y="899669"/>
                  </a:lnTo>
                  <a:lnTo>
                    <a:pt x="867672" y="890192"/>
                  </a:lnTo>
                  <a:lnTo>
                    <a:pt x="870494" y="875360"/>
                  </a:lnTo>
                  <a:lnTo>
                    <a:pt x="877170" y="883357"/>
                  </a:lnTo>
                  <a:lnTo>
                    <a:pt x="897015" y="886707"/>
                  </a:lnTo>
                  <a:lnTo>
                    <a:pt x="906711" y="891437"/>
                  </a:lnTo>
                  <a:lnTo>
                    <a:pt x="914816" y="898390"/>
                  </a:lnTo>
                  <a:lnTo>
                    <a:pt x="921473" y="9092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2507319" y="2599417"/>
              <a:ext cx="931839" cy="914399"/>
            </a:xfrm>
            <a:custGeom>
              <a:avLst/>
              <a:pathLst>
                <a:path w="931839" h="914399">
                  <a:moveTo>
                    <a:pt x="914400" y="914399"/>
                  </a:moveTo>
                  <a:lnTo>
                    <a:pt x="910564" y="913625"/>
                  </a:lnTo>
                  <a:lnTo>
                    <a:pt x="904902" y="893508"/>
                  </a:lnTo>
                  <a:lnTo>
                    <a:pt x="914092" y="881269"/>
                  </a:lnTo>
                  <a:lnTo>
                    <a:pt x="919519" y="870882"/>
                  </a:lnTo>
                  <a:lnTo>
                    <a:pt x="923372" y="871185"/>
                  </a:lnTo>
                  <a:lnTo>
                    <a:pt x="928637" y="882414"/>
                  </a:lnTo>
                  <a:lnTo>
                    <a:pt x="931839" y="899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2108248" y="2846564"/>
              <a:ext cx="930626" cy="914400"/>
            </a:xfrm>
            <a:custGeom>
              <a:avLst/>
              <a:pathLst>
                <a:path w="930626" h="914400">
                  <a:moveTo>
                    <a:pt x="914400" y="914400"/>
                  </a:moveTo>
                  <a:lnTo>
                    <a:pt x="900181" y="906891"/>
                  </a:lnTo>
                  <a:lnTo>
                    <a:pt x="877043" y="878609"/>
                  </a:lnTo>
                  <a:lnTo>
                    <a:pt x="874131" y="871101"/>
                  </a:lnTo>
                  <a:lnTo>
                    <a:pt x="886287" y="875899"/>
                  </a:lnTo>
                  <a:lnTo>
                    <a:pt x="901375" y="890680"/>
                  </a:lnTo>
                  <a:lnTo>
                    <a:pt x="913730" y="893828"/>
                  </a:lnTo>
                  <a:lnTo>
                    <a:pt x="930626" y="906336"/>
                  </a:lnTo>
                  <a:lnTo>
                    <a:pt x="926828" y="910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2023007" y="2834392"/>
              <a:ext cx="933684" cy="914399"/>
            </a:xfrm>
            <a:custGeom>
              <a:avLst/>
              <a:pathLst>
                <a:path w="933684" h="914399">
                  <a:moveTo>
                    <a:pt x="914400" y="914399"/>
                  </a:moveTo>
                  <a:lnTo>
                    <a:pt x="904540" y="906066"/>
                  </a:lnTo>
                  <a:lnTo>
                    <a:pt x="886450" y="902834"/>
                  </a:lnTo>
                  <a:lnTo>
                    <a:pt x="879956" y="849772"/>
                  </a:lnTo>
                  <a:lnTo>
                    <a:pt x="881819" y="846624"/>
                  </a:lnTo>
                  <a:lnTo>
                    <a:pt x="890918" y="850344"/>
                  </a:lnTo>
                  <a:lnTo>
                    <a:pt x="922124" y="875091"/>
                  </a:lnTo>
                  <a:lnTo>
                    <a:pt x="933032" y="902178"/>
                  </a:lnTo>
                  <a:lnTo>
                    <a:pt x="933684" y="909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2140304" y="2526642"/>
              <a:ext cx="927623" cy="914400"/>
            </a:xfrm>
            <a:custGeom>
              <a:avLst/>
              <a:pathLst>
                <a:path w="927623" h="914400">
                  <a:moveTo>
                    <a:pt x="914400" y="914400"/>
                  </a:moveTo>
                  <a:lnTo>
                    <a:pt x="902659" y="907952"/>
                  </a:lnTo>
                  <a:lnTo>
                    <a:pt x="901429" y="885646"/>
                  </a:lnTo>
                  <a:lnTo>
                    <a:pt x="905879" y="865613"/>
                  </a:lnTo>
                  <a:lnTo>
                    <a:pt x="900651" y="847701"/>
                  </a:lnTo>
                  <a:lnTo>
                    <a:pt x="906404" y="836187"/>
                  </a:lnTo>
                  <a:lnTo>
                    <a:pt x="922920" y="863004"/>
                  </a:lnTo>
                  <a:lnTo>
                    <a:pt x="927623" y="875613"/>
                  </a:lnTo>
                  <a:lnTo>
                    <a:pt x="921256" y="890680"/>
                  </a:lnTo>
                  <a:lnTo>
                    <a:pt x="917547" y="908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2218309" y="2021895"/>
              <a:ext cx="944610" cy="914400"/>
            </a:xfrm>
            <a:custGeom>
              <a:avLst/>
              <a:pathLst>
                <a:path w="944610" h="914400">
                  <a:moveTo>
                    <a:pt x="914400" y="914400"/>
                  </a:moveTo>
                  <a:lnTo>
                    <a:pt x="888910" y="902969"/>
                  </a:lnTo>
                  <a:lnTo>
                    <a:pt x="900162" y="886993"/>
                  </a:lnTo>
                  <a:lnTo>
                    <a:pt x="928166" y="879636"/>
                  </a:lnTo>
                  <a:lnTo>
                    <a:pt x="944610" y="882061"/>
                  </a:lnTo>
                  <a:lnTo>
                    <a:pt x="926520" y="897919"/>
                  </a:lnTo>
                  <a:lnTo>
                    <a:pt x="921943" y="906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2966577" y="2788720"/>
              <a:ext cx="930391" cy="914400"/>
            </a:xfrm>
            <a:custGeom>
              <a:avLst/>
              <a:pathLst>
                <a:path w="930391" h="914400">
                  <a:moveTo>
                    <a:pt x="914400" y="914400"/>
                  </a:moveTo>
                  <a:lnTo>
                    <a:pt x="883791" y="904737"/>
                  </a:lnTo>
                  <a:lnTo>
                    <a:pt x="846489" y="880848"/>
                  </a:lnTo>
                  <a:lnTo>
                    <a:pt x="851952" y="834032"/>
                  </a:lnTo>
                  <a:lnTo>
                    <a:pt x="861522" y="813797"/>
                  </a:lnTo>
                  <a:lnTo>
                    <a:pt x="929559" y="866270"/>
                  </a:lnTo>
                  <a:lnTo>
                    <a:pt x="930391" y="886050"/>
                  </a:lnTo>
                  <a:lnTo>
                    <a:pt x="921238" y="9085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3359280" y="3233464"/>
              <a:ext cx="117405" cy="117405"/>
            </a:xfrm>
            <a:prstGeom prst="ellipse">
              <a:avLst/>
            </a:prstGeom>
            <a:solidFill>
              <a:srgbClr val="FBFDB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3424205" y="3385721"/>
              <a:ext cx="117405" cy="117405"/>
            </a:xfrm>
            <a:prstGeom prst="ellipse">
              <a:avLst/>
            </a:prstGeom>
            <a:solidFill>
              <a:srgbClr val="FDFEB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3177166" y="2593700"/>
              <a:ext cx="117405" cy="117405"/>
            </a:xfrm>
            <a:prstGeom prst="ellipse">
              <a:avLst/>
            </a:prstGeom>
            <a:solidFill>
              <a:srgbClr val="F0F9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3093313" y="2309346"/>
              <a:ext cx="117405" cy="117405"/>
            </a:xfrm>
            <a:prstGeom prst="ellipse">
              <a:avLst/>
            </a:prstGeom>
            <a:solidFill>
              <a:srgbClr val="E6F4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4133456" y="2716913"/>
              <a:ext cx="117405" cy="117405"/>
            </a:xfrm>
            <a:prstGeom prst="ellipse">
              <a:avLst/>
            </a:prstGeom>
            <a:solidFill>
              <a:srgbClr val="CDEA8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4568420" y="1979213"/>
              <a:ext cx="117405" cy="117405"/>
            </a:xfrm>
            <a:prstGeom prst="ellipse">
              <a:avLst/>
            </a:prstGeom>
            <a:solidFill>
              <a:srgbClr val="E3F39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4063301" y="3075721"/>
              <a:ext cx="117405" cy="117405"/>
            </a:xfrm>
            <a:prstGeom prst="ellipse">
              <a:avLst/>
            </a:prstGeom>
            <a:solidFill>
              <a:srgbClr val="BDE37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3439204" y="3509599"/>
              <a:ext cx="117405" cy="117405"/>
            </a:xfrm>
            <a:prstGeom prst="ellipse">
              <a:avLst/>
            </a:prstGeom>
            <a:solidFill>
              <a:srgbClr val="D6ED8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g9120"/>
            <p:cNvSpPr/>
            <p:nvPr/>
          </p:nvSpPr>
          <p:spPr>
            <a:xfrm>
              <a:off x="3554460" y="3323264"/>
              <a:ext cx="379475" cy="191749"/>
            </a:xfrm>
            <a:custGeom>
              <a:avLst/>
              <a:pathLst>
                <a:path w="379475" h="191749">
                  <a:moveTo>
                    <a:pt x="27431" y="191749"/>
                  </a:moveTo>
                  <a:lnTo>
                    <a:pt x="352043" y="191749"/>
                  </a:lnTo>
                  <a:lnTo>
                    <a:pt x="350939" y="191727"/>
                  </a:lnTo>
                  <a:lnTo>
                    <a:pt x="355350" y="191549"/>
                  </a:lnTo>
                  <a:lnTo>
                    <a:pt x="359676" y="190666"/>
                  </a:lnTo>
                  <a:lnTo>
                    <a:pt x="363803" y="189101"/>
                  </a:lnTo>
                  <a:lnTo>
                    <a:pt x="367627" y="186893"/>
                  </a:lnTo>
                  <a:lnTo>
                    <a:pt x="371046" y="184101"/>
                  </a:lnTo>
                  <a:lnTo>
                    <a:pt x="373974" y="180797"/>
                  </a:lnTo>
                  <a:lnTo>
                    <a:pt x="376333" y="177065"/>
                  </a:lnTo>
                  <a:lnTo>
                    <a:pt x="378064" y="173004"/>
                  </a:lnTo>
                  <a:lnTo>
                    <a:pt x="379120" y="168718"/>
                  </a:lnTo>
                  <a:lnTo>
                    <a:pt x="379475" y="164317"/>
                  </a:lnTo>
                  <a:lnTo>
                    <a:pt x="379475" y="27432"/>
                  </a:lnTo>
                  <a:lnTo>
                    <a:pt x="379120" y="23031"/>
                  </a:lnTo>
                  <a:lnTo>
                    <a:pt x="378064" y="18745"/>
                  </a:lnTo>
                  <a:lnTo>
                    <a:pt x="376333" y="14683"/>
                  </a:lnTo>
                  <a:lnTo>
                    <a:pt x="373974" y="10952"/>
                  </a:lnTo>
                  <a:lnTo>
                    <a:pt x="371046" y="7647"/>
                  </a:lnTo>
                  <a:lnTo>
                    <a:pt x="367627" y="4855"/>
                  </a:lnTo>
                  <a:lnTo>
                    <a:pt x="363803" y="2648"/>
                  </a:lnTo>
                  <a:lnTo>
                    <a:pt x="359676" y="1083"/>
                  </a:lnTo>
                  <a:lnTo>
                    <a:pt x="355350" y="200"/>
                  </a:lnTo>
                  <a:lnTo>
                    <a:pt x="35204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tx9121"/>
            <p:cNvSpPr/>
            <p:nvPr/>
          </p:nvSpPr>
          <p:spPr>
            <a:xfrm>
              <a:off x="3600180" y="3368984"/>
              <a:ext cx="28803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9122" name="pg9122"/>
            <p:cNvSpPr/>
            <p:nvPr/>
          </p:nvSpPr>
          <p:spPr>
            <a:xfrm>
              <a:off x="3069131" y="3040299"/>
              <a:ext cx="410565" cy="191749"/>
            </a:xfrm>
            <a:custGeom>
              <a:avLst/>
              <a:pathLst>
                <a:path w="410565" h="191749">
                  <a:moveTo>
                    <a:pt x="27431" y="191749"/>
                  </a:moveTo>
                  <a:lnTo>
                    <a:pt x="383133" y="191749"/>
                  </a:lnTo>
                  <a:lnTo>
                    <a:pt x="382029" y="191727"/>
                  </a:lnTo>
                  <a:lnTo>
                    <a:pt x="386440" y="191549"/>
                  </a:lnTo>
                  <a:lnTo>
                    <a:pt x="390765" y="190666"/>
                  </a:lnTo>
                  <a:lnTo>
                    <a:pt x="394893" y="189101"/>
                  </a:lnTo>
                  <a:lnTo>
                    <a:pt x="398716" y="186893"/>
                  </a:lnTo>
                  <a:lnTo>
                    <a:pt x="402136" y="184101"/>
                  </a:lnTo>
                  <a:lnTo>
                    <a:pt x="405063" y="180797"/>
                  </a:lnTo>
                  <a:lnTo>
                    <a:pt x="407423" y="177065"/>
                  </a:lnTo>
                  <a:lnTo>
                    <a:pt x="409153" y="173004"/>
                  </a:lnTo>
                  <a:lnTo>
                    <a:pt x="410210" y="168718"/>
                  </a:lnTo>
                  <a:lnTo>
                    <a:pt x="410565" y="164317"/>
                  </a:lnTo>
                  <a:lnTo>
                    <a:pt x="410565" y="27431"/>
                  </a:lnTo>
                  <a:lnTo>
                    <a:pt x="410210" y="23031"/>
                  </a:lnTo>
                  <a:lnTo>
                    <a:pt x="409153" y="18745"/>
                  </a:lnTo>
                  <a:lnTo>
                    <a:pt x="407423" y="14683"/>
                  </a:lnTo>
                  <a:lnTo>
                    <a:pt x="405063" y="10952"/>
                  </a:lnTo>
                  <a:lnTo>
                    <a:pt x="402136" y="7647"/>
                  </a:lnTo>
                  <a:lnTo>
                    <a:pt x="398716" y="4855"/>
                  </a:lnTo>
                  <a:lnTo>
                    <a:pt x="394893" y="2648"/>
                  </a:lnTo>
                  <a:lnTo>
                    <a:pt x="390765" y="1083"/>
                  </a:lnTo>
                  <a:lnTo>
                    <a:pt x="386440" y="200"/>
                  </a:lnTo>
                  <a:lnTo>
                    <a:pt x="38313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tx9123"/>
            <p:cNvSpPr/>
            <p:nvPr/>
          </p:nvSpPr>
          <p:spPr>
            <a:xfrm>
              <a:off x="3114851" y="3086019"/>
              <a:ext cx="319125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9124" name="pg9124"/>
            <p:cNvSpPr/>
            <p:nvPr/>
          </p:nvSpPr>
          <p:spPr>
            <a:xfrm>
              <a:off x="2921406" y="2711783"/>
              <a:ext cx="343082" cy="191749"/>
            </a:xfrm>
            <a:custGeom>
              <a:avLst/>
              <a:pathLst>
                <a:path w="343082" h="191749">
                  <a:moveTo>
                    <a:pt x="27431" y="191749"/>
                  </a:moveTo>
                  <a:lnTo>
                    <a:pt x="315650" y="191749"/>
                  </a:lnTo>
                  <a:lnTo>
                    <a:pt x="314546" y="191727"/>
                  </a:lnTo>
                  <a:lnTo>
                    <a:pt x="318957" y="191549"/>
                  </a:lnTo>
                  <a:lnTo>
                    <a:pt x="323282" y="190666"/>
                  </a:lnTo>
                  <a:lnTo>
                    <a:pt x="327410" y="189101"/>
                  </a:lnTo>
                  <a:lnTo>
                    <a:pt x="331234" y="186893"/>
                  </a:lnTo>
                  <a:lnTo>
                    <a:pt x="334653" y="184101"/>
                  </a:lnTo>
                  <a:lnTo>
                    <a:pt x="337581" y="180797"/>
                  </a:lnTo>
                  <a:lnTo>
                    <a:pt x="339940" y="177065"/>
                  </a:lnTo>
                  <a:lnTo>
                    <a:pt x="341671" y="173004"/>
                  </a:lnTo>
                  <a:lnTo>
                    <a:pt x="342727" y="168718"/>
                  </a:lnTo>
                  <a:lnTo>
                    <a:pt x="343082" y="164317"/>
                  </a:lnTo>
                  <a:lnTo>
                    <a:pt x="343082" y="27431"/>
                  </a:lnTo>
                  <a:lnTo>
                    <a:pt x="342727" y="23031"/>
                  </a:lnTo>
                  <a:lnTo>
                    <a:pt x="341671" y="18745"/>
                  </a:lnTo>
                  <a:lnTo>
                    <a:pt x="339940" y="14683"/>
                  </a:lnTo>
                  <a:lnTo>
                    <a:pt x="337581" y="10952"/>
                  </a:lnTo>
                  <a:lnTo>
                    <a:pt x="334653" y="7647"/>
                  </a:lnTo>
                  <a:lnTo>
                    <a:pt x="331234" y="4855"/>
                  </a:lnTo>
                  <a:lnTo>
                    <a:pt x="327410" y="2648"/>
                  </a:lnTo>
                  <a:lnTo>
                    <a:pt x="323282" y="1083"/>
                  </a:lnTo>
                  <a:lnTo>
                    <a:pt x="318957" y="200"/>
                  </a:lnTo>
                  <a:lnTo>
                    <a:pt x="31565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tx9125"/>
            <p:cNvSpPr/>
            <p:nvPr/>
          </p:nvSpPr>
          <p:spPr>
            <a:xfrm>
              <a:off x="2967126" y="2757503"/>
              <a:ext cx="251642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9126" name="pg9126"/>
            <p:cNvSpPr/>
            <p:nvPr/>
          </p:nvSpPr>
          <p:spPr>
            <a:xfrm>
              <a:off x="2850428" y="2427402"/>
              <a:ext cx="317296" cy="191749"/>
            </a:xfrm>
            <a:custGeom>
              <a:avLst/>
              <a:pathLst>
                <a:path w="317296" h="191749">
                  <a:moveTo>
                    <a:pt x="27431" y="191749"/>
                  </a:moveTo>
                  <a:lnTo>
                    <a:pt x="289864" y="191749"/>
                  </a:lnTo>
                  <a:lnTo>
                    <a:pt x="288760" y="191727"/>
                  </a:lnTo>
                  <a:lnTo>
                    <a:pt x="293171" y="191549"/>
                  </a:lnTo>
                  <a:lnTo>
                    <a:pt x="297496" y="190666"/>
                  </a:lnTo>
                  <a:lnTo>
                    <a:pt x="301624" y="189101"/>
                  </a:lnTo>
                  <a:lnTo>
                    <a:pt x="305447" y="186893"/>
                  </a:lnTo>
                  <a:lnTo>
                    <a:pt x="308867" y="184101"/>
                  </a:lnTo>
                  <a:lnTo>
                    <a:pt x="311795" y="180797"/>
                  </a:lnTo>
                  <a:lnTo>
                    <a:pt x="314154" y="177065"/>
                  </a:lnTo>
                  <a:lnTo>
                    <a:pt x="315885" y="173004"/>
                  </a:lnTo>
                  <a:lnTo>
                    <a:pt x="316941" y="168718"/>
                  </a:lnTo>
                  <a:lnTo>
                    <a:pt x="317296" y="164317"/>
                  </a:lnTo>
                  <a:lnTo>
                    <a:pt x="317296" y="27431"/>
                  </a:lnTo>
                  <a:lnTo>
                    <a:pt x="316941" y="23031"/>
                  </a:lnTo>
                  <a:lnTo>
                    <a:pt x="315885" y="18745"/>
                  </a:lnTo>
                  <a:lnTo>
                    <a:pt x="314154" y="14683"/>
                  </a:lnTo>
                  <a:lnTo>
                    <a:pt x="311795" y="10952"/>
                  </a:lnTo>
                  <a:lnTo>
                    <a:pt x="308867" y="7647"/>
                  </a:lnTo>
                  <a:lnTo>
                    <a:pt x="305447" y="4855"/>
                  </a:lnTo>
                  <a:lnTo>
                    <a:pt x="301624" y="2648"/>
                  </a:lnTo>
                  <a:lnTo>
                    <a:pt x="297496" y="1083"/>
                  </a:lnTo>
                  <a:lnTo>
                    <a:pt x="293171" y="200"/>
                  </a:lnTo>
                  <a:lnTo>
                    <a:pt x="28986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tx9127"/>
            <p:cNvSpPr/>
            <p:nvPr/>
          </p:nvSpPr>
          <p:spPr>
            <a:xfrm>
              <a:off x="2896148" y="2473122"/>
              <a:ext cx="22585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9128" name="pg9128"/>
            <p:cNvSpPr/>
            <p:nvPr/>
          </p:nvSpPr>
          <p:spPr>
            <a:xfrm>
              <a:off x="3847545" y="2835289"/>
              <a:ext cx="402701" cy="191749"/>
            </a:xfrm>
            <a:custGeom>
              <a:avLst/>
              <a:pathLst>
                <a:path w="402701" h="191749">
                  <a:moveTo>
                    <a:pt x="27431" y="191749"/>
                  </a:moveTo>
                  <a:lnTo>
                    <a:pt x="375269" y="191749"/>
                  </a:lnTo>
                  <a:lnTo>
                    <a:pt x="374165" y="191727"/>
                  </a:lnTo>
                  <a:lnTo>
                    <a:pt x="378576" y="191549"/>
                  </a:lnTo>
                  <a:lnTo>
                    <a:pt x="382901" y="190666"/>
                  </a:lnTo>
                  <a:lnTo>
                    <a:pt x="387029" y="189101"/>
                  </a:lnTo>
                  <a:lnTo>
                    <a:pt x="390852" y="186893"/>
                  </a:lnTo>
                  <a:lnTo>
                    <a:pt x="394272" y="184101"/>
                  </a:lnTo>
                  <a:lnTo>
                    <a:pt x="397200" y="180797"/>
                  </a:lnTo>
                  <a:lnTo>
                    <a:pt x="399559" y="177065"/>
                  </a:lnTo>
                  <a:lnTo>
                    <a:pt x="401290" y="173004"/>
                  </a:lnTo>
                  <a:lnTo>
                    <a:pt x="402346" y="168718"/>
                  </a:lnTo>
                  <a:lnTo>
                    <a:pt x="402701" y="164317"/>
                  </a:lnTo>
                  <a:lnTo>
                    <a:pt x="402701" y="27431"/>
                  </a:lnTo>
                  <a:lnTo>
                    <a:pt x="402346" y="23031"/>
                  </a:lnTo>
                  <a:lnTo>
                    <a:pt x="401290" y="18745"/>
                  </a:lnTo>
                  <a:lnTo>
                    <a:pt x="399559" y="14683"/>
                  </a:lnTo>
                  <a:lnTo>
                    <a:pt x="397200" y="10952"/>
                  </a:lnTo>
                  <a:lnTo>
                    <a:pt x="394272" y="7647"/>
                  </a:lnTo>
                  <a:lnTo>
                    <a:pt x="390852" y="4855"/>
                  </a:lnTo>
                  <a:lnTo>
                    <a:pt x="387029" y="2648"/>
                  </a:lnTo>
                  <a:lnTo>
                    <a:pt x="382901" y="1083"/>
                  </a:lnTo>
                  <a:lnTo>
                    <a:pt x="378576" y="200"/>
                  </a:lnTo>
                  <a:lnTo>
                    <a:pt x="37526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tx9129"/>
            <p:cNvSpPr/>
            <p:nvPr/>
          </p:nvSpPr>
          <p:spPr>
            <a:xfrm>
              <a:off x="3893265" y="2881009"/>
              <a:ext cx="31126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9130" name="pg9130"/>
            <p:cNvSpPr/>
            <p:nvPr/>
          </p:nvSpPr>
          <p:spPr>
            <a:xfrm>
              <a:off x="4499288" y="1786438"/>
              <a:ext cx="363931" cy="191749"/>
            </a:xfrm>
            <a:custGeom>
              <a:avLst/>
              <a:pathLst>
                <a:path w="363931" h="191749">
                  <a:moveTo>
                    <a:pt x="27431" y="191749"/>
                  </a:moveTo>
                  <a:lnTo>
                    <a:pt x="336499" y="191749"/>
                  </a:lnTo>
                  <a:lnTo>
                    <a:pt x="335394" y="191727"/>
                  </a:lnTo>
                  <a:lnTo>
                    <a:pt x="339805" y="191549"/>
                  </a:lnTo>
                  <a:lnTo>
                    <a:pt x="344131" y="190666"/>
                  </a:lnTo>
                  <a:lnTo>
                    <a:pt x="348259" y="189101"/>
                  </a:lnTo>
                  <a:lnTo>
                    <a:pt x="352082" y="186893"/>
                  </a:lnTo>
                  <a:lnTo>
                    <a:pt x="355502" y="184101"/>
                  </a:lnTo>
                  <a:lnTo>
                    <a:pt x="358429" y="180797"/>
                  </a:lnTo>
                  <a:lnTo>
                    <a:pt x="360789" y="177065"/>
                  </a:lnTo>
                  <a:lnTo>
                    <a:pt x="362519" y="173004"/>
                  </a:lnTo>
                  <a:lnTo>
                    <a:pt x="363575" y="168718"/>
                  </a:lnTo>
                  <a:lnTo>
                    <a:pt x="363931" y="164317"/>
                  </a:lnTo>
                  <a:lnTo>
                    <a:pt x="363931" y="27432"/>
                  </a:lnTo>
                  <a:lnTo>
                    <a:pt x="363575" y="23031"/>
                  </a:lnTo>
                  <a:lnTo>
                    <a:pt x="362519" y="18745"/>
                  </a:lnTo>
                  <a:lnTo>
                    <a:pt x="360789" y="14683"/>
                  </a:lnTo>
                  <a:lnTo>
                    <a:pt x="358429" y="10952"/>
                  </a:lnTo>
                  <a:lnTo>
                    <a:pt x="355502" y="7647"/>
                  </a:lnTo>
                  <a:lnTo>
                    <a:pt x="352082" y="4855"/>
                  </a:lnTo>
                  <a:lnTo>
                    <a:pt x="348259" y="2648"/>
                  </a:lnTo>
                  <a:lnTo>
                    <a:pt x="344131" y="1083"/>
                  </a:lnTo>
                  <a:lnTo>
                    <a:pt x="339805" y="200"/>
                  </a:lnTo>
                  <a:lnTo>
                    <a:pt x="33649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tx9131"/>
            <p:cNvSpPr/>
            <p:nvPr/>
          </p:nvSpPr>
          <p:spPr>
            <a:xfrm>
              <a:off x="4545008" y="1832158"/>
              <a:ext cx="27249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9132" name="pg9132"/>
            <p:cNvSpPr/>
            <p:nvPr/>
          </p:nvSpPr>
          <p:spPr>
            <a:xfrm>
              <a:off x="4087148" y="3194037"/>
              <a:ext cx="356250" cy="191749"/>
            </a:xfrm>
            <a:custGeom>
              <a:avLst/>
              <a:pathLst>
                <a:path w="356250" h="191749">
                  <a:moveTo>
                    <a:pt x="27431" y="191749"/>
                  </a:moveTo>
                  <a:lnTo>
                    <a:pt x="328818" y="191749"/>
                  </a:lnTo>
                  <a:lnTo>
                    <a:pt x="327713" y="191727"/>
                  </a:lnTo>
                  <a:lnTo>
                    <a:pt x="332124" y="191549"/>
                  </a:lnTo>
                  <a:lnTo>
                    <a:pt x="336450" y="190666"/>
                  </a:lnTo>
                  <a:lnTo>
                    <a:pt x="340578" y="189101"/>
                  </a:lnTo>
                  <a:lnTo>
                    <a:pt x="344401" y="186893"/>
                  </a:lnTo>
                  <a:lnTo>
                    <a:pt x="347821" y="184101"/>
                  </a:lnTo>
                  <a:lnTo>
                    <a:pt x="350748" y="180797"/>
                  </a:lnTo>
                  <a:lnTo>
                    <a:pt x="353108" y="177065"/>
                  </a:lnTo>
                  <a:lnTo>
                    <a:pt x="354838" y="173004"/>
                  </a:lnTo>
                  <a:lnTo>
                    <a:pt x="355895" y="168718"/>
                  </a:lnTo>
                  <a:lnTo>
                    <a:pt x="356250" y="164317"/>
                  </a:lnTo>
                  <a:lnTo>
                    <a:pt x="356250" y="27432"/>
                  </a:lnTo>
                  <a:lnTo>
                    <a:pt x="355895" y="23031"/>
                  </a:lnTo>
                  <a:lnTo>
                    <a:pt x="354838" y="18745"/>
                  </a:lnTo>
                  <a:lnTo>
                    <a:pt x="353108" y="14683"/>
                  </a:lnTo>
                  <a:lnTo>
                    <a:pt x="350748" y="10952"/>
                  </a:lnTo>
                  <a:lnTo>
                    <a:pt x="347821" y="7647"/>
                  </a:lnTo>
                  <a:lnTo>
                    <a:pt x="344401" y="4855"/>
                  </a:lnTo>
                  <a:lnTo>
                    <a:pt x="340578" y="2648"/>
                  </a:lnTo>
                  <a:lnTo>
                    <a:pt x="336450" y="1083"/>
                  </a:lnTo>
                  <a:lnTo>
                    <a:pt x="332124" y="200"/>
                  </a:lnTo>
                  <a:lnTo>
                    <a:pt x="32881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tx9133"/>
            <p:cNvSpPr/>
            <p:nvPr/>
          </p:nvSpPr>
          <p:spPr>
            <a:xfrm>
              <a:off x="4132868" y="3239757"/>
              <a:ext cx="264810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9134" name="pg9134"/>
            <p:cNvSpPr/>
            <p:nvPr/>
          </p:nvSpPr>
          <p:spPr>
            <a:xfrm>
              <a:off x="3447846" y="3628224"/>
              <a:ext cx="387156" cy="191749"/>
            </a:xfrm>
            <a:custGeom>
              <a:avLst/>
              <a:pathLst>
                <a:path w="387156" h="191749">
                  <a:moveTo>
                    <a:pt x="27432" y="191749"/>
                  </a:moveTo>
                  <a:lnTo>
                    <a:pt x="359724" y="191749"/>
                  </a:lnTo>
                  <a:lnTo>
                    <a:pt x="358620" y="191727"/>
                  </a:lnTo>
                  <a:lnTo>
                    <a:pt x="363031" y="191549"/>
                  </a:lnTo>
                  <a:lnTo>
                    <a:pt x="367357" y="190666"/>
                  </a:lnTo>
                  <a:lnTo>
                    <a:pt x="371484" y="189101"/>
                  </a:lnTo>
                  <a:lnTo>
                    <a:pt x="375308" y="186893"/>
                  </a:lnTo>
                  <a:lnTo>
                    <a:pt x="378727" y="184101"/>
                  </a:lnTo>
                  <a:lnTo>
                    <a:pt x="381655" y="180797"/>
                  </a:lnTo>
                  <a:lnTo>
                    <a:pt x="384014" y="177065"/>
                  </a:lnTo>
                  <a:lnTo>
                    <a:pt x="385745" y="173004"/>
                  </a:lnTo>
                  <a:lnTo>
                    <a:pt x="386801" y="168718"/>
                  </a:lnTo>
                  <a:lnTo>
                    <a:pt x="387156" y="164317"/>
                  </a:lnTo>
                  <a:lnTo>
                    <a:pt x="387156" y="27432"/>
                  </a:lnTo>
                  <a:lnTo>
                    <a:pt x="386801" y="23031"/>
                  </a:lnTo>
                  <a:lnTo>
                    <a:pt x="385745" y="18745"/>
                  </a:lnTo>
                  <a:lnTo>
                    <a:pt x="384014" y="14683"/>
                  </a:lnTo>
                  <a:lnTo>
                    <a:pt x="381655" y="10952"/>
                  </a:lnTo>
                  <a:lnTo>
                    <a:pt x="378727" y="7647"/>
                  </a:lnTo>
                  <a:lnTo>
                    <a:pt x="375308" y="4855"/>
                  </a:lnTo>
                  <a:lnTo>
                    <a:pt x="371484" y="2648"/>
                  </a:lnTo>
                  <a:lnTo>
                    <a:pt x="367357" y="1083"/>
                  </a:lnTo>
                  <a:lnTo>
                    <a:pt x="363031" y="200"/>
                  </a:lnTo>
                  <a:lnTo>
                    <a:pt x="359724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tx9135"/>
            <p:cNvSpPr/>
            <p:nvPr/>
          </p:nvSpPr>
          <p:spPr>
            <a:xfrm>
              <a:off x="3493566" y="3673944"/>
              <a:ext cx="29571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9136" name="tx91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7" name="tx91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38" name="tx91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9" name="tx91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0" name="tx91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1" name="tx91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2" name="tx91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3" name="tx91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4" name="tx91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5" name="tx91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6" name="tx91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7" name="tx91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8" name="tx91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9" name="tx91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0" name="tx91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1" name="tx91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2" name="tx91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3" name="tx91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4" name="tx91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5" name="tx91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6" name="tx91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7" name="tx91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8" name="tx91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9" name="tx91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0" name="tx91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1" name="tx91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2" name="tx91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3" name="tx91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4" name="tx91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5" name="tx91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6" name="tx91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7" name="tx91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8" name="tx91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9" name="tx91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0" name="tx91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1" name="tx91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2" name="tx91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3" name="tx91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4" name="tx91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5" name="tx91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6" name="tx91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7" name="tx91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8" name="tx91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9" name="tx91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0" name="tx91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1" name="tx91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2" name="tx91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3" name="tx91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4" name="tx91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5" name="tx91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6" name="tx91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7" name="tx91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8" name="tx91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9" name="tx91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0" name="tx91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1" name="tx91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2" name="tx91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3" name="tx91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4" name="tx91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5" name="tx91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6" name="tx91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7" name="tx91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8" name="tx91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9" name="tx91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0" name="tx92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1" name="tx92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2" name="tx92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3" name="tx92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4" name="tx92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5" name="tx92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6" name="tx92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7" name="tx92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8" name="tx92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9" name="tx92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0" name="tx92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1" name="tx92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2" name="tx92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3" name="tx92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4" name="tx92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5" name="tx92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6" name="tx92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7" name="tx92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8" name="tx92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9" name="tx92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0" name="tx92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1" name="tx92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2" name="tx92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3" name="tx92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4" name="tx92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5" name="tx92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6" name="tx92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7" name="tx92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8" name="tx92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9" name="tx92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0" name="tx92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1" name="tx92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2" name="tx92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3" name="tx92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4" name="tx92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5" name="tx92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6" name="tx92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7" name="tx92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8" name="tx92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9" name="tx92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0" name="tx92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1" name="tx92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2" name="tx92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3" name="tx92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4" name="tx92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5" name="tx92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6" name="tx92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7" name="tx92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8" name="tx92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9" name="tx92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0" name="tx92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1" name="tx92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2" name="tx92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3" name="tx92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4" name="tx92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5" name="tx92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6" name="tx92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7" name="tx92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8" name="tx92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9" name="tx92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0" name="tx92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1" name="tx92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2" name="tx92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3" name="tx92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4" name="tx92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5" name="tx92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6" name="tx92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7" name="tx92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8" name="tx92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9" name="tx92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0" name="tx92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1" name="tx92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2" name="tx92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3" name="tx92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4" name="tx92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5" name="tx92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6" name="tx92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7" name="tx92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8" name="tx92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9" name="tx92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0" name="tx92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1" name="tx92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2" name="tx92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3" name="tx92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4" name="tx92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5" name="tx92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6" name="tx92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7" name="tx92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8" name="tx92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9" name="tx92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0" name="tx92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1" name="tx92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2" name="tx92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3" name="tx92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4" name="tx92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5" name="tx92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6" name="tx92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7" name="tx92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8" name="tx92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9" name="tx92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0" name="tx93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1" name="tx93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2" name="tx93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3" name="tx93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4" name="tx93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5" name="tx93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6" name="tx93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7" name="tx93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8" name="tx93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9" name="tx93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0" name="tx93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1" name="tx93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2" name="tx93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3" name="tx93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4" name="tx93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5" name="tx93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6" name="tx93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7" name="tx93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8" name="tx93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9" name="tx93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0" name="tx93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1" name="tx93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2" name="tx93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3" name="tx93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4" name="tx93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5" name="tx93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6" name="tx93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7" name="tx93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8" name="tx93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9" name="tx93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0" name="tx93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1" name="tx93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2" name="tx93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3" name="tx93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4" name="tx93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5" name="tx93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6" name="tx93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7" name="tx93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8" name="tx93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9" name="tx93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0" name="tx93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1" name="tx93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2" name="tx93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3" name="tx93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4" name="tx93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5" name="tx93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6" name="tx93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7" name="tx93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8" name="tx93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9" name="tx93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0" name="tx93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1" name="tx93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2" name="tx93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3" name="tx93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4" name="tx93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5" name="tx93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6" name="tx93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7" name="tx93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8" name="tx93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9" name="tx93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0" name="tx93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1" name="tx93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2" name="tx93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3" name="tx93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4" name="tx93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5" name="tx93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6" name="tx93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7" name="tx93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8" name="tx93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9" name="tx93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0" name="tx93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1" name="tx93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2" name="tx93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3" name="tx93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4" name="tx93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5" name="tx93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6" name="tx93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7" name="tx93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8" name="tx93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9" name="tx93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0" name="tx93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1" name="tx93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2" name="tx93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3" name="tx93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4" name="tx93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5" name="tx93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6" name="tx93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7" name="tx93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8" name="tx93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9" name="tx93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0" name="tx93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1" name="tx93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2" name="tx93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3" name="tx93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4" name="tx93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5" name="tx93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6" name="tx93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7" name="tx93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8" name="tx93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9" name="tx93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0" name="tx94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1" name="tx94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2" name="tx94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3" name="tx94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4" name="tx94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5" name="tx94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6" name="tx94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7" name="tx94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8" name="tx94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9" name="tx94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0" name="tx94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1" name="tx94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2" name="tx94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3" name="tx94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4" name="tx94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5" name="tx94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6" name="tx94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7" name="tx94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8" name="tx94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9" name="tx94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0" name="tx94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1" name="tx94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2" name="tx94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3" name="tx94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4" name="tx94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5" name="tx94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6" name="tx94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7" name="tx94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8" name="tx94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9" name="tx94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0" name="tx94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1" name="tx94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2" name="tx94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3" name="tx94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4" name="tx94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5" name="tx94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6" name="tx94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7" name="tx94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8" name="tx94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9" name="tx94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0" name="tx94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1" name="tx94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2" name="tx94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3" name="tx94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4" name="tx94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5" name="tx94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6" name="tx94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7" name="tx94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8" name="tx94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9" name="tx94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0" name="tx94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1" name="tx94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2" name="tx94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3" name="tx94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4" name="tx94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5" name="tx94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6" name="tx94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7" name="tx94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8" name="tx94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9" name="tx94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0" name="tx94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1" name="tx94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2" name="tx94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3" name="tx94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4" name="tx94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5" name="tx94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6" name="tx94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7" name="tx94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8" name="tx94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9" name="tx94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0" name="tx94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1" name="tx94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2" name="tx94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3" name="tx94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4" name="tx94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5" name="tx94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6" name="tx94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7" name="tx94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8" name="tx94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9" name="tx94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0" name="tx94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1" name="tx94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2" name="tx94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3" name="tx94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4" name="tx94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5" name="tx94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6" name="tx94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7" name="tx94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8" name="tx94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9" name="tx94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0" name="tx94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1" name="tx94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2" name="tx94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3" name="tx94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4" name="tx94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5" name="tx94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6" name="tx94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7" name="tx94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8" name="tx94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9" name="tx94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0" name="tx95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1" name="tx95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2" name="tx95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3" name="tx95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4" name="tx95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5" name="tx95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6" name="tx95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7" name="tx95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8" name="tx95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9" name="tx95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0" name="tx95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1" name="tx95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2" name="tx95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3" name="tx95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4" name="tx95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5" name="tx95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6" name="tx95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7" name="tx95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8" name="tx95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9" name="tx95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0" name="tx95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1" name="tx95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2" name="tx95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3" name="tx95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4" name="tx95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5" name="tx95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6" name="tx95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7" name="tx95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8" name="tx95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9" name="tx95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0" name="tx95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1" name="tx95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2" name="tx95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3" name="tx95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4" name="tx95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5" name="tx95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6" name="tx95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7" name="tx95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8" name="tx95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9" name="tx95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0" name="tx95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1" name="tx95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2" name="tx95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3" name="tx95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4" name="tx95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5" name="tx95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6" name="tx95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7" name="tx95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8" name="tx95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9" name="tx95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0" name="tx95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1" name="tx95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2" name="tx95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3" name="tx95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4" name="tx95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5" name="tx95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6" name="tx95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7" name="tx95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8" name="tx95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9" name="tx95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0" name="tx95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1" name="tx95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2" name="tx95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3" name="tx95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4" name="tx95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5" name="tx95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6" name="tx95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7" name="tx95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8" name="tx95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9" name="tx95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0" name="tx95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1" name="tx95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2" name="tx95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3" name="tx95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4" name="tx95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5" name="tx95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6" name="tx95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7" name="tx95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8" name="tx95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9" name="tx95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0" name="tx95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1" name="tx95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2" name="tx95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3" name="tx95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4" name="tx95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5" name="tx95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6" name="tx95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7" name="tx95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8" name="tx95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9" name="tx95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0" name="tx95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1" name="tx95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2" name="tx95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3" name="tx95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4" name="tx95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5" name="tx95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6" name="tx95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7" name="tx95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8" name="tx95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9" name="tx95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0" name="tx96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1" name="tx96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2" name="tx96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3" name="tx96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4" name="tx96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5" name="tx96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6" name="tx96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7" name="tx96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8" name="tx96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9" name="tx96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0" name="tx96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1" name="tx96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2" name="tx96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3" name="tx96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4" name="tx96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5" name="tx96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6" name="tx96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7" name="tx96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8" name="tx96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9" name="tx96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0" name="tx96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1" name="tx96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2" name="tx96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3" name="tx96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4" name="tx96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5" name="tx96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6" name="tx96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7" name="tx96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8" name="tx96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9" name="tx96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0" name="tx96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1" name="tx96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2" name="tx96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3" name="tx96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4" name="tx96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5" name="tx96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6" name="tx96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7" name="tx96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8" name="tx96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9" name="tx96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0" name="tx96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1" name="tx96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2" name="tx96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3" name="tx96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4" name="tx96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5" name="tx96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6" name="tx96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7" name="tx96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8" name="tx96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9" name="tx96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0" name="tx96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1" name="tx96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2" name="tx96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3" name="tx96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4" name="tx96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5" name="tx96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6" name="tx96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7" name="tx96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8" name="tx96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9" name="tx96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0" name="tx96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1" name="tx96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2" name="tx96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3" name="tx96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4" name="tx96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5" name="tx96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6" name="tx96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7" name="tx96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8" name="tx96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9" name="tx96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0" name="tx96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1" name="tx96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3" name="tx96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4" name="tx96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5" name="tx96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6" name="tx96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7" name="tx96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8" name="tx96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9" name="tx96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0" name="tx96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1" name="tx96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2" name="tx96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3" name="tx96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4" name="tx96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5" name="tx96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6" name="tx96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7" name="tx96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8" name="tx96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9" name="tx96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0" name="tx96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1" name="tx96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2" name="tx96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3" name="tx96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4" name="tx96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5" name="tx96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6" name="tx96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7" name="tx96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8" name="tx96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9" name="tx96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0" name="tx97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1" name="tx97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2" name="tx97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3" name="tx97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4" name="tx97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5" name="tx97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6" name="tx97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7" name="tx97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8" name="tx97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9" name="tx97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0" name="tx97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1" name="tx97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2" name="tx97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3" name="tx97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4" name="tx97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5" name="tx97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6" name="tx97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7" name="tx97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8" name="tx97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9" name="tx97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0" name="tx97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1" name="tx97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2" name="tx97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3" name="tx97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4" name="tx97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5" name="tx97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6" name="tx97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7" name="tx97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8" name="tx97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9" name="tx97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0" name="tx97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1" name="tx97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2" name="tx97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3" name="tx97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4" name="tx97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5" name="tx97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6" name="tx97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7" name="tx97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8" name="tx97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9" name="tx97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0" name="tx97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1" name="tx97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2" name="tx97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3" name="tx97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4" name="tx97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5" name="tx97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6" name="tx97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7" name="tx97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8" name="tx97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9" name="tx97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0" name="tx97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1" name="tx97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2" name="tx97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3" name="tx97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4" name="tx97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5" name="tx97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6" name="tx97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7" name="tx97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8" name="tx97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9" name="tx97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0" name="tx97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1" name="tx97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2" name="tx97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3" name="tx97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4" name="tx97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5" name="tx97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6" name="tx97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7" name="tx97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8" name="tx97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9" name="tx97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0" name="tx97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1" name="tx97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2" name="tx97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3" name="tx97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4" name="tx97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5" name="tx97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6" name="tx97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7" name="tx97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8" name="tx97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9" name="tx97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0" name="tx97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1" name="tx97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2" name="tx97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3" name="tx97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4" name="tx97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5" name="tx97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6" name="tx97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7" name="tx97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8" name="tx97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9" name="tx97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0" name="tx97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1" name="tx97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2" name="tx97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3" name="tx97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4" name="tx97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5" name="tx97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6" name="tx97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7" name="tx97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8" name="tx97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9" name="tx97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0" name="tx98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1" name="tx98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2" name="tx98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3" name="tx98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4" name="tx98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5" name="tx98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6" name="tx98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7" name="tx98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8" name="tx98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9" name="tx98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0" name="tx98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1" name="tx98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2" name="tx98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3" name="tx98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4" name="tx98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5" name="tx98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6" name="tx98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7" name="tx98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8" name="tx98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9" name="tx98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0" name="tx98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1" name="tx98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2" name="tx98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3" name="tx98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4" name="tx98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5" name="tx98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6" name="tx98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7" name="tx98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8" name="tx98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9" name="tx98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0" name="tx98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1" name="tx98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2" name="tx98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3" name="tx98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4" name="tx98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5" name="tx98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6" name="tx98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7" name="tx98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8" name="tx98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9" name="tx98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0" name="tx98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1" name="tx98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2" name="tx98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3" name="tx98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4" name="tx98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5" name="tx98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6" name="tx98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7" name="tx98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8" name="tx98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9" name="tx98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0" name="tx98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1" name="tx98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2" name="tx98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3" name="tx98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4" name="tx98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5" name="tx98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6" name="tx98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7" name="tx98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8" name="tx98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9" name="tx98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0" name="tx98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1" name="tx98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2" name="tx98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3" name="tx98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4" name="tx98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5" name="tx98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6" name="tx98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7" name="tx98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8" name="tx98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9" name="tx98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0" name="tx98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1" name="tx98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2" name="tx98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3" name="tx98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4" name="tx98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5" name="tx98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6" name="tx98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7" name="tx98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8" name="tx98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9" name="tx98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0" name="tx98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1" name="tx98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2" name="tx98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3" name="tx98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4" name="tx98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5" name="tx98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6" name="tx98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7" name="tx98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8" name="tx98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9" name="tx98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0" name="tx98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1" name="tx98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2" name="tx98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3" name="tx98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4" name="tx98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5" name="tx98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6" name="tx98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7" name="tx98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8" name="tx98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9" name="tx98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0" name="tx99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1" name="tx99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2" name="tx99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3" name="tx99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4" name="tx99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5" name="tx99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6" name="tx99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7" name="tx99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8" name="tx99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9" name="tx99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0" name="tx99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1" name="tx99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2" name="tx99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3" name="tx99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4" name="tx99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5" name="tx99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6" name="tx99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7" name="tx99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8" name="tx99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9" name="tx99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0" name="tx99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1" name="tx99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2" name="tx99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3" name="tx99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4" name="tx99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5" name="tx99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6" name="tx99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7" name="tx99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8" name="tx99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9" name="tx99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0" name="tx99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1" name="tx99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2" name="tx99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3" name="tx99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4" name="tx99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5" name="tx99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6" name="tx99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7" name="tx99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8" name="tx99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9" name="tx99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0" name="tx99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1" name="tx99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2" name="tx99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3" name="tx99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4" name="tx99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5" name="tx99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6" name="tx99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7" name="tx99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8" name="tx99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9" name="tx99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0" name="tx99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1" name="tx99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2" name="tx99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3" name="tx99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4" name="tx99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5" name="tx99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6" name="tx99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7" name="tx99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8" name="tx99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9" name="tx99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0" name="tx99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1" name="tx99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2" name="tx99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3" name="tx99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4" name="tx99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5" name="tx99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6" name="tx99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7" name="tx99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8" name="tx99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9" name="tx99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0" name="tx99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1" name="tx99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2" name="tx99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3" name="tx99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4" name="tx99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5" name="tx99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6" name="tx99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7" name="tx99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8" name="tx99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9" name="tx99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0" name="tx99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1" name="tx99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2" name="tx99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3" name="tx99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4" name="tx99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5" name="tx99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6" name="tx99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7" name="tx99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8" name="tx99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9" name="tx99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0" name="tx99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1" name="tx99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2" name="tx99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3" name="tx99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4" name="tx99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5" name="tx99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6" name="tx99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7" name="tx99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8" name="tx99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9" name="tx99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0" name="tx100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1" name="tx100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2" name="tx100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3" name="tx100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4" name="tx100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5" name="tx100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6" name="tx100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7" name="tx100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8" name="tx100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9" name="tx100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0" name="tx100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1" name="tx100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2" name="tx100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3" name="tx100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4" name="tx100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5" name="tx100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6" name="tx100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7" name="tx100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8" name="tx100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9" name="tx100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0" name="tx100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1" name="tx100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2" name="tx100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3" name="tx100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4" name="tx100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5" name="tx100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6" name="tx100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7" name="tx100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8" name="tx100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9" name="tx100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0" name="tx100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1" name="tx100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2" name="tx100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3" name="tx100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4" name="tx100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5" name="tx100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6" name="tx100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7" name="tx100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8" name="tx100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9" name="tx100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0" name="tx100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1" name="tx100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2" name="tx100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3" name="tx100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4" name="tx100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5" name="tx100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6" name="tx100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7" name="tx100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8" name="tx100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9" name="tx100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0" name="tx100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1" name="tx100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2" name="tx100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3" name="tx100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4" name="tx100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5" name="tx100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6" name="tx100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7" name="tx100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8" name="tx100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9" name="tx100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0" name="tx100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1" name="tx100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2" name="tx100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3" name="tx100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4" name="tx100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5" name="tx100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6" name="tx100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7" name="tx100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8" name="tx100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9" name="tx100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0" name="tx100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1" name="tx100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2" name="tx100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3" name="tx100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4" name="tx100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5" name="tx100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6" name="tx100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7" name="tx100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8" name="tx100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9" name="tx100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0" name="tx100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1" name="tx100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2" name="tx100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3" name="tx100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4" name="tx100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5" name="tx100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6" name="tx100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7" name="tx100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8" name="tx100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9" name="tx100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0" name="tx100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1" name="tx100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2" name="tx100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3" name="tx100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4" name="tx100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5" name="tx100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6" name="tx100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7" name="tx100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8" name="tx100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9" name="tx100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0" name="tx101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1" name="tx101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2" name="tx101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3" name="tx101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4" name="rc10104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5" name="tx10105"/>
            <p:cNvSpPr/>
            <p:nvPr/>
          </p:nvSpPr>
          <p:spPr>
            <a:xfrm>
              <a:off x="2151360" y="400889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10106" name="tx10106"/>
            <p:cNvSpPr/>
            <p:nvPr/>
          </p:nvSpPr>
          <p:spPr>
            <a:xfrm>
              <a:off x="2275718" y="399042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07" name="tx10107"/>
            <p:cNvSpPr/>
            <p:nvPr/>
          </p:nvSpPr>
          <p:spPr>
            <a:xfrm>
              <a:off x="2320432" y="4008899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08" name="tx10108"/>
            <p:cNvSpPr/>
            <p:nvPr/>
          </p:nvSpPr>
          <p:spPr>
            <a:xfrm>
              <a:off x="2151360" y="366413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10109" name="tx10109"/>
            <p:cNvSpPr/>
            <p:nvPr/>
          </p:nvSpPr>
          <p:spPr>
            <a:xfrm>
              <a:off x="2275718" y="364565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0" name="tx10110"/>
            <p:cNvSpPr/>
            <p:nvPr/>
          </p:nvSpPr>
          <p:spPr>
            <a:xfrm>
              <a:off x="2320432" y="3664130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1" name="tx10111"/>
            <p:cNvSpPr/>
            <p:nvPr/>
          </p:nvSpPr>
          <p:spPr>
            <a:xfrm>
              <a:off x="2151360" y="331954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56</a:t>
              </a:r>
            </a:p>
          </p:txBody>
        </p:sp>
        <p:sp>
          <p:nvSpPr>
            <p:cNvPr id="10112" name="tx10112"/>
            <p:cNvSpPr/>
            <p:nvPr/>
          </p:nvSpPr>
          <p:spPr>
            <a:xfrm>
              <a:off x="2275718" y="3301073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3" name="tx10113"/>
            <p:cNvSpPr/>
            <p:nvPr/>
          </p:nvSpPr>
          <p:spPr>
            <a:xfrm>
              <a:off x="2320432" y="3319544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4" name="tx10114"/>
            <p:cNvSpPr/>
            <p:nvPr/>
          </p:nvSpPr>
          <p:spPr>
            <a:xfrm>
              <a:off x="2151360" y="297459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57</a:t>
              </a:r>
            </a:p>
          </p:txBody>
        </p:sp>
        <p:sp>
          <p:nvSpPr>
            <p:cNvPr id="10115" name="tx10115"/>
            <p:cNvSpPr/>
            <p:nvPr/>
          </p:nvSpPr>
          <p:spPr>
            <a:xfrm>
              <a:off x="2275718" y="295612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6" name="tx10116"/>
            <p:cNvSpPr/>
            <p:nvPr/>
          </p:nvSpPr>
          <p:spPr>
            <a:xfrm>
              <a:off x="2320432" y="297459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7" name="tx10117"/>
            <p:cNvSpPr/>
            <p:nvPr/>
          </p:nvSpPr>
          <p:spPr>
            <a:xfrm>
              <a:off x="2151360" y="263000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58</a:t>
              </a:r>
            </a:p>
          </p:txBody>
        </p:sp>
        <p:sp>
          <p:nvSpPr>
            <p:cNvPr id="10118" name="tx10118"/>
            <p:cNvSpPr/>
            <p:nvPr/>
          </p:nvSpPr>
          <p:spPr>
            <a:xfrm>
              <a:off x="2275718" y="261153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9" name="tx10119"/>
            <p:cNvSpPr/>
            <p:nvPr/>
          </p:nvSpPr>
          <p:spPr>
            <a:xfrm>
              <a:off x="2320432" y="263000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0" name="tx10120"/>
            <p:cNvSpPr/>
            <p:nvPr/>
          </p:nvSpPr>
          <p:spPr>
            <a:xfrm>
              <a:off x="2151360" y="228523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59</a:t>
              </a:r>
            </a:p>
          </p:txBody>
        </p:sp>
        <p:sp>
          <p:nvSpPr>
            <p:cNvPr id="10121" name="tx10121"/>
            <p:cNvSpPr/>
            <p:nvPr/>
          </p:nvSpPr>
          <p:spPr>
            <a:xfrm>
              <a:off x="2275718" y="226676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2" name="tx10122"/>
            <p:cNvSpPr/>
            <p:nvPr/>
          </p:nvSpPr>
          <p:spPr>
            <a:xfrm>
              <a:off x="2320432" y="228523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3" name="tx10123"/>
            <p:cNvSpPr/>
            <p:nvPr/>
          </p:nvSpPr>
          <p:spPr>
            <a:xfrm>
              <a:off x="2151360" y="194046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0124" name="tx10124"/>
            <p:cNvSpPr/>
            <p:nvPr/>
          </p:nvSpPr>
          <p:spPr>
            <a:xfrm>
              <a:off x="2275718" y="192199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5" name="tx10125"/>
            <p:cNvSpPr/>
            <p:nvPr/>
          </p:nvSpPr>
          <p:spPr>
            <a:xfrm>
              <a:off x="2320432" y="194046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6" name="tx10126"/>
            <p:cNvSpPr/>
            <p:nvPr/>
          </p:nvSpPr>
          <p:spPr>
            <a:xfrm>
              <a:off x="2151360" y="1595697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61</a:t>
              </a:r>
            </a:p>
          </p:txBody>
        </p:sp>
        <p:sp>
          <p:nvSpPr>
            <p:cNvPr id="10127" name="tx10127"/>
            <p:cNvSpPr/>
            <p:nvPr/>
          </p:nvSpPr>
          <p:spPr>
            <a:xfrm>
              <a:off x="2275718" y="157722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8" name="tx10128"/>
            <p:cNvSpPr/>
            <p:nvPr/>
          </p:nvSpPr>
          <p:spPr>
            <a:xfrm>
              <a:off x="2320432" y="1595697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9" name="pl10129"/>
            <p:cNvSpPr/>
            <p:nvPr/>
          </p:nvSpPr>
          <p:spPr>
            <a:xfrm>
              <a:off x="2428918" y="40495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0" name="pl10130"/>
            <p:cNvSpPr/>
            <p:nvPr/>
          </p:nvSpPr>
          <p:spPr>
            <a:xfrm>
              <a:off x="2428918" y="37048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1" name="pl10131"/>
            <p:cNvSpPr/>
            <p:nvPr/>
          </p:nvSpPr>
          <p:spPr>
            <a:xfrm>
              <a:off x="2428918" y="33600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2" name="pl10132"/>
            <p:cNvSpPr/>
            <p:nvPr/>
          </p:nvSpPr>
          <p:spPr>
            <a:xfrm>
              <a:off x="2428918" y="30152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3" name="pl10133"/>
            <p:cNvSpPr/>
            <p:nvPr/>
          </p:nvSpPr>
          <p:spPr>
            <a:xfrm>
              <a:off x="2428918" y="26705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4" name="pl10134"/>
            <p:cNvSpPr/>
            <p:nvPr/>
          </p:nvSpPr>
          <p:spPr>
            <a:xfrm>
              <a:off x="2428918" y="23257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5" name="pl10135"/>
            <p:cNvSpPr/>
            <p:nvPr/>
          </p:nvSpPr>
          <p:spPr>
            <a:xfrm>
              <a:off x="2428918" y="19809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6" name="pl10136"/>
            <p:cNvSpPr/>
            <p:nvPr/>
          </p:nvSpPr>
          <p:spPr>
            <a:xfrm>
              <a:off x="2428918" y="163620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7" name="pl10137"/>
            <p:cNvSpPr/>
            <p:nvPr/>
          </p:nvSpPr>
          <p:spPr>
            <a:xfrm>
              <a:off x="2574859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8" name="pl10138"/>
            <p:cNvSpPr/>
            <p:nvPr/>
          </p:nvSpPr>
          <p:spPr>
            <a:xfrm>
              <a:off x="2945348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9" name="pl10139"/>
            <p:cNvSpPr/>
            <p:nvPr/>
          </p:nvSpPr>
          <p:spPr>
            <a:xfrm>
              <a:off x="3315837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0" name="pl10140"/>
            <p:cNvSpPr/>
            <p:nvPr/>
          </p:nvSpPr>
          <p:spPr>
            <a:xfrm>
              <a:off x="3686326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1" name="pl10141"/>
            <p:cNvSpPr/>
            <p:nvPr/>
          </p:nvSpPr>
          <p:spPr>
            <a:xfrm>
              <a:off x="405681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2" name="pl10142"/>
            <p:cNvSpPr/>
            <p:nvPr/>
          </p:nvSpPr>
          <p:spPr>
            <a:xfrm>
              <a:off x="4427303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3" name="pl10143"/>
            <p:cNvSpPr/>
            <p:nvPr/>
          </p:nvSpPr>
          <p:spPr>
            <a:xfrm>
              <a:off x="4797792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4" name="tx10144"/>
            <p:cNvSpPr/>
            <p:nvPr/>
          </p:nvSpPr>
          <p:spPr>
            <a:xfrm>
              <a:off x="2468606" y="4233255"/>
              <a:ext cx="9326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</a:t>
              </a:r>
            </a:p>
          </p:txBody>
        </p:sp>
        <p:sp>
          <p:nvSpPr>
            <p:cNvPr id="10145" name="tx10145"/>
            <p:cNvSpPr/>
            <p:nvPr/>
          </p:nvSpPr>
          <p:spPr>
            <a:xfrm>
              <a:off x="25618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6" name="tx10146"/>
            <p:cNvSpPr/>
            <p:nvPr/>
          </p:nvSpPr>
          <p:spPr>
            <a:xfrm>
              <a:off x="26065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47" name="tx10147"/>
            <p:cNvSpPr/>
            <p:nvPr/>
          </p:nvSpPr>
          <p:spPr>
            <a:xfrm>
              <a:off x="2823550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148" name="tx10148"/>
            <p:cNvSpPr/>
            <p:nvPr/>
          </p:nvSpPr>
          <p:spPr>
            <a:xfrm>
              <a:off x="2947908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9" name="tx10149"/>
            <p:cNvSpPr/>
            <p:nvPr/>
          </p:nvSpPr>
          <p:spPr>
            <a:xfrm>
              <a:off x="2992623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0" name="tx10150"/>
            <p:cNvSpPr/>
            <p:nvPr/>
          </p:nvSpPr>
          <p:spPr>
            <a:xfrm>
              <a:off x="3194039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10151" name="tx10151"/>
            <p:cNvSpPr/>
            <p:nvPr/>
          </p:nvSpPr>
          <p:spPr>
            <a:xfrm>
              <a:off x="3318397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2" name="tx10152"/>
            <p:cNvSpPr/>
            <p:nvPr/>
          </p:nvSpPr>
          <p:spPr>
            <a:xfrm>
              <a:off x="3363111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3" name="tx10153"/>
            <p:cNvSpPr/>
            <p:nvPr/>
          </p:nvSpPr>
          <p:spPr>
            <a:xfrm>
              <a:off x="3564528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0154" name="tx10154"/>
            <p:cNvSpPr/>
            <p:nvPr/>
          </p:nvSpPr>
          <p:spPr>
            <a:xfrm>
              <a:off x="3688886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5" name="tx10155"/>
            <p:cNvSpPr/>
            <p:nvPr/>
          </p:nvSpPr>
          <p:spPr>
            <a:xfrm>
              <a:off x="3733600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6" name="tx10156"/>
            <p:cNvSpPr/>
            <p:nvPr/>
          </p:nvSpPr>
          <p:spPr>
            <a:xfrm>
              <a:off x="3935017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0157" name="tx10157"/>
            <p:cNvSpPr/>
            <p:nvPr/>
          </p:nvSpPr>
          <p:spPr>
            <a:xfrm>
              <a:off x="40593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8" name="tx10158"/>
            <p:cNvSpPr/>
            <p:nvPr/>
          </p:nvSpPr>
          <p:spPr>
            <a:xfrm>
              <a:off x="41040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9" name="tx10159"/>
            <p:cNvSpPr/>
            <p:nvPr/>
          </p:nvSpPr>
          <p:spPr>
            <a:xfrm>
              <a:off x="4305505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10160" name="tx10160"/>
            <p:cNvSpPr/>
            <p:nvPr/>
          </p:nvSpPr>
          <p:spPr>
            <a:xfrm>
              <a:off x="4429864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1" name="tx10161"/>
            <p:cNvSpPr/>
            <p:nvPr/>
          </p:nvSpPr>
          <p:spPr>
            <a:xfrm>
              <a:off x="4474578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2" name="tx10162"/>
            <p:cNvSpPr/>
            <p:nvPr/>
          </p:nvSpPr>
          <p:spPr>
            <a:xfrm>
              <a:off x="4675994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163" name="tx10163"/>
            <p:cNvSpPr/>
            <p:nvPr/>
          </p:nvSpPr>
          <p:spPr>
            <a:xfrm>
              <a:off x="4800353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4" name="tx10164"/>
            <p:cNvSpPr/>
            <p:nvPr/>
          </p:nvSpPr>
          <p:spPr>
            <a:xfrm>
              <a:off x="4845067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5" name="tx10165"/>
            <p:cNvSpPr/>
            <p:nvPr/>
          </p:nvSpPr>
          <p:spPr>
            <a:xfrm>
              <a:off x="3379362" y="4372931"/>
              <a:ext cx="61392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10166" name="tx10166"/>
            <p:cNvSpPr/>
            <p:nvPr/>
          </p:nvSpPr>
          <p:spPr>
            <a:xfrm rot="-5400000">
              <a:off x="1788433" y="2792880"/>
              <a:ext cx="49734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10167" name="rc10167"/>
            <p:cNvSpPr/>
            <p:nvPr/>
          </p:nvSpPr>
          <p:spPr>
            <a:xfrm>
              <a:off x="5048117" y="2049696"/>
              <a:ext cx="737195" cy="15864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68" name="tx10168"/>
            <p:cNvSpPr/>
            <p:nvPr/>
          </p:nvSpPr>
          <p:spPr>
            <a:xfrm>
              <a:off x="5117706" y="2134007"/>
              <a:ext cx="5980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</a:t>
              </a:r>
            </a:p>
          </p:txBody>
        </p:sp>
        <p:sp>
          <p:nvSpPr>
            <p:cNvPr id="10169" name="tx10169"/>
            <p:cNvSpPr/>
            <p:nvPr/>
          </p:nvSpPr>
          <p:spPr>
            <a:xfrm>
              <a:off x="5117706" y="2284883"/>
              <a:ext cx="3703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Offset</a:t>
              </a:r>
            </a:p>
          </p:txBody>
        </p:sp>
        <p:pic>
          <p:nvPicPr>
            <p:cNvPr id="10170" name="pic101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17706" y="2469230"/>
              <a:ext cx="219455" cy="1097280"/>
            </a:xfrm>
            <a:prstGeom prst="rect">
              <a:avLst/>
            </a:prstGeom>
          </p:spPr>
        </p:pic>
        <p:sp>
          <p:nvSpPr>
            <p:cNvPr id="10171" name="pl10171"/>
            <p:cNvSpPr/>
            <p:nvPr/>
          </p:nvSpPr>
          <p:spPr>
            <a:xfrm>
              <a:off x="5293271" y="356468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2" name="pl10172"/>
            <p:cNvSpPr/>
            <p:nvPr/>
          </p:nvSpPr>
          <p:spPr>
            <a:xfrm>
              <a:off x="5293271" y="329127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3" name="pl10173"/>
            <p:cNvSpPr/>
            <p:nvPr/>
          </p:nvSpPr>
          <p:spPr>
            <a:xfrm>
              <a:off x="5293271" y="301787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4" name="pl10174"/>
            <p:cNvSpPr/>
            <p:nvPr/>
          </p:nvSpPr>
          <p:spPr>
            <a:xfrm>
              <a:off x="5293271" y="274446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5" name="pl10175"/>
            <p:cNvSpPr/>
            <p:nvPr/>
          </p:nvSpPr>
          <p:spPr>
            <a:xfrm>
              <a:off x="5293271" y="2471058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6" name="pl10176"/>
            <p:cNvSpPr/>
            <p:nvPr/>
          </p:nvSpPr>
          <p:spPr>
            <a:xfrm>
              <a:off x="5117706" y="356468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7" name="pl10177"/>
            <p:cNvSpPr/>
            <p:nvPr/>
          </p:nvSpPr>
          <p:spPr>
            <a:xfrm>
              <a:off x="5117706" y="329127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8" name="pl10178"/>
            <p:cNvSpPr/>
            <p:nvPr/>
          </p:nvSpPr>
          <p:spPr>
            <a:xfrm>
              <a:off x="5117706" y="301787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9" name="pl10179"/>
            <p:cNvSpPr/>
            <p:nvPr/>
          </p:nvSpPr>
          <p:spPr>
            <a:xfrm>
              <a:off x="5117706" y="274446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0" name="pl10180"/>
            <p:cNvSpPr/>
            <p:nvPr/>
          </p:nvSpPr>
          <p:spPr>
            <a:xfrm>
              <a:off x="5117706" y="2471058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1" name="tx10181"/>
            <p:cNvSpPr/>
            <p:nvPr/>
          </p:nvSpPr>
          <p:spPr>
            <a:xfrm>
              <a:off x="5406751" y="3524676"/>
              <a:ext cx="279806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0.000</a:t>
              </a:r>
            </a:p>
          </p:txBody>
        </p:sp>
        <p:sp>
          <p:nvSpPr>
            <p:cNvPr id="10182" name="tx10182"/>
            <p:cNvSpPr/>
            <p:nvPr/>
          </p:nvSpPr>
          <p:spPr>
            <a:xfrm>
              <a:off x="5406751" y="3251270"/>
              <a:ext cx="279806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0.025</a:t>
              </a:r>
            </a:p>
          </p:txBody>
        </p:sp>
        <p:sp>
          <p:nvSpPr>
            <p:cNvPr id="10183" name="tx10183"/>
            <p:cNvSpPr/>
            <p:nvPr/>
          </p:nvSpPr>
          <p:spPr>
            <a:xfrm>
              <a:off x="5406751" y="2977865"/>
              <a:ext cx="279806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0.050</a:t>
              </a:r>
            </a:p>
          </p:txBody>
        </p:sp>
        <p:sp>
          <p:nvSpPr>
            <p:cNvPr id="10184" name="tx10184"/>
            <p:cNvSpPr/>
            <p:nvPr/>
          </p:nvSpPr>
          <p:spPr>
            <a:xfrm>
              <a:off x="5406751" y="2704459"/>
              <a:ext cx="279806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0.075</a:t>
              </a:r>
            </a:p>
          </p:txBody>
        </p:sp>
        <p:sp>
          <p:nvSpPr>
            <p:cNvPr id="10185" name="tx10185"/>
            <p:cNvSpPr/>
            <p:nvPr/>
          </p:nvSpPr>
          <p:spPr>
            <a:xfrm>
              <a:off x="5406751" y="2431053"/>
              <a:ext cx="279806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0.100</a:t>
              </a:r>
            </a:p>
          </p:txBody>
        </p:sp>
        <p:sp>
          <p:nvSpPr>
            <p:cNvPr id="10186" name="tx10186"/>
            <p:cNvSpPr/>
            <p:nvPr/>
          </p:nvSpPr>
          <p:spPr>
            <a:xfrm>
              <a:off x="2463713" y="1316468"/>
              <a:ext cx="11339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Current Treatment</a:t>
              </a:r>
            </a:p>
          </p:txBody>
        </p:sp>
        <p:sp>
          <p:nvSpPr>
            <p:cNvPr id="10187" name="tx10187"/>
            <p:cNvSpPr/>
            <p:nvPr/>
          </p:nvSpPr>
          <p:spPr>
            <a:xfrm>
              <a:off x="2463713" y="986823"/>
              <a:ext cx="1397477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(E) Predicted </a:t>
              </a:r>
            </a:p>
          </p:txBody>
        </p:sp>
        <p:sp>
          <p:nvSpPr>
            <p:cNvPr id="10188" name="tx10188"/>
            <p:cNvSpPr/>
            <p:nvPr/>
          </p:nvSpPr>
          <p:spPr>
            <a:xfrm>
              <a:off x="3861190" y="986823"/>
              <a:ext cx="177850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</a:t>
              </a:r>
            </a:p>
          </p:txBody>
        </p:sp>
        <p:sp>
          <p:nvSpPr>
            <p:cNvPr id="10189" name="tx10189"/>
            <p:cNvSpPr/>
            <p:nvPr/>
          </p:nvSpPr>
          <p:spPr>
            <a:xfrm>
              <a:off x="4039041" y="986823"/>
              <a:ext cx="139628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0" name="tx10190"/>
            <p:cNvSpPr/>
            <p:nvPr/>
          </p:nvSpPr>
          <p:spPr>
            <a:xfrm>
              <a:off x="4178670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10191" name="tx10191"/>
            <p:cNvSpPr/>
            <p:nvPr/>
          </p:nvSpPr>
          <p:spPr>
            <a:xfrm>
              <a:off x="4267641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2" name="tx10192"/>
            <p:cNvSpPr/>
            <p:nvPr/>
          </p:nvSpPr>
          <p:spPr>
            <a:xfrm>
              <a:off x="4312081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3" name="tx10193"/>
            <p:cNvSpPr/>
            <p:nvPr/>
          </p:nvSpPr>
          <p:spPr>
            <a:xfrm>
              <a:off x="4356521" y="1077527"/>
              <a:ext cx="80010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</a:t>
              </a:r>
            </a:p>
          </p:txBody>
        </p:sp>
        <p:sp>
          <p:nvSpPr>
            <p:cNvPr id="10194" name="tx10194"/>
            <p:cNvSpPr/>
            <p:nvPr/>
          </p:nvSpPr>
          <p:spPr>
            <a:xfrm>
              <a:off x="4436531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95" name="tx10195"/>
            <p:cNvSpPr/>
            <p:nvPr/>
          </p:nvSpPr>
          <p:spPr>
            <a:xfrm>
              <a:off x="4525502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914400" y="914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917497" y="914400"/>
              <a:ext cx="3937404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574859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45348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15837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6326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6815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427303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97792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463713" y="4049590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63713" y="370482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3713" y="336005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63713" y="3015282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63713" y="2670513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3713" y="232574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63713" y="198097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63713" y="1636205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2577439" y="2860610"/>
              <a:ext cx="914400" cy="914769"/>
            </a:xfrm>
            <a:custGeom>
              <a:avLst/>
              <a:pathLst>
                <a:path w="914400" h="914769">
                  <a:moveTo>
                    <a:pt x="914400" y="914400"/>
                  </a:moveTo>
                  <a:lnTo>
                    <a:pt x="914400" y="914769"/>
                  </a:lnTo>
                  <a:lnTo>
                    <a:pt x="913610" y="914551"/>
                  </a:lnTo>
                  <a:lnTo>
                    <a:pt x="913063" y="914400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2577439" y="2860610"/>
              <a:ext cx="923662" cy="917330"/>
            </a:xfrm>
            <a:custGeom>
              <a:avLst/>
              <a:pathLst>
                <a:path w="923662" h="917330">
                  <a:moveTo>
                    <a:pt x="914400" y="914400"/>
                  </a:moveTo>
                  <a:lnTo>
                    <a:pt x="923662" y="914400"/>
                  </a:lnTo>
                  <a:lnTo>
                    <a:pt x="923644" y="917330"/>
                  </a:lnTo>
                  <a:lnTo>
                    <a:pt x="922390" y="916982"/>
                  </a:lnTo>
                  <a:lnTo>
                    <a:pt x="921136" y="916634"/>
                  </a:lnTo>
                  <a:lnTo>
                    <a:pt x="919882" y="916287"/>
                  </a:lnTo>
                  <a:lnTo>
                    <a:pt x="918628" y="915939"/>
                  </a:lnTo>
                  <a:lnTo>
                    <a:pt x="917373" y="915592"/>
                  </a:lnTo>
                  <a:lnTo>
                    <a:pt x="916119" y="915245"/>
                  </a:lnTo>
                  <a:lnTo>
                    <a:pt x="914865" y="914898"/>
                  </a:lnTo>
                  <a:lnTo>
                    <a:pt x="914400" y="9147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2586701" y="2860610"/>
              <a:ext cx="923662" cy="919909"/>
            </a:xfrm>
            <a:custGeom>
              <a:avLst/>
              <a:pathLst>
                <a:path w="923662" h="919909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19909"/>
                  </a:lnTo>
                  <a:lnTo>
                    <a:pt x="923159" y="919769"/>
                  </a:lnTo>
                  <a:lnTo>
                    <a:pt x="921905" y="919420"/>
                  </a:lnTo>
                  <a:lnTo>
                    <a:pt x="920651" y="919071"/>
                  </a:lnTo>
                  <a:lnTo>
                    <a:pt x="919398" y="918723"/>
                  </a:lnTo>
                  <a:lnTo>
                    <a:pt x="918144" y="918374"/>
                  </a:lnTo>
                  <a:lnTo>
                    <a:pt x="916890" y="918026"/>
                  </a:lnTo>
                  <a:lnTo>
                    <a:pt x="915636" y="917678"/>
                  </a:lnTo>
                  <a:lnTo>
                    <a:pt x="914399" y="917335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2595963" y="2860610"/>
              <a:ext cx="923662" cy="922491"/>
            </a:xfrm>
            <a:custGeom>
              <a:avLst/>
              <a:pathLst>
                <a:path w="923662" h="92249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491"/>
                  </a:lnTo>
                  <a:lnTo>
                    <a:pt x="922670" y="922214"/>
                  </a:lnTo>
                  <a:lnTo>
                    <a:pt x="921417" y="921864"/>
                  </a:lnTo>
                  <a:lnTo>
                    <a:pt x="920163" y="921514"/>
                  </a:lnTo>
                  <a:lnTo>
                    <a:pt x="918910" y="921165"/>
                  </a:lnTo>
                  <a:lnTo>
                    <a:pt x="917657" y="920816"/>
                  </a:lnTo>
                  <a:lnTo>
                    <a:pt x="916403" y="920467"/>
                  </a:lnTo>
                  <a:lnTo>
                    <a:pt x="915150" y="920118"/>
                  </a:lnTo>
                  <a:lnTo>
                    <a:pt x="914400" y="91990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2605226" y="2860610"/>
              <a:ext cx="923662" cy="925080"/>
            </a:xfrm>
            <a:custGeom>
              <a:avLst/>
              <a:pathLst>
                <a:path w="923662" h="92508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5080"/>
                  </a:lnTo>
                  <a:lnTo>
                    <a:pt x="923430" y="925016"/>
                  </a:lnTo>
                  <a:lnTo>
                    <a:pt x="922178" y="924665"/>
                  </a:lnTo>
                  <a:lnTo>
                    <a:pt x="920925" y="924314"/>
                  </a:lnTo>
                  <a:lnTo>
                    <a:pt x="919672" y="923964"/>
                  </a:lnTo>
                  <a:lnTo>
                    <a:pt x="918419" y="923614"/>
                  </a:lnTo>
                  <a:lnTo>
                    <a:pt x="917167" y="923263"/>
                  </a:lnTo>
                  <a:lnTo>
                    <a:pt x="915914" y="922913"/>
                  </a:lnTo>
                  <a:lnTo>
                    <a:pt x="914661" y="922563"/>
                  </a:lnTo>
                  <a:lnTo>
                    <a:pt x="914400" y="922491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2614488" y="2860610"/>
              <a:ext cx="923662" cy="927678"/>
            </a:xfrm>
            <a:custGeom>
              <a:avLst/>
              <a:pathLst>
                <a:path w="923662" h="92767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678"/>
                  </a:lnTo>
                  <a:lnTo>
                    <a:pt x="922935" y="927474"/>
                  </a:lnTo>
                  <a:lnTo>
                    <a:pt x="921682" y="927123"/>
                  </a:lnTo>
                  <a:lnTo>
                    <a:pt x="920430" y="926771"/>
                  </a:lnTo>
                  <a:lnTo>
                    <a:pt x="919178" y="926420"/>
                  </a:lnTo>
                  <a:lnTo>
                    <a:pt x="917926" y="926069"/>
                  </a:lnTo>
                  <a:lnTo>
                    <a:pt x="916673" y="925717"/>
                  </a:lnTo>
                  <a:lnTo>
                    <a:pt x="915421" y="925366"/>
                  </a:lnTo>
                  <a:lnTo>
                    <a:pt x="914400" y="925080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2623750" y="2860610"/>
              <a:ext cx="923662" cy="930111"/>
            </a:xfrm>
            <a:custGeom>
              <a:avLst/>
              <a:pathLst>
                <a:path w="923662" h="93011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111"/>
                  </a:lnTo>
                  <a:lnTo>
                    <a:pt x="920246" y="929323"/>
                  </a:lnTo>
                  <a:lnTo>
                    <a:pt x="919933" y="929235"/>
                  </a:lnTo>
                  <a:lnTo>
                    <a:pt x="918680" y="928882"/>
                  </a:lnTo>
                  <a:lnTo>
                    <a:pt x="917428" y="928530"/>
                  </a:lnTo>
                  <a:lnTo>
                    <a:pt x="916176" y="928178"/>
                  </a:lnTo>
                  <a:lnTo>
                    <a:pt x="914924" y="927826"/>
                  </a:lnTo>
                  <a:lnTo>
                    <a:pt x="914400" y="92767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2633012" y="2860610"/>
              <a:ext cx="923662" cy="931481"/>
            </a:xfrm>
            <a:custGeom>
              <a:avLst/>
              <a:pathLst>
                <a:path w="923662" h="93148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481"/>
                  </a:lnTo>
                  <a:lnTo>
                    <a:pt x="922785" y="931454"/>
                  </a:lnTo>
                  <a:lnTo>
                    <a:pt x="916869" y="930681"/>
                  </a:lnTo>
                  <a:lnTo>
                    <a:pt x="914400" y="930111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2642274" y="28606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50"/>
                  </a:lnTo>
                  <a:lnTo>
                    <a:pt x="919453" y="931638"/>
                  </a:lnTo>
                  <a:lnTo>
                    <a:pt x="914400" y="931481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2651537" y="2860610"/>
              <a:ext cx="923662" cy="931350"/>
            </a:xfrm>
            <a:custGeom>
              <a:avLst/>
              <a:pathLst>
                <a:path w="923662" h="93135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00"/>
                  </a:lnTo>
                  <a:lnTo>
                    <a:pt x="922024" y="930241"/>
                  </a:lnTo>
                  <a:lnTo>
                    <a:pt x="916117" y="931233"/>
                  </a:lnTo>
                  <a:lnTo>
                    <a:pt x="914400" y="931350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2660799" y="2860610"/>
              <a:ext cx="923662" cy="929800"/>
            </a:xfrm>
            <a:custGeom>
              <a:avLst/>
              <a:pathLst>
                <a:path w="923662" h="92980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056"/>
                  </a:lnTo>
                  <a:lnTo>
                    <a:pt x="922814" y="927327"/>
                  </a:lnTo>
                  <a:lnTo>
                    <a:pt x="921421" y="927772"/>
                  </a:lnTo>
                  <a:lnTo>
                    <a:pt x="920028" y="928217"/>
                  </a:lnTo>
                  <a:lnTo>
                    <a:pt x="918631" y="928663"/>
                  </a:lnTo>
                  <a:lnTo>
                    <a:pt x="914400" y="929800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2670061" y="2860610"/>
              <a:ext cx="923662" cy="927056"/>
            </a:xfrm>
            <a:custGeom>
              <a:avLst/>
              <a:pathLst>
                <a:path w="923662" h="92705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03"/>
                  </a:lnTo>
                  <a:lnTo>
                    <a:pt x="923307" y="924216"/>
                  </a:lnTo>
                  <a:lnTo>
                    <a:pt x="921913" y="924660"/>
                  </a:lnTo>
                  <a:lnTo>
                    <a:pt x="920520" y="925104"/>
                  </a:lnTo>
                  <a:lnTo>
                    <a:pt x="919126" y="925548"/>
                  </a:lnTo>
                  <a:lnTo>
                    <a:pt x="917732" y="925993"/>
                  </a:lnTo>
                  <a:lnTo>
                    <a:pt x="916339" y="926437"/>
                  </a:lnTo>
                  <a:lnTo>
                    <a:pt x="914945" y="926882"/>
                  </a:lnTo>
                  <a:lnTo>
                    <a:pt x="914400" y="927056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2679323" y="2860610"/>
              <a:ext cx="923662" cy="924103"/>
            </a:xfrm>
            <a:custGeom>
              <a:avLst/>
              <a:pathLst>
                <a:path w="923662" h="92410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159"/>
                  </a:lnTo>
                  <a:lnTo>
                    <a:pt x="922410" y="921556"/>
                  </a:lnTo>
                  <a:lnTo>
                    <a:pt x="921016" y="921999"/>
                  </a:lnTo>
                  <a:lnTo>
                    <a:pt x="919621" y="922442"/>
                  </a:lnTo>
                  <a:lnTo>
                    <a:pt x="918227" y="922886"/>
                  </a:lnTo>
                  <a:lnTo>
                    <a:pt x="916833" y="923329"/>
                  </a:lnTo>
                  <a:lnTo>
                    <a:pt x="915439" y="923773"/>
                  </a:lnTo>
                  <a:lnTo>
                    <a:pt x="914400" y="924103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2688586" y="2860610"/>
              <a:ext cx="923662" cy="921159"/>
            </a:xfrm>
            <a:custGeom>
              <a:avLst/>
              <a:pathLst>
                <a:path w="923662" h="92115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223"/>
                  </a:lnTo>
                  <a:lnTo>
                    <a:pt x="922912" y="918461"/>
                  </a:lnTo>
                  <a:lnTo>
                    <a:pt x="921516" y="918902"/>
                  </a:lnTo>
                  <a:lnTo>
                    <a:pt x="920122" y="919344"/>
                  </a:lnTo>
                  <a:lnTo>
                    <a:pt x="918727" y="919786"/>
                  </a:lnTo>
                  <a:lnTo>
                    <a:pt x="917332" y="920229"/>
                  </a:lnTo>
                  <a:lnTo>
                    <a:pt x="915937" y="920671"/>
                  </a:lnTo>
                  <a:lnTo>
                    <a:pt x="914543" y="921114"/>
                  </a:lnTo>
                  <a:lnTo>
                    <a:pt x="914400" y="92115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2697848" y="2860610"/>
              <a:ext cx="923662" cy="918223"/>
            </a:xfrm>
            <a:custGeom>
              <a:avLst/>
              <a:pathLst>
                <a:path w="923662" h="9182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296"/>
                  </a:lnTo>
                  <a:lnTo>
                    <a:pt x="923417" y="915373"/>
                  </a:lnTo>
                  <a:lnTo>
                    <a:pt x="922022" y="915813"/>
                  </a:lnTo>
                  <a:lnTo>
                    <a:pt x="920626" y="916254"/>
                  </a:lnTo>
                  <a:lnTo>
                    <a:pt x="919231" y="916695"/>
                  </a:lnTo>
                  <a:lnTo>
                    <a:pt x="917835" y="917136"/>
                  </a:lnTo>
                  <a:lnTo>
                    <a:pt x="916440" y="917578"/>
                  </a:lnTo>
                  <a:lnTo>
                    <a:pt x="915044" y="918019"/>
                  </a:lnTo>
                  <a:lnTo>
                    <a:pt x="914400" y="918223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2707110" y="2860610"/>
              <a:ext cx="917240" cy="915296"/>
            </a:xfrm>
            <a:custGeom>
              <a:avLst/>
              <a:pathLst>
                <a:path w="917240" h="915296">
                  <a:moveTo>
                    <a:pt x="914400" y="914400"/>
                  </a:moveTo>
                  <a:lnTo>
                    <a:pt x="917240" y="914400"/>
                  </a:lnTo>
                  <a:lnTo>
                    <a:pt x="916947" y="914492"/>
                  </a:lnTo>
                  <a:lnTo>
                    <a:pt x="915551" y="914932"/>
                  </a:lnTo>
                  <a:lnTo>
                    <a:pt x="914400" y="915296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2781208" y="2860610"/>
              <a:ext cx="914400" cy="915512"/>
            </a:xfrm>
            <a:custGeom>
              <a:avLst/>
              <a:pathLst>
                <a:path w="914400" h="915512">
                  <a:moveTo>
                    <a:pt x="914400" y="914400"/>
                  </a:moveTo>
                  <a:lnTo>
                    <a:pt x="914400" y="915512"/>
                  </a:lnTo>
                  <a:lnTo>
                    <a:pt x="911827" y="915307"/>
                  </a:lnTo>
                  <a:lnTo>
                    <a:pt x="907119" y="914400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2781208" y="2860610"/>
              <a:ext cx="923662" cy="915841"/>
            </a:xfrm>
            <a:custGeom>
              <a:avLst/>
              <a:pathLst>
                <a:path w="923662" h="91584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74"/>
                  </a:lnTo>
                  <a:lnTo>
                    <a:pt x="918528" y="915841"/>
                  </a:lnTo>
                  <a:lnTo>
                    <a:pt x="914400" y="915512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2790470" y="2860610"/>
              <a:ext cx="923662" cy="915674"/>
            </a:xfrm>
            <a:custGeom>
              <a:avLst/>
              <a:pathLst>
                <a:path w="923662" h="91567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41"/>
                  </a:lnTo>
                  <a:lnTo>
                    <a:pt x="922456" y="915047"/>
                  </a:lnTo>
                  <a:lnTo>
                    <a:pt x="920296" y="915238"/>
                  </a:lnTo>
                  <a:lnTo>
                    <a:pt x="918136" y="915430"/>
                  </a:lnTo>
                  <a:lnTo>
                    <a:pt x="915971" y="915622"/>
                  </a:lnTo>
                  <a:lnTo>
                    <a:pt x="914400" y="915674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2799732" y="2860610"/>
              <a:ext cx="920549" cy="914941"/>
            </a:xfrm>
            <a:custGeom>
              <a:avLst/>
              <a:pathLst>
                <a:path w="920549" h="914941">
                  <a:moveTo>
                    <a:pt x="914400" y="914400"/>
                  </a:moveTo>
                  <a:lnTo>
                    <a:pt x="920549" y="914400"/>
                  </a:lnTo>
                  <a:lnTo>
                    <a:pt x="919674" y="914476"/>
                  </a:lnTo>
                  <a:lnTo>
                    <a:pt x="917514" y="914666"/>
                  </a:lnTo>
                  <a:lnTo>
                    <a:pt x="915354" y="914857"/>
                  </a:lnTo>
                  <a:lnTo>
                    <a:pt x="914400" y="914941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2531128" y="2843372"/>
              <a:ext cx="914400" cy="916267"/>
            </a:xfrm>
            <a:custGeom>
              <a:avLst/>
              <a:pathLst>
                <a:path w="914400" h="916267">
                  <a:moveTo>
                    <a:pt x="914400" y="914399"/>
                  </a:moveTo>
                  <a:lnTo>
                    <a:pt x="914400" y="916267"/>
                  </a:lnTo>
                  <a:lnTo>
                    <a:pt x="911459" y="91439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2531128" y="2843372"/>
              <a:ext cx="923662" cy="921047"/>
            </a:xfrm>
            <a:custGeom>
              <a:avLst/>
              <a:pathLst>
                <a:path w="923662" h="92104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1047"/>
                  </a:lnTo>
                  <a:lnTo>
                    <a:pt x="921255" y="920024"/>
                  </a:lnTo>
                  <a:lnTo>
                    <a:pt x="915678" y="917078"/>
                  </a:lnTo>
                  <a:lnTo>
                    <a:pt x="914400" y="916267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2540390" y="2843372"/>
              <a:ext cx="923662" cy="924358"/>
            </a:xfrm>
            <a:custGeom>
              <a:avLst/>
              <a:pathLst>
                <a:path w="923662" h="92435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8"/>
                  </a:lnTo>
                  <a:lnTo>
                    <a:pt x="923354" y="924274"/>
                  </a:lnTo>
                  <a:lnTo>
                    <a:pt x="917643" y="922425"/>
                  </a:lnTo>
                  <a:lnTo>
                    <a:pt x="914400" y="921047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2549652" y="2843372"/>
              <a:ext cx="923662" cy="926900"/>
            </a:xfrm>
            <a:custGeom>
              <a:avLst/>
              <a:pathLst>
                <a:path w="923662" h="92690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900"/>
                  </a:lnTo>
                  <a:lnTo>
                    <a:pt x="922885" y="926687"/>
                  </a:lnTo>
                  <a:lnTo>
                    <a:pt x="921630" y="926342"/>
                  </a:lnTo>
                  <a:lnTo>
                    <a:pt x="920374" y="925997"/>
                  </a:lnTo>
                  <a:lnTo>
                    <a:pt x="919118" y="925652"/>
                  </a:lnTo>
                  <a:lnTo>
                    <a:pt x="917863" y="925308"/>
                  </a:lnTo>
                  <a:lnTo>
                    <a:pt x="916607" y="924963"/>
                  </a:lnTo>
                  <a:lnTo>
                    <a:pt x="915351" y="924619"/>
                  </a:lnTo>
                  <a:lnTo>
                    <a:pt x="914400" y="92435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2558914" y="2843372"/>
              <a:ext cx="923662" cy="929450"/>
            </a:xfrm>
            <a:custGeom>
              <a:avLst/>
              <a:pathLst>
                <a:path w="923662" h="92945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450"/>
                  </a:lnTo>
                  <a:lnTo>
                    <a:pt x="923350" y="929364"/>
                  </a:lnTo>
                  <a:lnTo>
                    <a:pt x="923037" y="929277"/>
                  </a:lnTo>
                  <a:lnTo>
                    <a:pt x="922881" y="929227"/>
                  </a:lnTo>
                  <a:lnTo>
                    <a:pt x="922724" y="929191"/>
                  </a:lnTo>
                  <a:lnTo>
                    <a:pt x="922411" y="929105"/>
                  </a:lnTo>
                  <a:lnTo>
                    <a:pt x="921155" y="928759"/>
                  </a:lnTo>
                  <a:lnTo>
                    <a:pt x="919900" y="928413"/>
                  </a:lnTo>
                  <a:lnTo>
                    <a:pt x="918644" y="928068"/>
                  </a:lnTo>
                  <a:lnTo>
                    <a:pt x="917389" y="927722"/>
                  </a:lnTo>
                  <a:lnTo>
                    <a:pt x="916134" y="927377"/>
                  </a:lnTo>
                  <a:lnTo>
                    <a:pt x="914878" y="927032"/>
                  </a:lnTo>
                  <a:lnTo>
                    <a:pt x="914400" y="9269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256817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2325" y="931638"/>
                  </a:lnTo>
                  <a:lnTo>
                    <a:pt x="921618" y="931442"/>
                  </a:lnTo>
                  <a:lnTo>
                    <a:pt x="920363" y="931096"/>
                  </a:lnTo>
                  <a:lnTo>
                    <a:pt x="919108" y="930749"/>
                  </a:lnTo>
                  <a:lnTo>
                    <a:pt x="917854" y="930403"/>
                  </a:lnTo>
                  <a:lnTo>
                    <a:pt x="916599" y="930056"/>
                  </a:lnTo>
                  <a:lnTo>
                    <a:pt x="915344" y="929710"/>
                  </a:lnTo>
                  <a:lnTo>
                    <a:pt x="914400" y="92945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257743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2586701" y="284337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259596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260522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261448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262375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2633012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2642274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265153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266079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2670061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267932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268858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269784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2707110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376"/>
                  </a:lnTo>
                  <a:lnTo>
                    <a:pt x="922531" y="912732"/>
                  </a:lnTo>
                  <a:lnTo>
                    <a:pt x="921135" y="913172"/>
                  </a:lnTo>
                  <a:lnTo>
                    <a:pt x="919739" y="913612"/>
                  </a:lnTo>
                  <a:lnTo>
                    <a:pt x="918343" y="914052"/>
                  </a:lnTo>
                  <a:lnTo>
                    <a:pt x="917240" y="914400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2716372" y="2843372"/>
              <a:ext cx="923662" cy="929615"/>
            </a:xfrm>
            <a:custGeom>
              <a:avLst/>
              <a:pathLst>
                <a:path w="923662" h="9296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704"/>
                  </a:lnTo>
                  <a:lnTo>
                    <a:pt x="923045" y="926897"/>
                  </a:lnTo>
                  <a:lnTo>
                    <a:pt x="921649" y="927336"/>
                  </a:lnTo>
                  <a:lnTo>
                    <a:pt x="920252" y="927775"/>
                  </a:lnTo>
                  <a:lnTo>
                    <a:pt x="918855" y="928214"/>
                  </a:lnTo>
                  <a:lnTo>
                    <a:pt x="917458" y="928653"/>
                  </a:lnTo>
                  <a:lnTo>
                    <a:pt x="916062" y="929092"/>
                  </a:lnTo>
                  <a:lnTo>
                    <a:pt x="914665" y="929531"/>
                  </a:lnTo>
                  <a:lnTo>
                    <a:pt x="914400" y="929615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2725634" y="2843372"/>
              <a:ext cx="923662" cy="926704"/>
            </a:xfrm>
            <a:custGeom>
              <a:avLst/>
              <a:pathLst>
                <a:path w="923662" h="926704">
                  <a:moveTo>
                    <a:pt x="914400" y="914399"/>
                  </a:moveTo>
                  <a:lnTo>
                    <a:pt x="923662" y="914399"/>
                  </a:lnTo>
                  <a:lnTo>
                    <a:pt x="923564" y="923832"/>
                  </a:lnTo>
                  <a:lnTo>
                    <a:pt x="922167" y="924269"/>
                  </a:lnTo>
                  <a:lnTo>
                    <a:pt x="920769" y="924707"/>
                  </a:lnTo>
                  <a:lnTo>
                    <a:pt x="919372" y="925145"/>
                  </a:lnTo>
                  <a:lnTo>
                    <a:pt x="917974" y="925583"/>
                  </a:lnTo>
                  <a:lnTo>
                    <a:pt x="916577" y="926021"/>
                  </a:lnTo>
                  <a:lnTo>
                    <a:pt x="915180" y="926459"/>
                  </a:lnTo>
                  <a:lnTo>
                    <a:pt x="914400" y="926704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2734897" y="2843372"/>
              <a:ext cx="923662" cy="924351"/>
            </a:xfrm>
            <a:custGeom>
              <a:avLst/>
              <a:pathLst>
                <a:path w="923662" h="92435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1"/>
                  </a:lnTo>
                  <a:lnTo>
                    <a:pt x="923113" y="924216"/>
                  </a:lnTo>
                  <a:lnTo>
                    <a:pt x="921537" y="923826"/>
                  </a:lnTo>
                  <a:lnTo>
                    <a:pt x="919961" y="923437"/>
                  </a:lnTo>
                  <a:lnTo>
                    <a:pt x="918385" y="923048"/>
                  </a:lnTo>
                  <a:lnTo>
                    <a:pt x="917503" y="922831"/>
                  </a:lnTo>
                  <a:lnTo>
                    <a:pt x="917097" y="922958"/>
                  </a:lnTo>
                  <a:lnTo>
                    <a:pt x="915699" y="923395"/>
                  </a:lnTo>
                  <a:lnTo>
                    <a:pt x="914400" y="923801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2744159" y="2843372"/>
              <a:ext cx="923662" cy="926645"/>
            </a:xfrm>
            <a:custGeom>
              <a:avLst/>
              <a:pathLst>
                <a:path w="923662" h="92664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645"/>
                  </a:lnTo>
                  <a:lnTo>
                    <a:pt x="923304" y="926556"/>
                  </a:lnTo>
                  <a:lnTo>
                    <a:pt x="921729" y="926165"/>
                  </a:lnTo>
                  <a:lnTo>
                    <a:pt x="920154" y="925775"/>
                  </a:lnTo>
                  <a:lnTo>
                    <a:pt x="918578" y="925385"/>
                  </a:lnTo>
                  <a:lnTo>
                    <a:pt x="917002" y="924995"/>
                  </a:lnTo>
                  <a:lnTo>
                    <a:pt x="915427" y="924605"/>
                  </a:lnTo>
                  <a:lnTo>
                    <a:pt x="914400" y="924351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2753421" y="2843372"/>
              <a:ext cx="923662" cy="928946"/>
            </a:xfrm>
            <a:custGeom>
              <a:avLst/>
              <a:pathLst>
                <a:path w="923662" h="928946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8946"/>
                  </a:lnTo>
                  <a:lnTo>
                    <a:pt x="923492" y="928904"/>
                  </a:lnTo>
                  <a:lnTo>
                    <a:pt x="921917" y="928512"/>
                  </a:lnTo>
                  <a:lnTo>
                    <a:pt x="920342" y="928120"/>
                  </a:lnTo>
                  <a:lnTo>
                    <a:pt x="918768" y="927729"/>
                  </a:lnTo>
                  <a:lnTo>
                    <a:pt x="917192" y="927338"/>
                  </a:lnTo>
                  <a:lnTo>
                    <a:pt x="915617" y="926947"/>
                  </a:lnTo>
                  <a:lnTo>
                    <a:pt x="914400" y="926645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2762683" y="2843372"/>
              <a:ext cx="923662" cy="931255"/>
            </a:xfrm>
            <a:custGeom>
              <a:avLst/>
              <a:pathLst>
                <a:path w="923662" h="93125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255"/>
                  </a:lnTo>
                  <a:lnTo>
                    <a:pt x="922102" y="930866"/>
                  </a:lnTo>
                  <a:lnTo>
                    <a:pt x="920528" y="930473"/>
                  </a:lnTo>
                  <a:lnTo>
                    <a:pt x="918954" y="930080"/>
                  </a:lnTo>
                  <a:lnTo>
                    <a:pt x="917379" y="929688"/>
                  </a:lnTo>
                  <a:lnTo>
                    <a:pt x="915805" y="929296"/>
                  </a:lnTo>
                  <a:lnTo>
                    <a:pt x="914400" y="928946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277194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382" y="931638"/>
                  </a:lnTo>
                  <a:lnTo>
                    <a:pt x="914400" y="931255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278120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279047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2799732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127"/>
                  </a:lnTo>
                  <a:lnTo>
                    <a:pt x="921834" y="914287"/>
                  </a:lnTo>
                  <a:lnTo>
                    <a:pt x="920549" y="914400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2808994" y="2843372"/>
              <a:ext cx="923662" cy="931365"/>
            </a:xfrm>
            <a:custGeom>
              <a:avLst/>
              <a:pathLst>
                <a:path w="923662" h="9313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813"/>
                  </a:lnTo>
                  <a:lnTo>
                    <a:pt x="920443" y="930561"/>
                  </a:lnTo>
                  <a:lnTo>
                    <a:pt x="914738" y="931335"/>
                  </a:lnTo>
                  <a:lnTo>
                    <a:pt x="914400" y="931365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2818257" y="2843372"/>
              <a:ext cx="923662" cy="929813"/>
            </a:xfrm>
            <a:custGeom>
              <a:avLst/>
              <a:pathLst>
                <a:path w="923662" h="929813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877"/>
                  </a:lnTo>
                  <a:lnTo>
                    <a:pt x="922490" y="927381"/>
                  </a:lnTo>
                  <a:lnTo>
                    <a:pt x="916858" y="929242"/>
                  </a:lnTo>
                  <a:lnTo>
                    <a:pt x="914400" y="929813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2827519" y="2843372"/>
              <a:ext cx="923662" cy="926877"/>
            </a:xfrm>
            <a:custGeom>
              <a:avLst/>
              <a:pathLst>
                <a:path w="923662" h="9268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2395"/>
                  </a:lnTo>
                  <a:lnTo>
                    <a:pt x="918802" y="924983"/>
                  </a:lnTo>
                  <a:lnTo>
                    <a:pt x="914400" y="926877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2836781" y="2843372"/>
              <a:ext cx="923662" cy="922395"/>
            </a:xfrm>
            <a:custGeom>
              <a:avLst/>
              <a:pathLst>
                <a:path w="923662" h="92239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6205"/>
                  </a:lnTo>
                  <a:lnTo>
                    <a:pt x="920451" y="918603"/>
                  </a:lnTo>
                  <a:lnTo>
                    <a:pt x="915040" y="922054"/>
                  </a:lnTo>
                  <a:lnTo>
                    <a:pt x="914400" y="922395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2846043" y="2843372"/>
              <a:ext cx="916775" cy="916205"/>
            </a:xfrm>
            <a:custGeom>
              <a:avLst/>
              <a:pathLst>
                <a:path w="916775" h="916205">
                  <a:moveTo>
                    <a:pt x="914400" y="914399"/>
                  </a:moveTo>
                  <a:lnTo>
                    <a:pt x="916775" y="914399"/>
                  </a:lnTo>
                  <a:lnTo>
                    <a:pt x="916498" y="914638"/>
                  </a:lnTo>
                  <a:lnTo>
                    <a:pt x="914400" y="916205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2512603" y="2826133"/>
              <a:ext cx="914400" cy="918691"/>
            </a:xfrm>
            <a:custGeom>
              <a:avLst/>
              <a:pathLst>
                <a:path w="914400" h="918691">
                  <a:moveTo>
                    <a:pt x="914400" y="914399"/>
                  </a:moveTo>
                  <a:lnTo>
                    <a:pt x="914400" y="918691"/>
                  </a:lnTo>
                  <a:lnTo>
                    <a:pt x="912947" y="917266"/>
                  </a:lnTo>
                  <a:lnTo>
                    <a:pt x="910363" y="91439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2512603" y="2826133"/>
              <a:ext cx="923662" cy="927067"/>
            </a:xfrm>
            <a:custGeom>
              <a:avLst/>
              <a:pathLst>
                <a:path w="923662" h="92706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7067"/>
                  </a:lnTo>
                  <a:lnTo>
                    <a:pt x="923336" y="926824"/>
                  </a:lnTo>
                  <a:lnTo>
                    <a:pt x="918075" y="922297"/>
                  </a:lnTo>
                  <a:lnTo>
                    <a:pt x="914400" y="918691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252186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0721" y="931638"/>
                  </a:lnTo>
                  <a:lnTo>
                    <a:pt x="919455" y="930834"/>
                  </a:lnTo>
                  <a:lnTo>
                    <a:pt x="914400" y="927067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253112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254039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254965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255891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256817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257743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2586701" y="28261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259596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260522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261448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262375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263301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264227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265153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266079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267006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267932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268858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269784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270711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271637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272563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273489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274415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275342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276268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277194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278120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279047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279973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280899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281825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282751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283678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2846043" y="284337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38"/>
                  </a:lnTo>
                  <a:lnTo>
                    <a:pt x="921691" y="910169"/>
                  </a:lnTo>
                  <a:lnTo>
                    <a:pt x="916775" y="91439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2855306" y="2826133"/>
              <a:ext cx="923662" cy="925477"/>
            </a:xfrm>
            <a:custGeom>
              <a:avLst/>
              <a:pathLst>
                <a:path w="923662" h="9254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457"/>
                  </a:lnTo>
                  <a:lnTo>
                    <a:pt x="922409" y="917010"/>
                  </a:lnTo>
                  <a:lnTo>
                    <a:pt x="917491" y="922448"/>
                  </a:lnTo>
                  <a:lnTo>
                    <a:pt x="914400" y="925477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2864568" y="2826133"/>
              <a:ext cx="915253" cy="915457"/>
            </a:xfrm>
            <a:custGeom>
              <a:avLst/>
              <a:pathLst>
                <a:path w="915253" h="915457">
                  <a:moveTo>
                    <a:pt x="914400" y="914399"/>
                  </a:moveTo>
                  <a:lnTo>
                    <a:pt x="915253" y="914399"/>
                  </a:lnTo>
                  <a:lnTo>
                    <a:pt x="914400" y="915457"/>
                  </a:lnTo>
                  <a:close/>
                </a:path>
              </a:pathLst>
            </a:custGeom>
            <a:solidFill>
              <a:srgbClr val="FEA264">
                <a:alpha val="100000"/>
              </a:srgbClr>
            </a:solidFill>
            <a:ln w="5420" cap="flat">
              <a:solidFill>
                <a:srgbClr val="FEA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2503341" y="2808895"/>
              <a:ext cx="914400" cy="925459"/>
            </a:xfrm>
            <a:custGeom>
              <a:avLst/>
              <a:pathLst>
                <a:path w="914400" h="925459">
                  <a:moveTo>
                    <a:pt x="914400" y="914400"/>
                  </a:moveTo>
                  <a:lnTo>
                    <a:pt x="914400" y="925459"/>
                  </a:lnTo>
                  <a:lnTo>
                    <a:pt x="912412" y="922984"/>
                  </a:lnTo>
                  <a:lnTo>
                    <a:pt x="907768" y="916527"/>
                  </a:lnTo>
                  <a:lnTo>
                    <a:pt x="906394" y="9144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250334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25" y="931638"/>
                  </a:lnTo>
                  <a:lnTo>
                    <a:pt x="917230" y="928982"/>
                  </a:lnTo>
                  <a:lnTo>
                    <a:pt x="914400" y="92545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251260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252186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253112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254039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254965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255891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256817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257743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2586701" y="28088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259596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260522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261448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262375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263301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264227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265153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266079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267006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267932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268858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269784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270711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271637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272563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273489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274415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275342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276268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277194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278120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279047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279973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280899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281825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282751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283678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284604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285530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2864568" y="28261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065"/>
                  </a:lnTo>
                  <a:lnTo>
                    <a:pt x="923464" y="903353"/>
                  </a:lnTo>
                  <a:lnTo>
                    <a:pt x="922500" y="904759"/>
                  </a:lnTo>
                  <a:lnTo>
                    <a:pt x="917908" y="911109"/>
                  </a:lnTo>
                  <a:lnTo>
                    <a:pt x="915253" y="91439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2873830" y="2808895"/>
              <a:ext cx="918450" cy="920303"/>
            </a:xfrm>
            <a:custGeom>
              <a:avLst/>
              <a:pathLst>
                <a:path w="918450" h="920303">
                  <a:moveTo>
                    <a:pt x="914400" y="914400"/>
                  </a:moveTo>
                  <a:lnTo>
                    <a:pt x="918450" y="914400"/>
                  </a:lnTo>
                  <a:lnTo>
                    <a:pt x="918036" y="915003"/>
                  </a:lnTo>
                  <a:lnTo>
                    <a:pt x="917077" y="916400"/>
                  </a:lnTo>
                  <a:lnTo>
                    <a:pt x="916118" y="917797"/>
                  </a:lnTo>
                  <a:lnTo>
                    <a:pt x="915160" y="919194"/>
                  </a:lnTo>
                  <a:lnTo>
                    <a:pt x="914400" y="920303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2494079" y="2791656"/>
              <a:ext cx="914400" cy="929693"/>
            </a:xfrm>
            <a:custGeom>
              <a:avLst/>
              <a:pathLst>
                <a:path w="914400" h="929693">
                  <a:moveTo>
                    <a:pt x="914400" y="914400"/>
                  </a:moveTo>
                  <a:lnTo>
                    <a:pt x="914400" y="929693"/>
                  </a:lnTo>
                  <a:lnTo>
                    <a:pt x="912574" y="926867"/>
                  </a:lnTo>
                  <a:lnTo>
                    <a:pt x="908317" y="919545"/>
                  </a:lnTo>
                  <a:lnTo>
                    <a:pt x="905622" y="9144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249407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56" y="931638"/>
                  </a:lnTo>
                  <a:lnTo>
                    <a:pt x="914400" y="929693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250334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251260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252186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253112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254039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254965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255891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256817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257743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586701" y="27916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59596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60522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61448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62375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63301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64227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65153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66079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67006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67932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68858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69784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70711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71637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72563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73489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74415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75342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76268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77194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78120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79047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79973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80899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81825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82751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83678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84604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85530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286456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873830" y="28088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13"/>
                  </a:lnTo>
                  <a:lnTo>
                    <a:pt x="922833" y="908018"/>
                  </a:lnTo>
                  <a:lnTo>
                    <a:pt x="921874" y="909415"/>
                  </a:lnTo>
                  <a:lnTo>
                    <a:pt x="920914" y="910811"/>
                  </a:lnTo>
                  <a:lnTo>
                    <a:pt x="919954" y="912208"/>
                  </a:lnTo>
                  <a:lnTo>
                    <a:pt x="918995" y="913605"/>
                  </a:lnTo>
                  <a:lnTo>
                    <a:pt x="918450" y="914400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883092" y="2791656"/>
              <a:ext cx="921041" cy="924051"/>
            </a:xfrm>
            <a:custGeom>
              <a:avLst/>
              <a:pathLst>
                <a:path w="921041" h="924051">
                  <a:moveTo>
                    <a:pt x="914400" y="914400"/>
                  </a:moveTo>
                  <a:lnTo>
                    <a:pt x="921041" y="914400"/>
                  </a:lnTo>
                  <a:lnTo>
                    <a:pt x="920296" y="915481"/>
                  </a:lnTo>
                  <a:lnTo>
                    <a:pt x="919335" y="916877"/>
                  </a:lnTo>
                  <a:lnTo>
                    <a:pt x="918374" y="918273"/>
                  </a:lnTo>
                  <a:lnTo>
                    <a:pt x="917413" y="919670"/>
                  </a:lnTo>
                  <a:lnTo>
                    <a:pt x="916452" y="921066"/>
                  </a:lnTo>
                  <a:lnTo>
                    <a:pt x="915492" y="922463"/>
                  </a:lnTo>
                  <a:lnTo>
                    <a:pt x="914531" y="923860"/>
                  </a:lnTo>
                  <a:lnTo>
                    <a:pt x="914400" y="924051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484817" y="2774418"/>
              <a:ext cx="914400" cy="930713"/>
            </a:xfrm>
            <a:custGeom>
              <a:avLst/>
              <a:pathLst>
                <a:path w="914400" h="930713">
                  <a:moveTo>
                    <a:pt x="914400" y="914399"/>
                  </a:moveTo>
                  <a:lnTo>
                    <a:pt x="914400" y="930713"/>
                  </a:lnTo>
                  <a:lnTo>
                    <a:pt x="913533" y="929059"/>
                  </a:lnTo>
                  <a:lnTo>
                    <a:pt x="909709" y="920952"/>
                  </a:lnTo>
                  <a:lnTo>
                    <a:pt x="906929" y="91439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48481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884" y="931638"/>
                  </a:lnTo>
                  <a:lnTo>
                    <a:pt x="914400" y="930713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49407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50334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51260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52186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253112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254039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254965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255891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256817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257743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2586701" y="277441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259596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260522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261448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262375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263301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264227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265153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266079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267006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267932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268858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269784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270711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271637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272563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273489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274415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275342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276268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277194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278120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279047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279973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280899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281825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282751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283678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284604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285530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286456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287383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2883092" y="27916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595"/>
                  </a:lnTo>
                  <a:lnTo>
                    <a:pt x="923181" y="911292"/>
                  </a:lnTo>
                  <a:lnTo>
                    <a:pt x="922219" y="912688"/>
                  </a:lnTo>
                  <a:lnTo>
                    <a:pt x="921258" y="914085"/>
                  </a:lnTo>
                  <a:lnTo>
                    <a:pt x="921041" y="914400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2892354" y="2774418"/>
              <a:ext cx="923662" cy="927834"/>
            </a:xfrm>
            <a:custGeom>
              <a:avLst/>
              <a:pathLst>
                <a:path w="923662" h="927834">
                  <a:moveTo>
                    <a:pt x="914400" y="914399"/>
                  </a:moveTo>
                  <a:lnTo>
                    <a:pt x="923662" y="914411"/>
                  </a:lnTo>
                  <a:lnTo>
                    <a:pt x="923549" y="914575"/>
                  </a:lnTo>
                  <a:lnTo>
                    <a:pt x="922585" y="915970"/>
                  </a:lnTo>
                  <a:lnTo>
                    <a:pt x="921621" y="917365"/>
                  </a:lnTo>
                  <a:lnTo>
                    <a:pt x="920658" y="918761"/>
                  </a:lnTo>
                  <a:lnTo>
                    <a:pt x="919694" y="920156"/>
                  </a:lnTo>
                  <a:lnTo>
                    <a:pt x="918731" y="921552"/>
                  </a:lnTo>
                  <a:lnTo>
                    <a:pt x="917769" y="922948"/>
                  </a:lnTo>
                  <a:lnTo>
                    <a:pt x="916806" y="924343"/>
                  </a:lnTo>
                  <a:lnTo>
                    <a:pt x="915843" y="925739"/>
                  </a:lnTo>
                  <a:lnTo>
                    <a:pt x="914881" y="927135"/>
                  </a:lnTo>
                  <a:lnTo>
                    <a:pt x="914400" y="927834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2475555" y="2757179"/>
              <a:ext cx="914399" cy="927148"/>
            </a:xfrm>
            <a:custGeom>
              <a:avLst/>
              <a:pathLst>
                <a:path w="914399" h="927148">
                  <a:moveTo>
                    <a:pt x="914399" y="914400"/>
                  </a:moveTo>
                  <a:lnTo>
                    <a:pt x="914399" y="927148"/>
                  </a:lnTo>
                  <a:lnTo>
                    <a:pt x="912029" y="920920"/>
                  </a:lnTo>
                  <a:lnTo>
                    <a:pt x="909813" y="9144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2475555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191" y="931638"/>
                  </a:lnTo>
                  <a:lnTo>
                    <a:pt x="915379" y="929724"/>
                  </a:lnTo>
                  <a:lnTo>
                    <a:pt x="914399" y="92714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248481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249407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250334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251260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252186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253112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254039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254965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255891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256817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257743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2586701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259596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260522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261448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262375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263301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264227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265153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266079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267006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267932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268858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269784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270711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271637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272563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273489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274415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275342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276268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277194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278120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279047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279973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280899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281825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282751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283678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284604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285530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286456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287383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288309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289235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2901617" y="277441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920"/>
                  </a:lnTo>
                  <a:lnTo>
                    <a:pt x="920670" y="904988"/>
                  </a:lnTo>
                  <a:lnTo>
                    <a:pt x="916221" y="911776"/>
                  </a:lnTo>
                  <a:lnTo>
                    <a:pt x="915251" y="91318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2910879" y="2757179"/>
              <a:ext cx="915992" cy="917158"/>
            </a:xfrm>
            <a:custGeom>
              <a:avLst/>
              <a:pathLst>
                <a:path w="915992" h="917158">
                  <a:moveTo>
                    <a:pt x="914400" y="914400"/>
                  </a:moveTo>
                  <a:lnTo>
                    <a:pt x="915992" y="914400"/>
                  </a:lnTo>
                  <a:lnTo>
                    <a:pt x="915662" y="915019"/>
                  </a:lnTo>
                  <a:lnTo>
                    <a:pt x="914400" y="91715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2466292" y="2739941"/>
              <a:ext cx="914400" cy="916049"/>
            </a:xfrm>
            <a:custGeom>
              <a:avLst/>
              <a:pathLst>
                <a:path w="914400" h="916049">
                  <a:moveTo>
                    <a:pt x="914400" y="914399"/>
                  </a:moveTo>
                  <a:lnTo>
                    <a:pt x="914400" y="916049"/>
                  </a:lnTo>
                  <a:lnTo>
                    <a:pt x="913961" y="91439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24662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076" y="931638"/>
                  </a:lnTo>
                  <a:lnTo>
                    <a:pt x="918193" y="929041"/>
                  </a:lnTo>
                  <a:lnTo>
                    <a:pt x="915354" y="919636"/>
                  </a:lnTo>
                  <a:lnTo>
                    <a:pt x="914400" y="91604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2475555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24848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249407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250334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251260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252186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253112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254039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254965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255891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256817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257743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2586701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259596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260522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261448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262375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263301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264227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265153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266079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267006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267932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268858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269784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270711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271637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272563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273489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274415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275342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276268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277194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278120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279047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279973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280899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281825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282751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283678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284604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285530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286456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287383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28830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289235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29016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2910879" y="27571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148"/>
                  </a:lnTo>
                  <a:lnTo>
                    <a:pt x="923542" y="899424"/>
                  </a:lnTo>
                  <a:lnTo>
                    <a:pt x="919711" y="907411"/>
                  </a:lnTo>
                  <a:lnTo>
                    <a:pt x="915992" y="914400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2920141" y="2739941"/>
              <a:ext cx="915258" cy="916386"/>
            </a:xfrm>
            <a:custGeom>
              <a:avLst/>
              <a:pathLst>
                <a:path w="915258" h="916386">
                  <a:moveTo>
                    <a:pt x="914400" y="914399"/>
                  </a:moveTo>
                  <a:lnTo>
                    <a:pt x="915258" y="914399"/>
                  </a:lnTo>
                  <a:lnTo>
                    <a:pt x="914400" y="916386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2466292" y="27227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961" y="931638"/>
                  </a:lnTo>
                  <a:lnTo>
                    <a:pt x="912782" y="927207"/>
                  </a:lnTo>
                  <a:lnTo>
                    <a:pt x="910484" y="917302"/>
                  </a:lnTo>
                  <a:lnTo>
                    <a:pt x="909906" y="9144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24662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2475555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24848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24940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250334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251260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252186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253112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254039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254965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255891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256817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257743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2586701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259596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260522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261448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262375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263301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264227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265153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266079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267006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267932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268858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269784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270711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271637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272563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273489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274415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275342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276268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277194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278120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279047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279973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280899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281825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282751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283678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284604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285530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4">
                <a:alpha val="100000"/>
              </a:srgbClr>
            </a:solidFill>
            <a:ln w="5420" cap="flat">
              <a:solidFill>
                <a:srgbClr val="FEA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286456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287383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28830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289235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29016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29108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2920141" y="2739941"/>
              <a:ext cx="922111" cy="914399"/>
            </a:xfrm>
            <a:custGeom>
              <a:avLst/>
              <a:pathLst>
                <a:path w="922111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2111" y="897161"/>
                  </a:lnTo>
                  <a:lnTo>
                    <a:pt x="921252" y="899635"/>
                  </a:lnTo>
                  <a:lnTo>
                    <a:pt x="917885" y="908317"/>
                  </a:lnTo>
                  <a:lnTo>
                    <a:pt x="915258" y="91439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2466292" y="27054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6" y="931638"/>
                  </a:lnTo>
                  <a:lnTo>
                    <a:pt x="908467" y="924427"/>
                  </a:lnTo>
                  <a:lnTo>
                    <a:pt x="906782" y="9144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24662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2475555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24848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24940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250334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251260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252186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253112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254039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254965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255891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256817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257743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2586701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259596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60522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61448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62375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63301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64227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65153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66079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67006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67932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68858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69784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70711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71637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72563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73489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74415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75342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276268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277194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278120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279047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79973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280899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281825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282751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283678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284604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285530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86456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87383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28830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289235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29016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29108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2920141" y="272270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931"/>
                  </a:lnTo>
                  <a:lnTo>
                    <a:pt x="922111" y="914400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2929403" y="2705464"/>
              <a:ext cx="918371" cy="927170"/>
            </a:xfrm>
            <a:custGeom>
              <a:avLst/>
              <a:pathLst>
                <a:path w="918371" h="927170">
                  <a:moveTo>
                    <a:pt x="914400" y="914400"/>
                  </a:moveTo>
                  <a:lnTo>
                    <a:pt x="918371" y="914400"/>
                  </a:lnTo>
                  <a:lnTo>
                    <a:pt x="917979" y="915835"/>
                  </a:lnTo>
                  <a:lnTo>
                    <a:pt x="915112" y="925118"/>
                  </a:lnTo>
                  <a:lnTo>
                    <a:pt x="914400" y="927170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2457030" y="2688225"/>
              <a:ext cx="914400" cy="919452"/>
            </a:xfrm>
            <a:custGeom>
              <a:avLst/>
              <a:pathLst>
                <a:path w="914400" h="919452">
                  <a:moveTo>
                    <a:pt x="914400" y="914400"/>
                  </a:moveTo>
                  <a:lnTo>
                    <a:pt x="914400" y="919452"/>
                  </a:lnTo>
                  <a:lnTo>
                    <a:pt x="913852" y="9144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24570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044" y="931638"/>
                  </a:lnTo>
                  <a:lnTo>
                    <a:pt x="915999" y="931370"/>
                  </a:lnTo>
                  <a:lnTo>
                    <a:pt x="914559" y="920920"/>
                  </a:lnTo>
                  <a:lnTo>
                    <a:pt x="914400" y="919452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24662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2475555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24848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24940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25033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251260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252186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253112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254039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254965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255891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256817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257743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2586701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259596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260522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261448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62375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63301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64227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65153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66079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67006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67932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68858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69784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70711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71637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72563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73489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74415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75342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76268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77194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78120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79047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79973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80899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81825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82751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83678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84604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85530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86456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8738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8830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89235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9016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9108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9201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929403" y="2705464"/>
              <a:ext cx="922764" cy="914400"/>
            </a:xfrm>
            <a:custGeom>
              <a:avLst/>
              <a:pathLst>
                <a:path w="9227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64" y="897161"/>
                  </a:lnTo>
                  <a:lnTo>
                    <a:pt x="920585" y="906289"/>
                  </a:lnTo>
                  <a:lnTo>
                    <a:pt x="918371" y="914400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457030" y="26709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52" y="931638"/>
                  </a:lnTo>
                  <a:lnTo>
                    <a:pt x="913413" y="927583"/>
                  </a:lnTo>
                  <a:lnTo>
                    <a:pt x="912565" y="916911"/>
                  </a:lnTo>
                  <a:lnTo>
                    <a:pt x="912437" y="9144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4570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4662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475555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848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4940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5033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51260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52186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53112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54039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54965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5891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56817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7743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586701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59596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60522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61448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62375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63301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64227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65153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66079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67006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67932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68858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69784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70711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71637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72563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73489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74415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75342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76268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77194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78120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79047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79973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80899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81825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82751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83678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84604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85530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86456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8738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8830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89235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9016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9108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9201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929403" y="26882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151"/>
                  </a:lnTo>
                  <a:lnTo>
                    <a:pt x="922921" y="913742"/>
                  </a:lnTo>
                  <a:lnTo>
                    <a:pt x="922764" y="914400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938666" y="2670987"/>
              <a:ext cx="916872" cy="927390"/>
            </a:xfrm>
            <a:custGeom>
              <a:avLst/>
              <a:pathLst>
                <a:path w="916872" h="927390">
                  <a:moveTo>
                    <a:pt x="914400" y="914400"/>
                  </a:moveTo>
                  <a:lnTo>
                    <a:pt x="916872" y="914400"/>
                  </a:lnTo>
                  <a:lnTo>
                    <a:pt x="915720" y="920984"/>
                  </a:lnTo>
                  <a:lnTo>
                    <a:pt x="914400" y="927390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457030" y="26537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437" y="931638"/>
                  </a:lnTo>
                  <a:lnTo>
                    <a:pt x="912018" y="923410"/>
                  </a:lnTo>
                  <a:lnTo>
                    <a:pt x="911812" y="9144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4570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4662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475555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4848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4940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5033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126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2186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3112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54039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54965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55891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6817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57743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586701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9596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60522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61448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62375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63301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64227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65153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66079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67006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67932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68858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69784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70711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71637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72563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73489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74415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75342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76268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77194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78120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79047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79973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80899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81825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82751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83678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84604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85530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86456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8738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8830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89235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9016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9108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9201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9294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938666" y="2670987"/>
              <a:ext cx="919377" cy="914400"/>
            </a:xfrm>
            <a:custGeom>
              <a:avLst/>
              <a:pathLst>
                <a:path w="91937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77" y="897161"/>
                  </a:lnTo>
                  <a:lnTo>
                    <a:pt x="918996" y="900463"/>
                  </a:lnTo>
                  <a:lnTo>
                    <a:pt x="917501" y="910802"/>
                  </a:lnTo>
                  <a:lnTo>
                    <a:pt x="916872" y="914400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457030" y="26365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812" y="931638"/>
                  </a:lnTo>
                  <a:lnTo>
                    <a:pt x="911772" y="929870"/>
                  </a:lnTo>
                  <a:lnTo>
                    <a:pt x="911828" y="919083"/>
                  </a:lnTo>
                  <a:lnTo>
                    <a:pt x="911984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570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4662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475555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4848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4940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5033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126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2186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3112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4039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4965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5891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6817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7743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86701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59596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60522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61448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62375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63301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64227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65153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66079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67006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67932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68858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69784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70711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71637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72563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73489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74415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75342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76268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77194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78120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79047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79973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80899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81825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82751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83678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84604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85530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86456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8738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8830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89235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9016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9108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9201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9294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938666" y="2653748"/>
              <a:ext cx="921072" cy="914400"/>
            </a:xfrm>
            <a:custGeom>
              <a:avLst/>
              <a:pathLst>
                <a:path w="9210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072" y="897161"/>
                  </a:lnTo>
                  <a:lnTo>
                    <a:pt x="920202" y="907232"/>
                  </a:lnTo>
                  <a:lnTo>
                    <a:pt x="919377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457030" y="261927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84" y="931638"/>
                  </a:lnTo>
                  <a:lnTo>
                    <a:pt x="912186" y="925554"/>
                  </a:lnTo>
                  <a:lnTo>
                    <a:pt x="912845" y="914836"/>
                  </a:lnTo>
                  <a:lnTo>
                    <a:pt x="912885" y="914400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570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4662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475555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4848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4940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5033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126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2186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53112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4039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4965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55891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6817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7743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6701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59596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60522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61448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62375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63301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64227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265153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266079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67006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67932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268858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69784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70711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71637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272563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273489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74415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75342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276268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77194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278120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79047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279973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280899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281825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282751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283678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284604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285530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286456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28738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28830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289235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29016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29108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29201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29294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2938666" y="26365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649"/>
                  </a:lnTo>
                  <a:lnTo>
                    <a:pt x="921398" y="909034"/>
                  </a:lnTo>
                  <a:lnTo>
                    <a:pt x="921115" y="913898"/>
                  </a:lnTo>
                  <a:lnTo>
                    <a:pt x="921072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2947928" y="2619272"/>
              <a:ext cx="923662" cy="924887"/>
            </a:xfrm>
            <a:custGeom>
              <a:avLst/>
              <a:pathLst>
                <a:path w="923662" h="92488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050"/>
                  </a:lnTo>
                  <a:lnTo>
                    <a:pt x="921206" y="920111"/>
                  </a:lnTo>
                  <a:lnTo>
                    <a:pt x="915717" y="924081"/>
                  </a:lnTo>
                  <a:lnTo>
                    <a:pt x="914400" y="924887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2957190" y="2619272"/>
              <a:ext cx="918568" cy="918050"/>
            </a:xfrm>
            <a:custGeom>
              <a:avLst/>
              <a:pathLst>
                <a:path w="918568" h="918050">
                  <a:moveTo>
                    <a:pt x="914400" y="914400"/>
                  </a:moveTo>
                  <a:lnTo>
                    <a:pt x="918568" y="914400"/>
                  </a:lnTo>
                  <a:lnTo>
                    <a:pt x="917312" y="915606"/>
                  </a:lnTo>
                  <a:lnTo>
                    <a:pt x="914400" y="91805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2457030" y="261927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5" y="914400"/>
                  </a:lnTo>
                  <a:lnTo>
                    <a:pt x="913804" y="904196"/>
                  </a:lnTo>
                  <a:lnTo>
                    <a:pt x="914400" y="899201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2466292" y="26020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40"/>
                  </a:lnTo>
                  <a:lnTo>
                    <a:pt x="905380" y="914400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24662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2475555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24848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24940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25033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25126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5218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25311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54039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54965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255891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256817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257743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586701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59596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60522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61448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62375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63301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64227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265153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266079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67006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67932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68858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69784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270711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271637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272563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273489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74415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75342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276268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277194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78120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279047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79973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80899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81825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82751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4">
                <a:alpha val="100000"/>
              </a:srgbClr>
            </a:solidFill>
            <a:ln w="5420" cap="flat">
              <a:solidFill>
                <a:srgbClr val="FEA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283678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84604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285530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86456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87383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8830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289235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9016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9108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29201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29294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29386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9479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2957190" y="261927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361"/>
                  </a:lnTo>
                  <a:lnTo>
                    <a:pt x="922545" y="910577"/>
                  </a:lnTo>
                  <a:lnTo>
                    <a:pt x="918568" y="914400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2966452" y="2602033"/>
              <a:ext cx="923662" cy="926599"/>
            </a:xfrm>
            <a:custGeom>
              <a:avLst/>
              <a:pathLst>
                <a:path w="923662" h="9265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728"/>
                  </a:lnTo>
                  <a:lnTo>
                    <a:pt x="923283" y="916248"/>
                  </a:lnTo>
                  <a:lnTo>
                    <a:pt x="918365" y="922278"/>
                  </a:lnTo>
                  <a:lnTo>
                    <a:pt x="914400" y="92659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2975714" y="2602033"/>
              <a:ext cx="915367" cy="915728"/>
            </a:xfrm>
            <a:custGeom>
              <a:avLst/>
              <a:pathLst>
                <a:path w="915367" h="915728">
                  <a:moveTo>
                    <a:pt x="914400" y="914400"/>
                  </a:moveTo>
                  <a:lnTo>
                    <a:pt x="915367" y="914400"/>
                  </a:lnTo>
                  <a:lnTo>
                    <a:pt x="914400" y="91572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3086861" y="2602033"/>
              <a:ext cx="914400" cy="917103"/>
            </a:xfrm>
            <a:custGeom>
              <a:avLst/>
              <a:pathLst>
                <a:path w="914400" h="917103">
                  <a:moveTo>
                    <a:pt x="914400" y="914400"/>
                  </a:moveTo>
                  <a:lnTo>
                    <a:pt x="914400" y="917103"/>
                  </a:lnTo>
                  <a:lnTo>
                    <a:pt x="909753" y="915085"/>
                  </a:lnTo>
                  <a:lnTo>
                    <a:pt x="908481" y="914400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3086861" y="2602033"/>
              <a:ext cx="923662" cy="920039"/>
            </a:xfrm>
            <a:custGeom>
              <a:avLst/>
              <a:pathLst>
                <a:path w="923662" h="92003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039"/>
                  </a:lnTo>
                  <a:lnTo>
                    <a:pt x="921163" y="919458"/>
                  </a:lnTo>
                  <a:lnTo>
                    <a:pt x="915428" y="917550"/>
                  </a:lnTo>
                  <a:lnTo>
                    <a:pt x="914400" y="917103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3096123" y="2602033"/>
              <a:ext cx="923662" cy="921590"/>
            </a:xfrm>
            <a:custGeom>
              <a:avLst/>
              <a:pathLst>
                <a:path w="923662" h="9215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90"/>
                  </a:lnTo>
                  <a:lnTo>
                    <a:pt x="923495" y="921583"/>
                  </a:lnTo>
                  <a:lnTo>
                    <a:pt x="917683" y="920803"/>
                  </a:lnTo>
                  <a:lnTo>
                    <a:pt x="914400" y="92003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3105386" y="2602033"/>
              <a:ext cx="923662" cy="921796"/>
            </a:xfrm>
            <a:custGeom>
              <a:avLst/>
              <a:pathLst>
                <a:path w="923662" h="921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75"/>
                  </a:lnTo>
                  <a:lnTo>
                    <a:pt x="920058" y="921796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3114648" y="2602033"/>
              <a:ext cx="923662" cy="921575"/>
            </a:xfrm>
            <a:custGeom>
              <a:avLst/>
              <a:pathLst>
                <a:path w="923662" h="92157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96"/>
                  </a:lnTo>
                  <a:lnTo>
                    <a:pt x="922425" y="920515"/>
                  </a:lnTo>
                  <a:lnTo>
                    <a:pt x="916619" y="921439"/>
                  </a:lnTo>
                  <a:lnTo>
                    <a:pt x="914400" y="921575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3123910" y="2602033"/>
              <a:ext cx="923662" cy="920196"/>
            </a:xfrm>
            <a:custGeom>
              <a:avLst/>
              <a:pathLst>
                <a:path w="923662" h="9201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33"/>
                  </a:lnTo>
                  <a:lnTo>
                    <a:pt x="918934" y="919026"/>
                  </a:lnTo>
                  <a:lnTo>
                    <a:pt x="914400" y="920196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3133172" y="2602033"/>
              <a:ext cx="920989" cy="917333"/>
            </a:xfrm>
            <a:custGeom>
              <a:avLst/>
              <a:pathLst>
                <a:path w="920989" h="917333">
                  <a:moveTo>
                    <a:pt x="914400" y="914400"/>
                  </a:moveTo>
                  <a:lnTo>
                    <a:pt x="920989" y="914400"/>
                  </a:lnTo>
                  <a:lnTo>
                    <a:pt x="915394" y="916977"/>
                  </a:lnTo>
                  <a:lnTo>
                    <a:pt x="914400" y="917333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457030" y="2584795"/>
              <a:ext cx="914400" cy="922068"/>
            </a:xfrm>
            <a:custGeom>
              <a:avLst/>
              <a:pathLst>
                <a:path w="914400" h="922068">
                  <a:moveTo>
                    <a:pt x="914400" y="914400"/>
                  </a:moveTo>
                  <a:lnTo>
                    <a:pt x="914400" y="922068"/>
                  </a:lnTo>
                  <a:lnTo>
                    <a:pt x="913095" y="919498"/>
                  </a:lnTo>
                  <a:lnTo>
                    <a:pt x="911713" y="916778"/>
                  </a:lnTo>
                  <a:lnTo>
                    <a:pt x="910504" y="914400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24570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43" y="931638"/>
                  </a:lnTo>
                  <a:lnTo>
                    <a:pt x="915059" y="928141"/>
                  </a:lnTo>
                  <a:lnTo>
                    <a:pt x="915609" y="924452"/>
                  </a:lnTo>
                  <a:lnTo>
                    <a:pt x="914476" y="922219"/>
                  </a:lnTo>
                  <a:lnTo>
                    <a:pt x="914400" y="92206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24662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2475555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4848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24940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5033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5126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25218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25311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5403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25496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55891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56817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257743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586701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59596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260522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61448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262375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63301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264227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65153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26607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6700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6793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6885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6978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7071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271637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72563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273489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274415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275342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276268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77194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278120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79047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279973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80899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281825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82751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283678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284604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85530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286456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8738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28830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289235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29016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9108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9201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9294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9386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9479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9571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9664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975714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49"/>
                  </a:lnTo>
                  <a:lnTo>
                    <a:pt x="922640" y="908601"/>
                  </a:lnTo>
                  <a:lnTo>
                    <a:pt x="921054" y="908372"/>
                  </a:lnTo>
                  <a:lnTo>
                    <a:pt x="919774" y="908187"/>
                  </a:lnTo>
                  <a:lnTo>
                    <a:pt x="918760" y="909741"/>
                  </a:lnTo>
                  <a:lnTo>
                    <a:pt x="915367" y="914400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984977" y="2584795"/>
              <a:ext cx="923662" cy="927331"/>
            </a:xfrm>
            <a:custGeom>
              <a:avLst/>
              <a:pathLst>
                <a:path w="923662" h="92733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331"/>
                  </a:lnTo>
                  <a:lnTo>
                    <a:pt x="922894" y="927219"/>
                  </a:lnTo>
                  <a:lnTo>
                    <a:pt x="921308" y="926989"/>
                  </a:lnTo>
                  <a:lnTo>
                    <a:pt x="919722" y="926759"/>
                  </a:lnTo>
                  <a:lnTo>
                    <a:pt x="918136" y="926528"/>
                  </a:lnTo>
                  <a:lnTo>
                    <a:pt x="916550" y="926299"/>
                  </a:lnTo>
                  <a:lnTo>
                    <a:pt x="914964" y="926069"/>
                  </a:lnTo>
                  <a:lnTo>
                    <a:pt x="914400" y="925987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994239" y="2584795"/>
              <a:ext cx="923662" cy="928682"/>
            </a:xfrm>
            <a:custGeom>
              <a:avLst/>
              <a:pathLst>
                <a:path w="923662" h="9286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682"/>
                  </a:lnTo>
                  <a:lnTo>
                    <a:pt x="923146" y="928606"/>
                  </a:lnTo>
                  <a:lnTo>
                    <a:pt x="921561" y="928375"/>
                  </a:lnTo>
                  <a:lnTo>
                    <a:pt x="919975" y="928143"/>
                  </a:lnTo>
                  <a:lnTo>
                    <a:pt x="918389" y="927912"/>
                  </a:lnTo>
                  <a:lnTo>
                    <a:pt x="916804" y="927681"/>
                  </a:lnTo>
                  <a:lnTo>
                    <a:pt x="915218" y="927450"/>
                  </a:lnTo>
                  <a:lnTo>
                    <a:pt x="914400" y="927331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3003501" y="2584795"/>
              <a:ext cx="923662" cy="929857"/>
            </a:xfrm>
            <a:custGeom>
              <a:avLst/>
              <a:pathLst>
                <a:path w="923662" h="92985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57"/>
                  </a:lnTo>
                  <a:lnTo>
                    <a:pt x="919833" y="929477"/>
                  </a:lnTo>
                  <a:lnTo>
                    <a:pt x="918641" y="929303"/>
                  </a:lnTo>
                  <a:lnTo>
                    <a:pt x="917055" y="929070"/>
                  </a:lnTo>
                  <a:lnTo>
                    <a:pt x="915470" y="928838"/>
                  </a:lnTo>
                  <a:lnTo>
                    <a:pt x="914400" y="928682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3012763" y="2584795"/>
              <a:ext cx="923662" cy="930063"/>
            </a:xfrm>
            <a:custGeom>
              <a:avLst/>
              <a:pathLst>
                <a:path w="923662" h="93006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99"/>
                  </a:lnTo>
                  <a:lnTo>
                    <a:pt x="921826" y="930063"/>
                  </a:lnTo>
                  <a:lnTo>
                    <a:pt x="916194" y="930036"/>
                  </a:lnTo>
                  <a:lnTo>
                    <a:pt x="914400" y="929857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3022026" y="2584795"/>
              <a:ext cx="923662" cy="929899"/>
            </a:xfrm>
            <a:custGeom>
              <a:avLst/>
              <a:pathLst>
                <a:path w="923662" h="9298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550"/>
                  </a:lnTo>
                  <a:lnTo>
                    <a:pt x="918190" y="929559"/>
                  </a:lnTo>
                  <a:lnTo>
                    <a:pt x="914400" y="92989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3031288" y="2584795"/>
              <a:ext cx="923662" cy="928550"/>
            </a:xfrm>
            <a:custGeom>
              <a:avLst/>
              <a:pathLst>
                <a:path w="923662" h="928550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25796"/>
                  </a:lnTo>
                  <a:lnTo>
                    <a:pt x="922214" y="926271"/>
                  </a:lnTo>
                  <a:lnTo>
                    <a:pt x="920101" y="926965"/>
                  </a:lnTo>
                  <a:lnTo>
                    <a:pt x="914532" y="928526"/>
                  </a:lnTo>
                  <a:lnTo>
                    <a:pt x="914399" y="928550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3040550" y="2584795"/>
              <a:ext cx="923662" cy="925796"/>
            </a:xfrm>
            <a:custGeom>
              <a:avLst/>
              <a:pathLst>
                <a:path w="923662" h="925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58"/>
                  </a:lnTo>
                  <a:lnTo>
                    <a:pt x="923488" y="922815"/>
                  </a:lnTo>
                  <a:lnTo>
                    <a:pt x="921380" y="923506"/>
                  </a:lnTo>
                  <a:lnTo>
                    <a:pt x="919273" y="924197"/>
                  </a:lnTo>
                  <a:lnTo>
                    <a:pt x="917165" y="924888"/>
                  </a:lnTo>
                  <a:lnTo>
                    <a:pt x="915058" y="925579"/>
                  </a:lnTo>
                  <a:lnTo>
                    <a:pt x="914400" y="925796"/>
                  </a:lnTo>
                  <a:close/>
                </a:path>
              </a:pathLst>
            </a:custGeom>
            <a:solidFill>
              <a:srgbClr val="FEAC6A">
                <a:alpha val="100000"/>
              </a:srgbClr>
            </a:solidFill>
            <a:ln w="5420" cap="flat">
              <a:solidFill>
                <a:srgbClr val="FE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3049812" y="2584795"/>
              <a:ext cx="923662" cy="922758"/>
            </a:xfrm>
            <a:custGeom>
              <a:avLst/>
              <a:pathLst>
                <a:path w="923662" h="92275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730"/>
                  </a:lnTo>
                  <a:lnTo>
                    <a:pt x="922658" y="920057"/>
                  </a:lnTo>
                  <a:lnTo>
                    <a:pt x="920550" y="920746"/>
                  </a:lnTo>
                  <a:lnTo>
                    <a:pt x="918441" y="921436"/>
                  </a:lnTo>
                  <a:lnTo>
                    <a:pt x="916333" y="922125"/>
                  </a:lnTo>
                  <a:lnTo>
                    <a:pt x="914400" y="92275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3059074" y="2584795"/>
              <a:ext cx="923662" cy="923805"/>
            </a:xfrm>
            <a:custGeom>
              <a:avLst/>
              <a:pathLst>
                <a:path w="923662" h="9238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805"/>
                  </a:lnTo>
                  <a:lnTo>
                    <a:pt x="922838" y="923228"/>
                  </a:lnTo>
                  <a:lnTo>
                    <a:pt x="921640" y="922388"/>
                  </a:lnTo>
                  <a:lnTo>
                    <a:pt x="920441" y="921548"/>
                  </a:lnTo>
                  <a:lnTo>
                    <a:pt x="919242" y="920709"/>
                  </a:lnTo>
                  <a:lnTo>
                    <a:pt x="918042" y="919869"/>
                  </a:lnTo>
                  <a:lnTo>
                    <a:pt x="916748" y="918963"/>
                  </a:lnTo>
                  <a:lnTo>
                    <a:pt x="915505" y="919369"/>
                  </a:lnTo>
                  <a:lnTo>
                    <a:pt x="914400" y="919730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3068337" y="2584795"/>
              <a:ext cx="923662" cy="929837"/>
            </a:xfrm>
            <a:custGeom>
              <a:avLst/>
              <a:pathLst>
                <a:path w="923662" h="9298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37"/>
                  </a:lnTo>
                  <a:lnTo>
                    <a:pt x="922681" y="929309"/>
                  </a:lnTo>
                  <a:lnTo>
                    <a:pt x="917176" y="925752"/>
                  </a:lnTo>
                  <a:lnTo>
                    <a:pt x="915973" y="924909"/>
                  </a:lnTo>
                  <a:lnTo>
                    <a:pt x="914775" y="924068"/>
                  </a:lnTo>
                  <a:lnTo>
                    <a:pt x="914400" y="923805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30775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43" y="931638"/>
                  </a:lnTo>
                  <a:lnTo>
                    <a:pt x="914400" y="929837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30868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30961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31053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31146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31239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3133172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94"/>
                  </a:lnTo>
                  <a:lnTo>
                    <a:pt x="920989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3142434" y="2584795"/>
              <a:ext cx="923662" cy="930133"/>
            </a:xfrm>
            <a:custGeom>
              <a:avLst/>
              <a:pathLst>
                <a:path w="923662" h="93013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19"/>
                  </a:lnTo>
                  <a:lnTo>
                    <a:pt x="922841" y="924764"/>
                  </a:lnTo>
                  <a:lnTo>
                    <a:pt x="917363" y="928457"/>
                  </a:lnTo>
                  <a:lnTo>
                    <a:pt x="914400" y="930133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3151697" y="2584795"/>
              <a:ext cx="923662" cy="924119"/>
            </a:xfrm>
            <a:custGeom>
              <a:avLst/>
              <a:pathLst>
                <a:path w="923662" h="92411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561"/>
                  </a:lnTo>
                  <a:lnTo>
                    <a:pt x="923247" y="916910"/>
                  </a:lnTo>
                  <a:lnTo>
                    <a:pt x="922173" y="917817"/>
                  </a:lnTo>
                  <a:lnTo>
                    <a:pt x="921099" y="918724"/>
                  </a:lnTo>
                  <a:lnTo>
                    <a:pt x="920024" y="919632"/>
                  </a:lnTo>
                  <a:lnTo>
                    <a:pt x="918946" y="920543"/>
                  </a:lnTo>
                  <a:lnTo>
                    <a:pt x="914400" y="92411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3160959" y="2584795"/>
              <a:ext cx="916961" cy="916561"/>
            </a:xfrm>
            <a:custGeom>
              <a:avLst/>
              <a:pathLst>
                <a:path w="916961" h="916561">
                  <a:moveTo>
                    <a:pt x="914400" y="914400"/>
                  </a:moveTo>
                  <a:lnTo>
                    <a:pt x="916961" y="914400"/>
                  </a:lnTo>
                  <a:lnTo>
                    <a:pt x="916134" y="915097"/>
                  </a:lnTo>
                  <a:lnTo>
                    <a:pt x="915060" y="916003"/>
                  </a:lnTo>
                  <a:lnTo>
                    <a:pt x="914400" y="916561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7768" y="2567556"/>
              <a:ext cx="914399" cy="921091"/>
            </a:xfrm>
            <a:custGeom>
              <a:avLst/>
              <a:pathLst>
                <a:path w="914399" h="921091">
                  <a:moveTo>
                    <a:pt x="914399" y="914400"/>
                  </a:moveTo>
                  <a:lnTo>
                    <a:pt x="914399" y="921091"/>
                  </a:lnTo>
                  <a:lnTo>
                    <a:pt x="914056" y="920416"/>
                  </a:lnTo>
                  <a:lnTo>
                    <a:pt x="912671" y="917697"/>
                  </a:lnTo>
                  <a:lnTo>
                    <a:pt x="911285" y="914977"/>
                  </a:lnTo>
                  <a:lnTo>
                    <a:pt x="910990" y="914400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4776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66" y="931638"/>
                  </a:lnTo>
                  <a:lnTo>
                    <a:pt x="919592" y="931296"/>
                  </a:lnTo>
                  <a:lnTo>
                    <a:pt x="918209" y="928576"/>
                  </a:lnTo>
                  <a:lnTo>
                    <a:pt x="916825" y="925856"/>
                  </a:lnTo>
                  <a:lnTo>
                    <a:pt x="915441" y="923136"/>
                  </a:lnTo>
                  <a:lnTo>
                    <a:pt x="914399" y="921091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570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4662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75555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848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940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5033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126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5218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5311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5403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5496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5589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5681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774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586701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959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6052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61448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6237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6330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6422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6515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6607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6700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6793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6885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6978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7071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7163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7256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7348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74415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75342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76268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77194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78120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79047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79973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80899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81825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82751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83678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84604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85530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86456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8738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8830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89235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9016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9108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9201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9294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9386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9479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9571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9664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9757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9849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9942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300350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30127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30220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303128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30405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30498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30590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30683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30775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30868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30961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31053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31146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31239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31331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31424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31516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3160959" y="25847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1" y="908752"/>
                  </a:lnTo>
                  <a:lnTo>
                    <a:pt x="922585" y="909658"/>
                  </a:lnTo>
                  <a:lnTo>
                    <a:pt x="921510" y="910564"/>
                  </a:lnTo>
                  <a:lnTo>
                    <a:pt x="920434" y="911471"/>
                  </a:lnTo>
                  <a:lnTo>
                    <a:pt x="919359" y="912377"/>
                  </a:lnTo>
                  <a:lnTo>
                    <a:pt x="918284" y="913283"/>
                  </a:lnTo>
                  <a:lnTo>
                    <a:pt x="917209" y="914190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3170221" y="2567556"/>
              <a:ext cx="923662" cy="925990"/>
            </a:xfrm>
            <a:custGeom>
              <a:avLst/>
              <a:pathLst>
                <a:path w="923662" h="9259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732"/>
                  </a:lnTo>
                  <a:lnTo>
                    <a:pt x="922689" y="918722"/>
                  </a:lnTo>
                  <a:lnTo>
                    <a:pt x="917632" y="923269"/>
                  </a:lnTo>
                  <a:lnTo>
                    <a:pt x="916551" y="924178"/>
                  </a:lnTo>
                  <a:lnTo>
                    <a:pt x="915475" y="925084"/>
                  </a:lnTo>
                  <a:lnTo>
                    <a:pt x="914400" y="925990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3179483" y="2567556"/>
              <a:ext cx="917673" cy="917732"/>
            </a:xfrm>
            <a:custGeom>
              <a:avLst/>
              <a:pathLst>
                <a:path w="917673" h="917732">
                  <a:moveTo>
                    <a:pt x="914400" y="914400"/>
                  </a:moveTo>
                  <a:lnTo>
                    <a:pt x="917673" y="914400"/>
                  </a:lnTo>
                  <a:lnTo>
                    <a:pt x="914400" y="917732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438506" y="2550318"/>
              <a:ext cx="914400" cy="920170"/>
            </a:xfrm>
            <a:custGeom>
              <a:avLst/>
              <a:pathLst>
                <a:path w="914400" h="920170">
                  <a:moveTo>
                    <a:pt x="914400" y="914400"/>
                  </a:moveTo>
                  <a:lnTo>
                    <a:pt x="914400" y="920170"/>
                  </a:lnTo>
                  <a:lnTo>
                    <a:pt x="913608" y="918622"/>
                  </a:lnTo>
                  <a:lnTo>
                    <a:pt x="912219" y="915904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4385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252" y="931638"/>
                  </a:lnTo>
                  <a:lnTo>
                    <a:pt x="919160" y="929497"/>
                  </a:lnTo>
                  <a:lnTo>
                    <a:pt x="917773" y="926778"/>
                  </a:lnTo>
                  <a:lnTo>
                    <a:pt x="916386" y="924059"/>
                  </a:lnTo>
                  <a:lnTo>
                    <a:pt x="914997" y="921340"/>
                  </a:lnTo>
                  <a:lnTo>
                    <a:pt x="914400" y="92017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4776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570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62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75555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848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4940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5033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5126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218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5311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5403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496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5589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681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5774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586701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959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6052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61448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6237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6330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6422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6515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6607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6700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6793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6885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6978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7071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7163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7256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7348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27441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7534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76268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77194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78120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79047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79973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80899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81825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82751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83678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84604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8553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86456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8738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8830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89235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9016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9108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9201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9294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9386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9479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9571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9664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9757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9849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9942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300350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30127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30220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303128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30405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30498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30590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30683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30775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30868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30961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31053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31146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31239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31331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31424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31516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31609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31702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3179483" y="25675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65"/>
                  </a:lnTo>
                  <a:lnTo>
                    <a:pt x="923139" y="908233"/>
                  </a:lnTo>
                  <a:lnTo>
                    <a:pt x="918354" y="913706"/>
                  </a:lnTo>
                  <a:lnTo>
                    <a:pt x="917673" y="914400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3188745" y="2550318"/>
              <a:ext cx="922333" cy="924803"/>
            </a:xfrm>
            <a:custGeom>
              <a:avLst/>
              <a:pathLst>
                <a:path w="922333" h="924803">
                  <a:moveTo>
                    <a:pt x="914400" y="914400"/>
                  </a:moveTo>
                  <a:lnTo>
                    <a:pt x="922333" y="914400"/>
                  </a:lnTo>
                  <a:lnTo>
                    <a:pt x="922010" y="914835"/>
                  </a:lnTo>
                  <a:lnTo>
                    <a:pt x="920263" y="917188"/>
                  </a:lnTo>
                  <a:lnTo>
                    <a:pt x="918507" y="919556"/>
                  </a:lnTo>
                  <a:lnTo>
                    <a:pt x="914400" y="924803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429243" y="2533079"/>
              <a:ext cx="914400" cy="919126"/>
            </a:xfrm>
            <a:custGeom>
              <a:avLst/>
              <a:pathLst>
                <a:path w="914400" h="919126">
                  <a:moveTo>
                    <a:pt x="914400" y="914400"/>
                  </a:moveTo>
                  <a:lnTo>
                    <a:pt x="914400" y="919126"/>
                  </a:lnTo>
                  <a:lnTo>
                    <a:pt x="912118" y="914400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24292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712" y="931638"/>
                  </a:lnTo>
                  <a:lnTo>
                    <a:pt x="920091" y="930424"/>
                  </a:lnTo>
                  <a:lnTo>
                    <a:pt x="918701" y="927706"/>
                  </a:lnTo>
                  <a:lnTo>
                    <a:pt x="917309" y="924988"/>
                  </a:lnTo>
                  <a:lnTo>
                    <a:pt x="915909" y="922253"/>
                  </a:lnTo>
                  <a:lnTo>
                    <a:pt x="914400" y="919126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4385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44776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4570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4662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475555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4848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4940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5033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5126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5218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5311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5403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5496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5589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5681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5774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586701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5959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6052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61448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6237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6330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6422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6515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6607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6700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6793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6885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6978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7071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7163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7256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7348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7441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7534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7626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77194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78120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79047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79973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80899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81825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82751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83678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8460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8553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86456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8738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8830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89235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9016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9108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9201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9294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9386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9479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9571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9664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9757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9849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9942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300350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30127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30220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303128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30405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30498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30590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30683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30775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30868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30961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31053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31146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31239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31331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31424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31516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31609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31702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31794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3188745" y="25503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609"/>
                  </a:lnTo>
                  <a:lnTo>
                    <a:pt x="922333" y="914400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3198008" y="2533079"/>
              <a:ext cx="923662" cy="929848"/>
            </a:xfrm>
            <a:custGeom>
              <a:avLst/>
              <a:pathLst>
                <a:path w="923662" h="92984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58"/>
                  </a:lnTo>
                  <a:lnTo>
                    <a:pt x="923251" y="917942"/>
                  </a:lnTo>
                  <a:lnTo>
                    <a:pt x="921491" y="920308"/>
                  </a:lnTo>
                  <a:lnTo>
                    <a:pt x="919741" y="922660"/>
                  </a:lnTo>
                  <a:lnTo>
                    <a:pt x="917992" y="925013"/>
                  </a:lnTo>
                  <a:lnTo>
                    <a:pt x="916243" y="927366"/>
                  </a:lnTo>
                  <a:lnTo>
                    <a:pt x="914495" y="929719"/>
                  </a:lnTo>
                  <a:lnTo>
                    <a:pt x="914400" y="92984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3207270" y="2533079"/>
              <a:ext cx="916478" cy="917358"/>
            </a:xfrm>
            <a:custGeom>
              <a:avLst/>
              <a:pathLst>
                <a:path w="916478" h="917358">
                  <a:moveTo>
                    <a:pt x="914400" y="914400"/>
                  </a:moveTo>
                  <a:lnTo>
                    <a:pt x="916478" y="914400"/>
                  </a:lnTo>
                  <a:lnTo>
                    <a:pt x="914400" y="91735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419981" y="2515841"/>
              <a:ext cx="914400" cy="914787"/>
            </a:xfrm>
            <a:custGeom>
              <a:avLst/>
              <a:pathLst>
                <a:path w="914400" h="914787">
                  <a:moveTo>
                    <a:pt x="914400" y="914400"/>
                  </a:moveTo>
                  <a:lnTo>
                    <a:pt x="914400" y="914787"/>
                  </a:lnTo>
                  <a:lnTo>
                    <a:pt x="914253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199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381" y="931638"/>
                  </a:lnTo>
                  <a:lnTo>
                    <a:pt x="920784" y="930403"/>
                  </a:lnTo>
                  <a:lnTo>
                    <a:pt x="916694" y="920848"/>
                  </a:lnTo>
                  <a:lnTo>
                    <a:pt x="914400" y="914787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292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4385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4776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4570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4662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2475555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24848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24940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25033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25126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25218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25311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25403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25496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25589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25681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25774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2586701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25959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26052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261448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26237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26330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26422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26515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26607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26700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26793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26885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26978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27071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7163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7256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7348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7441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7534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7626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77194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7812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79047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79973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80899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81825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82751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8367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8460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8553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86456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8738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8830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89235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9016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9108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9201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9294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9386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9479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9571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9664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9757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9849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9942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300350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30127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30220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303128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30405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30498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30590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30683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30775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30868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30961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31053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31146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31239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31331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31424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31516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31609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31702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31794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3188745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31980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3207270" y="25330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334"/>
                  </a:lnTo>
                  <a:lnTo>
                    <a:pt x="923552" y="903530"/>
                  </a:lnTo>
                  <a:lnTo>
                    <a:pt x="918878" y="910982"/>
                  </a:lnTo>
                  <a:lnTo>
                    <a:pt x="916478" y="914400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3216532" y="2515841"/>
              <a:ext cx="917863" cy="920572"/>
            </a:xfrm>
            <a:custGeom>
              <a:avLst/>
              <a:pathLst>
                <a:path w="917863" h="920572">
                  <a:moveTo>
                    <a:pt x="914399" y="914400"/>
                  </a:moveTo>
                  <a:lnTo>
                    <a:pt x="917863" y="914400"/>
                  </a:lnTo>
                  <a:lnTo>
                    <a:pt x="914399" y="920572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419981" y="24986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253" y="931638"/>
                  </a:lnTo>
                  <a:lnTo>
                    <a:pt x="912913" y="928100"/>
                  </a:lnTo>
                  <a:lnTo>
                    <a:pt x="912092" y="925788"/>
                  </a:lnTo>
                  <a:lnTo>
                    <a:pt x="911276" y="923491"/>
                  </a:lnTo>
                  <a:lnTo>
                    <a:pt x="910459" y="921194"/>
                  </a:lnTo>
                  <a:lnTo>
                    <a:pt x="909642" y="918897"/>
                  </a:lnTo>
                  <a:lnTo>
                    <a:pt x="908825" y="916600"/>
                  </a:lnTo>
                  <a:lnTo>
                    <a:pt x="908042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4199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4292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4385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44776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4570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4662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475555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4848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4940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5033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5126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5218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5311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5403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5496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5589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5681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5774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586701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5959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052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61448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6237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6330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6422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6515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6607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6700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793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6885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6978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071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163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256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7348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441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534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7626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77194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7812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7904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79973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0899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81825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82751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8367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8460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8553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86456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8738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8830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89235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9016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9108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9201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9294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9386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9479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9571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9664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9757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C6A">
                <a:alpha val="100000"/>
              </a:srgbClr>
            </a:solidFill>
            <a:ln w="5420" cap="flat">
              <a:solidFill>
                <a:srgbClr val="FE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9849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9942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300350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30127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220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303128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30405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498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30590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30683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30775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30868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30961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31053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31146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31239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31331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31424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31516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31609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31702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31794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3188745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31980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32072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3216532" y="2515841"/>
              <a:ext cx="923662" cy="914400"/>
            </a:xfrm>
            <a:custGeom>
              <a:avLst/>
              <a:pathLst>
                <a:path w="92366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3662" y="897161"/>
                  </a:lnTo>
                  <a:lnTo>
                    <a:pt x="923662" y="902864"/>
                  </a:lnTo>
                  <a:lnTo>
                    <a:pt x="922937" y="904476"/>
                  </a:lnTo>
                  <a:lnTo>
                    <a:pt x="918735" y="912845"/>
                  </a:lnTo>
                  <a:lnTo>
                    <a:pt x="917863" y="914400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3225794" y="2498602"/>
              <a:ext cx="916961" cy="920102"/>
            </a:xfrm>
            <a:custGeom>
              <a:avLst/>
              <a:pathLst>
                <a:path w="916961" h="920102">
                  <a:moveTo>
                    <a:pt x="914400" y="914400"/>
                  </a:moveTo>
                  <a:lnTo>
                    <a:pt x="916961" y="914400"/>
                  </a:lnTo>
                  <a:lnTo>
                    <a:pt x="914400" y="920102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410719" y="2481364"/>
              <a:ext cx="914400" cy="925834"/>
            </a:xfrm>
            <a:custGeom>
              <a:avLst/>
              <a:pathLst>
                <a:path w="914400" h="925834">
                  <a:moveTo>
                    <a:pt x="914400" y="914400"/>
                  </a:moveTo>
                  <a:lnTo>
                    <a:pt x="914400" y="925834"/>
                  </a:lnTo>
                  <a:lnTo>
                    <a:pt x="913777" y="924734"/>
                  </a:lnTo>
                  <a:lnTo>
                    <a:pt x="909801" y="916931"/>
                  </a:lnTo>
                  <a:lnTo>
                    <a:pt x="908639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4107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270" y="931542"/>
                  </a:lnTo>
                  <a:lnTo>
                    <a:pt x="916662" y="929835"/>
                  </a:lnTo>
                  <a:lnTo>
                    <a:pt x="914400" y="925834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4199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4292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4385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44776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4570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4662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475555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4848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4940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5033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5126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5218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5311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5403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5496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5589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5681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5774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586701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5959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6052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61448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6237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330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6422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515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607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6700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6793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6885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6978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7071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63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256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7348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27441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7534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626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277194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7812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7904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79973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80899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81825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8275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367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8460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8553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86456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8738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8830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89235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9016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9108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9201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9294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9386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9479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9571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9664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757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9849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9942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300350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30127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30220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303128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30405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30498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30590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30683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30775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30868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30961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31053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31146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31239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31331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31424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31516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31609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31702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31794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3188745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31980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32072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3216532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225794" y="2498602"/>
              <a:ext cx="923648" cy="914400"/>
            </a:xfrm>
            <a:custGeom>
              <a:avLst/>
              <a:pathLst>
                <a:path w="923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48" y="897161"/>
                  </a:lnTo>
                  <a:lnTo>
                    <a:pt x="921303" y="903744"/>
                  </a:lnTo>
                  <a:lnTo>
                    <a:pt x="917623" y="912926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401457" y="2464125"/>
              <a:ext cx="914400" cy="923787"/>
            </a:xfrm>
            <a:custGeom>
              <a:avLst/>
              <a:pathLst>
                <a:path w="914400" h="923787">
                  <a:moveTo>
                    <a:pt x="914400" y="914400"/>
                  </a:moveTo>
                  <a:lnTo>
                    <a:pt x="914400" y="923787"/>
                  </a:lnTo>
                  <a:lnTo>
                    <a:pt x="911790" y="917465"/>
                  </a:lnTo>
                  <a:lnTo>
                    <a:pt x="910656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4014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901" y="931638"/>
                  </a:lnTo>
                  <a:lnTo>
                    <a:pt x="915310" y="925993"/>
                  </a:lnTo>
                  <a:lnTo>
                    <a:pt x="914400" y="923787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4107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4199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4292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4385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44776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4570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4662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475555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4848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4940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5033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5126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5218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5311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5403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5496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5589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5681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5774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586701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5959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6052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61448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6237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6330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422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6515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607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6700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6793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6885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6978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071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7163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7256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7348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441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534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7626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7194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812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904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79973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80899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8182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8275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8367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8460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8553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86456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738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830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89235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9016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9108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9201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9294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9386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9479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9571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9664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9757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9849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9942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300350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30127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30220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303128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30405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30498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30590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30683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30775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30868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30961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31053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31146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31239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31331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31424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31516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31609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31702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31794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3188745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31980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32072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3216532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3225794" y="24813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48" y="914400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3235057" y="2464125"/>
              <a:ext cx="919850" cy="931599"/>
            </a:xfrm>
            <a:custGeom>
              <a:avLst/>
              <a:pathLst>
                <a:path w="919850" h="931599">
                  <a:moveTo>
                    <a:pt x="914400" y="914400"/>
                  </a:moveTo>
                  <a:lnTo>
                    <a:pt x="919850" y="914400"/>
                  </a:lnTo>
                  <a:lnTo>
                    <a:pt x="919434" y="915811"/>
                  </a:lnTo>
                  <a:lnTo>
                    <a:pt x="918554" y="918791"/>
                  </a:lnTo>
                  <a:lnTo>
                    <a:pt x="915442" y="928674"/>
                  </a:lnTo>
                  <a:lnTo>
                    <a:pt x="914400" y="93159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392195" y="2446887"/>
              <a:ext cx="914399" cy="915485"/>
            </a:xfrm>
            <a:custGeom>
              <a:avLst/>
              <a:pathLst>
                <a:path w="914399" h="915485">
                  <a:moveTo>
                    <a:pt x="914399" y="914400"/>
                  </a:moveTo>
                  <a:lnTo>
                    <a:pt x="914399" y="915485"/>
                  </a:lnTo>
                  <a:lnTo>
                    <a:pt x="914082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39219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18" y="931638"/>
                  </a:lnTo>
                  <a:lnTo>
                    <a:pt x="917776" y="925846"/>
                  </a:lnTo>
                  <a:lnTo>
                    <a:pt x="914751" y="916684"/>
                  </a:lnTo>
                  <a:lnTo>
                    <a:pt x="914399" y="915485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4014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24107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4199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4292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4385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44776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4570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4662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47555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4848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4940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25033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5126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25218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5311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5403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5496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5589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5681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5774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586701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5959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6052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61448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6237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6330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422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6515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607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6700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688586" y="24641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07" y="897161"/>
                  </a:lnTo>
                  <a:lnTo>
                    <a:pt x="909394" y="899586"/>
                  </a:lnTo>
                  <a:lnTo>
                    <a:pt x="909626" y="899513"/>
                  </a:lnTo>
                  <a:lnTo>
                    <a:pt x="909979" y="899402"/>
                  </a:lnTo>
                  <a:lnTo>
                    <a:pt x="910332" y="899291"/>
                  </a:lnTo>
                  <a:lnTo>
                    <a:pt x="910685" y="899180"/>
                  </a:lnTo>
                  <a:lnTo>
                    <a:pt x="911038" y="899069"/>
                  </a:lnTo>
                  <a:lnTo>
                    <a:pt x="911391" y="898958"/>
                  </a:lnTo>
                  <a:lnTo>
                    <a:pt x="911744" y="898847"/>
                  </a:lnTo>
                  <a:lnTo>
                    <a:pt x="912097" y="898736"/>
                  </a:lnTo>
                  <a:lnTo>
                    <a:pt x="912451" y="898625"/>
                  </a:lnTo>
                  <a:lnTo>
                    <a:pt x="912804" y="898515"/>
                  </a:lnTo>
                  <a:lnTo>
                    <a:pt x="913157" y="898404"/>
                  </a:lnTo>
                  <a:lnTo>
                    <a:pt x="913510" y="898293"/>
                  </a:lnTo>
                  <a:lnTo>
                    <a:pt x="913863" y="898182"/>
                  </a:lnTo>
                  <a:lnTo>
                    <a:pt x="914216" y="898071"/>
                  </a:lnTo>
                  <a:lnTo>
                    <a:pt x="914400" y="898014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697848" y="24468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252"/>
                  </a:lnTo>
                  <a:lnTo>
                    <a:pt x="905307" y="915199"/>
                  </a:lnTo>
                  <a:lnTo>
                    <a:pt x="905660" y="915088"/>
                  </a:lnTo>
                  <a:lnTo>
                    <a:pt x="906013" y="914977"/>
                  </a:lnTo>
                  <a:lnTo>
                    <a:pt x="906366" y="914866"/>
                  </a:lnTo>
                  <a:lnTo>
                    <a:pt x="906720" y="914756"/>
                  </a:lnTo>
                  <a:lnTo>
                    <a:pt x="907073" y="914645"/>
                  </a:lnTo>
                  <a:lnTo>
                    <a:pt x="907426" y="914534"/>
                  </a:lnTo>
                  <a:lnTo>
                    <a:pt x="907855" y="914400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6978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7071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7163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256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7348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7441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534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7626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77194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7812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7904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79973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8089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8182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275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8367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8460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8553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6456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8738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8830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9235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9016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9108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9201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9294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9386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9479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9571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9664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9757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9849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9942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300350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30127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30220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303128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30405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30498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30590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30683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30775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30868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309612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310538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31146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E">
                <a:alpha val="100000"/>
              </a:srgbClr>
            </a:solidFill>
            <a:ln w="5420" cap="flat">
              <a:solidFill>
                <a:srgbClr val="FFB3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31239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31331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31424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31516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31609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31702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31794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3188745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31980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32072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3216532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32257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235057" y="24641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08"/>
                  </a:lnTo>
                  <a:lnTo>
                    <a:pt x="922935" y="903962"/>
                  </a:lnTo>
                  <a:lnTo>
                    <a:pt x="922059" y="906924"/>
                  </a:lnTo>
                  <a:lnTo>
                    <a:pt x="921184" y="909886"/>
                  </a:lnTo>
                  <a:lnTo>
                    <a:pt x="920308" y="912848"/>
                  </a:lnTo>
                  <a:lnTo>
                    <a:pt x="919850" y="914400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3244319" y="2446887"/>
              <a:ext cx="915687" cy="918747"/>
            </a:xfrm>
            <a:custGeom>
              <a:avLst/>
              <a:pathLst>
                <a:path w="915687" h="918747">
                  <a:moveTo>
                    <a:pt x="914400" y="914400"/>
                  </a:moveTo>
                  <a:lnTo>
                    <a:pt x="915687" y="914400"/>
                  </a:lnTo>
                  <a:lnTo>
                    <a:pt x="915427" y="915277"/>
                  </a:lnTo>
                  <a:lnTo>
                    <a:pt x="914550" y="918239"/>
                  </a:lnTo>
                  <a:lnTo>
                    <a:pt x="914400" y="918747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392195" y="2429648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14082" y="931638"/>
                  </a:lnTo>
                  <a:lnTo>
                    <a:pt x="911986" y="924480"/>
                  </a:lnTo>
                  <a:lnTo>
                    <a:pt x="909488" y="914783"/>
                  </a:lnTo>
                  <a:lnTo>
                    <a:pt x="909402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39219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4014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4107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4199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4292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4385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44776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4570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4662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47555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4848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4940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5033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5126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5218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5311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5403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5496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5589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5681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5774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586701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5959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6052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61448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37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6330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6422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6515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6607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679323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85" y="897161"/>
                  </a:lnTo>
                  <a:lnTo>
                    <a:pt x="913451" y="897382"/>
                  </a:lnTo>
                  <a:lnTo>
                    <a:pt x="913544" y="897698"/>
                  </a:lnTo>
                  <a:lnTo>
                    <a:pt x="913638" y="898014"/>
                  </a:lnTo>
                  <a:lnTo>
                    <a:pt x="913731" y="898330"/>
                  </a:lnTo>
                  <a:lnTo>
                    <a:pt x="913825" y="898645"/>
                  </a:lnTo>
                  <a:lnTo>
                    <a:pt x="913918" y="898961"/>
                  </a:lnTo>
                  <a:lnTo>
                    <a:pt x="914011" y="899277"/>
                  </a:lnTo>
                  <a:lnTo>
                    <a:pt x="914105" y="899592"/>
                  </a:lnTo>
                  <a:lnTo>
                    <a:pt x="914198" y="899908"/>
                  </a:lnTo>
                  <a:lnTo>
                    <a:pt x="914292" y="900224"/>
                  </a:lnTo>
                  <a:lnTo>
                    <a:pt x="914400" y="900613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679323" y="2446887"/>
              <a:ext cx="918070" cy="914400"/>
            </a:xfrm>
            <a:custGeom>
              <a:avLst/>
              <a:pathLst>
                <a:path w="918070" h="914400">
                  <a:moveTo>
                    <a:pt x="914400" y="914400"/>
                  </a:moveTo>
                  <a:lnTo>
                    <a:pt x="914400" y="900613"/>
                  </a:lnTo>
                  <a:lnTo>
                    <a:pt x="917018" y="910053"/>
                  </a:lnTo>
                  <a:lnTo>
                    <a:pt x="918070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697848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855" y="914400"/>
                  </a:lnTo>
                  <a:lnTo>
                    <a:pt x="908132" y="914313"/>
                  </a:lnTo>
                  <a:lnTo>
                    <a:pt x="908485" y="914202"/>
                  </a:lnTo>
                  <a:lnTo>
                    <a:pt x="908839" y="914091"/>
                  </a:lnTo>
                  <a:lnTo>
                    <a:pt x="909192" y="913980"/>
                  </a:lnTo>
                  <a:lnTo>
                    <a:pt x="909545" y="913870"/>
                  </a:lnTo>
                  <a:lnTo>
                    <a:pt x="909898" y="913759"/>
                  </a:lnTo>
                  <a:lnTo>
                    <a:pt x="910251" y="913648"/>
                  </a:lnTo>
                  <a:lnTo>
                    <a:pt x="910604" y="913538"/>
                  </a:lnTo>
                  <a:lnTo>
                    <a:pt x="910958" y="913427"/>
                  </a:lnTo>
                  <a:lnTo>
                    <a:pt x="911311" y="913316"/>
                  </a:lnTo>
                  <a:lnTo>
                    <a:pt x="911664" y="913206"/>
                  </a:lnTo>
                  <a:lnTo>
                    <a:pt x="912017" y="913095"/>
                  </a:lnTo>
                  <a:lnTo>
                    <a:pt x="912371" y="912985"/>
                  </a:lnTo>
                  <a:lnTo>
                    <a:pt x="912724" y="912874"/>
                  </a:lnTo>
                  <a:lnTo>
                    <a:pt x="913077" y="912763"/>
                  </a:lnTo>
                  <a:lnTo>
                    <a:pt x="913430" y="912653"/>
                  </a:lnTo>
                  <a:lnTo>
                    <a:pt x="913784" y="912542"/>
                  </a:lnTo>
                  <a:lnTo>
                    <a:pt x="914137" y="912432"/>
                  </a:lnTo>
                  <a:lnTo>
                    <a:pt x="914400" y="91234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707110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8" y="912321"/>
                  </a:lnTo>
                  <a:lnTo>
                    <a:pt x="905581" y="912210"/>
                  </a:lnTo>
                  <a:lnTo>
                    <a:pt x="905934" y="912100"/>
                  </a:lnTo>
                  <a:lnTo>
                    <a:pt x="906288" y="911989"/>
                  </a:lnTo>
                  <a:lnTo>
                    <a:pt x="906641" y="911879"/>
                  </a:lnTo>
                  <a:lnTo>
                    <a:pt x="906994" y="911768"/>
                  </a:lnTo>
                  <a:lnTo>
                    <a:pt x="907348" y="911658"/>
                  </a:lnTo>
                  <a:lnTo>
                    <a:pt x="907701" y="911547"/>
                  </a:lnTo>
                  <a:lnTo>
                    <a:pt x="908054" y="911437"/>
                  </a:lnTo>
                  <a:lnTo>
                    <a:pt x="908408" y="911326"/>
                  </a:lnTo>
                  <a:lnTo>
                    <a:pt x="908761" y="911216"/>
                  </a:lnTo>
                  <a:lnTo>
                    <a:pt x="909114" y="911106"/>
                  </a:lnTo>
                  <a:lnTo>
                    <a:pt x="909468" y="910995"/>
                  </a:lnTo>
                  <a:lnTo>
                    <a:pt x="909821" y="910885"/>
                  </a:lnTo>
                  <a:lnTo>
                    <a:pt x="910174" y="910774"/>
                  </a:lnTo>
                  <a:lnTo>
                    <a:pt x="910528" y="910664"/>
                  </a:lnTo>
                  <a:lnTo>
                    <a:pt x="910881" y="910553"/>
                  </a:lnTo>
                  <a:lnTo>
                    <a:pt x="911234" y="910443"/>
                  </a:lnTo>
                  <a:lnTo>
                    <a:pt x="911588" y="910333"/>
                  </a:lnTo>
                  <a:lnTo>
                    <a:pt x="911941" y="910222"/>
                  </a:lnTo>
                  <a:lnTo>
                    <a:pt x="912294" y="910112"/>
                  </a:lnTo>
                  <a:lnTo>
                    <a:pt x="912648" y="910002"/>
                  </a:lnTo>
                  <a:lnTo>
                    <a:pt x="912876" y="909930"/>
                  </a:lnTo>
                  <a:lnTo>
                    <a:pt x="913934" y="903657"/>
                  </a:lnTo>
                  <a:lnTo>
                    <a:pt x="914400" y="901341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16372" y="24296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580"/>
                  </a:lnTo>
                  <a:lnTo>
                    <a:pt x="905977" y="914400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7163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7256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7348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441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534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7626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77194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7812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7904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79973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089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8182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8275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8367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8460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8553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86456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738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8830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89235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9016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9108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9201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9294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9386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9479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9571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9664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9757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9849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9942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300350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30127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30220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303128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30405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30498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30590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30683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30775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308686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309612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310538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311464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312391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31331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31424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31516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31609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31702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31794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3188745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31980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32072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3216532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32257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32350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3244319" y="2446887"/>
              <a:ext cx="920799" cy="914400"/>
            </a:xfrm>
            <a:custGeom>
              <a:avLst/>
              <a:pathLst>
                <a:path w="92079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99" y="897161"/>
                  </a:lnTo>
                  <a:lnTo>
                    <a:pt x="920696" y="897509"/>
                  </a:lnTo>
                  <a:lnTo>
                    <a:pt x="919817" y="900470"/>
                  </a:lnTo>
                  <a:lnTo>
                    <a:pt x="918938" y="903431"/>
                  </a:lnTo>
                  <a:lnTo>
                    <a:pt x="918059" y="906393"/>
                  </a:lnTo>
                  <a:lnTo>
                    <a:pt x="917181" y="909354"/>
                  </a:lnTo>
                  <a:lnTo>
                    <a:pt x="916304" y="912316"/>
                  </a:lnTo>
                  <a:lnTo>
                    <a:pt x="915687" y="914400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392195" y="2412410"/>
              <a:ext cx="914399" cy="931638"/>
            </a:xfrm>
            <a:custGeom>
              <a:avLst/>
              <a:pathLst>
                <a:path w="914399" h="931638">
                  <a:moveTo>
                    <a:pt x="914399" y="914399"/>
                  </a:moveTo>
                  <a:lnTo>
                    <a:pt x="914399" y="931638"/>
                  </a:lnTo>
                  <a:lnTo>
                    <a:pt x="909402" y="931638"/>
                  </a:lnTo>
                  <a:lnTo>
                    <a:pt x="907264" y="922096"/>
                  </a:lnTo>
                  <a:lnTo>
                    <a:pt x="905787" y="91439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39219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4014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4107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4199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4292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4385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44776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4570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4662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47555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4848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4940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5033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5126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5218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5311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5403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5496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5589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5681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5774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586701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5959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052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61448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6237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330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422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6515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6607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670061" y="2429648"/>
              <a:ext cx="922648" cy="914400"/>
            </a:xfrm>
            <a:custGeom>
              <a:avLst/>
              <a:pathLst>
                <a:path w="922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69" y="897262"/>
                  </a:lnTo>
                  <a:lnTo>
                    <a:pt x="917661" y="897574"/>
                  </a:lnTo>
                  <a:lnTo>
                    <a:pt x="917755" y="897889"/>
                  </a:lnTo>
                  <a:lnTo>
                    <a:pt x="917849" y="898205"/>
                  </a:lnTo>
                  <a:lnTo>
                    <a:pt x="917942" y="898521"/>
                  </a:lnTo>
                  <a:lnTo>
                    <a:pt x="918036" y="898836"/>
                  </a:lnTo>
                  <a:lnTo>
                    <a:pt x="918130" y="899152"/>
                  </a:lnTo>
                  <a:lnTo>
                    <a:pt x="918223" y="899468"/>
                  </a:lnTo>
                  <a:lnTo>
                    <a:pt x="918317" y="899783"/>
                  </a:lnTo>
                  <a:lnTo>
                    <a:pt x="918411" y="900099"/>
                  </a:lnTo>
                  <a:lnTo>
                    <a:pt x="918504" y="900415"/>
                  </a:lnTo>
                  <a:lnTo>
                    <a:pt x="918598" y="900730"/>
                  </a:lnTo>
                  <a:lnTo>
                    <a:pt x="918691" y="901046"/>
                  </a:lnTo>
                  <a:lnTo>
                    <a:pt x="918785" y="901362"/>
                  </a:lnTo>
                  <a:lnTo>
                    <a:pt x="918879" y="901677"/>
                  </a:lnTo>
                  <a:lnTo>
                    <a:pt x="918972" y="901993"/>
                  </a:lnTo>
                  <a:lnTo>
                    <a:pt x="919066" y="902309"/>
                  </a:lnTo>
                  <a:lnTo>
                    <a:pt x="919160" y="902625"/>
                  </a:lnTo>
                  <a:lnTo>
                    <a:pt x="919253" y="902940"/>
                  </a:lnTo>
                  <a:lnTo>
                    <a:pt x="919347" y="903256"/>
                  </a:lnTo>
                  <a:lnTo>
                    <a:pt x="919440" y="903572"/>
                  </a:lnTo>
                  <a:lnTo>
                    <a:pt x="919534" y="903887"/>
                  </a:lnTo>
                  <a:lnTo>
                    <a:pt x="919627" y="904203"/>
                  </a:lnTo>
                  <a:lnTo>
                    <a:pt x="919721" y="904519"/>
                  </a:lnTo>
                  <a:lnTo>
                    <a:pt x="919815" y="904834"/>
                  </a:lnTo>
                  <a:lnTo>
                    <a:pt x="919908" y="905150"/>
                  </a:lnTo>
                  <a:lnTo>
                    <a:pt x="920002" y="905466"/>
                  </a:lnTo>
                  <a:lnTo>
                    <a:pt x="920095" y="905781"/>
                  </a:lnTo>
                  <a:lnTo>
                    <a:pt x="920189" y="906097"/>
                  </a:lnTo>
                  <a:lnTo>
                    <a:pt x="920282" y="906413"/>
                  </a:lnTo>
                  <a:lnTo>
                    <a:pt x="920376" y="906728"/>
                  </a:lnTo>
                  <a:lnTo>
                    <a:pt x="920469" y="907044"/>
                  </a:lnTo>
                  <a:lnTo>
                    <a:pt x="920563" y="907360"/>
                  </a:lnTo>
                  <a:lnTo>
                    <a:pt x="920657" y="907676"/>
                  </a:lnTo>
                  <a:lnTo>
                    <a:pt x="920750" y="907991"/>
                  </a:lnTo>
                  <a:lnTo>
                    <a:pt x="920844" y="908307"/>
                  </a:lnTo>
                  <a:lnTo>
                    <a:pt x="920937" y="908623"/>
                  </a:lnTo>
                  <a:lnTo>
                    <a:pt x="921031" y="908938"/>
                  </a:lnTo>
                  <a:lnTo>
                    <a:pt x="921124" y="909254"/>
                  </a:lnTo>
                  <a:lnTo>
                    <a:pt x="921218" y="909570"/>
                  </a:lnTo>
                  <a:lnTo>
                    <a:pt x="921311" y="909885"/>
                  </a:lnTo>
                  <a:lnTo>
                    <a:pt x="921405" y="910201"/>
                  </a:lnTo>
                  <a:lnTo>
                    <a:pt x="921498" y="910517"/>
                  </a:lnTo>
                  <a:lnTo>
                    <a:pt x="921592" y="910832"/>
                  </a:lnTo>
                  <a:lnTo>
                    <a:pt x="921685" y="911148"/>
                  </a:lnTo>
                  <a:lnTo>
                    <a:pt x="921779" y="911464"/>
                  </a:lnTo>
                  <a:lnTo>
                    <a:pt x="921872" y="911780"/>
                  </a:lnTo>
                  <a:lnTo>
                    <a:pt x="921966" y="912095"/>
                  </a:lnTo>
                  <a:lnTo>
                    <a:pt x="922059" y="912411"/>
                  </a:lnTo>
                  <a:lnTo>
                    <a:pt x="922152" y="912727"/>
                  </a:lnTo>
                  <a:lnTo>
                    <a:pt x="922246" y="913042"/>
                  </a:lnTo>
                  <a:lnTo>
                    <a:pt x="922339" y="913358"/>
                  </a:lnTo>
                  <a:lnTo>
                    <a:pt x="922433" y="913674"/>
                  </a:lnTo>
                  <a:lnTo>
                    <a:pt x="922526" y="913989"/>
                  </a:lnTo>
                  <a:lnTo>
                    <a:pt x="922648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16372" y="24124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977" y="931638"/>
                  </a:lnTo>
                  <a:lnTo>
                    <a:pt x="906755" y="927763"/>
                  </a:lnTo>
                  <a:lnTo>
                    <a:pt x="909133" y="917613"/>
                  </a:lnTo>
                  <a:lnTo>
                    <a:pt x="909999" y="91439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7163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7256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348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441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7534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7626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77194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7812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7904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79973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8089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8182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275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67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8460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8553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86456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8738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8830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89235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9016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9108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9201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9294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9386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9479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9571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9664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757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9849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9942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300350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30127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30220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303128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30405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30498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30590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30683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30775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308686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309612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310538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311464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312391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31331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31424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31516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31609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31702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31794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3188745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31980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32072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3216532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32257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32350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3244319" y="24296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769"/>
                  </a:lnTo>
                  <a:lnTo>
                    <a:pt x="923336" y="905864"/>
                  </a:lnTo>
                  <a:lnTo>
                    <a:pt x="922456" y="908825"/>
                  </a:lnTo>
                  <a:lnTo>
                    <a:pt x="921576" y="911786"/>
                  </a:lnTo>
                  <a:lnTo>
                    <a:pt x="920799" y="914400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3253581" y="2412410"/>
              <a:ext cx="916664" cy="922007"/>
            </a:xfrm>
            <a:custGeom>
              <a:avLst/>
              <a:pathLst>
                <a:path w="916664" h="922007">
                  <a:moveTo>
                    <a:pt x="914400" y="914399"/>
                  </a:moveTo>
                  <a:lnTo>
                    <a:pt x="916664" y="914399"/>
                  </a:lnTo>
                  <a:lnTo>
                    <a:pt x="915836" y="917181"/>
                  </a:lnTo>
                  <a:lnTo>
                    <a:pt x="914955" y="920141"/>
                  </a:lnTo>
                  <a:lnTo>
                    <a:pt x="914400" y="922007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382932" y="2395171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925" y="918906"/>
                  </a:lnTo>
                  <a:lnTo>
                    <a:pt x="912335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3829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49" y="931638"/>
                  </a:lnTo>
                  <a:lnTo>
                    <a:pt x="914583" y="929207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39219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4014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4107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4199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4292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4385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44776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4570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4662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47555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4848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4940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5033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5126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5218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5311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5403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5496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5589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5681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25774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586701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5959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052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1448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6237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330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6422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515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70061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1802" y="897161"/>
                  </a:lnTo>
                  <a:lnTo>
                    <a:pt x="914400" y="904545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670061" y="2412410"/>
              <a:ext cx="917537" cy="914399"/>
            </a:xfrm>
            <a:custGeom>
              <a:avLst/>
              <a:pathLst>
                <a:path w="917537" h="914399">
                  <a:moveTo>
                    <a:pt x="914400" y="914399"/>
                  </a:moveTo>
                  <a:lnTo>
                    <a:pt x="914400" y="904545"/>
                  </a:lnTo>
                  <a:lnTo>
                    <a:pt x="914757" y="905562"/>
                  </a:lnTo>
                  <a:lnTo>
                    <a:pt x="917537" y="91439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16372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9999" y="914399"/>
                  </a:lnTo>
                  <a:lnTo>
                    <a:pt x="911800" y="907715"/>
                  </a:lnTo>
                  <a:lnTo>
                    <a:pt x="914400" y="899231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25634" y="23951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70"/>
                  </a:lnTo>
                  <a:lnTo>
                    <a:pt x="905485" y="915336"/>
                  </a:lnTo>
                  <a:lnTo>
                    <a:pt x="905809" y="914400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7256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348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27441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7534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7626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7194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7812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7904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7997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8089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8182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8275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8367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8460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8553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86456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8738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8830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89235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9016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9108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9201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9294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9386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9479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9571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9664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9757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9849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9942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300350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30127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30220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303128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30405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30498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30590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30683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307759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308686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309612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310538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311464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312391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313317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31424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31516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31609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31702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31794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3188745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31980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32072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3216532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32257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32350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32443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3253581" y="2412410"/>
              <a:ext cx="921805" cy="914399"/>
            </a:xfrm>
            <a:custGeom>
              <a:avLst/>
              <a:pathLst>
                <a:path w="92180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1805" y="897161"/>
                  </a:lnTo>
                  <a:lnTo>
                    <a:pt x="921131" y="899417"/>
                  </a:lnTo>
                  <a:lnTo>
                    <a:pt x="920248" y="902378"/>
                  </a:lnTo>
                  <a:lnTo>
                    <a:pt x="919365" y="905338"/>
                  </a:lnTo>
                  <a:lnTo>
                    <a:pt x="918482" y="908299"/>
                  </a:lnTo>
                  <a:lnTo>
                    <a:pt x="917599" y="911259"/>
                  </a:lnTo>
                  <a:lnTo>
                    <a:pt x="916717" y="914220"/>
                  </a:lnTo>
                  <a:lnTo>
                    <a:pt x="916664" y="91439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382932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5" y="931638"/>
                  </a:lnTo>
                  <a:lnTo>
                    <a:pt x="911557" y="925697"/>
                  </a:lnTo>
                  <a:lnTo>
                    <a:pt x="910482" y="915130"/>
                  </a:lnTo>
                  <a:lnTo>
                    <a:pt x="910429" y="91439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3829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39219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4014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4107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4199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4292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4385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44776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4570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4662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47555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4848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4940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5033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126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5218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5311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403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496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589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5681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5774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586701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5959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052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1448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6237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6330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422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515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60799" y="2395171"/>
              <a:ext cx="921064" cy="914400"/>
            </a:xfrm>
            <a:custGeom>
              <a:avLst/>
              <a:pathLst>
                <a:path w="9210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79" y="897161"/>
                  </a:lnTo>
                  <a:lnTo>
                    <a:pt x="919224" y="897955"/>
                  </a:lnTo>
                  <a:lnTo>
                    <a:pt x="916989" y="904142"/>
                  </a:lnTo>
                  <a:lnTo>
                    <a:pt x="917694" y="905766"/>
                  </a:lnTo>
                  <a:lnTo>
                    <a:pt x="920972" y="914136"/>
                  </a:lnTo>
                  <a:lnTo>
                    <a:pt x="921064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725634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809" y="931638"/>
                  </a:lnTo>
                  <a:lnTo>
                    <a:pt x="908704" y="923263"/>
                  </a:lnTo>
                  <a:lnTo>
                    <a:pt x="912143" y="91439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7256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7348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7441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7534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7626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77194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7812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7904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7997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8089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8182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8275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8367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8460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8553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86456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8738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8830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89235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9016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9108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9201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9294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9386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9479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9571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9664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9757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9849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9942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300350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30127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30220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303128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30405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30498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30590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30683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307759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308686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309612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310538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311464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312391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313317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31424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31516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31609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31702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31794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3188745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31980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32072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3216532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32257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32350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32443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3253581" y="23951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86"/>
                  </a:lnTo>
                  <a:lnTo>
                    <a:pt x="922900" y="910735"/>
                  </a:lnTo>
                  <a:lnTo>
                    <a:pt x="922015" y="913695"/>
                  </a:lnTo>
                  <a:lnTo>
                    <a:pt x="921805" y="914400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3262843" y="2377933"/>
              <a:ext cx="919168" cy="925424"/>
            </a:xfrm>
            <a:custGeom>
              <a:avLst/>
              <a:pathLst>
                <a:path w="919168" h="925424">
                  <a:moveTo>
                    <a:pt x="914400" y="914399"/>
                  </a:moveTo>
                  <a:lnTo>
                    <a:pt x="919168" y="914399"/>
                  </a:lnTo>
                  <a:lnTo>
                    <a:pt x="917734" y="916810"/>
                  </a:lnTo>
                  <a:lnTo>
                    <a:pt x="916862" y="918274"/>
                  </a:lnTo>
                  <a:lnTo>
                    <a:pt x="916642" y="918831"/>
                  </a:lnTo>
                  <a:lnTo>
                    <a:pt x="915890" y="920727"/>
                  </a:lnTo>
                  <a:lnTo>
                    <a:pt x="915541" y="921608"/>
                  </a:lnTo>
                  <a:lnTo>
                    <a:pt x="915407" y="922054"/>
                  </a:lnTo>
                  <a:lnTo>
                    <a:pt x="914522" y="925014"/>
                  </a:lnTo>
                  <a:lnTo>
                    <a:pt x="914400" y="925424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382932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29" y="931638"/>
                  </a:lnTo>
                  <a:lnTo>
                    <a:pt x="909704" y="921713"/>
                  </a:lnTo>
                  <a:lnTo>
                    <a:pt x="909377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3829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39219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4014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4107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4199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4292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4385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44776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4570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4662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47555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4848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4940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5033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5126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5218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5311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5403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496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5589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5681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774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86701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5959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052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61448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237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6330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422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515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660799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98"/>
                  </a:lnTo>
                  <a:lnTo>
                    <a:pt x="922250" y="905774"/>
                  </a:lnTo>
                  <a:lnTo>
                    <a:pt x="919479" y="91439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670061" y="2360695"/>
              <a:ext cx="915431" cy="918036"/>
            </a:xfrm>
            <a:custGeom>
              <a:avLst/>
              <a:pathLst>
                <a:path w="915431" h="918036">
                  <a:moveTo>
                    <a:pt x="914400" y="914400"/>
                  </a:moveTo>
                  <a:lnTo>
                    <a:pt x="915431" y="914400"/>
                  </a:lnTo>
                  <a:lnTo>
                    <a:pt x="914400" y="918036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725634" y="23779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87" y="914286"/>
                  </a:lnTo>
                  <a:lnTo>
                    <a:pt x="914400" y="909183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734897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421"/>
                  </a:lnTo>
                  <a:lnTo>
                    <a:pt x="906660" y="922908"/>
                  </a:lnTo>
                  <a:lnTo>
                    <a:pt x="906796" y="922612"/>
                  </a:lnTo>
                  <a:lnTo>
                    <a:pt x="906933" y="922312"/>
                  </a:lnTo>
                  <a:lnTo>
                    <a:pt x="907070" y="922012"/>
                  </a:lnTo>
                  <a:lnTo>
                    <a:pt x="907208" y="921712"/>
                  </a:lnTo>
                  <a:lnTo>
                    <a:pt x="907345" y="921412"/>
                  </a:lnTo>
                  <a:lnTo>
                    <a:pt x="907482" y="921113"/>
                  </a:lnTo>
                  <a:lnTo>
                    <a:pt x="907619" y="920813"/>
                  </a:lnTo>
                  <a:lnTo>
                    <a:pt x="907757" y="920513"/>
                  </a:lnTo>
                  <a:lnTo>
                    <a:pt x="907894" y="920213"/>
                  </a:lnTo>
                  <a:lnTo>
                    <a:pt x="908031" y="919914"/>
                  </a:lnTo>
                  <a:lnTo>
                    <a:pt x="908169" y="919614"/>
                  </a:lnTo>
                  <a:lnTo>
                    <a:pt x="908306" y="919314"/>
                  </a:lnTo>
                  <a:lnTo>
                    <a:pt x="908443" y="919014"/>
                  </a:lnTo>
                  <a:lnTo>
                    <a:pt x="908581" y="918714"/>
                  </a:lnTo>
                  <a:lnTo>
                    <a:pt x="908718" y="918415"/>
                  </a:lnTo>
                  <a:lnTo>
                    <a:pt x="908855" y="918115"/>
                  </a:lnTo>
                  <a:lnTo>
                    <a:pt x="908993" y="917815"/>
                  </a:lnTo>
                  <a:lnTo>
                    <a:pt x="909130" y="917515"/>
                  </a:lnTo>
                  <a:lnTo>
                    <a:pt x="909267" y="917216"/>
                  </a:lnTo>
                  <a:lnTo>
                    <a:pt x="909405" y="916916"/>
                  </a:lnTo>
                  <a:lnTo>
                    <a:pt x="909542" y="916616"/>
                  </a:lnTo>
                  <a:lnTo>
                    <a:pt x="909679" y="916316"/>
                  </a:lnTo>
                  <a:lnTo>
                    <a:pt x="909817" y="916017"/>
                  </a:lnTo>
                  <a:lnTo>
                    <a:pt x="909954" y="915717"/>
                  </a:lnTo>
                  <a:lnTo>
                    <a:pt x="910091" y="915417"/>
                  </a:lnTo>
                  <a:lnTo>
                    <a:pt x="910229" y="915117"/>
                  </a:lnTo>
                  <a:lnTo>
                    <a:pt x="910366" y="914818"/>
                  </a:lnTo>
                  <a:lnTo>
                    <a:pt x="910558" y="914400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7348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441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7534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7626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77194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812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7904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7997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8089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8182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8275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8367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8460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8553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86456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8738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8830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89235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9016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9108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9201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9294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9386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9479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9571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9664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9757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9849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9942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300350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30127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30220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303128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30405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30498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30590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30683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307759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308686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309612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310538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311464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312391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313317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314243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31516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31609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31702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31794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3188745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31980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32072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3216532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32257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32350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32443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32535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3262843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56"/>
                  </a:lnTo>
                  <a:lnTo>
                    <a:pt x="922268" y="909195"/>
                  </a:lnTo>
                  <a:lnTo>
                    <a:pt x="920756" y="911733"/>
                  </a:lnTo>
                  <a:lnTo>
                    <a:pt x="919244" y="914271"/>
                  </a:lnTo>
                  <a:lnTo>
                    <a:pt x="919168" y="91439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3272105" y="2360695"/>
              <a:ext cx="920184" cy="924095"/>
            </a:xfrm>
            <a:custGeom>
              <a:avLst/>
              <a:pathLst>
                <a:path w="920184" h="924095">
                  <a:moveTo>
                    <a:pt x="914400" y="914400"/>
                  </a:moveTo>
                  <a:lnTo>
                    <a:pt x="920184" y="914400"/>
                  </a:lnTo>
                  <a:lnTo>
                    <a:pt x="919059" y="916284"/>
                  </a:lnTo>
                  <a:lnTo>
                    <a:pt x="917545" y="918821"/>
                  </a:lnTo>
                  <a:lnTo>
                    <a:pt x="916031" y="921358"/>
                  </a:lnTo>
                  <a:lnTo>
                    <a:pt x="914518" y="923896"/>
                  </a:lnTo>
                  <a:lnTo>
                    <a:pt x="914400" y="924095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82932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377" y="931638"/>
                  </a:lnTo>
                  <a:lnTo>
                    <a:pt x="909224" y="928235"/>
                  </a:lnTo>
                  <a:lnTo>
                    <a:pt x="909045" y="917486"/>
                  </a:lnTo>
                  <a:lnTo>
                    <a:pt x="909079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829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39219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4014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4107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199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24292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24385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244776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24570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24662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247555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24848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24940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25033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25126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25218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25311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25403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25496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25589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25681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25774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2586701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25959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26052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261448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26237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26330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26422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26515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26607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2670061" y="2360695"/>
              <a:ext cx="919540" cy="914400"/>
            </a:xfrm>
            <a:custGeom>
              <a:avLst/>
              <a:pathLst>
                <a:path w="91954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540" y="897161"/>
                  </a:lnTo>
                  <a:lnTo>
                    <a:pt x="918214" y="903345"/>
                  </a:lnTo>
                  <a:lnTo>
                    <a:pt x="915741" y="913308"/>
                  </a:lnTo>
                  <a:lnTo>
                    <a:pt x="915431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2734897" y="236069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558" y="914400"/>
                  </a:lnTo>
                  <a:lnTo>
                    <a:pt x="910641" y="914218"/>
                  </a:lnTo>
                  <a:lnTo>
                    <a:pt x="910778" y="913918"/>
                  </a:lnTo>
                  <a:lnTo>
                    <a:pt x="910916" y="913619"/>
                  </a:lnTo>
                  <a:lnTo>
                    <a:pt x="911053" y="913319"/>
                  </a:lnTo>
                  <a:lnTo>
                    <a:pt x="911191" y="913019"/>
                  </a:lnTo>
                  <a:lnTo>
                    <a:pt x="911328" y="912719"/>
                  </a:lnTo>
                  <a:lnTo>
                    <a:pt x="911466" y="912420"/>
                  </a:lnTo>
                  <a:lnTo>
                    <a:pt x="911603" y="912120"/>
                  </a:lnTo>
                  <a:lnTo>
                    <a:pt x="911741" y="911820"/>
                  </a:lnTo>
                  <a:lnTo>
                    <a:pt x="911878" y="911520"/>
                  </a:lnTo>
                  <a:lnTo>
                    <a:pt x="912015" y="911221"/>
                  </a:lnTo>
                  <a:lnTo>
                    <a:pt x="912153" y="910921"/>
                  </a:lnTo>
                  <a:lnTo>
                    <a:pt x="912290" y="910621"/>
                  </a:lnTo>
                  <a:lnTo>
                    <a:pt x="912428" y="910321"/>
                  </a:lnTo>
                  <a:lnTo>
                    <a:pt x="912565" y="910022"/>
                  </a:lnTo>
                  <a:lnTo>
                    <a:pt x="912703" y="909722"/>
                  </a:lnTo>
                  <a:lnTo>
                    <a:pt x="912840" y="909422"/>
                  </a:lnTo>
                  <a:lnTo>
                    <a:pt x="912978" y="909123"/>
                  </a:lnTo>
                  <a:lnTo>
                    <a:pt x="913115" y="908823"/>
                  </a:lnTo>
                  <a:lnTo>
                    <a:pt x="913253" y="908523"/>
                  </a:lnTo>
                  <a:lnTo>
                    <a:pt x="913391" y="908223"/>
                  </a:lnTo>
                  <a:lnTo>
                    <a:pt x="913528" y="907924"/>
                  </a:lnTo>
                  <a:lnTo>
                    <a:pt x="913666" y="907624"/>
                  </a:lnTo>
                  <a:lnTo>
                    <a:pt x="913803" y="907324"/>
                  </a:lnTo>
                  <a:lnTo>
                    <a:pt x="913941" y="907025"/>
                  </a:lnTo>
                  <a:lnTo>
                    <a:pt x="914078" y="906725"/>
                  </a:lnTo>
                  <a:lnTo>
                    <a:pt x="914216" y="906425"/>
                  </a:lnTo>
                  <a:lnTo>
                    <a:pt x="914400" y="906025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2744159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264"/>
                  </a:lnTo>
                  <a:lnTo>
                    <a:pt x="905229" y="923064"/>
                  </a:lnTo>
                  <a:lnTo>
                    <a:pt x="905366" y="922764"/>
                  </a:lnTo>
                  <a:lnTo>
                    <a:pt x="905504" y="922465"/>
                  </a:lnTo>
                  <a:lnTo>
                    <a:pt x="905642" y="922165"/>
                  </a:lnTo>
                  <a:lnTo>
                    <a:pt x="905779" y="921865"/>
                  </a:lnTo>
                  <a:lnTo>
                    <a:pt x="905917" y="921566"/>
                  </a:lnTo>
                  <a:lnTo>
                    <a:pt x="906054" y="921266"/>
                  </a:lnTo>
                  <a:lnTo>
                    <a:pt x="906192" y="920966"/>
                  </a:lnTo>
                  <a:lnTo>
                    <a:pt x="909361" y="914400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27441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27534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27626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277194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27812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27904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27997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28089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28182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28275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28367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28460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28553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286456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28738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28830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289235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29016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29108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29201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29294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29386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29479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29571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29664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29757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29849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29942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00350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0127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0220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03128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0405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0498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0590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0683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0775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08686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09612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10538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11464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12391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13317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14243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15169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1609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1702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1794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188745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1980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2072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216532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2257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2350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2443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2535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2628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272105" y="23606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8657"/>
                  </a:lnTo>
                  <a:lnTo>
                    <a:pt x="922090" y="911210"/>
                  </a:lnTo>
                  <a:lnTo>
                    <a:pt x="920574" y="913747"/>
                  </a:lnTo>
                  <a:lnTo>
                    <a:pt x="920184" y="91440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281368" y="2343456"/>
              <a:ext cx="920648" cy="925814"/>
            </a:xfrm>
            <a:custGeom>
              <a:avLst/>
              <a:pathLst>
                <a:path w="920648" h="925814">
                  <a:moveTo>
                    <a:pt x="914400" y="914400"/>
                  </a:moveTo>
                  <a:lnTo>
                    <a:pt x="920648" y="914400"/>
                  </a:lnTo>
                  <a:lnTo>
                    <a:pt x="918437" y="918707"/>
                  </a:lnTo>
                  <a:lnTo>
                    <a:pt x="914400" y="925814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2382932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79" y="931638"/>
                  </a:lnTo>
                  <a:lnTo>
                    <a:pt x="909165" y="923973"/>
                  </a:lnTo>
                  <a:lnTo>
                    <a:pt x="909541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23829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239219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24014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4107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4199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4292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4385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44776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4570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4662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7555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4848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4940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5033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126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5218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5311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5403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5496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5589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681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774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86701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959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6052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61448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6237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6330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6422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6515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6607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670061" y="2343456"/>
              <a:ext cx="922719" cy="914400"/>
            </a:xfrm>
            <a:custGeom>
              <a:avLst/>
              <a:pathLst>
                <a:path w="92271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19" y="897161"/>
                  </a:lnTo>
                  <a:lnTo>
                    <a:pt x="922292" y="899996"/>
                  </a:lnTo>
                  <a:lnTo>
                    <a:pt x="920400" y="910390"/>
                  </a:lnTo>
                  <a:lnTo>
                    <a:pt x="919540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744159" y="23434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61" y="914400"/>
                  </a:lnTo>
                  <a:lnTo>
                    <a:pt x="909843" y="913401"/>
                  </a:lnTo>
                  <a:lnTo>
                    <a:pt x="913689" y="906179"/>
                  </a:lnTo>
                  <a:lnTo>
                    <a:pt x="914400" y="904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753421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208"/>
                  </a:lnTo>
                  <a:lnTo>
                    <a:pt x="908459" y="916555"/>
                  </a:lnTo>
                  <a:lnTo>
                    <a:pt x="909858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7534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7626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77194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7812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7904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7997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8089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8182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8275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8367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8460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8553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86456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8738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8830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89235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9016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9108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9201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9294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9386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9479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9571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9664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9757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9849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9942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300350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30127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30220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303128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30405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30498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30590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30683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30775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308686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309612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310538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311464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312391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313317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314243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315169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316095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31702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31794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318874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31980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32072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3216532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32257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32350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32443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32535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32628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327210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3281368" y="23434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51"/>
                  </a:lnTo>
                  <a:lnTo>
                    <a:pt x="922320" y="911143"/>
                  </a:lnTo>
                  <a:lnTo>
                    <a:pt x="920648" y="91440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3290630" y="2326218"/>
              <a:ext cx="919267" cy="925489"/>
            </a:xfrm>
            <a:custGeom>
              <a:avLst/>
              <a:pathLst>
                <a:path w="919267" h="925489">
                  <a:moveTo>
                    <a:pt x="914400" y="914400"/>
                  </a:moveTo>
                  <a:lnTo>
                    <a:pt x="919267" y="914400"/>
                  </a:lnTo>
                  <a:lnTo>
                    <a:pt x="916731" y="920462"/>
                  </a:lnTo>
                  <a:lnTo>
                    <a:pt x="914400" y="92548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2382932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41" y="931638"/>
                  </a:lnTo>
                  <a:lnTo>
                    <a:pt x="909586" y="930486"/>
                  </a:lnTo>
                  <a:lnTo>
                    <a:pt x="910306" y="919816"/>
                  </a:lnTo>
                  <a:lnTo>
                    <a:pt x="910826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23829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239219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24014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24107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24199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24292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24385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244776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24570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24662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247555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24848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24940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25033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25126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25218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25311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25403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25496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25589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25681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25774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2586701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25959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26052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261448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26237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26330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26422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26515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26607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2670061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49"/>
                  </a:lnTo>
                  <a:lnTo>
                    <a:pt x="922719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2679323" y="2308979"/>
              <a:ext cx="915768" cy="925387"/>
            </a:xfrm>
            <a:custGeom>
              <a:avLst/>
              <a:pathLst>
                <a:path w="915768" h="925387">
                  <a:moveTo>
                    <a:pt x="914400" y="914400"/>
                  </a:moveTo>
                  <a:lnTo>
                    <a:pt x="915768" y="914400"/>
                  </a:lnTo>
                  <a:lnTo>
                    <a:pt x="914623" y="923906"/>
                  </a:lnTo>
                  <a:lnTo>
                    <a:pt x="914400" y="925387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2753421" y="23262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858" y="914400"/>
                  </a:lnTo>
                  <a:lnTo>
                    <a:pt x="912667" y="910071"/>
                  </a:lnTo>
                  <a:lnTo>
                    <a:pt x="914400" y="90765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2762683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896"/>
                  </a:lnTo>
                  <a:lnTo>
                    <a:pt x="907779" y="921217"/>
                  </a:lnTo>
                  <a:lnTo>
                    <a:pt x="912309" y="915533"/>
                  </a:lnTo>
                  <a:lnTo>
                    <a:pt x="912511" y="915292"/>
                  </a:lnTo>
                  <a:lnTo>
                    <a:pt x="912716" y="915049"/>
                  </a:lnTo>
                  <a:lnTo>
                    <a:pt x="912920" y="914806"/>
                  </a:lnTo>
                  <a:lnTo>
                    <a:pt x="913124" y="914563"/>
                  </a:lnTo>
                  <a:lnTo>
                    <a:pt x="913262" y="914400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27626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277194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27812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27904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27997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28089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28182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28275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28367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28460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28553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28645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28738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28830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289235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29016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29108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29201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29294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29386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29479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29571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29664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29757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29849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29942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300350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30127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30220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303128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30405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30498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30590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30683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30775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308686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309612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310538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311464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312391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313317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314243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315169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316095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317022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31794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318874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31980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32072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3216532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32257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32350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2443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2535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628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7210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2813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290630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87"/>
                  </a:lnTo>
                  <a:lnTo>
                    <a:pt x="923409" y="903638"/>
                  </a:lnTo>
                  <a:lnTo>
                    <a:pt x="920184" y="912207"/>
                  </a:lnTo>
                  <a:lnTo>
                    <a:pt x="919267" y="91440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299892" y="2308979"/>
              <a:ext cx="916330" cy="920126"/>
            </a:xfrm>
            <a:custGeom>
              <a:avLst/>
              <a:pathLst>
                <a:path w="916330" h="920126">
                  <a:moveTo>
                    <a:pt x="914400" y="914400"/>
                  </a:moveTo>
                  <a:lnTo>
                    <a:pt x="916330" y="914400"/>
                  </a:lnTo>
                  <a:lnTo>
                    <a:pt x="914400" y="920126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2382932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26" y="931638"/>
                  </a:lnTo>
                  <a:lnTo>
                    <a:pt x="911322" y="926469"/>
                  </a:lnTo>
                  <a:lnTo>
                    <a:pt x="912633" y="915995"/>
                  </a:lnTo>
                  <a:lnTo>
                    <a:pt x="912880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23829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239219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24014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24107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24199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24292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24385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244776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24570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4662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7555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4848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940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5033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5126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5218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311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5403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5496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5589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81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774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586701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959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6052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61448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6237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6330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6422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515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6607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6700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679323" y="2308979"/>
              <a:ext cx="917218" cy="914400"/>
            </a:xfrm>
            <a:custGeom>
              <a:avLst/>
              <a:pathLst>
                <a:path w="9172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18" y="897161"/>
                  </a:lnTo>
                  <a:lnTo>
                    <a:pt x="916896" y="902376"/>
                  </a:lnTo>
                  <a:lnTo>
                    <a:pt x="915913" y="913197"/>
                  </a:lnTo>
                  <a:lnTo>
                    <a:pt x="915768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762683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329" y="914320"/>
                  </a:lnTo>
                  <a:lnTo>
                    <a:pt x="913533" y="914077"/>
                  </a:lnTo>
                  <a:lnTo>
                    <a:pt x="913737" y="913834"/>
                  </a:lnTo>
                  <a:lnTo>
                    <a:pt x="913942" y="913591"/>
                  </a:lnTo>
                  <a:lnTo>
                    <a:pt x="914146" y="913348"/>
                  </a:lnTo>
                  <a:lnTo>
                    <a:pt x="914400" y="913047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771946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047"/>
                  </a:lnTo>
                  <a:lnTo>
                    <a:pt x="905293" y="912862"/>
                  </a:lnTo>
                  <a:lnTo>
                    <a:pt x="905497" y="912619"/>
                  </a:lnTo>
                  <a:lnTo>
                    <a:pt x="905702" y="912376"/>
                  </a:lnTo>
                  <a:lnTo>
                    <a:pt x="905906" y="912133"/>
                  </a:lnTo>
                  <a:lnTo>
                    <a:pt x="906110" y="911890"/>
                  </a:lnTo>
                  <a:lnTo>
                    <a:pt x="906315" y="911647"/>
                  </a:lnTo>
                  <a:lnTo>
                    <a:pt x="906519" y="911404"/>
                  </a:lnTo>
                  <a:lnTo>
                    <a:pt x="906724" y="911162"/>
                  </a:lnTo>
                  <a:lnTo>
                    <a:pt x="906928" y="910919"/>
                  </a:lnTo>
                  <a:lnTo>
                    <a:pt x="907133" y="910676"/>
                  </a:lnTo>
                  <a:lnTo>
                    <a:pt x="907337" y="910433"/>
                  </a:lnTo>
                  <a:lnTo>
                    <a:pt x="907542" y="910190"/>
                  </a:lnTo>
                  <a:lnTo>
                    <a:pt x="907746" y="909947"/>
                  </a:lnTo>
                  <a:lnTo>
                    <a:pt x="907951" y="909704"/>
                  </a:lnTo>
                  <a:lnTo>
                    <a:pt x="908155" y="909461"/>
                  </a:lnTo>
                  <a:lnTo>
                    <a:pt x="908360" y="909218"/>
                  </a:lnTo>
                  <a:lnTo>
                    <a:pt x="908564" y="908975"/>
                  </a:lnTo>
                  <a:lnTo>
                    <a:pt x="908769" y="908732"/>
                  </a:lnTo>
                  <a:lnTo>
                    <a:pt x="908973" y="908489"/>
                  </a:lnTo>
                  <a:lnTo>
                    <a:pt x="909178" y="908246"/>
                  </a:lnTo>
                  <a:lnTo>
                    <a:pt x="909382" y="908003"/>
                  </a:lnTo>
                  <a:lnTo>
                    <a:pt x="909587" y="907761"/>
                  </a:lnTo>
                  <a:lnTo>
                    <a:pt x="909791" y="907518"/>
                  </a:lnTo>
                  <a:lnTo>
                    <a:pt x="909996" y="907275"/>
                  </a:lnTo>
                  <a:lnTo>
                    <a:pt x="910200" y="907032"/>
                  </a:lnTo>
                  <a:lnTo>
                    <a:pt x="910405" y="906789"/>
                  </a:lnTo>
                  <a:lnTo>
                    <a:pt x="910610" y="906546"/>
                  </a:lnTo>
                  <a:lnTo>
                    <a:pt x="910814" y="906303"/>
                  </a:lnTo>
                  <a:lnTo>
                    <a:pt x="911019" y="906060"/>
                  </a:lnTo>
                  <a:lnTo>
                    <a:pt x="911223" y="905817"/>
                  </a:lnTo>
                  <a:lnTo>
                    <a:pt x="911428" y="905574"/>
                  </a:lnTo>
                  <a:lnTo>
                    <a:pt x="911633" y="905332"/>
                  </a:lnTo>
                  <a:lnTo>
                    <a:pt x="911837" y="905089"/>
                  </a:lnTo>
                  <a:lnTo>
                    <a:pt x="912042" y="904846"/>
                  </a:lnTo>
                  <a:lnTo>
                    <a:pt x="912247" y="904603"/>
                  </a:lnTo>
                  <a:lnTo>
                    <a:pt x="912451" y="904360"/>
                  </a:lnTo>
                  <a:lnTo>
                    <a:pt x="912656" y="904117"/>
                  </a:lnTo>
                  <a:lnTo>
                    <a:pt x="912861" y="903874"/>
                  </a:lnTo>
                  <a:lnTo>
                    <a:pt x="913065" y="903632"/>
                  </a:lnTo>
                  <a:lnTo>
                    <a:pt x="913270" y="903389"/>
                  </a:lnTo>
                  <a:lnTo>
                    <a:pt x="913475" y="903146"/>
                  </a:lnTo>
                  <a:lnTo>
                    <a:pt x="913679" y="902903"/>
                  </a:lnTo>
                  <a:lnTo>
                    <a:pt x="913884" y="902660"/>
                  </a:lnTo>
                  <a:lnTo>
                    <a:pt x="914089" y="902417"/>
                  </a:lnTo>
                  <a:lnTo>
                    <a:pt x="914400" y="90204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781208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36" y="919170"/>
                  </a:lnTo>
                  <a:lnTo>
                    <a:pt x="905441" y="918927"/>
                  </a:lnTo>
                  <a:lnTo>
                    <a:pt x="905645" y="918685"/>
                  </a:lnTo>
                  <a:lnTo>
                    <a:pt x="905850" y="918442"/>
                  </a:lnTo>
                  <a:lnTo>
                    <a:pt x="906055" y="918199"/>
                  </a:lnTo>
                  <a:lnTo>
                    <a:pt x="906260" y="917956"/>
                  </a:lnTo>
                  <a:lnTo>
                    <a:pt x="906464" y="917713"/>
                  </a:lnTo>
                  <a:lnTo>
                    <a:pt x="906669" y="917471"/>
                  </a:lnTo>
                  <a:lnTo>
                    <a:pt x="906874" y="917228"/>
                  </a:lnTo>
                  <a:lnTo>
                    <a:pt x="907079" y="916985"/>
                  </a:lnTo>
                  <a:lnTo>
                    <a:pt x="907284" y="916742"/>
                  </a:lnTo>
                  <a:lnTo>
                    <a:pt x="907488" y="916499"/>
                  </a:lnTo>
                  <a:lnTo>
                    <a:pt x="907693" y="916257"/>
                  </a:lnTo>
                  <a:lnTo>
                    <a:pt x="907898" y="916014"/>
                  </a:lnTo>
                  <a:lnTo>
                    <a:pt x="908103" y="915771"/>
                  </a:lnTo>
                  <a:lnTo>
                    <a:pt x="908308" y="915528"/>
                  </a:lnTo>
                  <a:lnTo>
                    <a:pt x="908512" y="915285"/>
                  </a:lnTo>
                  <a:lnTo>
                    <a:pt x="908717" y="915043"/>
                  </a:lnTo>
                  <a:lnTo>
                    <a:pt x="908922" y="914800"/>
                  </a:lnTo>
                  <a:lnTo>
                    <a:pt x="909127" y="914557"/>
                  </a:lnTo>
                  <a:lnTo>
                    <a:pt x="909260" y="914400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7812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7904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7997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8089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8182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8275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8367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8460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8553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8645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8738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8830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89235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9016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9108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9201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9294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9386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9479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9571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9664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9757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9849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9942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300350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30127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30220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303128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30405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30498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30590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30683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30775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30868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309612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310538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311464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312391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313317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314243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315169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316095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317022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317948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318874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31980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32072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3216532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32257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32350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32443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32535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32628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327210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32813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32906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3299892" y="2308979"/>
              <a:ext cx="921859" cy="914400"/>
            </a:xfrm>
            <a:custGeom>
              <a:avLst/>
              <a:pathLst>
                <a:path w="9218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59" y="897194"/>
                  </a:lnTo>
                  <a:lnTo>
                    <a:pt x="921184" y="899309"/>
                  </a:lnTo>
                  <a:lnTo>
                    <a:pt x="920509" y="901425"/>
                  </a:lnTo>
                  <a:lnTo>
                    <a:pt x="919835" y="903540"/>
                  </a:lnTo>
                  <a:lnTo>
                    <a:pt x="919160" y="905655"/>
                  </a:lnTo>
                  <a:lnTo>
                    <a:pt x="918486" y="907770"/>
                  </a:lnTo>
                  <a:lnTo>
                    <a:pt x="917812" y="909885"/>
                  </a:lnTo>
                  <a:lnTo>
                    <a:pt x="917134" y="912014"/>
                  </a:lnTo>
                  <a:lnTo>
                    <a:pt x="916330" y="91440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382932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0" y="914400"/>
                  </a:lnTo>
                  <a:lnTo>
                    <a:pt x="914235" y="905663"/>
                  </a:lnTo>
                  <a:lnTo>
                    <a:pt x="914400" y="904775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392195" y="2274502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5137" y="931638"/>
                  </a:lnTo>
                  <a:lnTo>
                    <a:pt x="905137" y="922013"/>
                  </a:lnTo>
                  <a:lnTo>
                    <a:pt x="906551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39219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4014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4107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4199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4292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4385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44776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4570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4662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47555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4848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4940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5033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5126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218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5311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5403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5496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5589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5681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5774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586701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5959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6052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1448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6237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330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6422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6515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6607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6700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679323" y="2291741"/>
              <a:ext cx="917933" cy="914400"/>
            </a:xfrm>
            <a:custGeom>
              <a:avLst/>
              <a:pathLst>
                <a:path w="91793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933" y="897161"/>
                  </a:lnTo>
                  <a:lnTo>
                    <a:pt x="917930" y="897757"/>
                  </a:lnTo>
                  <a:lnTo>
                    <a:pt x="917569" y="908712"/>
                  </a:lnTo>
                  <a:lnTo>
                    <a:pt x="917218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81208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32" y="914314"/>
                  </a:lnTo>
                  <a:lnTo>
                    <a:pt x="909537" y="914072"/>
                  </a:lnTo>
                  <a:lnTo>
                    <a:pt x="909742" y="913829"/>
                  </a:lnTo>
                  <a:lnTo>
                    <a:pt x="909947" y="913586"/>
                  </a:lnTo>
                  <a:lnTo>
                    <a:pt x="910151" y="913343"/>
                  </a:lnTo>
                  <a:lnTo>
                    <a:pt x="910356" y="913101"/>
                  </a:lnTo>
                  <a:lnTo>
                    <a:pt x="910561" y="912858"/>
                  </a:lnTo>
                  <a:lnTo>
                    <a:pt x="910766" y="912615"/>
                  </a:lnTo>
                  <a:lnTo>
                    <a:pt x="910971" y="912372"/>
                  </a:lnTo>
                  <a:lnTo>
                    <a:pt x="911176" y="912130"/>
                  </a:lnTo>
                  <a:lnTo>
                    <a:pt x="911381" y="911887"/>
                  </a:lnTo>
                  <a:lnTo>
                    <a:pt x="911586" y="911644"/>
                  </a:lnTo>
                  <a:lnTo>
                    <a:pt x="911791" y="911402"/>
                  </a:lnTo>
                  <a:lnTo>
                    <a:pt x="911996" y="911159"/>
                  </a:lnTo>
                  <a:lnTo>
                    <a:pt x="912201" y="910916"/>
                  </a:lnTo>
                  <a:lnTo>
                    <a:pt x="912406" y="910673"/>
                  </a:lnTo>
                  <a:lnTo>
                    <a:pt x="912611" y="910431"/>
                  </a:lnTo>
                  <a:lnTo>
                    <a:pt x="912816" y="910188"/>
                  </a:lnTo>
                  <a:lnTo>
                    <a:pt x="913021" y="909945"/>
                  </a:lnTo>
                  <a:lnTo>
                    <a:pt x="913226" y="909703"/>
                  </a:lnTo>
                  <a:lnTo>
                    <a:pt x="913431" y="909460"/>
                  </a:lnTo>
                  <a:lnTo>
                    <a:pt x="913636" y="909217"/>
                  </a:lnTo>
                  <a:lnTo>
                    <a:pt x="913841" y="908975"/>
                  </a:lnTo>
                  <a:lnTo>
                    <a:pt x="914046" y="908732"/>
                  </a:lnTo>
                  <a:lnTo>
                    <a:pt x="914251" y="908489"/>
                  </a:lnTo>
                  <a:lnTo>
                    <a:pt x="914400" y="908313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2790470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94" y="908247"/>
                  </a:lnTo>
                  <a:lnTo>
                    <a:pt x="905399" y="908004"/>
                  </a:lnTo>
                  <a:lnTo>
                    <a:pt x="905604" y="907761"/>
                  </a:lnTo>
                  <a:lnTo>
                    <a:pt x="905809" y="907519"/>
                  </a:lnTo>
                  <a:lnTo>
                    <a:pt x="906014" y="907276"/>
                  </a:lnTo>
                  <a:lnTo>
                    <a:pt x="906219" y="907033"/>
                  </a:lnTo>
                  <a:lnTo>
                    <a:pt x="906424" y="906791"/>
                  </a:lnTo>
                  <a:lnTo>
                    <a:pt x="906629" y="906548"/>
                  </a:lnTo>
                  <a:lnTo>
                    <a:pt x="906835" y="906305"/>
                  </a:lnTo>
                  <a:lnTo>
                    <a:pt x="907040" y="906063"/>
                  </a:lnTo>
                  <a:lnTo>
                    <a:pt x="907245" y="905820"/>
                  </a:lnTo>
                  <a:lnTo>
                    <a:pt x="907450" y="905577"/>
                  </a:lnTo>
                  <a:lnTo>
                    <a:pt x="907655" y="905335"/>
                  </a:lnTo>
                  <a:lnTo>
                    <a:pt x="907860" y="905092"/>
                  </a:lnTo>
                  <a:lnTo>
                    <a:pt x="908065" y="904849"/>
                  </a:lnTo>
                  <a:lnTo>
                    <a:pt x="908271" y="904607"/>
                  </a:lnTo>
                  <a:lnTo>
                    <a:pt x="908476" y="904364"/>
                  </a:lnTo>
                  <a:lnTo>
                    <a:pt x="908681" y="904122"/>
                  </a:lnTo>
                  <a:lnTo>
                    <a:pt x="908886" y="903879"/>
                  </a:lnTo>
                  <a:lnTo>
                    <a:pt x="909091" y="903636"/>
                  </a:lnTo>
                  <a:lnTo>
                    <a:pt x="909296" y="903394"/>
                  </a:lnTo>
                  <a:lnTo>
                    <a:pt x="909502" y="903151"/>
                  </a:lnTo>
                  <a:lnTo>
                    <a:pt x="909707" y="902909"/>
                  </a:lnTo>
                  <a:lnTo>
                    <a:pt x="909912" y="902666"/>
                  </a:lnTo>
                  <a:lnTo>
                    <a:pt x="910117" y="902423"/>
                  </a:lnTo>
                  <a:lnTo>
                    <a:pt x="910323" y="902181"/>
                  </a:lnTo>
                  <a:lnTo>
                    <a:pt x="910528" y="901938"/>
                  </a:lnTo>
                  <a:lnTo>
                    <a:pt x="910733" y="901696"/>
                  </a:lnTo>
                  <a:lnTo>
                    <a:pt x="914400" y="897551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2799732" y="22745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90"/>
                  </a:lnTo>
                  <a:lnTo>
                    <a:pt x="905263" y="914648"/>
                  </a:lnTo>
                  <a:lnTo>
                    <a:pt x="905504" y="914400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279973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8089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182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8275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8367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8460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8553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8645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8738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8830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89235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9016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9108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9201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9294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9386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9479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9571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9664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757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9849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942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300350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30127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30220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303128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30405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30498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30590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30683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775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30868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309612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310538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2">
                <a:alpha val="100000"/>
              </a:srgbClr>
            </a:solidFill>
            <a:ln w="5420" cap="flat">
              <a:solidFill>
                <a:srgbClr val="FFB7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311464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312391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313317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314243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315169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316095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17022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317948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318874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319800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320727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3216532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32257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32350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32443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32535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32628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327210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32813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32906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3299892" y="22917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88"/>
                  </a:lnTo>
                  <a:lnTo>
                    <a:pt x="923210" y="910203"/>
                  </a:lnTo>
                  <a:lnTo>
                    <a:pt x="922534" y="912318"/>
                  </a:lnTo>
                  <a:lnTo>
                    <a:pt x="921870" y="914400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3309154" y="2274502"/>
              <a:ext cx="918118" cy="926027"/>
            </a:xfrm>
            <a:custGeom>
              <a:avLst/>
              <a:pathLst>
                <a:path w="918118" h="926027">
                  <a:moveTo>
                    <a:pt x="914400" y="914400"/>
                  </a:moveTo>
                  <a:lnTo>
                    <a:pt x="918118" y="914400"/>
                  </a:lnTo>
                  <a:lnTo>
                    <a:pt x="918005" y="914753"/>
                  </a:lnTo>
                  <a:lnTo>
                    <a:pt x="917328" y="916867"/>
                  </a:lnTo>
                  <a:lnTo>
                    <a:pt x="916652" y="918982"/>
                  </a:lnTo>
                  <a:lnTo>
                    <a:pt x="915975" y="921097"/>
                  </a:lnTo>
                  <a:lnTo>
                    <a:pt x="915299" y="923212"/>
                  </a:lnTo>
                  <a:lnTo>
                    <a:pt x="914623" y="925327"/>
                  </a:lnTo>
                  <a:lnTo>
                    <a:pt x="914400" y="926027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392195" y="2257264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6551" y="931638"/>
                  </a:lnTo>
                  <a:lnTo>
                    <a:pt x="906860" y="929976"/>
                  </a:lnTo>
                  <a:lnTo>
                    <a:pt x="909029" y="920009"/>
                  </a:lnTo>
                  <a:lnTo>
                    <a:pt x="910436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39219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4014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4107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4199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4292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4385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44776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4570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4662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47555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4848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4940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5033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5126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5218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5311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5403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25496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5589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5681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5774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586701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5959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6052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61448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6237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6330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26422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6515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26607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26700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679323" y="2274502"/>
              <a:ext cx="917979" cy="914400"/>
            </a:xfrm>
            <a:custGeom>
              <a:avLst/>
              <a:pathLst>
                <a:path w="9179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814" y="897161"/>
                  </a:lnTo>
                  <a:lnTo>
                    <a:pt x="917979" y="904022"/>
                  </a:lnTo>
                  <a:lnTo>
                    <a:pt x="917933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799732" y="22745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504" y="914400"/>
                  </a:lnTo>
                  <a:lnTo>
                    <a:pt x="909144" y="910647"/>
                  </a:lnTo>
                  <a:lnTo>
                    <a:pt x="909556" y="910241"/>
                  </a:lnTo>
                  <a:lnTo>
                    <a:pt x="909972" y="909832"/>
                  </a:lnTo>
                  <a:lnTo>
                    <a:pt x="910388" y="909423"/>
                  </a:lnTo>
                  <a:lnTo>
                    <a:pt x="910804" y="909014"/>
                  </a:lnTo>
                  <a:lnTo>
                    <a:pt x="911221" y="908605"/>
                  </a:lnTo>
                  <a:lnTo>
                    <a:pt x="911637" y="908196"/>
                  </a:lnTo>
                  <a:lnTo>
                    <a:pt x="912053" y="907787"/>
                  </a:lnTo>
                  <a:lnTo>
                    <a:pt x="912470" y="907378"/>
                  </a:lnTo>
                  <a:lnTo>
                    <a:pt x="912886" y="906969"/>
                  </a:lnTo>
                  <a:lnTo>
                    <a:pt x="913302" y="906560"/>
                  </a:lnTo>
                  <a:lnTo>
                    <a:pt x="913719" y="906151"/>
                  </a:lnTo>
                  <a:lnTo>
                    <a:pt x="914135" y="905742"/>
                  </a:lnTo>
                  <a:lnTo>
                    <a:pt x="914400" y="905483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808994" y="22572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721"/>
                  </a:lnTo>
                  <a:lnTo>
                    <a:pt x="905289" y="922572"/>
                  </a:lnTo>
                  <a:lnTo>
                    <a:pt x="905706" y="922163"/>
                  </a:lnTo>
                  <a:lnTo>
                    <a:pt x="906122" y="921754"/>
                  </a:lnTo>
                  <a:lnTo>
                    <a:pt x="906539" y="921345"/>
                  </a:lnTo>
                  <a:lnTo>
                    <a:pt x="906955" y="920936"/>
                  </a:lnTo>
                  <a:lnTo>
                    <a:pt x="907372" y="920528"/>
                  </a:lnTo>
                  <a:lnTo>
                    <a:pt x="907789" y="920119"/>
                  </a:lnTo>
                  <a:lnTo>
                    <a:pt x="908205" y="919710"/>
                  </a:lnTo>
                  <a:lnTo>
                    <a:pt x="908622" y="919301"/>
                  </a:lnTo>
                  <a:lnTo>
                    <a:pt x="909038" y="918892"/>
                  </a:lnTo>
                  <a:lnTo>
                    <a:pt x="909455" y="918484"/>
                  </a:lnTo>
                  <a:lnTo>
                    <a:pt x="909872" y="918075"/>
                  </a:lnTo>
                  <a:lnTo>
                    <a:pt x="910289" y="917666"/>
                  </a:lnTo>
                  <a:lnTo>
                    <a:pt x="910705" y="917257"/>
                  </a:lnTo>
                  <a:lnTo>
                    <a:pt x="911122" y="916849"/>
                  </a:lnTo>
                  <a:lnTo>
                    <a:pt x="911539" y="916440"/>
                  </a:lnTo>
                  <a:lnTo>
                    <a:pt x="911956" y="916031"/>
                  </a:lnTo>
                  <a:lnTo>
                    <a:pt x="912373" y="915623"/>
                  </a:lnTo>
                  <a:lnTo>
                    <a:pt x="912790" y="915214"/>
                  </a:lnTo>
                  <a:lnTo>
                    <a:pt x="913207" y="914805"/>
                  </a:lnTo>
                  <a:lnTo>
                    <a:pt x="913648" y="914400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8089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28182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275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367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8460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553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8645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8738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8830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89235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9016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9108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9201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9294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9386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9479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9571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9664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9757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9849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E">
                <a:alpha val="100000"/>
              </a:srgbClr>
            </a:solidFill>
            <a:ln w="5420" cap="flat">
              <a:solidFill>
                <a:srgbClr val="FFB3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9942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300350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30127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30220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303128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30405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30498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30590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30683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30775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30868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309612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310538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11464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312391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313317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314243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315169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316095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317022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317948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318874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319800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320727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216532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32257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32350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32443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32535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32628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27210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32813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32906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32998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3309154" y="2274502"/>
              <a:ext cx="923150" cy="914400"/>
            </a:xfrm>
            <a:custGeom>
              <a:avLst/>
              <a:pathLst>
                <a:path w="92315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150" y="897161"/>
                  </a:lnTo>
                  <a:lnTo>
                    <a:pt x="921238" y="904212"/>
                  </a:lnTo>
                  <a:lnTo>
                    <a:pt x="918686" y="912624"/>
                  </a:lnTo>
                  <a:lnTo>
                    <a:pt x="918118" y="914400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382932" y="2240025"/>
              <a:ext cx="914400" cy="914999"/>
            </a:xfrm>
            <a:custGeom>
              <a:avLst/>
              <a:pathLst>
                <a:path w="914400" h="914999">
                  <a:moveTo>
                    <a:pt x="914400" y="914400"/>
                  </a:moveTo>
                  <a:lnTo>
                    <a:pt x="914400" y="914999"/>
                  </a:lnTo>
                  <a:lnTo>
                    <a:pt x="914130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38293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20477" y="928533"/>
                  </a:lnTo>
                  <a:lnTo>
                    <a:pt x="920240" y="928005"/>
                  </a:lnTo>
                  <a:lnTo>
                    <a:pt x="919475" y="926300"/>
                  </a:lnTo>
                  <a:lnTo>
                    <a:pt x="918710" y="924595"/>
                  </a:lnTo>
                  <a:lnTo>
                    <a:pt x="917945" y="922890"/>
                  </a:lnTo>
                  <a:lnTo>
                    <a:pt x="917180" y="921186"/>
                  </a:lnTo>
                  <a:lnTo>
                    <a:pt x="916414" y="919481"/>
                  </a:lnTo>
                  <a:lnTo>
                    <a:pt x="915648" y="917776"/>
                  </a:lnTo>
                  <a:lnTo>
                    <a:pt x="914882" y="916072"/>
                  </a:lnTo>
                  <a:lnTo>
                    <a:pt x="914400" y="91499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39219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4014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4107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4199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4292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4385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44776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24570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4662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47555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4848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4940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5033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5126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5218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5311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5403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5496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5589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681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5774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586701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959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6052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261448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6237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330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6422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6515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6607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6700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679323" y="2257264"/>
              <a:ext cx="917814" cy="914400"/>
            </a:xfrm>
            <a:custGeom>
              <a:avLst/>
              <a:pathLst>
                <a:path w="91781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6959" y="897161"/>
                  </a:lnTo>
                  <a:lnTo>
                    <a:pt x="917139" y="899374"/>
                  </a:lnTo>
                  <a:lnTo>
                    <a:pt x="917715" y="910296"/>
                  </a:lnTo>
                  <a:lnTo>
                    <a:pt x="917814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808994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8" y="914400"/>
                  </a:lnTo>
                  <a:lnTo>
                    <a:pt x="914400" y="91370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818257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708"/>
                  </a:lnTo>
                  <a:lnTo>
                    <a:pt x="909037" y="910119"/>
                  </a:lnTo>
                  <a:lnTo>
                    <a:pt x="914252" y="905924"/>
                  </a:lnTo>
                  <a:lnTo>
                    <a:pt x="914400" y="905813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827519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36" y="905739"/>
                  </a:lnTo>
                  <a:lnTo>
                    <a:pt x="905485" y="905553"/>
                  </a:lnTo>
                  <a:lnTo>
                    <a:pt x="905734" y="905367"/>
                  </a:lnTo>
                  <a:lnTo>
                    <a:pt x="905982" y="905180"/>
                  </a:lnTo>
                  <a:lnTo>
                    <a:pt x="906231" y="904994"/>
                  </a:lnTo>
                  <a:lnTo>
                    <a:pt x="906480" y="904808"/>
                  </a:lnTo>
                  <a:lnTo>
                    <a:pt x="906729" y="904622"/>
                  </a:lnTo>
                  <a:lnTo>
                    <a:pt x="906978" y="904435"/>
                  </a:lnTo>
                  <a:lnTo>
                    <a:pt x="907227" y="904249"/>
                  </a:lnTo>
                  <a:lnTo>
                    <a:pt x="907475" y="904063"/>
                  </a:lnTo>
                  <a:lnTo>
                    <a:pt x="907724" y="903877"/>
                  </a:lnTo>
                  <a:lnTo>
                    <a:pt x="907973" y="903690"/>
                  </a:lnTo>
                  <a:lnTo>
                    <a:pt x="908222" y="903504"/>
                  </a:lnTo>
                  <a:lnTo>
                    <a:pt x="908471" y="903318"/>
                  </a:lnTo>
                  <a:lnTo>
                    <a:pt x="908720" y="903132"/>
                  </a:lnTo>
                  <a:lnTo>
                    <a:pt x="908969" y="902946"/>
                  </a:lnTo>
                  <a:lnTo>
                    <a:pt x="909217" y="902759"/>
                  </a:lnTo>
                  <a:lnTo>
                    <a:pt x="909466" y="902573"/>
                  </a:lnTo>
                  <a:lnTo>
                    <a:pt x="909715" y="902387"/>
                  </a:lnTo>
                  <a:lnTo>
                    <a:pt x="909964" y="902201"/>
                  </a:lnTo>
                  <a:lnTo>
                    <a:pt x="910213" y="902015"/>
                  </a:lnTo>
                  <a:lnTo>
                    <a:pt x="910462" y="901829"/>
                  </a:lnTo>
                  <a:lnTo>
                    <a:pt x="910711" y="901642"/>
                  </a:lnTo>
                  <a:lnTo>
                    <a:pt x="910960" y="901456"/>
                  </a:lnTo>
                  <a:lnTo>
                    <a:pt x="911209" y="901270"/>
                  </a:lnTo>
                  <a:lnTo>
                    <a:pt x="911458" y="901084"/>
                  </a:lnTo>
                  <a:lnTo>
                    <a:pt x="911707" y="900898"/>
                  </a:lnTo>
                  <a:lnTo>
                    <a:pt x="911956" y="900712"/>
                  </a:lnTo>
                  <a:lnTo>
                    <a:pt x="912205" y="900526"/>
                  </a:lnTo>
                  <a:lnTo>
                    <a:pt x="912454" y="900339"/>
                  </a:lnTo>
                  <a:lnTo>
                    <a:pt x="912703" y="900153"/>
                  </a:lnTo>
                  <a:lnTo>
                    <a:pt x="912952" y="899967"/>
                  </a:lnTo>
                  <a:lnTo>
                    <a:pt x="913201" y="899781"/>
                  </a:lnTo>
                  <a:lnTo>
                    <a:pt x="913450" y="899595"/>
                  </a:lnTo>
                  <a:lnTo>
                    <a:pt x="913699" y="899409"/>
                  </a:lnTo>
                  <a:lnTo>
                    <a:pt x="913948" y="899223"/>
                  </a:lnTo>
                  <a:lnTo>
                    <a:pt x="914197" y="899037"/>
                  </a:lnTo>
                  <a:lnTo>
                    <a:pt x="914400" y="898885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36781" y="22400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83" y="916089"/>
                  </a:lnTo>
                  <a:lnTo>
                    <a:pt x="905433" y="915903"/>
                  </a:lnTo>
                  <a:lnTo>
                    <a:pt x="905682" y="915717"/>
                  </a:lnTo>
                  <a:lnTo>
                    <a:pt x="905931" y="915531"/>
                  </a:lnTo>
                  <a:lnTo>
                    <a:pt x="906180" y="915345"/>
                  </a:lnTo>
                  <a:lnTo>
                    <a:pt x="906429" y="915159"/>
                  </a:lnTo>
                  <a:lnTo>
                    <a:pt x="906678" y="914973"/>
                  </a:lnTo>
                  <a:lnTo>
                    <a:pt x="906927" y="914787"/>
                  </a:lnTo>
                  <a:lnTo>
                    <a:pt x="907176" y="914601"/>
                  </a:lnTo>
                  <a:lnTo>
                    <a:pt x="907445" y="914400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8367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8460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53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645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8738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8830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89235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9016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9108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9201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9294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9386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9479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9571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9664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9757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9849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9942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300350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30127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0220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03128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0405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0498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0590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0683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0775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0868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09612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10538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11464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12391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13317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14243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15169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16095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17022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17948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18874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19800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20727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216532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22579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2350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2443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2535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2628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27210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2813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2906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2998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309154" y="22572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472"/>
                  </a:lnTo>
                  <a:lnTo>
                    <a:pt x="923577" y="912826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318417" y="2240025"/>
              <a:ext cx="917978" cy="929710"/>
            </a:xfrm>
            <a:custGeom>
              <a:avLst/>
              <a:pathLst>
                <a:path w="917978" h="929710">
                  <a:moveTo>
                    <a:pt x="914400" y="914400"/>
                  </a:moveTo>
                  <a:lnTo>
                    <a:pt x="917978" y="914400"/>
                  </a:lnTo>
                  <a:lnTo>
                    <a:pt x="917572" y="916196"/>
                  </a:lnTo>
                  <a:lnTo>
                    <a:pt x="917005" y="918714"/>
                  </a:lnTo>
                  <a:lnTo>
                    <a:pt x="916434" y="921246"/>
                  </a:lnTo>
                  <a:lnTo>
                    <a:pt x="914400" y="92971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2382932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16" y="931606"/>
                  </a:lnTo>
                  <a:lnTo>
                    <a:pt x="913349" y="929901"/>
                  </a:lnTo>
                  <a:lnTo>
                    <a:pt x="912582" y="928197"/>
                  </a:lnTo>
                  <a:lnTo>
                    <a:pt x="911815" y="926492"/>
                  </a:lnTo>
                  <a:lnTo>
                    <a:pt x="911048" y="924788"/>
                  </a:lnTo>
                  <a:lnTo>
                    <a:pt x="910281" y="923084"/>
                  </a:lnTo>
                  <a:lnTo>
                    <a:pt x="909513" y="921380"/>
                  </a:lnTo>
                  <a:lnTo>
                    <a:pt x="908746" y="919676"/>
                  </a:lnTo>
                  <a:lnTo>
                    <a:pt x="907978" y="917972"/>
                  </a:lnTo>
                  <a:lnTo>
                    <a:pt x="907210" y="916267"/>
                  </a:lnTo>
                  <a:lnTo>
                    <a:pt x="906441" y="914564"/>
                  </a:lnTo>
                  <a:lnTo>
                    <a:pt x="906367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238293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239219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24014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24107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24199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24292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24385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244776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24570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24662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247555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24848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24940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25033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25126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25218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25311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25403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25496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25589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25681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25774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2586701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25959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26052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261448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26237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26330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26422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26515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26607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26700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2679323" y="2240025"/>
              <a:ext cx="916959" cy="914400"/>
            </a:xfrm>
            <a:custGeom>
              <a:avLst/>
              <a:pathLst>
                <a:path w="9169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297" y="897161"/>
                  </a:lnTo>
                  <a:lnTo>
                    <a:pt x="916253" y="905762"/>
                  </a:lnTo>
                  <a:lnTo>
                    <a:pt x="916959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2836781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445" y="914400"/>
                  </a:lnTo>
                  <a:lnTo>
                    <a:pt x="907674" y="914229"/>
                  </a:lnTo>
                  <a:lnTo>
                    <a:pt x="907923" y="914043"/>
                  </a:lnTo>
                  <a:lnTo>
                    <a:pt x="908172" y="913857"/>
                  </a:lnTo>
                  <a:lnTo>
                    <a:pt x="908421" y="913671"/>
                  </a:lnTo>
                  <a:lnTo>
                    <a:pt x="908671" y="913485"/>
                  </a:lnTo>
                  <a:lnTo>
                    <a:pt x="908920" y="913299"/>
                  </a:lnTo>
                  <a:lnTo>
                    <a:pt x="909169" y="913113"/>
                  </a:lnTo>
                  <a:lnTo>
                    <a:pt x="909418" y="912927"/>
                  </a:lnTo>
                  <a:lnTo>
                    <a:pt x="909667" y="912741"/>
                  </a:lnTo>
                  <a:lnTo>
                    <a:pt x="909916" y="912555"/>
                  </a:lnTo>
                  <a:lnTo>
                    <a:pt x="910166" y="912369"/>
                  </a:lnTo>
                  <a:lnTo>
                    <a:pt x="910415" y="912183"/>
                  </a:lnTo>
                  <a:lnTo>
                    <a:pt x="910664" y="911997"/>
                  </a:lnTo>
                  <a:lnTo>
                    <a:pt x="910913" y="911811"/>
                  </a:lnTo>
                  <a:lnTo>
                    <a:pt x="911162" y="911625"/>
                  </a:lnTo>
                  <a:lnTo>
                    <a:pt x="911411" y="911439"/>
                  </a:lnTo>
                  <a:lnTo>
                    <a:pt x="911661" y="911253"/>
                  </a:lnTo>
                  <a:lnTo>
                    <a:pt x="914400" y="909313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2846043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313"/>
                  </a:lnTo>
                  <a:lnTo>
                    <a:pt x="905336" y="909017"/>
                  </a:lnTo>
                  <a:lnTo>
                    <a:pt x="910052" y="902708"/>
                  </a:lnTo>
                  <a:lnTo>
                    <a:pt x="914400" y="897511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2855306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50"/>
                  </a:lnTo>
                  <a:lnTo>
                    <a:pt x="905430" y="914400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28553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28645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28738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28830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28923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29016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29108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29201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29294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29386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29479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29571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29664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29757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29849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29942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00350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0127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0220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03128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0405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0498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0590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0683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0775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0868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09612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10538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11464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12391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13317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14243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15169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16095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17022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17948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18874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19800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20727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216532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22579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2350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2443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2535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2628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27210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2813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2906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2998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3091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318417" y="2240025"/>
              <a:ext cx="921873" cy="914400"/>
            </a:xfrm>
            <a:custGeom>
              <a:avLst/>
              <a:pathLst>
                <a:path w="92187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73" y="897161"/>
                  </a:lnTo>
                  <a:lnTo>
                    <a:pt x="921553" y="898573"/>
                  </a:lnTo>
                  <a:lnTo>
                    <a:pt x="920984" y="901090"/>
                  </a:lnTo>
                  <a:lnTo>
                    <a:pt x="920415" y="903608"/>
                  </a:lnTo>
                  <a:lnTo>
                    <a:pt x="919846" y="906125"/>
                  </a:lnTo>
                  <a:lnTo>
                    <a:pt x="919277" y="908643"/>
                  </a:lnTo>
                  <a:lnTo>
                    <a:pt x="918709" y="911161"/>
                  </a:lnTo>
                  <a:lnTo>
                    <a:pt x="918140" y="913678"/>
                  </a:lnTo>
                  <a:lnTo>
                    <a:pt x="917978" y="91440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2373670" y="2205548"/>
              <a:ext cx="914400" cy="928911"/>
            </a:xfrm>
            <a:custGeom>
              <a:avLst/>
              <a:pathLst>
                <a:path w="914400" h="928911">
                  <a:moveTo>
                    <a:pt x="914400" y="914400"/>
                  </a:moveTo>
                  <a:lnTo>
                    <a:pt x="914400" y="928911"/>
                  </a:lnTo>
                  <a:lnTo>
                    <a:pt x="914166" y="928394"/>
                  </a:lnTo>
                  <a:lnTo>
                    <a:pt x="913397" y="926690"/>
                  </a:lnTo>
                  <a:lnTo>
                    <a:pt x="912628" y="924987"/>
                  </a:lnTo>
                  <a:lnTo>
                    <a:pt x="911859" y="923283"/>
                  </a:lnTo>
                  <a:lnTo>
                    <a:pt x="911089" y="921579"/>
                  </a:lnTo>
                  <a:lnTo>
                    <a:pt x="910319" y="919876"/>
                  </a:lnTo>
                  <a:lnTo>
                    <a:pt x="909549" y="918172"/>
                  </a:lnTo>
                  <a:lnTo>
                    <a:pt x="908779" y="916468"/>
                  </a:lnTo>
                  <a:lnTo>
                    <a:pt x="908009" y="914765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23736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29" y="931638"/>
                  </a:lnTo>
                  <a:lnTo>
                    <a:pt x="914935" y="930098"/>
                  </a:lnTo>
                  <a:lnTo>
                    <a:pt x="914400" y="928911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238293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239219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24014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24107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24199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24292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243850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244776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24570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24662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247555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24848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24940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25033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25126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25218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25311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25403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25496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25589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25681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25774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2586701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25959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26052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261448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26237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26330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26422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26515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26607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2679323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789" y="897161"/>
                  </a:lnTo>
                  <a:lnTo>
                    <a:pt x="913560" y="901639"/>
                  </a:lnTo>
                  <a:lnTo>
                    <a:pt x="914400" y="907585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2679323" y="2222787"/>
              <a:ext cx="915297" cy="914400"/>
            </a:xfrm>
            <a:custGeom>
              <a:avLst/>
              <a:pathLst>
                <a:path w="915297" h="914400">
                  <a:moveTo>
                    <a:pt x="914400" y="914400"/>
                  </a:moveTo>
                  <a:lnTo>
                    <a:pt x="914400" y="907585"/>
                  </a:lnTo>
                  <a:lnTo>
                    <a:pt x="915059" y="912254"/>
                  </a:lnTo>
                  <a:lnTo>
                    <a:pt x="915297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2855306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430" y="914400"/>
                  </a:lnTo>
                  <a:lnTo>
                    <a:pt x="905677" y="914105"/>
                  </a:lnTo>
                  <a:lnTo>
                    <a:pt x="910721" y="908746"/>
                  </a:lnTo>
                  <a:lnTo>
                    <a:pt x="914400" y="905300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2864568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300"/>
                  </a:lnTo>
                  <a:lnTo>
                    <a:pt x="906646" y="903885"/>
                  </a:lnTo>
                  <a:lnTo>
                    <a:pt x="911964" y="899536"/>
                  </a:lnTo>
                  <a:lnTo>
                    <a:pt x="912357" y="899236"/>
                  </a:lnTo>
                  <a:lnTo>
                    <a:pt x="912754" y="898934"/>
                  </a:lnTo>
                  <a:lnTo>
                    <a:pt x="913151" y="898632"/>
                  </a:lnTo>
                  <a:lnTo>
                    <a:pt x="913548" y="898330"/>
                  </a:lnTo>
                  <a:lnTo>
                    <a:pt x="913945" y="898029"/>
                  </a:lnTo>
                  <a:lnTo>
                    <a:pt x="914400" y="897683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873830" y="22055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921"/>
                  </a:lnTo>
                  <a:lnTo>
                    <a:pt x="905477" y="914663"/>
                  </a:lnTo>
                  <a:lnTo>
                    <a:pt x="905824" y="914400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8738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8830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8923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9016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9108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9201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9294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9386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9479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9571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9664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9757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9849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9942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300350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30127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30220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303128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30405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30498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30590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30683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30775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308686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309612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310538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311464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312391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313317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314243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315169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316095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317022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317948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318874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319800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32072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3216532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322579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32350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32443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32535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32628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327210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328136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32906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32998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33091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3318417" y="22227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497"/>
                  </a:lnTo>
                  <a:lnTo>
                    <a:pt x="923263" y="908259"/>
                  </a:lnTo>
                  <a:lnTo>
                    <a:pt x="922693" y="910776"/>
                  </a:lnTo>
                  <a:lnTo>
                    <a:pt x="922123" y="913294"/>
                  </a:lnTo>
                  <a:lnTo>
                    <a:pt x="921873" y="91440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3327679" y="2205548"/>
              <a:ext cx="916792" cy="923736"/>
            </a:xfrm>
            <a:custGeom>
              <a:avLst/>
              <a:pathLst>
                <a:path w="916792" h="923736">
                  <a:moveTo>
                    <a:pt x="914400" y="914400"/>
                  </a:moveTo>
                  <a:lnTo>
                    <a:pt x="916792" y="914400"/>
                  </a:lnTo>
                  <a:lnTo>
                    <a:pt x="916667" y="914867"/>
                  </a:lnTo>
                  <a:lnTo>
                    <a:pt x="915863" y="917877"/>
                  </a:lnTo>
                  <a:lnTo>
                    <a:pt x="915060" y="920887"/>
                  </a:lnTo>
                  <a:lnTo>
                    <a:pt x="914963" y="921250"/>
                  </a:lnTo>
                  <a:lnTo>
                    <a:pt x="914571" y="922980"/>
                  </a:lnTo>
                  <a:lnTo>
                    <a:pt x="914400" y="923736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2364408" y="2188310"/>
              <a:ext cx="914399" cy="925659"/>
            </a:xfrm>
            <a:custGeom>
              <a:avLst/>
              <a:pathLst>
                <a:path w="914399" h="925659">
                  <a:moveTo>
                    <a:pt x="914399" y="914400"/>
                  </a:moveTo>
                  <a:lnTo>
                    <a:pt x="914399" y="925659"/>
                  </a:lnTo>
                  <a:lnTo>
                    <a:pt x="914187" y="925190"/>
                  </a:lnTo>
                  <a:lnTo>
                    <a:pt x="913416" y="923487"/>
                  </a:lnTo>
                  <a:lnTo>
                    <a:pt x="912644" y="921784"/>
                  </a:lnTo>
                  <a:lnTo>
                    <a:pt x="911872" y="920081"/>
                  </a:lnTo>
                  <a:lnTo>
                    <a:pt x="911100" y="918378"/>
                  </a:lnTo>
                  <a:lnTo>
                    <a:pt x="910328" y="916675"/>
                  </a:lnTo>
                  <a:lnTo>
                    <a:pt x="909555" y="914972"/>
                  </a:lnTo>
                  <a:lnTo>
                    <a:pt x="909296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36440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6500" y="930300"/>
                  </a:lnTo>
                  <a:lnTo>
                    <a:pt x="915729" y="928597"/>
                  </a:lnTo>
                  <a:lnTo>
                    <a:pt x="914958" y="926893"/>
                  </a:lnTo>
                  <a:lnTo>
                    <a:pt x="914399" y="92565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3736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238293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39219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4014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4107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24199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24292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243850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244776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24570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24662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247555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24848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24940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25033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25126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25218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25311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25403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25496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25589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25681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25774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2586701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25959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26052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261448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26237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26330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26422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26515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26607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2670061" y="2205548"/>
              <a:ext cx="922051" cy="914400"/>
            </a:xfrm>
            <a:custGeom>
              <a:avLst/>
              <a:pathLst>
                <a:path w="92205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03" y="897161"/>
                  </a:lnTo>
                  <a:lnTo>
                    <a:pt x="918932" y="897316"/>
                  </a:lnTo>
                  <a:lnTo>
                    <a:pt x="919037" y="897871"/>
                  </a:lnTo>
                  <a:lnTo>
                    <a:pt x="919142" y="898427"/>
                  </a:lnTo>
                  <a:lnTo>
                    <a:pt x="919246" y="898982"/>
                  </a:lnTo>
                  <a:lnTo>
                    <a:pt x="919351" y="899538"/>
                  </a:lnTo>
                  <a:lnTo>
                    <a:pt x="919455" y="900093"/>
                  </a:lnTo>
                  <a:lnTo>
                    <a:pt x="919560" y="900649"/>
                  </a:lnTo>
                  <a:lnTo>
                    <a:pt x="919664" y="901204"/>
                  </a:lnTo>
                  <a:lnTo>
                    <a:pt x="919769" y="901760"/>
                  </a:lnTo>
                  <a:lnTo>
                    <a:pt x="919874" y="902316"/>
                  </a:lnTo>
                  <a:lnTo>
                    <a:pt x="919978" y="902871"/>
                  </a:lnTo>
                  <a:lnTo>
                    <a:pt x="920083" y="903427"/>
                  </a:lnTo>
                  <a:lnTo>
                    <a:pt x="920187" y="903982"/>
                  </a:lnTo>
                  <a:lnTo>
                    <a:pt x="920292" y="904538"/>
                  </a:lnTo>
                  <a:lnTo>
                    <a:pt x="920396" y="905093"/>
                  </a:lnTo>
                  <a:lnTo>
                    <a:pt x="920501" y="905649"/>
                  </a:lnTo>
                  <a:lnTo>
                    <a:pt x="920605" y="906204"/>
                  </a:lnTo>
                  <a:lnTo>
                    <a:pt x="920710" y="906760"/>
                  </a:lnTo>
                  <a:lnTo>
                    <a:pt x="920814" y="907315"/>
                  </a:lnTo>
                  <a:lnTo>
                    <a:pt x="920918" y="907871"/>
                  </a:lnTo>
                  <a:lnTo>
                    <a:pt x="921023" y="908426"/>
                  </a:lnTo>
                  <a:lnTo>
                    <a:pt x="922051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2873830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874" y="914361"/>
                  </a:lnTo>
                  <a:lnTo>
                    <a:pt x="906271" y="914060"/>
                  </a:lnTo>
                  <a:lnTo>
                    <a:pt x="906668" y="913758"/>
                  </a:lnTo>
                  <a:lnTo>
                    <a:pt x="907065" y="913456"/>
                  </a:lnTo>
                  <a:lnTo>
                    <a:pt x="907462" y="913154"/>
                  </a:lnTo>
                  <a:lnTo>
                    <a:pt x="907859" y="912852"/>
                  </a:lnTo>
                  <a:lnTo>
                    <a:pt x="908256" y="912551"/>
                  </a:lnTo>
                  <a:lnTo>
                    <a:pt x="908653" y="912249"/>
                  </a:lnTo>
                  <a:lnTo>
                    <a:pt x="909051" y="911947"/>
                  </a:lnTo>
                  <a:lnTo>
                    <a:pt x="909448" y="911646"/>
                  </a:lnTo>
                  <a:lnTo>
                    <a:pt x="909845" y="911344"/>
                  </a:lnTo>
                  <a:lnTo>
                    <a:pt x="910242" y="911042"/>
                  </a:lnTo>
                  <a:lnTo>
                    <a:pt x="910639" y="910740"/>
                  </a:lnTo>
                  <a:lnTo>
                    <a:pt x="911037" y="910439"/>
                  </a:lnTo>
                  <a:lnTo>
                    <a:pt x="911434" y="910137"/>
                  </a:lnTo>
                  <a:lnTo>
                    <a:pt x="911831" y="909836"/>
                  </a:lnTo>
                  <a:lnTo>
                    <a:pt x="912229" y="909534"/>
                  </a:lnTo>
                  <a:lnTo>
                    <a:pt x="912626" y="909232"/>
                  </a:lnTo>
                  <a:lnTo>
                    <a:pt x="913023" y="908931"/>
                  </a:lnTo>
                  <a:lnTo>
                    <a:pt x="913421" y="908629"/>
                  </a:lnTo>
                  <a:lnTo>
                    <a:pt x="913818" y="908327"/>
                  </a:lnTo>
                  <a:lnTo>
                    <a:pt x="914215" y="908026"/>
                  </a:lnTo>
                  <a:lnTo>
                    <a:pt x="914400" y="907886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2883092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886"/>
                  </a:lnTo>
                  <a:lnTo>
                    <a:pt x="905351" y="907724"/>
                  </a:lnTo>
                  <a:lnTo>
                    <a:pt x="905748" y="907423"/>
                  </a:lnTo>
                  <a:lnTo>
                    <a:pt x="906145" y="907121"/>
                  </a:lnTo>
                  <a:lnTo>
                    <a:pt x="911308" y="903480"/>
                  </a:lnTo>
                  <a:lnTo>
                    <a:pt x="914400" y="901621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2892354" y="21883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59"/>
                  </a:lnTo>
                  <a:lnTo>
                    <a:pt x="907298" y="917560"/>
                  </a:lnTo>
                  <a:lnTo>
                    <a:pt x="912629" y="914890"/>
                  </a:lnTo>
                  <a:lnTo>
                    <a:pt x="913846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28923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29016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29108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29201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29294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29386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29479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29571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29664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29757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29849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29942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300350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30127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30220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303128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30405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30498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30590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30683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30775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308686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309612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310538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311464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312391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313317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314243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315169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316095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317022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317948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318874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319800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32072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3216532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322579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32350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32443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32535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32628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327210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328136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32906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32998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33091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33184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3327679" y="2205548"/>
              <a:ext cx="921403" cy="914400"/>
            </a:xfrm>
            <a:custGeom>
              <a:avLst/>
              <a:pathLst>
                <a:path w="9214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03" y="897161"/>
                  </a:lnTo>
                  <a:lnTo>
                    <a:pt x="920691" y="899818"/>
                  </a:lnTo>
                  <a:lnTo>
                    <a:pt x="919886" y="902828"/>
                  </a:lnTo>
                  <a:lnTo>
                    <a:pt x="919080" y="905838"/>
                  </a:lnTo>
                  <a:lnTo>
                    <a:pt x="918275" y="908847"/>
                  </a:lnTo>
                  <a:lnTo>
                    <a:pt x="917471" y="911857"/>
                  </a:lnTo>
                  <a:lnTo>
                    <a:pt x="916792" y="914400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2355146" y="2171071"/>
              <a:ext cx="914400" cy="922481"/>
            </a:xfrm>
            <a:custGeom>
              <a:avLst/>
              <a:pathLst>
                <a:path w="914400" h="922481">
                  <a:moveTo>
                    <a:pt x="914400" y="914400"/>
                  </a:moveTo>
                  <a:lnTo>
                    <a:pt x="914400" y="922481"/>
                  </a:lnTo>
                  <a:lnTo>
                    <a:pt x="914178" y="921993"/>
                  </a:lnTo>
                  <a:lnTo>
                    <a:pt x="913404" y="920291"/>
                  </a:lnTo>
                  <a:lnTo>
                    <a:pt x="912630" y="918588"/>
                  </a:lnTo>
                  <a:lnTo>
                    <a:pt x="911856" y="916886"/>
                  </a:lnTo>
                  <a:lnTo>
                    <a:pt x="911081" y="915183"/>
                  </a:lnTo>
                  <a:lnTo>
                    <a:pt x="910724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235514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58" y="931638"/>
                  </a:lnTo>
                  <a:lnTo>
                    <a:pt x="918045" y="930507"/>
                  </a:lnTo>
                  <a:lnTo>
                    <a:pt x="917272" y="928804"/>
                  </a:lnTo>
                  <a:lnTo>
                    <a:pt x="916499" y="927101"/>
                  </a:lnTo>
                  <a:lnTo>
                    <a:pt x="915725" y="925399"/>
                  </a:lnTo>
                  <a:lnTo>
                    <a:pt x="914952" y="923696"/>
                  </a:lnTo>
                  <a:lnTo>
                    <a:pt x="914400" y="922481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236440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23736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238293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239219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24014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24107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24199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24292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243850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244776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24570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24662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247555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24848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249407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250334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251260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252186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253112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254039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254965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255891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256817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257743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2586701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259596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260522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261448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262375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263301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264227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265153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26607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2670061" y="2188310"/>
              <a:ext cx="918903" cy="914400"/>
            </a:xfrm>
            <a:custGeom>
              <a:avLst/>
              <a:pathLst>
                <a:path w="918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652" y="897161"/>
                  </a:lnTo>
                  <a:lnTo>
                    <a:pt x="915685" y="897333"/>
                  </a:lnTo>
                  <a:lnTo>
                    <a:pt x="915790" y="897889"/>
                  </a:lnTo>
                  <a:lnTo>
                    <a:pt x="915895" y="898444"/>
                  </a:lnTo>
                  <a:lnTo>
                    <a:pt x="916000" y="899000"/>
                  </a:lnTo>
                  <a:lnTo>
                    <a:pt x="916104" y="899555"/>
                  </a:lnTo>
                  <a:lnTo>
                    <a:pt x="916209" y="900111"/>
                  </a:lnTo>
                  <a:lnTo>
                    <a:pt x="916314" y="900666"/>
                  </a:lnTo>
                  <a:lnTo>
                    <a:pt x="916419" y="901222"/>
                  </a:lnTo>
                  <a:lnTo>
                    <a:pt x="916524" y="901777"/>
                  </a:lnTo>
                  <a:lnTo>
                    <a:pt x="916629" y="902333"/>
                  </a:lnTo>
                  <a:lnTo>
                    <a:pt x="916733" y="902888"/>
                  </a:lnTo>
                  <a:lnTo>
                    <a:pt x="916838" y="903444"/>
                  </a:lnTo>
                  <a:lnTo>
                    <a:pt x="916943" y="903999"/>
                  </a:lnTo>
                  <a:lnTo>
                    <a:pt x="917048" y="904555"/>
                  </a:lnTo>
                  <a:lnTo>
                    <a:pt x="917153" y="905110"/>
                  </a:lnTo>
                  <a:lnTo>
                    <a:pt x="917257" y="905666"/>
                  </a:lnTo>
                  <a:lnTo>
                    <a:pt x="917362" y="906222"/>
                  </a:lnTo>
                  <a:lnTo>
                    <a:pt x="917467" y="906777"/>
                  </a:lnTo>
                  <a:lnTo>
                    <a:pt x="917572" y="907333"/>
                  </a:lnTo>
                  <a:lnTo>
                    <a:pt x="917676" y="907888"/>
                  </a:lnTo>
                  <a:lnTo>
                    <a:pt x="917781" y="908444"/>
                  </a:lnTo>
                  <a:lnTo>
                    <a:pt x="917886" y="908999"/>
                  </a:lnTo>
                  <a:lnTo>
                    <a:pt x="917990" y="909555"/>
                  </a:lnTo>
                  <a:lnTo>
                    <a:pt x="918095" y="910110"/>
                  </a:lnTo>
                  <a:lnTo>
                    <a:pt x="918200" y="910666"/>
                  </a:lnTo>
                  <a:lnTo>
                    <a:pt x="918305" y="911221"/>
                  </a:lnTo>
                  <a:lnTo>
                    <a:pt x="918409" y="911777"/>
                  </a:lnTo>
                  <a:lnTo>
                    <a:pt x="918514" y="912332"/>
                  </a:lnTo>
                  <a:lnTo>
                    <a:pt x="918618" y="912888"/>
                  </a:lnTo>
                  <a:lnTo>
                    <a:pt x="918723" y="913443"/>
                  </a:lnTo>
                  <a:lnTo>
                    <a:pt x="918828" y="913999"/>
                  </a:lnTo>
                  <a:lnTo>
                    <a:pt x="918903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289235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46" y="914400"/>
                  </a:lnTo>
                  <a:lnTo>
                    <a:pt x="914400" y="914176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290161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76"/>
                  </a:lnTo>
                  <a:lnTo>
                    <a:pt x="908763" y="912716"/>
                  </a:lnTo>
                  <a:lnTo>
                    <a:pt x="914209" y="911043"/>
                  </a:lnTo>
                  <a:lnTo>
                    <a:pt x="914400" y="911002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291087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002"/>
                  </a:lnTo>
                  <a:lnTo>
                    <a:pt x="910432" y="909876"/>
                  </a:lnTo>
                  <a:lnTo>
                    <a:pt x="914400" y="909401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292014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01"/>
                  </a:lnTo>
                  <a:lnTo>
                    <a:pt x="906679" y="909217"/>
                  </a:lnTo>
                  <a:lnTo>
                    <a:pt x="907068" y="909188"/>
                  </a:lnTo>
                  <a:lnTo>
                    <a:pt x="907460" y="909159"/>
                  </a:lnTo>
                  <a:lnTo>
                    <a:pt x="907851" y="909131"/>
                  </a:lnTo>
                  <a:lnTo>
                    <a:pt x="908242" y="909102"/>
                  </a:lnTo>
                  <a:lnTo>
                    <a:pt x="908633" y="909074"/>
                  </a:lnTo>
                  <a:lnTo>
                    <a:pt x="909025" y="909045"/>
                  </a:lnTo>
                  <a:lnTo>
                    <a:pt x="909416" y="909016"/>
                  </a:lnTo>
                  <a:lnTo>
                    <a:pt x="909807" y="908988"/>
                  </a:lnTo>
                  <a:lnTo>
                    <a:pt x="910199" y="908959"/>
                  </a:lnTo>
                  <a:lnTo>
                    <a:pt x="910590" y="908931"/>
                  </a:lnTo>
                  <a:lnTo>
                    <a:pt x="910981" y="908902"/>
                  </a:lnTo>
                  <a:lnTo>
                    <a:pt x="911373" y="908874"/>
                  </a:lnTo>
                  <a:lnTo>
                    <a:pt x="911764" y="908845"/>
                  </a:lnTo>
                  <a:lnTo>
                    <a:pt x="912155" y="908816"/>
                  </a:lnTo>
                  <a:lnTo>
                    <a:pt x="912547" y="908788"/>
                  </a:lnTo>
                  <a:lnTo>
                    <a:pt x="912938" y="908759"/>
                  </a:lnTo>
                  <a:lnTo>
                    <a:pt x="913329" y="908731"/>
                  </a:lnTo>
                  <a:lnTo>
                    <a:pt x="913721" y="908703"/>
                  </a:lnTo>
                  <a:lnTo>
                    <a:pt x="914112" y="908674"/>
                  </a:lnTo>
                  <a:lnTo>
                    <a:pt x="914400" y="908653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292940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1" y="908646"/>
                  </a:lnTo>
                  <a:lnTo>
                    <a:pt x="905632" y="908617"/>
                  </a:lnTo>
                  <a:lnTo>
                    <a:pt x="906024" y="908589"/>
                  </a:lnTo>
                  <a:lnTo>
                    <a:pt x="906415" y="908560"/>
                  </a:lnTo>
                  <a:lnTo>
                    <a:pt x="906806" y="908532"/>
                  </a:lnTo>
                  <a:lnTo>
                    <a:pt x="907198" y="908504"/>
                  </a:lnTo>
                  <a:lnTo>
                    <a:pt x="907589" y="908475"/>
                  </a:lnTo>
                  <a:lnTo>
                    <a:pt x="907980" y="908447"/>
                  </a:lnTo>
                  <a:lnTo>
                    <a:pt x="908372" y="908419"/>
                  </a:lnTo>
                  <a:lnTo>
                    <a:pt x="908763" y="908390"/>
                  </a:lnTo>
                  <a:lnTo>
                    <a:pt x="909155" y="908362"/>
                  </a:lnTo>
                  <a:lnTo>
                    <a:pt x="909546" y="908334"/>
                  </a:lnTo>
                  <a:lnTo>
                    <a:pt x="909937" y="908305"/>
                  </a:lnTo>
                  <a:lnTo>
                    <a:pt x="910329" y="908277"/>
                  </a:lnTo>
                  <a:lnTo>
                    <a:pt x="910720" y="908249"/>
                  </a:lnTo>
                  <a:lnTo>
                    <a:pt x="911111" y="908221"/>
                  </a:lnTo>
                  <a:lnTo>
                    <a:pt x="911503" y="908192"/>
                  </a:lnTo>
                  <a:lnTo>
                    <a:pt x="911894" y="908164"/>
                  </a:lnTo>
                  <a:lnTo>
                    <a:pt x="912285" y="908136"/>
                  </a:lnTo>
                  <a:lnTo>
                    <a:pt x="912677" y="908108"/>
                  </a:lnTo>
                  <a:lnTo>
                    <a:pt x="913068" y="908080"/>
                  </a:lnTo>
                  <a:lnTo>
                    <a:pt x="913459" y="908051"/>
                  </a:lnTo>
                  <a:lnTo>
                    <a:pt x="913851" y="908023"/>
                  </a:lnTo>
                  <a:lnTo>
                    <a:pt x="914242" y="907995"/>
                  </a:lnTo>
                  <a:lnTo>
                    <a:pt x="914400" y="907984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293866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984"/>
                  </a:lnTo>
                  <a:lnTo>
                    <a:pt x="905371" y="907967"/>
                  </a:lnTo>
                  <a:lnTo>
                    <a:pt x="905763" y="907939"/>
                  </a:lnTo>
                  <a:lnTo>
                    <a:pt x="906154" y="907911"/>
                  </a:lnTo>
                  <a:lnTo>
                    <a:pt x="906545" y="907883"/>
                  </a:lnTo>
                  <a:lnTo>
                    <a:pt x="906937" y="907854"/>
                  </a:lnTo>
                  <a:lnTo>
                    <a:pt x="907328" y="907826"/>
                  </a:lnTo>
                  <a:lnTo>
                    <a:pt x="907720" y="907798"/>
                  </a:lnTo>
                  <a:lnTo>
                    <a:pt x="908111" y="907770"/>
                  </a:lnTo>
                  <a:lnTo>
                    <a:pt x="908502" y="907742"/>
                  </a:lnTo>
                  <a:lnTo>
                    <a:pt x="908894" y="907714"/>
                  </a:lnTo>
                  <a:lnTo>
                    <a:pt x="909285" y="907686"/>
                  </a:lnTo>
                  <a:lnTo>
                    <a:pt x="909677" y="907658"/>
                  </a:lnTo>
                  <a:lnTo>
                    <a:pt x="910068" y="907630"/>
                  </a:lnTo>
                  <a:lnTo>
                    <a:pt x="910459" y="907602"/>
                  </a:lnTo>
                  <a:lnTo>
                    <a:pt x="910851" y="907574"/>
                  </a:lnTo>
                  <a:lnTo>
                    <a:pt x="911242" y="907546"/>
                  </a:lnTo>
                  <a:lnTo>
                    <a:pt x="911634" y="907518"/>
                  </a:lnTo>
                  <a:lnTo>
                    <a:pt x="912025" y="907490"/>
                  </a:lnTo>
                  <a:lnTo>
                    <a:pt x="912416" y="907463"/>
                  </a:lnTo>
                  <a:lnTo>
                    <a:pt x="912808" y="907435"/>
                  </a:lnTo>
                  <a:lnTo>
                    <a:pt x="913199" y="907407"/>
                  </a:lnTo>
                  <a:lnTo>
                    <a:pt x="913591" y="907379"/>
                  </a:lnTo>
                  <a:lnTo>
                    <a:pt x="913982" y="907351"/>
                  </a:lnTo>
                  <a:lnTo>
                    <a:pt x="914400" y="907321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2947928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321"/>
                  </a:lnTo>
                  <a:lnTo>
                    <a:pt x="905503" y="907295"/>
                  </a:lnTo>
                  <a:lnTo>
                    <a:pt x="905894" y="907267"/>
                  </a:lnTo>
                  <a:lnTo>
                    <a:pt x="906285" y="907240"/>
                  </a:lnTo>
                  <a:lnTo>
                    <a:pt x="906677" y="907212"/>
                  </a:lnTo>
                  <a:lnTo>
                    <a:pt x="907068" y="907184"/>
                  </a:lnTo>
                  <a:lnTo>
                    <a:pt x="907460" y="907156"/>
                  </a:lnTo>
                  <a:lnTo>
                    <a:pt x="907851" y="907128"/>
                  </a:lnTo>
                  <a:lnTo>
                    <a:pt x="908243" y="907101"/>
                  </a:lnTo>
                  <a:lnTo>
                    <a:pt x="908634" y="907073"/>
                  </a:lnTo>
                  <a:lnTo>
                    <a:pt x="909025" y="907045"/>
                  </a:lnTo>
                  <a:lnTo>
                    <a:pt x="909417" y="907018"/>
                  </a:lnTo>
                  <a:lnTo>
                    <a:pt x="909808" y="906990"/>
                  </a:lnTo>
                  <a:lnTo>
                    <a:pt x="910200" y="906962"/>
                  </a:lnTo>
                  <a:lnTo>
                    <a:pt x="910591" y="906934"/>
                  </a:lnTo>
                  <a:lnTo>
                    <a:pt x="910983" y="906907"/>
                  </a:lnTo>
                  <a:lnTo>
                    <a:pt x="911374" y="906879"/>
                  </a:lnTo>
                  <a:lnTo>
                    <a:pt x="911765" y="906851"/>
                  </a:lnTo>
                  <a:lnTo>
                    <a:pt x="912157" y="906824"/>
                  </a:lnTo>
                  <a:lnTo>
                    <a:pt x="912548" y="906796"/>
                  </a:lnTo>
                  <a:lnTo>
                    <a:pt x="912940" y="906769"/>
                  </a:lnTo>
                  <a:lnTo>
                    <a:pt x="913331" y="906741"/>
                  </a:lnTo>
                  <a:lnTo>
                    <a:pt x="913723" y="906713"/>
                  </a:lnTo>
                  <a:lnTo>
                    <a:pt x="914114" y="906686"/>
                  </a:lnTo>
                  <a:lnTo>
                    <a:pt x="914400" y="906666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295719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3" y="906658"/>
                  </a:lnTo>
                  <a:lnTo>
                    <a:pt x="905635" y="906631"/>
                  </a:lnTo>
                  <a:lnTo>
                    <a:pt x="906026" y="906603"/>
                  </a:lnTo>
                  <a:lnTo>
                    <a:pt x="906418" y="906576"/>
                  </a:lnTo>
                  <a:lnTo>
                    <a:pt x="906809" y="906548"/>
                  </a:lnTo>
                  <a:lnTo>
                    <a:pt x="907201" y="906521"/>
                  </a:lnTo>
                  <a:lnTo>
                    <a:pt x="907592" y="906493"/>
                  </a:lnTo>
                  <a:lnTo>
                    <a:pt x="907984" y="906466"/>
                  </a:lnTo>
                  <a:lnTo>
                    <a:pt x="908375" y="906438"/>
                  </a:lnTo>
                  <a:lnTo>
                    <a:pt x="908766" y="906411"/>
                  </a:lnTo>
                  <a:lnTo>
                    <a:pt x="909158" y="906383"/>
                  </a:lnTo>
                  <a:lnTo>
                    <a:pt x="909549" y="906356"/>
                  </a:lnTo>
                  <a:lnTo>
                    <a:pt x="909941" y="906329"/>
                  </a:lnTo>
                  <a:lnTo>
                    <a:pt x="910332" y="906301"/>
                  </a:lnTo>
                  <a:lnTo>
                    <a:pt x="910724" y="906274"/>
                  </a:lnTo>
                  <a:lnTo>
                    <a:pt x="911115" y="906246"/>
                  </a:lnTo>
                  <a:lnTo>
                    <a:pt x="911507" y="906219"/>
                  </a:lnTo>
                  <a:lnTo>
                    <a:pt x="911898" y="906192"/>
                  </a:lnTo>
                  <a:lnTo>
                    <a:pt x="912290" y="906164"/>
                  </a:lnTo>
                  <a:lnTo>
                    <a:pt x="912681" y="906137"/>
                  </a:lnTo>
                  <a:lnTo>
                    <a:pt x="913073" y="906110"/>
                  </a:lnTo>
                  <a:lnTo>
                    <a:pt x="913464" y="906082"/>
                  </a:lnTo>
                  <a:lnTo>
                    <a:pt x="913856" y="906055"/>
                  </a:lnTo>
                  <a:lnTo>
                    <a:pt x="914247" y="906028"/>
                  </a:lnTo>
                  <a:lnTo>
                    <a:pt x="914400" y="906017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296645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017"/>
                  </a:lnTo>
                  <a:lnTo>
                    <a:pt x="905376" y="906001"/>
                  </a:lnTo>
                  <a:lnTo>
                    <a:pt x="905768" y="905973"/>
                  </a:lnTo>
                  <a:lnTo>
                    <a:pt x="906159" y="905946"/>
                  </a:lnTo>
                  <a:lnTo>
                    <a:pt x="906551" y="905919"/>
                  </a:lnTo>
                  <a:lnTo>
                    <a:pt x="906942" y="905892"/>
                  </a:lnTo>
                  <a:lnTo>
                    <a:pt x="907334" y="905864"/>
                  </a:lnTo>
                  <a:lnTo>
                    <a:pt x="907725" y="905837"/>
                  </a:lnTo>
                  <a:lnTo>
                    <a:pt x="908117" y="905810"/>
                  </a:lnTo>
                  <a:lnTo>
                    <a:pt x="908508" y="905783"/>
                  </a:lnTo>
                  <a:lnTo>
                    <a:pt x="908900" y="905756"/>
                  </a:lnTo>
                  <a:lnTo>
                    <a:pt x="909291" y="905729"/>
                  </a:lnTo>
                  <a:lnTo>
                    <a:pt x="909683" y="905702"/>
                  </a:lnTo>
                  <a:lnTo>
                    <a:pt x="910074" y="905674"/>
                  </a:lnTo>
                  <a:lnTo>
                    <a:pt x="910466" y="905647"/>
                  </a:lnTo>
                  <a:lnTo>
                    <a:pt x="914400" y="905580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297571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580"/>
                  </a:lnTo>
                  <a:lnTo>
                    <a:pt x="907431" y="905541"/>
                  </a:lnTo>
                  <a:lnTo>
                    <a:pt x="913652" y="906085"/>
                  </a:lnTo>
                  <a:lnTo>
                    <a:pt x="914400" y="90618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298497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189"/>
                  </a:lnTo>
                  <a:lnTo>
                    <a:pt x="914400" y="907483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299423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483"/>
                  </a:lnTo>
                  <a:lnTo>
                    <a:pt x="914400" y="908776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300350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776"/>
                  </a:lnTo>
                  <a:lnTo>
                    <a:pt x="914400" y="910070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301276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70"/>
                  </a:lnTo>
                  <a:lnTo>
                    <a:pt x="914400" y="911297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302202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97"/>
                  </a:lnTo>
                  <a:lnTo>
                    <a:pt x="905620" y="911139"/>
                  </a:lnTo>
                  <a:lnTo>
                    <a:pt x="906153" y="910965"/>
                  </a:lnTo>
                  <a:lnTo>
                    <a:pt x="906686" y="910790"/>
                  </a:lnTo>
                  <a:lnTo>
                    <a:pt x="907219" y="910616"/>
                  </a:lnTo>
                  <a:lnTo>
                    <a:pt x="907752" y="910442"/>
                  </a:lnTo>
                  <a:lnTo>
                    <a:pt x="908285" y="910268"/>
                  </a:lnTo>
                  <a:lnTo>
                    <a:pt x="908818" y="910093"/>
                  </a:lnTo>
                  <a:lnTo>
                    <a:pt x="909351" y="909919"/>
                  </a:lnTo>
                  <a:lnTo>
                    <a:pt x="909884" y="909745"/>
                  </a:lnTo>
                  <a:lnTo>
                    <a:pt x="910417" y="909571"/>
                  </a:lnTo>
                  <a:lnTo>
                    <a:pt x="910950" y="909396"/>
                  </a:lnTo>
                  <a:lnTo>
                    <a:pt x="911483" y="909222"/>
                  </a:lnTo>
                  <a:lnTo>
                    <a:pt x="912016" y="909048"/>
                  </a:lnTo>
                  <a:lnTo>
                    <a:pt x="912549" y="908874"/>
                  </a:lnTo>
                  <a:lnTo>
                    <a:pt x="913082" y="908700"/>
                  </a:lnTo>
                  <a:lnTo>
                    <a:pt x="913615" y="908526"/>
                  </a:lnTo>
                  <a:lnTo>
                    <a:pt x="914148" y="908352"/>
                  </a:lnTo>
                  <a:lnTo>
                    <a:pt x="914400" y="908270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3031288" y="218831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270"/>
                  </a:lnTo>
                  <a:lnTo>
                    <a:pt x="905419" y="908178"/>
                  </a:lnTo>
                  <a:lnTo>
                    <a:pt x="905952" y="908004"/>
                  </a:lnTo>
                  <a:lnTo>
                    <a:pt x="906485" y="907830"/>
                  </a:lnTo>
                  <a:lnTo>
                    <a:pt x="907018" y="907656"/>
                  </a:lnTo>
                  <a:lnTo>
                    <a:pt x="907551" y="907482"/>
                  </a:lnTo>
                  <a:lnTo>
                    <a:pt x="908084" y="907308"/>
                  </a:lnTo>
                  <a:lnTo>
                    <a:pt x="908618" y="907134"/>
                  </a:lnTo>
                  <a:lnTo>
                    <a:pt x="909151" y="906960"/>
                  </a:lnTo>
                  <a:lnTo>
                    <a:pt x="909684" y="906786"/>
                  </a:lnTo>
                  <a:lnTo>
                    <a:pt x="910217" y="906613"/>
                  </a:lnTo>
                  <a:lnTo>
                    <a:pt x="910751" y="906439"/>
                  </a:lnTo>
                  <a:lnTo>
                    <a:pt x="911284" y="906265"/>
                  </a:lnTo>
                  <a:lnTo>
                    <a:pt x="911817" y="906091"/>
                  </a:lnTo>
                  <a:lnTo>
                    <a:pt x="912350" y="905918"/>
                  </a:lnTo>
                  <a:lnTo>
                    <a:pt x="912884" y="905744"/>
                  </a:lnTo>
                  <a:lnTo>
                    <a:pt x="913417" y="905570"/>
                  </a:lnTo>
                  <a:lnTo>
                    <a:pt x="913950" y="905397"/>
                  </a:lnTo>
                  <a:lnTo>
                    <a:pt x="914399" y="905250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304055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1" y="905223"/>
                  </a:lnTo>
                  <a:lnTo>
                    <a:pt x="905755" y="905049"/>
                  </a:lnTo>
                  <a:lnTo>
                    <a:pt x="906288" y="904876"/>
                  </a:lnTo>
                  <a:lnTo>
                    <a:pt x="911803" y="903345"/>
                  </a:lnTo>
                  <a:lnTo>
                    <a:pt x="914400" y="902871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304981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871"/>
                  </a:lnTo>
                  <a:lnTo>
                    <a:pt x="908090" y="902331"/>
                  </a:lnTo>
                  <a:lnTo>
                    <a:pt x="913659" y="901837"/>
                  </a:lnTo>
                  <a:lnTo>
                    <a:pt x="913997" y="901823"/>
                  </a:lnTo>
                  <a:lnTo>
                    <a:pt x="914400" y="901806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305907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06"/>
                  </a:lnTo>
                  <a:lnTo>
                    <a:pt x="905415" y="901794"/>
                  </a:lnTo>
                  <a:lnTo>
                    <a:pt x="905755" y="901780"/>
                  </a:lnTo>
                  <a:lnTo>
                    <a:pt x="906095" y="901765"/>
                  </a:lnTo>
                  <a:lnTo>
                    <a:pt x="906435" y="901751"/>
                  </a:lnTo>
                  <a:lnTo>
                    <a:pt x="906775" y="901737"/>
                  </a:lnTo>
                  <a:lnTo>
                    <a:pt x="907115" y="901723"/>
                  </a:lnTo>
                  <a:lnTo>
                    <a:pt x="907455" y="901709"/>
                  </a:lnTo>
                  <a:lnTo>
                    <a:pt x="907795" y="901694"/>
                  </a:lnTo>
                  <a:lnTo>
                    <a:pt x="908135" y="901680"/>
                  </a:lnTo>
                  <a:lnTo>
                    <a:pt x="908475" y="901666"/>
                  </a:lnTo>
                  <a:lnTo>
                    <a:pt x="908815" y="901652"/>
                  </a:lnTo>
                  <a:lnTo>
                    <a:pt x="909155" y="901638"/>
                  </a:lnTo>
                  <a:lnTo>
                    <a:pt x="909495" y="901623"/>
                  </a:lnTo>
                  <a:lnTo>
                    <a:pt x="909835" y="901609"/>
                  </a:lnTo>
                  <a:lnTo>
                    <a:pt x="910175" y="901595"/>
                  </a:lnTo>
                  <a:lnTo>
                    <a:pt x="910514" y="901581"/>
                  </a:lnTo>
                  <a:lnTo>
                    <a:pt x="910854" y="901567"/>
                  </a:lnTo>
                  <a:lnTo>
                    <a:pt x="911194" y="901553"/>
                  </a:lnTo>
                  <a:lnTo>
                    <a:pt x="911534" y="901539"/>
                  </a:lnTo>
                  <a:lnTo>
                    <a:pt x="911874" y="901524"/>
                  </a:lnTo>
                  <a:lnTo>
                    <a:pt x="912214" y="901510"/>
                  </a:lnTo>
                  <a:lnTo>
                    <a:pt x="912554" y="901496"/>
                  </a:lnTo>
                  <a:lnTo>
                    <a:pt x="912894" y="901482"/>
                  </a:lnTo>
                  <a:lnTo>
                    <a:pt x="913234" y="901468"/>
                  </a:lnTo>
                  <a:lnTo>
                    <a:pt x="913574" y="901454"/>
                  </a:lnTo>
                  <a:lnTo>
                    <a:pt x="913914" y="901440"/>
                  </a:lnTo>
                  <a:lnTo>
                    <a:pt x="914254" y="901426"/>
                  </a:lnTo>
                  <a:lnTo>
                    <a:pt x="914400" y="901420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306833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420"/>
                  </a:lnTo>
                  <a:lnTo>
                    <a:pt x="905332" y="901412"/>
                  </a:lnTo>
                  <a:lnTo>
                    <a:pt x="905672" y="901398"/>
                  </a:lnTo>
                  <a:lnTo>
                    <a:pt x="906012" y="901384"/>
                  </a:lnTo>
                  <a:lnTo>
                    <a:pt x="906352" y="901370"/>
                  </a:lnTo>
                  <a:lnTo>
                    <a:pt x="906692" y="901356"/>
                  </a:lnTo>
                  <a:lnTo>
                    <a:pt x="907032" y="901342"/>
                  </a:lnTo>
                  <a:lnTo>
                    <a:pt x="907372" y="901328"/>
                  </a:lnTo>
                  <a:lnTo>
                    <a:pt x="907712" y="901314"/>
                  </a:lnTo>
                  <a:lnTo>
                    <a:pt x="908052" y="901300"/>
                  </a:lnTo>
                  <a:lnTo>
                    <a:pt x="908392" y="901286"/>
                  </a:lnTo>
                  <a:lnTo>
                    <a:pt x="908732" y="901272"/>
                  </a:lnTo>
                  <a:lnTo>
                    <a:pt x="909072" y="901258"/>
                  </a:lnTo>
                  <a:lnTo>
                    <a:pt x="909412" y="901244"/>
                  </a:lnTo>
                  <a:lnTo>
                    <a:pt x="909752" y="901230"/>
                  </a:lnTo>
                  <a:lnTo>
                    <a:pt x="910092" y="901216"/>
                  </a:lnTo>
                  <a:lnTo>
                    <a:pt x="910432" y="901203"/>
                  </a:lnTo>
                  <a:lnTo>
                    <a:pt x="910772" y="901189"/>
                  </a:lnTo>
                  <a:lnTo>
                    <a:pt x="911112" y="901175"/>
                  </a:lnTo>
                  <a:lnTo>
                    <a:pt x="911452" y="901161"/>
                  </a:lnTo>
                  <a:lnTo>
                    <a:pt x="911792" y="901147"/>
                  </a:lnTo>
                  <a:lnTo>
                    <a:pt x="912132" y="901133"/>
                  </a:lnTo>
                  <a:lnTo>
                    <a:pt x="912472" y="901119"/>
                  </a:lnTo>
                  <a:lnTo>
                    <a:pt x="912812" y="901106"/>
                  </a:lnTo>
                  <a:lnTo>
                    <a:pt x="913152" y="901092"/>
                  </a:lnTo>
                  <a:lnTo>
                    <a:pt x="913492" y="901078"/>
                  </a:lnTo>
                  <a:lnTo>
                    <a:pt x="913832" y="901064"/>
                  </a:lnTo>
                  <a:lnTo>
                    <a:pt x="914172" y="901050"/>
                  </a:lnTo>
                  <a:lnTo>
                    <a:pt x="914400" y="901041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3077599" y="21710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50" y="918275"/>
                  </a:lnTo>
                  <a:lnTo>
                    <a:pt x="905590" y="918261"/>
                  </a:lnTo>
                  <a:lnTo>
                    <a:pt x="905930" y="918247"/>
                  </a:lnTo>
                  <a:lnTo>
                    <a:pt x="906270" y="918234"/>
                  </a:lnTo>
                  <a:lnTo>
                    <a:pt x="906610" y="918220"/>
                  </a:lnTo>
                  <a:lnTo>
                    <a:pt x="906950" y="918206"/>
                  </a:lnTo>
                  <a:lnTo>
                    <a:pt x="907290" y="918193"/>
                  </a:lnTo>
                  <a:lnTo>
                    <a:pt x="907630" y="918179"/>
                  </a:lnTo>
                  <a:lnTo>
                    <a:pt x="909268" y="918186"/>
                  </a:lnTo>
                  <a:lnTo>
                    <a:pt x="909378" y="917819"/>
                  </a:lnTo>
                  <a:lnTo>
                    <a:pt x="909492" y="917440"/>
                  </a:lnTo>
                  <a:lnTo>
                    <a:pt x="909605" y="917060"/>
                  </a:lnTo>
                  <a:lnTo>
                    <a:pt x="909719" y="916681"/>
                  </a:lnTo>
                  <a:lnTo>
                    <a:pt x="909833" y="916302"/>
                  </a:lnTo>
                  <a:lnTo>
                    <a:pt x="909946" y="915923"/>
                  </a:lnTo>
                  <a:lnTo>
                    <a:pt x="910060" y="915544"/>
                  </a:lnTo>
                  <a:lnTo>
                    <a:pt x="910429" y="914400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30775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308686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309612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310538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311464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312391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313317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314243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315169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316095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317022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317948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318874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319800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32072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3216532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322579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32350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32443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32535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32628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327210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328136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32906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32998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330915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33184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3327679" y="21883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5973"/>
                  </a:lnTo>
                  <a:lnTo>
                    <a:pt x="923110" y="908029"/>
                  </a:lnTo>
                  <a:lnTo>
                    <a:pt x="922304" y="911038"/>
                  </a:lnTo>
                  <a:lnTo>
                    <a:pt x="921497" y="914047"/>
                  </a:lnTo>
                  <a:lnTo>
                    <a:pt x="921403" y="914400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3336941" y="2171071"/>
              <a:ext cx="916765" cy="923212"/>
            </a:xfrm>
            <a:custGeom>
              <a:avLst/>
              <a:pathLst>
                <a:path w="916765" h="923212">
                  <a:moveTo>
                    <a:pt x="914400" y="914400"/>
                  </a:moveTo>
                  <a:lnTo>
                    <a:pt x="916765" y="914400"/>
                  </a:lnTo>
                  <a:lnTo>
                    <a:pt x="916271" y="916240"/>
                  </a:lnTo>
                  <a:lnTo>
                    <a:pt x="915463" y="919249"/>
                  </a:lnTo>
                  <a:lnTo>
                    <a:pt x="914655" y="922258"/>
                  </a:lnTo>
                  <a:lnTo>
                    <a:pt x="914400" y="923212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2345883" y="2153833"/>
              <a:ext cx="914400" cy="919375"/>
            </a:xfrm>
            <a:custGeom>
              <a:avLst/>
              <a:pathLst>
                <a:path w="914400" h="919375">
                  <a:moveTo>
                    <a:pt x="914400" y="914400"/>
                  </a:moveTo>
                  <a:lnTo>
                    <a:pt x="914400" y="919375"/>
                  </a:lnTo>
                  <a:lnTo>
                    <a:pt x="914139" y="918804"/>
                  </a:lnTo>
                  <a:lnTo>
                    <a:pt x="913358" y="917091"/>
                  </a:lnTo>
                  <a:lnTo>
                    <a:pt x="912199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23458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87" y="931638"/>
                  </a:lnTo>
                  <a:lnTo>
                    <a:pt x="919569" y="930719"/>
                  </a:lnTo>
                  <a:lnTo>
                    <a:pt x="918794" y="929017"/>
                  </a:lnTo>
                  <a:lnTo>
                    <a:pt x="918018" y="927315"/>
                  </a:lnTo>
                  <a:lnTo>
                    <a:pt x="917243" y="925613"/>
                  </a:lnTo>
                  <a:lnTo>
                    <a:pt x="916467" y="923910"/>
                  </a:lnTo>
                  <a:lnTo>
                    <a:pt x="915692" y="922208"/>
                  </a:lnTo>
                  <a:lnTo>
                    <a:pt x="914916" y="920506"/>
                  </a:lnTo>
                  <a:lnTo>
                    <a:pt x="914400" y="919375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235514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236440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23736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238293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239219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24014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24107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24199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24292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243850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244776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24570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24662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247555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4848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940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50334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51260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52186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53112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54039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54965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55891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56817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57743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2586701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259596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260522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261448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262375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263301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264227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265153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2670061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0" y="897161"/>
                  </a:lnTo>
                  <a:lnTo>
                    <a:pt x="914322" y="907355"/>
                  </a:lnTo>
                  <a:lnTo>
                    <a:pt x="914400" y="90776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2670061" y="2171071"/>
              <a:ext cx="915652" cy="914400"/>
            </a:xfrm>
            <a:custGeom>
              <a:avLst/>
              <a:pathLst>
                <a:path w="915652" h="914400">
                  <a:moveTo>
                    <a:pt x="914400" y="914400"/>
                  </a:moveTo>
                  <a:lnTo>
                    <a:pt x="914400" y="907768"/>
                  </a:lnTo>
                  <a:lnTo>
                    <a:pt x="914426" y="907906"/>
                  </a:lnTo>
                  <a:lnTo>
                    <a:pt x="914531" y="908461"/>
                  </a:lnTo>
                  <a:lnTo>
                    <a:pt x="914636" y="909017"/>
                  </a:lnTo>
                  <a:lnTo>
                    <a:pt x="914741" y="909572"/>
                  </a:lnTo>
                  <a:lnTo>
                    <a:pt x="914845" y="910128"/>
                  </a:lnTo>
                  <a:lnTo>
                    <a:pt x="914950" y="910683"/>
                  </a:lnTo>
                  <a:lnTo>
                    <a:pt x="915055" y="911239"/>
                  </a:lnTo>
                  <a:lnTo>
                    <a:pt x="915160" y="911794"/>
                  </a:lnTo>
                  <a:lnTo>
                    <a:pt x="915265" y="912350"/>
                  </a:lnTo>
                  <a:lnTo>
                    <a:pt x="915370" y="912905"/>
                  </a:lnTo>
                  <a:lnTo>
                    <a:pt x="915475" y="913461"/>
                  </a:lnTo>
                  <a:lnTo>
                    <a:pt x="915580" y="914016"/>
                  </a:lnTo>
                  <a:lnTo>
                    <a:pt x="915652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077599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29" y="914400"/>
                  </a:lnTo>
                  <a:lnTo>
                    <a:pt x="913659" y="904375"/>
                  </a:lnTo>
                  <a:lnTo>
                    <a:pt x="914400" y="902375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086861" y="21538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613"/>
                  </a:lnTo>
                  <a:lnTo>
                    <a:pt x="907067" y="914400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08686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09612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10538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11464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12391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13317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14243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15169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16095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17022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1794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18874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19800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2072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216532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22579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2350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2443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2535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2628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27210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28136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2906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2998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30915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3184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3276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336941" y="2171071"/>
              <a:ext cx="920907" cy="914400"/>
            </a:xfrm>
            <a:custGeom>
              <a:avLst/>
              <a:pathLst>
                <a:path w="9209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907" y="897161"/>
                  </a:lnTo>
                  <a:lnTo>
                    <a:pt x="919559" y="903358"/>
                  </a:lnTo>
                  <a:lnTo>
                    <a:pt x="917084" y="913212"/>
                  </a:lnTo>
                  <a:lnTo>
                    <a:pt x="916765" y="914400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2345883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199" y="931638"/>
                  </a:lnTo>
                  <a:lnTo>
                    <a:pt x="909400" y="925137"/>
                  </a:lnTo>
                  <a:lnTo>
                    <a:pt x="905731" y="915540"/>
                  </a:lnTo>
                  <a:lnTo>
                    <a:pt x="905345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23458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235514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236440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23736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238293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239219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24014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24107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24199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24292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243850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244776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24570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24662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247555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24848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24940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250334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251260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252186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253112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254039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254965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255891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256817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257743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2586701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259596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260522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261448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262375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263301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264227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265153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2660799" y="2153833"/>
              <a:ext cx="921493" cy="914400"/>
            </a:xfrm>
            <a:custGeom>
              <a:avLst/>
              <a:pathLst>
                <a:path w="9214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132" y="897161"/>
                  </a:lnTo>
                  <a:lnTo>
                    <a:pt x="919112" y="904408"/>
                  </a:lnTo>
                  <a:lnTo>
                    <a:pt x="921493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086861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67" y="931638"/>
                  </a:lnTo>
                  <a:lnTo>
                    <a:pt x="908367" y="928126"/>
                  </a:lnTo>
                  <a:lnTo>
                    <a:pt x="908557" y="927646"/>
                  </a:lnTo>
                  <a:lnTo>
                    <a:pt x="908750" y="927159"/>
                  </a:lnTo>
                  <a:lnTo>
                    <a:pt x="908942" y="926672"/>
                  </a:lnTo>
                  <a:lnTo>
                    <a:pt x="909135" y="926185"/>
                  </a:lnTo>
                  <a:lnTo>
                    <a:pt x="909328" y="925699"/>
                  </a:lnTo>
                  <a:lnTo>
                    <a:pt x="909520" y="925212"/>
                  </a:lnTo>
                  <a:lnTo>
                    <a:pt x="909713" y="924725"/>
                  </a:lnTo>
                  <a:lnTo>
                    <a:pt x="909906" y="924239"/>
                  </a:lnTo>
                  <a:lnTo>
                    <a:pt x="910098" y="923752"/>
                  </a:lnTo>
                  <a:lnTo>
                    <a:pt x="910291" y="923265"/>
                  </a:lnTo>
                  <a:lnTo>
                    <a:pt x="910484" y="922778"/>
                  </a:lnTo>
                  <a:lnTo>
                    <a:pt x="910676" y="922292"/>
                  </a:lnTo>
                  <a:lnTo>
                    <a:pt x="910869" y="921805"/>
                  </a:lnTo>
                  <a:lnTo>
                    <a:pt x="911062" y="921318"/>
                  </a:lnTo>
                  <a:lnTo>
                    <a:pt x="911255" y="920832"/>
                  </a:lnTo>
                  <a:lnTo>
                    <a:pt x="911448" y="920345"/>
                  </a:lnTo>
                  <a:lnTo>
                    <a:pt x="911640" y="919858"/>
                  </a:lnTo>
                  <a:lnTo>
                    <a:pt x="911833" y="919372"/>
                  </a:lnTo>
                  <a:lnTo>
                    <a:pt x="912026" y="918885"/>
                  </a:lnTo>
                  <a:lnTo>
                    <a:pt x="912219" y="918398"/>
                  </a:lnTo>
                  <a:lnTo>
                    <a:pt x="912412" y="917912"/>
                  </a:lnTo>
                  <a:lnTo>
                    <a:pt x="912605" y="917425"/>
                  </a:lnTo>
                  <a:lnTo>
                    <a:pt x="912797" y="916938"/>
                  </a:lnTo>
                  <a:lnTo>
                    <a:pt x="912990" y="916452"/>
                  </a:lnTo>
                  <a:lnTo>
                    <a:pt x="913183" y="915965"/>
                  </a:lnTo>
                  <a:lnTo>
                    <a:pt x="913376" y="915478"/>
                  </a:lnTo>
                  <a:lnTo>
                    <a:pt x="913569" y="914992"/>
                  </a:lnTo>
                  <a:lnTo>
                    <a:pt x="913804" y="914400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08686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09612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10538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11464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12391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13317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14243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2">
                <a:alpha val="100000"/>
              </a:srgbClr>
            </a:solidFill>
            <a:ln w="5420" cap="flat">
              <a:solidFill>
                <a:srgbClr val="FFB7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15169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16095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17022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1794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18874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19800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2072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216532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22579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2350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2443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2535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2628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27210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28136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2906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2998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30915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3184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3276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336941" y="21538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58" y="900230"/>
                  </a:lnTo>
                  <a:lnTo>
                    <a:pt x="921753" y="910513"/>
                  </a:lnTo>
                  <a:lnTo>
                    <a:pt x="920907" y="914400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346203" y="2136594"/>
              <a:ext cx="914869" cy="917447"/>
            </a:xfrm>
            <a:custGeom>
              <a:avLst/>
              <a:pathLst>
                <a:path w="914869" h="917447">
                  <a:moveTo>
                    <a:pt x="914400" y="914400"/>
                  </a:moveTo>
                  <a:lnTo>
                    <a:pt x="914869" y="914400"/>
                  </a:lnTo>
                  <a:lnTo>
                    <a:pt x="914400" y="917447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2336621" y="2119356"/>
              <a:ext cx="914400" cy="931023"/>
            </a:xfrm>
            <a:custGeom>
              <a:avLst/>
              <a:pathLst>
                <a:path w="914400" h="931023">
                  <a:moveTo>
                    <a:pt x="914400" y="914400"/>
                  </a:moveTo>
                  <a:lnTo>
                    <a:pt x="914400" y="931023"/>
                  </a:lnTo>
                  <a:lnTo>
                    <a:pt x="911623" y="922808"/>
                  </a:lnTo>
                  <a:lnTo>
                    <a:pt x="911493" y="922374"/>
                  </a:lnTo>
                  <a:lnTo>
                    <a:pt x="908119" y="918196"/>
                  </a:lnTo>
                  <a:lnTo>
                    <a:pt x="905377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23366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07" y="931638"/>
                  </a:lnTo>
                  <a:lnTo>
                    <a:pt x="914400" y="931023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23458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235514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236440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23736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238293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239219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24014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24107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24199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24292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243850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244776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24570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24662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247555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24848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24940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25033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251260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252186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253112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254039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254965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255891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256817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257743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2586701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259596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h3196"/>
            <p:cNvSpPr/>
            <p:nvPr/>
          </p:nvSpPr>
          <p:spPr>
            <a:xfrm>
              <a:off x="260522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h3197"/>
            <p:cNvSpPr/>
            <p:nvPr/>
          </p:nvSpPr>
          <p:spPr>
            <a:xfrm>
              <a:off x="261448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h3198"/>
            <p:cNvSpPr/>
            <p:nvPr/>
          </p:nvSpPr>
          <p:spPr>
            <a:xfrm>
              <a:off x="262375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h3199"/>
            <p:cNvSpPr/>
            <p:nvPr/>
          </p:nvSpPr>
          <p:spPr>
            <a:xfrm>
              <a:off x="263301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h3200"/>
            <p:cNvSpPr/>
            <p:nvPr/>
          </p:nvSpPr>
          <p:spPr>
            <a:xfrm>
              <a:off x="264227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h3201"/>
            <p:cNvSpPr/>
            <p:nvPr/>
          </p:nvSpPr>
          <p:spPr>
            <a:xfrm>
              <a:off x="2660799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1676" y="897161"/>
                  </a:lnTo>
                  <a:lnTo>
                    <a:pt x="913521" y="902450"/>
                  </a:lnTo>
                  <a:lnTo>
                    <a:pt x="914400" y="905284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h3202"/>
            <p:cNvSpPr/>
            <p:nvPr/>
          </p:nvSpPr>
          <p:spPr>
            <a:xfrm>
              <a:off x="2660799" y="2136594"/>
              <a:ext cx="917132" cy="914400"/>
            </a:xfrm>
            <a:custGeom>
              <a:avLst/>
              <a:pathLst>
                <a:path w="917132" h="914400">
                  <a:moveTo>
                    <a:pt x="914400" y="914400"/>
                  </a:moveTo>
                  <a:lnTo>
                    <a:pt x="914400" y="905284"/>
                  </a:lnTo>
                  <a:lnTo>
                    <a:pt x="916453" y="911910"/>
                  </a:lnTo>
                  <a:lnTo>
                    <a:pt x="917132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h3203"/>
            <p:cNvSpPr/>
            <p:nvPr/>
          </p:nvSpPr>
          <p:spPr>
            <a:xfrm>
              <a:off x="3086861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04" y="914400"/>
                  </a:lnTo>
                  <a:lnTo>
                    <a:pt x="913955" y="914018"/>
                  </a:lnTo>
                  <a:lnTo>
                    <a:pt x="914148" y="913532"/>
                  </a:lnTo>
                  <a:lnTo>
                    <a:pt x="914341" y="913045"/>
                  </a:lnTo>
                  <a:lnTo>
                    <a:pt x="914400" y="91289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h3204"/>
            <p:cNvSpPr/>
            <p:nvPr/>
          </p:nvSpPr>
          <p:spPr>
            <a:xfrm>
              <a:off x="3096123" y="21193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136"/>
                  </a:lnTo>
                  <a:lnTo>
                    <a:pt x="905272" y="929797"/>
                  </a:lnTo>
                  <a:lnTo>
                    <a:pt x="905465" y="929310"/>
                  </a:lnTo>
                  <a:lnTo>
                    <a:pt x="905658" y="928823"/>
                  </a:lnTo>
                  <a:lnTo>
                    <a:pt x="905851" y="928337"/>
                  </a:lnTo>
                  <a:lnTo>
                    <a:pt x="906044" y="927850"/>
                  </a:lnTo>
                  <a:lnTo>
                    <a:pt x="906237" y="927364"/>
                  </a:lnTo>
                  <a:lnTo>
                    <a:pt x="906430" y="926877"/>
                  </a:lnTo>
                  <a:lnTo>
                    <a:pt x="906623" y="926390"/>
                  </a:lnTo>
                  <a:lnTo>
                    <a:pt x="906817" y="925904"/>
                  </a:lnTo>
                  <a:lnTo>
                    <a:pt x="907010" y="925417"/>
                  </a:lnTo>
                  <a:lnTo>
                    <a:pt x="907203" y="924930"/>
                  </a:lnTo>
                  <a:lnTo>
                    <a:pt x="907396" y="924444"/>
                  </a:lnTo>
                  <a:lnTo>
                    <a:pt x="907589" y="923957"/>
                  </a:lnTo>
                  <a:lnTo>
                    <a:pt x="907782" y="923471"/>
                  </a:lnTo>
                  <a:lnTo>
                    <a:pt x="907976" y="922984"/>
                  </a:lnTo>
                  <a:lnTo>
                    <a:pt x="908169" y="922497"/>
                  </a:lnTo>
                  <a:lnTo>
                    <a:pt x="908362" y="922011"/>
                  </a:lnTo>
                  <a:lnTo>
                    <a:pt x="908555" y="921524"/>
                  </a:lnTo>
                  <a:lnTo>
                    <a:pt x="908749" y="921038"/>
                  </a:lnTo>
                  <a:lnTo>
                    <a:pt x="908942" y="920551"/>
                  </a:lnTo>
                  <a:lnTo>
                    <a:pt x="909135" y="920064"/>
                  </a:lnTo>
                  <a:lnTo>
                    <a:pt x="909329" y="919578"/>
                  </a:lnTo>
                  <a:lnTo>
                    <a:pt x="909522" y="919091"/>
                  </a:lnTo>
                  <a:lnTo>
                    <a:pt x="909715" y="918605"/>
                  </a:lnTo>
                  <a:lnTo>
                    <a:pt x="909909" y="918118"/>
                  </a:lnTo>
                  <a:lnTo>
                    <a:pt x="910102" y="917631"/>
                  </a:lnTo>
                  <a:lnTo>
                    <a:pt x="910295" y="917145"/>
                  </a:lnTo>
                  <a:lnTo>
                    <a:pt x="910489" y="916658"/>
                  </a:lnTo>
                  <a:lnTo>
                    <a:pt x="910682" y="916172"/>
                  </a:lnTo>
                  <a:lnTo>
                    <a:pt x="910876" y="915685"/>
                  </a:lnTo>
                  <a:lnTo>
                    <a:pt x="911069" y="915199"/>
                  </a:lnTo>
                  <a:lnTo>
                    <a:pt x="911263" y="914712"/>
                  </a:lnTo>
                  <a:lnTo>
                    <a:pt x="911387" y="914400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h3205"/>
            <p:cNvSpPr/>
            <p:nvPr/>
          </p:nvSpPr>
          <p:spPr>
            <a:xfrm>
              <a:off x="309612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h3206"/>
            <p:cNvSpPr/>
            <p:nvPr/>
          </p:nvSpPr>
          <p:spPr>
            <a:xfrm>
              <a:off x="310538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h3207"/>
            <p:cNvSpPr/>
            <p:nvPr/>
          </p:nvSpPr>
          <p:spPr>
            <a:xfrm>
              <a:off x="311464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h3208"/>
            <p:cNvSpPr/>
            <p:nvPr/>
          </p:nvSpPr>
          <p:spPr>
            <a:xfrm>
              <a:off x="312391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h3209"/>
            <p:cNvSpPr/>
            <p:nvPr/>
          </p:nvSpPr>
          <p:spPr>
            <a:xfrm>
              <a:off x="313317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h3210"/>
            <p:cNvSpPr/>
            <p:nvPr/>
          </p:nvSpPr>
          <p:spPr>
            <a:xfrm>
              <a:off x="314243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h3211"/>
            <p:cNvSpPr/>
            <p:nvPr/>
          </p:nvSpPr>
          <p:spPr>
            <a:xfrm>
              <a:off x="315169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h3212"/>
            <p:cNvSpPr/>
            <p:nvPr/>
          </p:nvSpPr>
          <p:spPr>
            <a:xfrm>
              <a:off x="316095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h3213"/>
            <p:cNvSpPr/>
            <p:nvPr/>
          </p:nvSpPr>
          <p:spPr>
            <a:xfrm>
              <a:off x="31702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h3214"/>
            <p:cNvSpPr/>
            <p:nvPr/>
          </p:nvSpPr>
          <p:spPr>
            <a:xfrm>
              <a:off x="31794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h3215"/>
            <p:cNvSpPr/>
            <p:nvPr/>
          </p:nvSpPr>
          <p:spPr>
            <a:xfrm>
              <a:off x="318874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h3216"/>
            <p:cNvSpPr/>
            <p:nvPr/>
          </p:nvSpPr>
          <p:spPr>
            <a:xfrm>
              <a:off x="319800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h3217"/>
            <p:cNvSpPr/>
            <p:nvPr/>
          </p:nvSpPr>
          <p:spPr>
            <a:xfrm>
              <a:off x="32072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h3218"/>
            <p:cNvSpPr/>
            <p:nvPr/>
          </p:nvSpPr>
          <p:spPr>
            <a:xfrm>
              <a:off x="3216532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h3219"/>
            <p:cNvSpPr/>
            <p:nvPr/>
          </p:nvSpPr>
          <p:spPr>
            <a:xfrm>
              <a:off x="322579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h3220"/>
            <p:cNvSpPr/>
            <p:nvPr/>
          </p:nvSpPr>
          <p:spPr>
            <a:xfrm>
              <a:off x="32350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h3221"/>
            <p:cNvSpPr/>
            <p:nvPr/>
          </p:nvSpPr>
          <p:spPr>
            <a:xfrm>
              <a:off x="32443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h3222"/>
            <p:cNvSpPr/>
            <p:nvPr/>
          </p:nvSpPr>
          <p:spPr>
            <a:xfrm>
              <a:off x="32535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h3223"/>
            <p:cNvSpPr/>
            <p:nvPr/>
          </p:nvSpPr>
          <p:spPr>
            <a:xfrm>
              <a:off x="32628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h3224"/>
            <p:cNvSpPr/>
            <p:nvPr/>
          </p:nvSpPr>
          <p:spPr>
            <a:xfrm>
              <a:off x="327210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h3225"/>
            <p:cNvSpPr/>
            <p:nvPr/>
          </p:nvSpPr>
          <p:spPr>
            <a:xfrm>
              <a:off x="328136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h3226"/>
            <p:cNvSpPr/>
            <p:nvPr/>
          </p:nvSpPr>
          <p:spPr>
            <a:xfrm>
              <a:off x="32906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h3227"/>
            <p:cNvSpPr/>
            <p:nvPr/>
          </p:nvSpPr>
          <p:spPr>
            <a:xfrm>
              <a:off x="32998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h3228"/>
            <p:cNvSpPr/>
            <p:nvPr/>
          </p:nvSpPr>
          <p:spPr>
            <a:xfrm>
              <a:off x="330915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h3229"/>
            <p:cNvSpPr/>
            <p:nvPr/>
          </p:nvSpPr>
          <p:spPr>
            <a:xfrm>
              <a:off x="33184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h3230"/>
            <p:cNvSpPr/>
            <p:nvPr/>
          </p:nvSpPr>
          <p:spPr>
            <a:xfrm>
              <a:off x="33276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h3231"/>
            <p:cNvSpPr/>
            <p:nvPr/>
          </p:nvSpPr>
          <p:spPr>
            <a:xfrm>
              <a:off x="33369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h3232"/>
            <p:cNvSpPr/>
            <p:nvPr/>
          </p:nvSpPr>
          <p:spPr>
            <a:xfrm>
              <a:off x="3346203" y="2136594"/>
              <a:ext cx="917231" cy="914400"/>
            </a:xfrm>
            <a:custGeom>
              <a:avLst/>
              <a:pathLst>
                <a:path w="91723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31" y="897161"/>
                  </a:lnTo>
                  <a:lnTo>
                    <a:pt x="916009" y="907012"/>
                  </a:lnTo>
                  <a:lnTo>
                    <a:pt x="914869" y="914400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h3233"/>
            <p:cNvSpPr/>
            <p:nvPr/>
          </p:nvSpPr>
          <p:spPr>
            <a:xfrm>
              <a:off x="2318097" y="2102118"/>
              <a:ext cx="914400" cy="916761"/>
            </a:xfrm>
            <a:custGeom>
              <a:avLst/>
              <a:pathLst>
                <a:path w="914400" h="916761">
                  <a:moveTo>
                    <a:pt x="914400" y="914400"/>
                  </a:moveTo>
                  <a:lnTo>
                    <a:pt x="914400" y="916761"/>
                  </a:lnTo>
                  <a:lnTo>
                    <a:pt x="913213" y="914727"/>
                  </a:lnTo>
                  <a:lnTo>
                    <a:pt x="913040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h3234"/>
            <p:cNvSpPr/>
            <p:nvPr/>
          </p:nvSpPr>
          <p:spPr>
            <a:xfrm>
              <a:off x="2318097" y="2102118"/>
              <a:ext cx="923662" cy="931307"/>
            </a:xfrm>
            <a:custGeom>
              <a:avLst/>
              <a:pathLst>
                <a:path w="923662" h="93130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07"/>
                  </a:lnTo>
                  <a:lnTo>
                    <a:pt x="921975" y="928971"/>
                  </a:lnTo>
                  <a:lnTo>
                    <a:pt x="917493" y="922063"/>
                  </a:lnTo>
                  <a:lnTo>
                    <a:pt x="914400" y="916761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h3235"/>
            <p:cNvSpPr/>
            <p:nvPr/>
          </p:nvSpPr>
          <p:spPr>
            <a:xfrm>
              <a:off x="23273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39" y="931638"/>
                  </a:lnTo>
                  <a:lnTo>
                    <a:pt x="914400" y="931307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h3236"/>
            <p:cNvSpPr/>
            <p:nvPr/>
          </p:nvSpPr>
          <p:spPr>
            <a:xfrm>
              <a:off x="23366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h3237"/>
            <p:cNvSpPr/>
            <p:nvPr/>
          </p:nvSpPr>
          <p:spPr>
            <a:xfrm>
              <a:off x="23458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235514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236440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23736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238293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239219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24014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24107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24199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24292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243850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244776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24570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24662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247555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24848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24940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25033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251260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252186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253112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254039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254965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255891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256817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257743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2586701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259596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260522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261448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262375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263301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2651537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1" y="897161"/>
                  </a:lnTo>
                  <a:lnTo>
                    <a:pt x="914400" y="89770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2651537" y="2119356"/>
              <a:ext cx="920938" cy="914400"/>
            </a:xfrm>
            <a:custGeom>
              <a:avLst/>
              <a:pathLst>
                <a:path w="920938" h="914400">
                  <a:moveTo>
                    <a:pt x="914400" y="914400"/>
                  </a:moveTo>
                  <a:lnTo>
                    <a:pt x="914400" y="897709"/>
                  </a:lnTo>
                  <a:lnTo>
                    <a:pt x="916137" y="901695"/>
                  </a:lnTo>
                  <a:lnTo>
                    <a:pt x="919588" y="910528"/>
                  </a:lnTo>
                  <a:lnTo>
                    <a:pt x="920938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3096123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387" y="914400"/>
                  </a:lnTo>
                  <a:lnTo>
                    <a:pt x="911456" y="914225"/>
                  </a:lnTo>
                  <a:lnTo>
                    <a:pt x="914400" y="907192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3105386" y="21021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430"/>
                  </a:lnTo>
                  <a:lnTo>
                    <a:pt x="905552" y="923440"/>
                  </a:lnTo>
                  <a:lnTo>
                    <a:pt x="909118" y="915732"/>
                  </a:lnTo>
                  <a:lnTo>
                    <a:pt x="909798" y="914400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310538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311464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312391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313317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314243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315169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31609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31702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31794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318874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319800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32072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3216532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322579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32350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32443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32535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32628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327210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328136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32906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32998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330915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33184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33276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33369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3346203" y="2119356"/>
              <a:ext cx="918718" cy="914400"/>
            </a:xfrm>
            <a:custGeom>
              <a:avLst/>
              <a:pathLst>
                <a:path w="9187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718" y="897161"/>
                  </a:lnTo>
                  <a:lnTo>
                    <a:pt x="918338" y="902938"/>
                  </a:lnTo>
                  <a:lnTo>
                    <a:pt x="917324" y="913651"/>
                  </a:lnTo>
                  <a:lnTo>
                    <a:pt x="917231" y="914400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2308835" y="2084879"/>
              <a:ext cx="914400" cy="915715"/>
            </a:xfrm>
            <a:custGeom>
              <a:avLst/>
              <a:pathLst>
                <a:path w="914400" h="915715">
                  <a:moveTo>
                    <a:pt x="914400" y="914400"/>
                  </a:moveTo>
                  <a:lnTo>
                    <a:pt x="914400" y="915715"/>
                  </a:lnTo>
                  <a:lnTo>
                    <a:pt x="913840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230883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303" y="931638"/>
                  </a:lnTo>
                  <a:lnTo>
                    <a:pt x="918406" y="924224"/>
                  </a:lnTo>
                  <a:lnTo>
                    <a:pt x="914561" y="916095"/>
                  </a:lnTo>
                  <a:lnTo>
                    <a:pt x="914400" y="915715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23180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23273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23366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23458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235514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236440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23736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238293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239219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24014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24107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24199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24292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243850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244776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24570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24662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247555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24848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24940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25033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251260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252186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253112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254039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254965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255891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256817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257743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2586701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259596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260522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261448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262375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263301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2642274" y="2102118"/>
              <a:ext cx="923423" cy="914400"/>
            </a:xfrm>
            <a:custGeom>
              <a:avLst/>
              <a:pathLst>
                <a:path w="92342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76" y="897161"/>
                  </a:lnTo>
                  <a:lnTo>
                    <a:pt x="917771" y="902345"/>
                  </a:lnTo>
                  <a:lnTo>
                    <a:pt x="921703" y="910452"/>
                  </a:lnTo>
                  <a:lnTo>
                    <a:pt x="923423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3105386" y="21021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798" y="914400"/>
                  </a:lnTo>
                  <a:lnTo>
                    <a:pt x="912883" y="908360"/>
                  </a:lnTo>
                  <a:lnTo>
                    <a:pt x="914400" y="9056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3114648" y="20848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907"/>
                  </a:lnTo>
                  <a:lnTo>
                    <a:pt x="907576" y="918580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311464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312391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313317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314243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31516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31609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31702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31794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318874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319800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32072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3216532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322579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32350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32443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32535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32628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327210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328136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32906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32998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330915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33184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33276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33369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3346203" y="2102118"/>
              <a:ext cx="919464" cy="914400"/>
            </a:xfrm>
            <a:custGeom>
              <a:avLst/>
              <a:pathLst>
                <a:path w="9194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64" y="897161"/>
                  </a:lnTo>
                  <a:lnTo>
                    <a:pt x="919451" y="898527"/>
                  </a:lnTo>
                  <a:lnTo>
                    <a:pt x="919048" y="909379"/>
                  </a:lnTo>
                  <a:lnTo>
                    <a:pt x="918718" y="914400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2308835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40" y="931638"/>
                  </a:lnTo>
                  <a:lnTo>
                    <a:pt x="910950" y="924842"/>
                  </a:lnTo>
                  <a:lnTo>
                    <a:pt x="907582" y="916011"/>
                  </a:lnTo>
                  <a:lnTo>
                    <a:pt x="907033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230883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23180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23273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23366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23458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235514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236440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23736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238293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239219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24014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24107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24199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24292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243850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244776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24570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24662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247555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24848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24940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25033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251260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252186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253112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254039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254965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255891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256817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257743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2586701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259596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260522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261448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2633012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512" y="897161"/>
                  </a:lnTo>
                  <a:lnTo>
                    <a:pt x="913938" y="897733"/>
                  </a:lnTo>
                  <a:lnTo>
                    <a:pt x="914400" y="898425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2642274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425"/>
                  </a:lnTo>
                  <a:lnTo>
                    <a:pt x="909245" y="904584"/>
                  </a:lnTo>
                  <a:lnTo>
                    <a:pt x="913614" y="911874"/>
                  </a:lnTo>
                  <a:lnTo>
                    <a:pt x="914400" y="913331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2642274" y="2084879"/>
              <a:ext cx="914976" cy="914400"/>
            </a:xfrm>
            <a:custGeom>
              <a:avLst/>
              <a:pathLst>
                <a:path w="914976" h="914400">
                  <a:moveTo>
                    <a:pt x="914400" y="914400"/>
                  </a:moveTo>
                  <a:lnTo>
                    <a:pt x="914400" y="913331"/>
                  </a:lnTo>
                  <a:lnTo>
                    <a:pt x="914976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3114648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051" y="914400"/>
                  </a:lnTo>
                  <a:lnTo>
                    <a:pt x="914400" y="907054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3123910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292"/>
                  </a:lnTo>
                  <a:lnTo>
                    <a:pt x="909874" y="916215"/>
                  </a:lnTo>
                  <a:lnTo>
                    <a:pt x="909946" y="915894"/>
                  </a:lnTo>
                  <a:lnTo>
                    <a:pt x="910019" y="915572"/>
                  </a:lnTo>
                  <a:lnTo>
                    <a:pt x="910092" y="915251"/>
                  </a:lnTo>
                  <a:lnTo>
                    <a:pt x="910165" y="914929"/>
                  </a:lnTo>
                  <a:lnTo>
                    <a:pt x="910237" y="914607"/>
                  </a:lnTo>
                  <a:lnTo>
                    <a:pt x="910284" y="914400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312391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313317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314243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31516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31609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31702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31794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318874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319800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32072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3216532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322579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32350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32443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32535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32628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327210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328136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32906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32998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330915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33184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33276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33369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3346203" y="2084879"/>
              <a:ext cx="919806" cy="914400"/>
            </a:xfrm>
            <a:custGeom>
              <a:avLst/>
              <a:pathLst>
                <a:path w="91980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806" y="897161"/>
                  </a:lnTo>
                  <a:lnTo>
                    <a:pt x="919420" y="898265"/>
                  </a:lnTo>
                  <a:lnTo>
                    <a:pt x="919548" y="904889"/>
                  </a:lnTo>
                  <a:lnTo>
                    <a:pt x="919464" y="914400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2299572" y="2050402"/>
              <a:ext cx="914400" cy="926070"/>
            </a:xfrm>
            <a:custGeom>
              <a:avLst/>
              <a:pathLst>
                <a:path w="914400" h="926070">
                  <a:moveTo>
                    <a:pt x="914400" y="914400"/>
                  </a:moveTo>
                  <a:lnTo>
                    <a:pt x="914400" y="926070"/>
                  </a:lnTo>
                  <a:lnTo>
                    <a:pt x="913729" y="924102"/>
                  </a:lnTo>
                  <a:lnTo>
                    <a:pt x="910876" y="914663"/>
                  </a:lnTo>
                  <a:lnTo>
                    <a:pt x="910806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22995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296" y="931638"/>
                  </a:lnTo>
                  <a:lnTo>
                    <a:pt x="914400" y="92607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230883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23180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23273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23366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23458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235514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236440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23736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238293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239219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24014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24107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24199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24292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243850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244776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24570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24662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247555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24848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24940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25033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251260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252186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253112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254039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254965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255891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256817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257743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2586701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259596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260522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2623750" y="20676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417" y="897239"/>
                  </a:lnTo>
                  <a:lnTo>
                    <a:pt x="913510" y="902662"/>
                  </a:lnTo>
                  <a:lnTo>
                    <a:pt x="914400" y="90373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2623750" y="2067641"/>
              <a:ext cx="922774" cy="914400"/>
            </a:xfrm>
            <a:custGeom>
              <a:avLst/>
              <a:pathLst>
                <a:path w="922774" h="914400">
                  <a:moveTo>
                    <a:pt x="914400" y="914400"/>
                  </a:moveTo>
                  <a:lnTo>
                    <a:pt x="914400" y="903730"/>
                  </a:lnTo>
                  <a:lnTo>
                    <a:pt x="918442" y="908579"/>
                  </a:lnTo>
                  <a:lnTo>
                    <a:pt x="922774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3123910" y="20504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10" y="931524"/>
                  </a:lnTo>
                  <a:lnTo>
                    <a:pt x="910383" y="931203"/>
                  </a:lnTo>
                  <a:lnTo>
                    <a:pt x="910455" y="930881"/>
                  </a:lnTo>
                  <a:lnTo>
                    <a:pt x="910528" y="930559"/>
                  </a:lnTo>
                  <a:lnTo>
                    <a:pt x="910601" y="930238"/>
                  </a:lnTo>
                  <a:lnTo>
                    <a:pt x="910673" y="929916"/>
                  </a:lnTo>
                  <a:lnTo>
                    <a:pt x="910746" y="929595"/>
                  </a:lnTo>
                  <a:lnTo>
                    <a:pt x="910819" y="929273"/>
                  </a:lnTo>
                  <a:lnTo>
                    <a:pt x="910892" y="928951"/>
                  </a:lnTo>
                  <a:lnTo>
                    <a:pt x="910964" y="928630"/>
                  </a:lnTo>
                  <a:lnTo>
                    <a:pt x="911037" y="928308"/>
                  </a:lnTo>
                  <a:lnTo>
                    <a:pt x="911110" y="927987"/>
                  </a:lnTo>
                  <a:lnTo>
                    <a:pt x="911183" y="927665"/>
                  </a:lnTo>
                  <a:lnTo>
                    <a:pt x="911255" y="927343"/>
                  </a:lnTo>
                  <a:lnTo>
                    <a:pt x="911328" y="927022"/>
                  </a:lnTo>
                  <a:lnTo>
                    <a:pt x="911401" y="926700"/>
                  </a:lnTo>
                  <a:lnTo>
                    <a:pt x="911501" y="926258"/>
                  </a:lnTo>
                  <a:lnTo>
                    <a:pt x="911084" y="919836"/>
                  </a:lnTo>
                  <a:lnTo>
                    <a:pt x="910879" y="914400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312391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31331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314243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31516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31609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31702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31794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318874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319800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32072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3216532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322579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32350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32443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32535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32628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327210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328136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32906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32998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330915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33184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33276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33369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3346203" y="20676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44"/>
                  </a:lnTo>
                  <a:lnTo>
                    <a:pt x="922185" y="907587"/>
                  </a:lnTo>
                  <a:lnTo>
                    <a:pt x="919806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3355465" y="2050402"/>
              <a:ext cx="916124" cy="920082"/>
            </a:xfrm>
            <a:custGeom>
              <a:avLst/>
              <a:pathLst>
                <a:path w="916124" h="920082">
                  <a:moveTo>
                    <a:pt x="914400" y="914400"/>
                  </a:moveTo>
                  <a:lnTo>
                    <a:pt x="916124" y="914400"/>
                  </a:lnTo>
                  <a:lnTo>
                    <a:pt x="915784" y="915636"/>
                  </a:lnTo>
                  <a:lnTo>
                    <a:pt x="914400" y="920082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2299572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06" y="931638"/>
                  </a:lnTo>
                  <a:lnTo>
                    <a:pt x="908292" y="922198"/>
                  </a:lnTo>
                  <a:lnTo>
                    <a:pt x="907781" y="920145"/>
                  </a:lnTo>
                  <a:lnTo>
                    <a:pt x="907272" y="918104"/>
                  </a:lnTo>
                  <a:lnTo>
                    <a:pt x="906764" y="916062"/>
                  </a:lnTo>
                  <a:lnTo>
                    <a:pt x="906349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22995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230883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23180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23273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23366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23458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235514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236440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23736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238293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239219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24014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24107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24199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24292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243850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244776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24570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24662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247555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24848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24940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25033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25126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252186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253112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254039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254965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255891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256817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257743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2595963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71" y="897209"/>
                  </a:lnTo>
                  <a:lnTo>
                    <a:pt x="914035" y="897380"/>
                  </a:lnTo>
                  <a:lnTo>
                    <a:pt x="914400" y="897615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2605226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615"/>
                  </a:lnTo>
                  <a:lnTo>
                    <a:pt x="905300" y="897721"/>
                  </a:lnTo>
                  <a:lnTo>
                    <a:pt x="905564" y="897892"/>
                  </a:lnTo>
                  <a:lnTo>
                    <a:pt x="905828" y="898062"/>
                  </a:lnTo>
                  <a:lnTo>
                    <a:pt x="906092" y="898233"/>
                  </a:lnTo>
                  <a:lnTo>
                    <a:pt x="906356" y="898404"/>
                  </a:lnTo>
                  <a:lnTo>
                    <a:pt x="906620" y="898574"/>
                  </a:lnTo>
                  <a:lnTo>
                    <a:pt x="906883" y="898745"/>
                  </a:lnTo>
                  <a:lnTo>
                    <a:pt x="907147" y="898916"/>
                  </a:lnTo>
                  <a:lnTo>
                    <a:pt x="907411" y="899087"/>
                  </a:lnTo>
                  <a:lnTo>
                    <a:pt x="907675" y="899257"/>
                  </a:lnTo>
                  <a:lnTo>
                    <a:pt x="907939" y="899428"/>
                  </a:lnTo>
                  <a:lnTo>
                    <a:pt x="908202" y="899599"/>
                  </a:lnTo>
                  <a:lnTo>
                    <a:pt x="908466" y="899770"/>
                  </a:lnTo>
                  <a:lnTo>
                    <a:pt x="908730" y="899940"/>
                  </a:lnTo>
                  <a:lnTo>
                    <a:pt x="908994" y="900111"/>
                  </a:lnTo>
                  <a:lnTo>
                    <a:pt x="909258" y="900282"/>
                  </a:lnTo>
                  <a:lnTo>
                    <a:pt x="909521" y="900453"/>
                  </a:lnTo>
                  <a:lnTo>
                    <a:pt x="909785" y="900624"/>
                  </a:lnTo>
                  <a:lnTo>
                    <a:pt x="910049" y="900794"/>
                  </a:lnTo>
                  <a:lnTo>
                    <a:pt x="910313" y="900965"/>
                  </a:lnTo>
                  <a:lnTo>
                    <a:pt x="910576" y="901136"/>
                  </a:lnTo>
                  <a:lnTo>
                    <a:pt x="910840" y="901307"/>
                  </a:lnTo>
                  <a:lnTo>
                    <a:pt x="914400" y="90381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2614488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10"/>
                  </a:lnTo>
                  <a:lnTo>
                    <a:pt x="907067" y="905167"/>
                  </a:lnTo>
                  <a:lnTo>
                    <a:pt x="912439" y="909561"/>
                  </a:lnTo>
                  <a:lnTo>
                    <a:pt x="914400" y="911401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2614488" y="2050402"/>
              <a:ext cx="917596" cy="914400"/>
            </a:xfrm>
            <a:custGeom>
              <a:avLst/>
              <a:pathLst>
                <a:path w="917596" h="914400">
                  <a:moveTo>
                    <a:pt x="914400" y="914400"/>
                  </a:moveTo>
                  <a:lnTo>
                    <a:pt x="914400" y="911401"/>
                  </a:lnTo>
                  <a:lnTo>
                    <a:pt x="917596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3123910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79" y="931638"/>
                  </a:lnTo>
                  <a:lnTo>
                    <a:pt x="910695" y="926770"/>
                  </a:lnTo>
                  <a:lnTo>
                    <a:pt x="910613" y="923435"/>
                  </a:lnTo>
                  <a:lnTo>
                    <a:pt x="910532" y="920103"/>
                  </a:lnTo>
                  <a:lnTo>
                    <a:pt x="910451" y="916770"/>
                  </a:lnTo>
                  <a:lnTo>
                    <a:pt x="910393" y="914400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312391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31331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314243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31516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31609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31702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31794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318874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319800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32072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3216532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322579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32350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32443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32535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32628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327210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328136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32906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32998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330915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33184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33276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33369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33462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3355465" y="2050402"/>
              <a:ext cx="920566" cy="914400"/>
            </a:xfrm>
            <a:custGeom>
              <a:avLst/>
              <a:pathLst>
                <a:path w="9205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566" y="897161"/>
                  </a:lnTo>
                  <a:lnTo>
                    <a:pt x="918387" y="906185"/>
                  </a:lnTo>
                  <a:lnTo>
                    <a:pt x="916124" y="914400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2290310" y="2015925"/>
              <a:ext cx="914400" cy="926777"/>
            </a:xfrm>
            <a:custGeom>
              <a:avLst/>
              <a:pathLst>
                <a:path w="914400" h="926777">
                  <a:moveTo>
                    <a:pt x="914400" y="914400"/>
                  </a:moveTo>
                  <a:lnTo>
                    <a:pt x="914400" y="926777"/>
                  </a:lnTo>
                  <a:lnTo>
                    <a:pt x="913990" y="925136"/>
                  </a:lnTo>
                  <a:lnTo>
                    <a:pt x="913480" y="923095"/>
                  </a:lnTo>
                  <a:lnTo>
                    <a:pt x="913204" y="921986"/>
                  </a:lnTo>
                  <a:lnTo>
                    <a:pt x="911804" y="920224"/>
                  </a:lnTo>
                  <a:lnTo>
                    <a:pt x="907656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22903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12" y="931638"/>
                  </a:lnTo>
                  <a:lnTo>
                    <a:pt x="915517" y="931260"/>
                  </a:lnTo>
                  <a:lnTo>
                    <a:pt x="915008" y="929218"/>
                  </a:lnTo>
                  <a:lnTo>
                    <a:pt x="914499" y="927177"/>
                  </a:lnTo>
                  <a:lnTo>
                    <a:pt x="914400" y="926777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22995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230883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23180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23273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23366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23458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235514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236440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23736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238293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239219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24014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24107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24199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24292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243850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244776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24570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24662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247555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24848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24940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25033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25126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252186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253112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254039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254965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255891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256817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2586701" y="203316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978" y="897161"/>
                  </a:lnTo>
                  <a:lnTo>
                    <a:pt x="914399" y="897972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2586701" y="2033164"/>
              <a:ext cx="922959" cy="914400"/>
            </a:xfrm>
            <a:custGeom>
              <a:avLst/>
              <a:pathLst>
                <a:path w="922959" h="914400">
                  <a:moveTo>
                    <a:pt x="914399" y="914400"/>
                  </a:moveTo>
                  <a:lnTo>
                    <a:pt x="914399" y="897972"/>
                  </a:lnTo>
                  <a:lnTo>
                    <a:pt x="917196" y="903356"/>
                  </a:lnTo>
                  <a:lnTo>
                    <a:pt x="922505" y="914106"/>
                  </a:lnTo>
                  <a:lnTo>
                    <a:pt x="922769" y="914277"/>
                  </a:lnTo>
                  <a:lnTo>
                    <a:pt x="922959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3123910" y="20159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93" y="931638"/>
                  </a:lnTo>
                  <a:lnTo>
                    <a:pt x="910370" y="930676"/>
                  </a:lnTo>
                  <a:lnTo>
                    <a:pt x="910289" y="927344"/>
                  </a:lnTo>
                  <a:lnTo>
                    <a:pt x="910207" y="924011"/>
                  </a:lnTo>
                  <a:lnTo>
                    <a:pt x="910126" y="920679"/>
                  </a:lnTo>
                  <a:lnTo>
                    <a:pt x="910044" y="917344"/>
                  </a:lnTo>
                  <a:lnTo>
                    <a:pt x="910014" y="914400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31239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31331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314243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31516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31609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31702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31794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318874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319800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32072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3216532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322579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32350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32443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32535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32628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327210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328136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32906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32998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330915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33184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33276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33369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33462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3355465" y="20331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8967"/>
                  </a:lnTo>
                  <a:lnTo>
                    <a:pt x="922795" y="903839"/>
                  </a:lnTo>
                  <a:lnTo>
                    <a:pt x="920726" y="913737"/>
                  </a:lnTo>
                  <a:lnTo>
                    <a:pt x="920566" y="914400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3364728" y="2015925"/>
              <a:ext cx="914721" cy="916206"/>
            </a:xfrm>
            <a:custGeom>
              <a:avLst/>
              <a:pathLst>
                <a:path w="914721" h="916206">
                  <a:moveTo>
                    <a:pt x="914400" y="914400"/>
                  </a:moveTo>
                  <a:lnTo>
                    <a:pt x="914721" y="914400"/>
                  </a:lnTo>
                  <a:lnTo>
                    <a:pt x="914400" y="916206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2281048" y="1998687"/>
              <a:ext cx="914400" cy="927774"/>
            </a:xfrm>
            <a:custGeom>
              <a:avLst/>
              <a:pathLst>
                <a:path w="914400" h="927774">
                  <a:moveTo>
                    <a:pt x="914400" y="914400"/>
                  </a:moveTo>
                  <a:lnTo>
                    <a:pt x="914400" y="927774"/>
                  </a:lnTo>
                  <a:lnTo>
                    <a:pt x="912093" y="924173"/>
                  </a:lnTo>
                  <a:lnTo>
                    <a:pt x="907894" y="916900"/>
                  </a:lnTo>
                  <a:lnTo>
                    <a:pt x="906592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228104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18" y="931638"/>
                  </a:lnTo>
                  <a:lnTo>
                    <a:pt x="916487" y="931034"/>
                  </a:lnTo>
                  <a:lnTo>
                    <a:pt x="914400" y="927774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22903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22995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230883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23180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23273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23366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23458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235514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236440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23736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238293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239219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24014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24107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24199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24292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243850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244776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24570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24662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247555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24848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24940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25033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25126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252186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253112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254039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254965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255891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2577439" y="20159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11" y="897161"/>
                  </a:lnTo>
                  <a:lnTo>
                    <a:pt x="913216" y="897722"/>
                  </a:lnTo>
                  <a:lnTo>
                    <a:pt x="914400" y="899553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2577439" y="2015925"/>
              <a:ext cx="923241" cy="914400"/>
            </a:xfrm>
            <a:custGeom>
              <a:avLst/>
              <a:pathLst>
                <a:path w="923241" h="914400">
                  <a:moveTo>
                    <a:pt x="914400" y="914400"/>
                  </a:moveTo>
                  <a:lnTo>
                    <a:pt x="914400" y="899553"/>
                  </a:lnTo>
                  <a:lnTo>
                    <a:pt x="917850" y="904896"/>
                  </a:lnTo>
                  <a:lnTo>
                    <a:pt x="922269" y="912528"/>
                  </a:lnTo>
                  <a:lnTo>
                    <a:pt x="923241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3123910" y="19986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014" y="931638"/>
                  </a:lnTo>
                  <a:lnTo>
                    <a:pt x="909933" y="923600"/>
                  </a:lnTo>
                  <a:lnTo>
                    <a:pt x="910102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31239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31331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314243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31516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31609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31702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31794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318874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319800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32072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3216532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322579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32350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32443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C6A">
                <a:alpha val="100000"/>
              </a:srgbClr>
            </a:solidFill>
            <a:ln w="5420" cap="flat">
              <a:solidFill>
                <a:srgbClr val="FE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32535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32628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327210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328136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32906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32998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330915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33184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33276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33369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33462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335546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3364728" y="2015925"/>
              <a:ext cx="917579" cy="914400"/>
            </a:xfrm>
            <a:custGeom>
              <a:avLst/>
              <a:pathLst>
                <a:path w="9175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79" y="897161"/>
                  </a:lnTo>
                  <a:lnTo>
                    <a:pt x="917290" y="898935"/>
                  </a:lnTo>
                  <a:lnTo>
                    <a:pt x="916799" y="901947"/>
                  </a:lnTo>
                  <a:lnTo>
                    <a:pt x="916309" y="904959"/>
                  </a:lnTo>
                  <a:lnTo>
                    <a:pt x="915818" y="907970"/>
                  </a:lnTo>
                  <a:lnTo>
                    <a:pt x="915326" y="910996"/>
                  </a:lnTo>
                  <a:lnTo>
                    <a:pt x="914721" y="914400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2271786" y="1981448"/>
              <a:ext cx="914400" cy="928844"/>
            </a:xfrm>
            <a:custGeom>
              <a:avLst/>
              <a:pathLst>
                <a:path w="914400" h="928844">
                  <a:moveTo>
                    <a:pt x="914400" y="914400"/>
                  </a:moveTo>
                  <a:lnTo>
                    <a:pt x="914400" y="928844"/>
                  </a:lnTo>
                  <a:lnTo>
                    <a:pt x="913164" y="926472"/>
                  </a:lnTo>
                  <a:lnTo>
                    <a:pt x="909391" y="918432"/>
                  </a:lnTo>
                  <a:lnTo>
                    <a:pt x="907687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227178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54" y="931638"/>
                  </a:lnTo>
                  <a:lnTo>
                    <a:pt x="914400" y="928844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228104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22903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22995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230883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23180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23273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23366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23458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235514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236440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23736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238293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239219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24014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24107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24199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24292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243850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244776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24570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24662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247555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24848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24940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25033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25126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252186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253112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254039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254965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2568177" y="19986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133" y="897161"/>
                  </a:lnTo>
                  <a:lnTo>
                    <a:pt x="912618" y="902065"/>
                  </a:lnTo>
                  <a:lnTo>
                    <a:pt x="914400" y="904263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2568177" y="1998687"/>
              <a:ext cx="922074" cy="914400"/>
            </a:xfrm>
            <a:custGeom>
              <a:avLst/>
              <a:pathLst>
                <a:path w="922074" h="914400">
                  <a:moveTo>
                    <a:pt x="914400" y="914400"/>
                  </a:moveTo>
                  <a:lnTo>
                    <a:pt x="914400" y="904263"/>
                  </a:lnTo>
                  <a:lnTo>
                    <a:pt x="917642" y="908264"/>
                  </a:lnTo>
                  <a:lnTo>
                    <a:pt x="922074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3123910" y="19814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02" y="931638"/>
                  </a:lnTo>
                  <a:lnTo>
                    <a:pt x="910135" y="929860"/>
                  </a:lnTo>
                  <a:lnTo>
                    <a:pt x="910649" y="918918"/>
                  </a:lnTo>
                  <a:lnTo>
                    <a:pt x="910992" y="914400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31239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31331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314243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31516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31609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31702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31794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318874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319800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32072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3216532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322579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32350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32443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32535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32628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327210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328136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32906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32998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330915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33184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33276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33369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33462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335546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3364728" y="1998687"/>
              <a:ext cx="920284" cy="914400"/>
            </a:xfrm>
            <a:custGeom>
              <a:avLst/>
              <a:pathLst>
                <a:path w="92028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284" y="897161"/>
                  </a:lnTo>
                  <a:lnTo>
                    <a:pt x="919257" y="904113"/>
                  </a:lnTo>
                  <a:lnTo>
                    <a:pt x="918764" y="907138"/>
                  </a:lnTo>
                  <a:lnTo>
                    <a:pt x="918272" y="910150"/>
                  </a:lnTo>
                  <a:lnTo>
                    <a:pt x="917781" y="913162"/>
                  </a:lnTo>
                  <a:lnTo>
                    <a:pt x="917579" y="914400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2262523" y="1964210"/>
              <a:ext cx="914400" cy="925414"/>
            </a:xfrm>
            <a:custGeom>
              <a:avLst/>
              <a:pathLst>
                <a:path w="914400" h="925414">
                  <a:moveTo>
                    <a:pt x="914400" y="914400"/>
                  </a:moveTo>
                  <a:lnTo>
                    <a:pt x="914400" y="925414"/>
                  </a:lnTo>
                  <a:lnTo>
                    <a:pt x="911799" y="918559"/>
                  </a:lnTo>
                  <a:lnTo>
                    <a:pt x="910388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226252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49" y="931638"/>
                  </a:lnTo>
                  <a:lnTo>
                    <a:pt x="915107" y="927279"/>
                  </a:lnTo>
                  <a:lnTo>
                    <a:pt x="914400" y="925414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227178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228104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22903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22995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230883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23180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23273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23366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23458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235514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236440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23736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238293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239219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24014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24107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24199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24292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243850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244776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24570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24662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247555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24848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24940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25033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25126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252186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253112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2549652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899671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2558914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71"/>
                  </a:lnTo>
                  <a:lnTo>
                    <a:pt x="906977" y="903668"/>
                  </a:lnTo>
                  <a:lnTo>
                    <a:pt x="907198" y="903894"/>
                  </a:lnTo>
                  <a:lnTo>
                    <a:pt x="907419" y="904121"/>
                  </a:lnTo>
                  <a:lnTo>
                    <a:pt x="907639" y="904347"/>
                  </a:lnTo>
                  <a:lnTo>
                    <a:pt x="907860" y="904573"/>
                  </a:lnTo>
                  <a:lnTo>
                    <a:pt x="908081" y="904799"/>
                  </a:lnTo>
                  <a:lnTo>
                    <a:pt x="908301" y="905025"/>
                  </a:lnTo>
                  <a:lnTo>
                    <a:pt x="908522" y="905251"/>
                  </a:lnTo>
                  <a:lnTo>
                    <a:pt x="908743" y="905477"/>
                  </a:lnTo>
                  <a:lnTo>
                    <a:pt x="908964" y="905703"/>
                  </a:lnTo>
                  <a:lnTo>
                    <a:pt x="909184" y="905930"/>
                  </a:lnTo>
                  <a:lnTo>
                    <a:pt x="909405" y="906156"/>
                  </a:lnTo>
                  <a:lnTo>
                    <a:pt x="909626" y="906382"/>
                  </a:lnTo>
                  <a:lnTo>
                    <a:pt x="909846" y="906608"/>
                  </a:lnTo>
                  <a:lnTo>
                    <a:pt x="910067" y="906834"/>
                  </a:lnTo>
                  <a:lnTo>
                    <a:pt x="910288" y="907060"/>
                  </a:lnTo>
                  <a:lnTo>
                    <a:pt x="910508" y="907287"/>
                  </a:lnTo>
                  <a:lnTo>
                    <a:pt x="910729" y="907513"/>
                  </a:lnTo>
                  <a:lnTo>
                    <a:pt x="910950" y="907739"/>
                  </a:lnTo>
                  <a:lnTo>
                    <a:pt x="911170" y="907965"/>
                  </a:lnTo>
                  <a:lnTo>
                    <a:pt x="911391" y="908191"/>
                  </a:lnTo>
                  <a:lnTo>
                    <a:pt x="911611" y="908417"/>
                  </a:lnTo>
                  <a:lnTo>
                    <a:pt x="911832" y="908644"/>
                  </a:lnTo>
                  <a:lnTo>
                    <a:pt x="912053" y="908870"/>
                  </a:lnTo>
                  <a:lnTo>
                    <a:pt x="912273" y="909096"/>
                  </a:lnTo>
                  <a:lnTo>
                    <a:pt x="912494" y="909322"/>
                  </a:lnTo>
                  <a:lnTo>
                    <a:pt x="912714" y="909548"/>
                  </a:lnTo>
                  <a:lnTo>
                    <a:pt x="912935" y="909775"/>
                  </a:lnTo>
                  <a:lnTo>
                    <a:pt x="913155" y="910001"/>
                  </a:lnTo>
                  <a:lnTo>
                    <a:pt x="913376" y="910227"/>
                  </a:lnTo>
                  <a:lnTo>
                    <a:pt x="913596" y="910453"/>
                  </a:lnTo>
                  <a:lnTo>
                    <a:pt x="913817" y="910680"/>
                  </a:lnTo>
                  <a:lnTo>
                    <a:pt x="914037" y="910906"/>
                  </a:lnTo>
                  <a:lnTo>
                    <a:pt x="914258" y="911132"/>
                  </a:lnTo>
                  <a:lnTo>
                    <a:pt x="914400" y="911277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2558914" y="1981448"/>
              <a:ext cx="917395" cy="914400"/>
            </a:xfrm>
            <a:custGeom>
              <a:avLst/>
              <a:pathLst>
                <a:path w="917395" h="914400">
                  <a:moveTo>
                    <a:pt x="914400" y="914400"/>
                  </a:moveTo>
                  <a:lnTo>
                    <a:pt x="914479" y="911358"/>
                  </a:lnTo>
                  <a:lnTo>
                    <a:pt x="914699" y="911584"/>
                  </a:lnTo>
                  <a:lnTo>
                    <a:pt x="914919" y="911811"/>
                  </a:lnTo>
                  <a:lnTo>
                    <a:pt x="915140" y="912037"/>
                  </a:lnTo>
                  <a:lnTo>
                    <a:pt x="915360" y="912263"/>
                  </a:lnTo>
                  <a:lnTo>
                    <a:pt x="915581" y="912489"/>
                  </a:lnTo>
                  <a:lnTo>
                    <a:pt x="915801" y="912716"/>
                  </a:lnTo>
                  <a:lnTo>
                    <a:pt x="916022" y="912942"/>
                  </a:lnTo>
                  <a:lnTo>
                    <a:pt x="916242" y="913168"/>
                  </a:lnTo>
                  <a:lnTo>
                    <a:pt x="916463" y="913395"/>
                  </a:lnTo>
                  <a:lnTo>
                    <a:pt x="916683" y="913621"/>
                  </a:lnTo>
                  <a:lnTo>
                    <a:pt x="917395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3123910" y="19642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992" y="931638"/>
                  </a:lnTo>
                  <a:lnTo>
                    <a:pt x="911475" y="925280"/>
                  </a:lnTo>
                  <a:lnTo>
                    <a:pt x="912624" y="914400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31239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31331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314243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31516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31609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31702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31794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318874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319800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32072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3216532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322579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32350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32443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32535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32628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327210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328136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32906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32998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330915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33184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33276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33369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33462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335546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3364728" y="1981448"/>
              <a:ext cx="922337" cy="914400"/>
            </a:xfrm>
            <a:custGeom>
              <a:avLst/>
              <a:pathLst>
                <a:path w="92233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337" y="897161"/>
                  </a:lnTo>
                  <a:lnTo>
                    <a:pt x="922096" y="899909"/>
                  </a:lnTo>
                  <a:lnTo>
                    <a:pt x="920831" y="910701"/>
                  </a:lnTo>
                  <a:lnTo>
                    <a:pt x="920284" y="914400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225326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50" y="931638"/>
                  </a:lnTo>
                  <a:lnTo>
                    <a:pt x="917998" y="926770"/>
                  </a:lnTo>
                  <a:lnTo>
                    <a:pt x="915190" y="917462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226252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227178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228104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229031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22995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230883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23180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23273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23366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23458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235514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236440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23736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238293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239219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24014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24107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24199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24292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243850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244776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24570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24662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247555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24848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24940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25033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25126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252186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253112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2540390" y="1964210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37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3123910" y="19642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624" y="914400"/>
                  </a:lnTo>
                  <a:lnTo>
                    <a:pt x="914051" y="903848"/>
                  </a:lnTo>
                  <a:lnTo>
                    <a:pt x="914400" y="901752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3133172" y="19469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991"/>
                  </a:lnTo>
                  <a:lnTo>
                    <a:pt x="905900" y="914400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31331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314243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31516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31609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31702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31794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318874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319800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32072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3216532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322579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32350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32443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32535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32628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327210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328136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32906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32998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330915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33184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33276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33369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33462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335546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3364728" y="1964210"/>
              <a:ext cx="923580" cy="914400"/>
            </a:xfrm>
            <a:custGeom>
              <a:avLst/>
              <a:pathLst>
                <a:path w="92358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580" y="897161"/>
                  </a:lnTo>
                  <a:lnTo>
                    <a:pt x="923050" y="906245"/>
                  </a:lnTo>
                  <a:lnTo>
                    <a:pt x="922337" y="914400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2253261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375" y="931638"/>
                  </a:lnTo>
                  <a:lnTo>
                    <a:pt x="912644" y="925134"/>
                  </a:lnTo>
                  <a:lnTo>
                    <a:pt x="910366" y="915336"/>
                  </a:lnTo>
                  <a:lnTo>
                    <a:pt x="910178" y="914400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225326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226252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227178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228104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229031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22995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230883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23180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23273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23366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23458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235514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236440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23736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238293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239219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24014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24107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24199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24292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243850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244776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24570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24662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247555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24848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24940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25033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25126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252186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2540390" y="19469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85" y="897266"/>
                  </a:lnTo>
                  <a:lnTo>
                    <a:pt x="907184" y="897704"/>
                  </a:lnTo>
                  <a:lnTo>
                    <a:pt x="907382" y="898141"/>
                  </a:lnTo>
                  <a:lnTo>
                    <a:pt x="907580" y="898579"/>
                  </a:lnTo>
                  <a:lnTo>
                    <a:pt x="907778" y="899016"/>
                  </a:lnTo>
                  <a:lnTo>
                    <a:pt x="907976" y="899453"/>
                  </a:lnTo>
                  <a:lnTo>
                    <a:pt x="908174" y="899891"/>
                  </a:lnTo>
                  <a:lnTo>
                    <a:pt x="908372" y="900328"/>
                  </a:lnTo>
                  <a:lnTo>
                    <a:pt x="908571" y="900766"/>
                  </a:lnTo>
                  <a:lnTo>
                    <a:pt x="908769" y="901203"/>
                  </a:lnTo>
                  <a:lnTo>
                    <a:pt x="908967" y="901641"/>
                  </a:lnTo>
                  <a:lnTo>
                    <a:pt x="909165" y="902078"/>
                  </a:lnTo>
                  <a:lnTo>
                    <a:pt x="909363" y="902516"/>
                  </a:lnTo>
                  <a:lnTo>
                    <a:pt x="909561" y="902953"/>
                  </a:lnTo>
                  <a:lnTo>
                    <a:pt x="909759" y="903390"/>
                  </a:lnTo>
                  <a:lnTo>
                    <a:pt x="909957" y="903828"/>
                  </a:lnTo>
                  <a:lnTo>
                    <a:pt x="910155" y="904265"/>
                  </a:lnTo>
                  <a:lnTo>
                    <a:pt x="910353" y="904703"/>
                  </a:lnTo>
                  <a:lnTo>
                    <a:pt x="910551" y="905140"/>
                  </a:lnTo>
                  <a:lnTo>
                    <a:pt x="910749" y="905578"/>
                  </a:lnTo>
                  <a:lnTo>
                    <a:pt x="910946" y="906015"/>
                  </a:lnTo>
                  <a:lnTo>
                    <a:pt x="911144" y="906453"/>
                  </a:lnTo>
                  <a:lnTo>
                    <a:pt x="911342" y="906890"/>
                  </a:lnTo>
                  <a:lnTo>
                    <a:pt x="911540" y="907328"/>
                  </a:lnTo>
                  <a:lnTo>
                    <a:pt x="911738" y="907765"/>
                  </a:lnTo>
                  <a:lnTo>
                    <a:pt x="911936" y="908203"/>
                  </a:lnTo>
                  <a:lnTo>
                    <a:pt x="912134" y="908640"/>
                  </a:lnTo>
                  <a:lnTo>
                    <a:pt x="912332" y="909078"/>
                  </a:lnTo>
                  <a:lnTo>
                    <a:pt x="912529" y="909515"/>
                  </a:lnTo>
                  <a:lnTo>
                    <a:pt x="912727" y="909953"/>
                  </a:lnTo>
                  <a:lnTo>
                    <a:pt x="912925" y="910390"/>
                  </a:lnTo>
                  <a:lnTo>
                    <a:pt x="913123" y="910828"/>
                  </a:lnTo>
                  <a:lnTo>
                    <a:pt x="913321" y="911265"/>
                  </a:lnTo>
                  <a:lnTo>
                    <a:pt x="913518" y="911703"/>
                  </a:lnTo>
                  <a:lnTo>
                    <a:pt x="913716" y="912140"/>
                  </a:lnTo>
                  <a:lnTo>
                    <a:pt x="914400" y="913653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2540390" y="1946971"/>
              <a:ext cx="914737" cy="914400"/>
            </a:xfrm>
            <a:custGeom>
              <a:avLst/>
              <a:pathLst>
                <a:path w="914737" h="914400">
                  <a:moveTo>
                    <a:pt x="914400" y="914400"/>
                  </a:moveTo>
                  <a:lnTo>
                    <a:pt x="914400" y="913653"/>
                  </a:lnTo>
                  <a:lnTo>
                    <a:pt x="914737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3133172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900" y="931638"/>
                  </a:lnTo>
                  <a:lnTo>
                    <a:pt x="906532" y="927831"/>
                  </a:lnTo>
                  <a:lnTo>
                    <a:pt x="908571" y="917523"/>
                  </a:lnTo>
                  <a:lnTo>
                    <a:pt x="909293" y="914400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31331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314243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31516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31609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31702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31794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318874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319800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32072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3216532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322579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32350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32443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32535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32628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327210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328136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32906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32998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330915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33184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33276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33369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33462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335546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3364728" y="19469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993"/>
                  </a:lnTo>
                  <a:lnTo>
                    <a:pt x="923580" y="914400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3373990" y="1929733"/>
              <a:ext cx="914755" cy="930231"/>
            </a:xfrm>
            <a:custGeom>
              <a:avLst/>
              <a:pathLst>
                <a:path w="914755" h="930231">
                  <a:moveTo>
                    <a:pt x="914400" y="914400"/>
                  </a:moveTo>
                  <a:lnTo>
                    <a:pt x="914755" y="914400"/>
                  </a:lnTo>
                  <a:lnTo>
                    <a:pt x="914752" y="918711"/>
                  </a:lnTo>
                  <a:lnTo>
                    <a:pt x="914428" y="929740"/>
                  </a:lnTo>
                  <a:lnTo>
                    <a:pt x="914400" y="930231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2253261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78" y="931638"/>
                  </a:lnTo>
                  <a:lnTo>
                    <a:pt x="908363" y="922571"/>
                  </a:lnTo>
                  <a:lnTo>
                    <a:pt x="907135" y="915314"/>
                  </a:lnTo>
                  <a:lnTo>
                    <a:pt x="906714" y="914678"/>
                  </a:lnTo>
                  <a:lnTo>
                    <a:pt x="906548" y="914400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225326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226252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227178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228104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229031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22995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230883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23180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23273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23366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23458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235514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236440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23736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238293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239219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24014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24107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24199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24292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243850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244776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24570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24662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247555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24848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24940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25033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25126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2531128" y="1929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378" y="897161"/>
                  </a:lnTo>
                  <a:lnTo>
                    <a:pt x="908508" y="897447"/>
                  </a:lnTo>
                  <a:lnTo>
                    <a:pt x="908707" y="897885"/>
                  </a:lnTo>
                  <a:lnTo>
                    <a:pt x="908905" y="898322"/>
                  </a:lnTo>
                  <a:lnTo>
                    <a:pt x="909104" y="898759"/>
                  </a:lnTo>
                  <a:lnTo>
                    <a:pt x="909303" y="899197"/>
                  </a:lnTo>
                  <a:lnTo>
                    <a:pt x="909501" y="899634"/>
                  </a:lnTo>
                  <a:lnTo>
                    <a:pt x="909700" y="900071"/>
                  </a:lnTo>
                  <a:lnTo>
                    <a:pt x="909899" y="900508"/>
                  </a:lnTo>
                  <a:lnTo>
                    <a:pt x="910097" y="900946"/>
                  </a:lnTo>
                  <a:lnTo>
                    <a:pt x="910296" y="901383"/>
                  </a:lnTo>
                  <a:lnTo>
                    <a:pt x="910495" y="901821"/>
                  </a:lnTo>
                  <a:lnTo>
                    <a:pt x="910693" y="902258"/>
                  </a:lnTo>
                  <a:lnTo>
                    <a:pt x="910892" y="902695"/>
                  </a:lnTo>
                  <a:lnTo>
                    <a:pt x="911090" y="903133"/>
                  </a:lnTo>
                  <a:lnTo>
                    <a:pt x="911289" y="903570"/>
                  </a:lnTo>
                  <a:lnTo>
                    <a:pt x="911487" y="904007"/>
                  </a:lnTo>
                  <a:lnTo>
                    <a:pt x="911686" y="904445"/>
                  </a:lnTo>
                  <a:lnTo>
                    <a:pt x="911884" y="904882"/>
                  </a:lnTo>
                  <a:lnTo>
                    <a:pt x="912083" y="905319"/>
                  </a:lnTo>
                  <a:lnTo>
                    <a:pt x="912281" y="905757"/>
                  </a:lnTo>
                  <a:lnTo>
                    <a:pt x="912480" y="906194"/>
                  </a:lnTo>
                  <a:lnTo>
                    <a:pt x="912678" y="906631"/>
                  </a:lnTo>
                  <a:lnTo>
                    <a:pt x="912877" y="907069"/>
                  </a:lnTo>
                  <a:lnTo>
                    <a:pt x="913075" y="907506"/>
                  </a:lnTo>
                  <a:lnTo>
                    <a:pt x="913273" y="907944"/>
                  </a:lnTo>
                  <a:lnTo>
                    <a:pt x="913472" y="908381"/>
                  </a:lnTo>
                  <a:lnTo>
                    <a:pt x="913670" y="908818"/>
                  </a:lnTo>
                  <a:lnTo>
                    <a:pt x="913868" y="909256"/>
                  </a:lnTo>
                  <a:lnTo>
                    <a:pt x="914067" y="909693"/>
                  </a:lnTo>
                  <a:lnTo>
                    <a:pt x="914265" y="910131"/>
                  </a:lnTo>
                  <a:lnTo>
                    <a:pt x="914400" y="910427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2531128" y="1929733"/>
              <a:ext cx="916200" cy="914400"/>
            </a:xfrm>
            <a:custGeom>
              <a:avLst/>
              <a:pathLst>
                <a:path w="916200" h="914400">
                  <a:moveTo>
                    <a:pt x="914400" y="914400"/>
                  </a:moveTo>
                  <a:lnTo>
                    <a:pt x="914400" y="910427"/>
                  </a:lnTo>
                  <a:lnTo>
                    <a:pt x="914463" y="910568"/>
                  </a:lnTo>
                  <a:lnTo>
                    <a:pt x="914662" y="911005"/>
                  </a:lnTo>
                  <a:lnTo>
                    <a:pt x="914860" y="911443"/>
                  </a:lnTo>
                  <a:lnTo>
                    <a:pt x="915058" y="911880"/>
                  </a:lnTo>
                  <a:lnTo>
                    <a:pt x="915257" y="912318"/>
                  </a:lnTo>
                  <a:lnTo>
                    <a:pt x="915455" y="912755"/>
                  </a:lnTo>
                  <a:lnTo>
                    <a:pt x="915653" y="913192"/>
                  </a:lnTo>
                  <a:lnTo>
                    <a:pt x="915851" y="913630"/>
                  </a:lnTo>
                  <a:lnTo>
                    <a:pt x="916049" y="914067"/>
                  </a:lnTo>
                  <a:lnTo>
                    <a:pt x="916200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3133172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293" y="931638"/>
                  </a:lnTo>
                  <a:lnTo>
                    <a:pt x="910902" y="924670"/>
                  </a:lnTo>
                  <a:lnTo>
                    <a:pt x="913517" y="914822"/>
                  </a:lnTo>
                  <a:lnTo>
                    <a:pt x="913645" y="914400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31331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314243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31516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31609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31702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31794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318874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319800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32072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3216532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322579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32350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32443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32535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32628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327210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328136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32906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32998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330915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33184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33276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33369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33462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335546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336472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3373990" y="1929733"/>
              <a:ext cx="914760" cy="914400"/>
            </a:xfrm>
            <a:custGeom>
              <a:avLst/>
              <a:pathLst>
                <a:path w="914760" h="914400">
                  <a:moveTo>
                    <a:pt x="914400" y="914400"/>
                  </a:moveTo>
                  <a:lnTo>
                    <a:pt x="914465" y="897161"/>
                  </a:lnTo>
                  <a:lnTo>
                    <a:pt x="914760" y="907665"/>
                  </a:lnTo>
                  <a:lnTo>
                    <a:pt x="914755" y="91440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2243999" y="1895256"/>
              <a:ext cx="914400" cy="929265"/>
            </a:xfrm>
            <a:custGeom>
              <a:avLst/>
              <a:pathLst>
                <a:path w="914400" h="929265">
                  <a:moveTo>
                    <a:pt x="914400" y="914400"/>
                  </a:moveTo>
                  <a:lnTo>
                    <a:pt x="914400" y="929265"/>
                  </a:lnTo>
                  <a:lnTo>
                    <a:pt x="911612" y="924575"/>
                  </a:lnTo>
                  <a:lnTo>
                    <a:pt x="907462" y="916813"/>
                  </a:lnTo>
                  <a:lnTo>
                    <a:pt x="906301" y="914400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224399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0" y="931638"/>
                  </a:lnTo>
                  <a:lnTo>
                    <a:pt x="914400" y="929265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225326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226252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227178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228104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229031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229957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230883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23180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23273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23366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23458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235514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236440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23736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238293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239219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24014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24107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24199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24292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243850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244776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24570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24662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247555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24848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24940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25033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2521866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90184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2521866" y="1912494"/>
              <a:ext cx="917640" cy="914400"/>
            </a:xfrm>
            <a:custGeom>
              <a:avLst/>
              <a:pathLst>
                <a:path w="917640" h="914400">
                  <a:moveTo>
                    <a:pt x="914400" y="914400"/>
                  </a:moveTo>
                  <a:lnTo>
                    <a:pt x="914400" y="901848"/>
                  </a:lnTo>
                  <a:lnTo>
                    <a:pt x="917207" y="913446"/>
                  </a:lnTo>
                  <a:lnTo>
                    <a:pt x="917373" y="913811"/>
                  </a:lnTo>
                  <a:lnTo>
                    <a:pt x="917572" y="914248"/>
                  </a:lnTo>
                  <a:lnTo>
                    <a:pt x="917640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3133172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5" y="914400"/>
                  </a:lnTo>
                  <a:lnTo>
                    <a:pt x="914400" y="911902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3142434" y="18952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141"/>
                  </a:lnTo>
                  <a:lnTo>
                    <a:pt x="907148" y="922486"/>
                  </a:lnTo>
                  <a:lnTo>
                    <a:pt x="909904" y="914400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314243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31516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31609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31702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31794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318874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319800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32072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3216532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322579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32350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32443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32535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32628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327210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328136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32906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32998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330915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33184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33276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33369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334620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335546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3373990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32" y="897161"/>
                  </a:lnTo>
                  <a:lnTo>
                    <a:pt x="913825" y="902888"/>
                  </a:lnTo>
                  <a:lnTo>
                    <a:pt x="914400" y="912977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3373990" y="1912494"/>
              <a:ext cx="914450" cy="914400"/>
            </a:xfrm>
            <a:custGeom>
              <a:avLst/>
              <a:pathLst>
                <a:path w="914450" h="914400">
                  <a:moveTo>
                    <a:pt x="914400" y="914400"/>
                  </a:moveTo>
                  <a:lnTo>
                    <a:pt x="914400" y="912977"/>
                  </a:lnTo>
                  <a:lnTo>
                    <a:pt x="914450" y="913872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2234737" y="1878018"/>
              <a:ext cx="914400" cy="929217"/>
            </a:xfrm>
            <a:custGeom>
              <a:avLst/>
              <a:pathLst>
                <a:path w="914400" h="929217">
                  <a:moveTo>
                    <a:pt x="914400" y="914400"/>
                  </a:moveTo>
                  <a:lnTo>
                    <a:pt x="914400" y="929217"/>
                  </a:lnTo>
                  <a:lnTo>
                    <a:pt x="912801" y="925893"/>
                  </a:lnTo>
                  <a:lnTo>
                    <a:pt x="911658" y="923385"/>
                  </a:lnTo>
                  <a:lnTo>
                    <a:pt x="910523" y="920896"/>
                  </a:lnTo>
                  <a:lnTo>
                    <a:pt x="909387" y="918406"/>
                  </a:lnTo>
                  <a:lnTo>
                    <a:pt x="908251" y="915917"/>
                  </a:lnTo>
                  <a:lnTo>
                    <a:pt x="907558" y="914400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223473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564" y="931638"/>
                  </a:lnTo>
                  <a:lnTo>
                    <a:pt x="914400" y="929217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224399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225326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226252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227178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228104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229031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229957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230883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23180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23273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23366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23458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235514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236440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23736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238293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239219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24014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24107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24199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24292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243850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244776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24570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24662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247555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24848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24940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25033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2512603" y="1895256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354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3142434" y="18780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4" y="931638"/>
                  </a:lnTo>
                  <a:lnTo>
                    <a:pt x="910309" y="930449"/>
                  </a:lnTo>
                  <a:lnTo>
                    <a:pt x="911563" y="927167"/>
                  </a:lnTo>
                  <a:lnTo>
                    <a:pt x="911487" y="925215"/>
                  </a:lnTo>
                  <a:lnTo>
                    <a:pt x="911444" y="920297"/>
                  </a:lnTo>
                  <a:lnTo>
                    <a:pt x="910528" y="914953"/>
                  </a:lnTo>
                  <a:lnTo>
                    <a:pt x="910450" y="914400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314243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31516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31609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31702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31794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318874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319800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32072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3216532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322579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32350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32443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32535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32628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327210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328136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32906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32998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330915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33184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33276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33369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334620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335546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3364728" y="1895256"/>
              <a:ext cx="922594" cy="914400"/>
            </a:xfrm>
            <a:custGeom>
              <a:avLst/>
              <a:pathLst>
                <a:path w="92259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13" y="897161"/>
                  </a:lnTo>
                  <a:lnTo>
                    <a:pt x="920897" y="898421"/>
                  </a:lnTo>
                  <a:lnTo>
                    <a:pt x="922148" y="909219"/>
                  </a:lnTo>
                  <a:lnTo>
                    <a:pt x="922594" y="914400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2225475" y="1860779"/>
              <a:ext cx="914400" cy="926339"/>
            </a:xfrm>
            <a:custGeom>
              <a:avLst/>
              <a:pathLst>
                <a:path w="914400" h="926339">
                  <a:moveTo>
                    <a:pt x="914400" y="914400"/>
                  </a:moveTo>
                  <a:lnTo>
                    <a:pt x="914400" y="926339"/>
                  </a:lnTo>
                  <a:lnTo>
                    <a:pt x="914102" y="925687"/>
                  </a:lnTo>
                  <a:lnTo>
                    <a:pt x="912964" y="923198"/>
                  </a:lnTo>
                  <a:lnTo>
                    <a:pt x="911825" y="920709"/>
                  </a:lnTo>
                  <a:lnTo>
                    <a:pt x="910686" y="918220"/>
                  </a:lnTo>
                  <a:lnTo>
                    <a:pt x="909547" y="915732"/>
                  </a:lnTo>
                  <a:lnTo>
                    <a:pt x="908936" y="91440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222547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820" y="931638"/>
                  </a:lnTo>
                  <a:lnTo>
                    <a:pt x="916377" y="930666"/>
                  </a:lnTo>
                  <a:lnTo>
                    <a:pt x="915239" y="928176"/>
                  </a:lnTo>
                  <a:lnTo>
                    <a:pt x="914400" y="92633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223473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224399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225326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226252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227178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228104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229031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229957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230883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23180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23273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23366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23458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235514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236440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23736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238293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239219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24014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24107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24199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24292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243850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244776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24570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24662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247555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24848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24940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2512603" y="18780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3" y="897161"/>
                  </a:lnTo>
                  <a:lnTo>
                    <a:pt x="914400" y="89807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2512603" y="1878018"/>
              <a:ext cx="918354" cy="914400"/>
            </a:xfrm>
            <a:custGeom>
              <a:avLst/>
              <a:pathLst>
                <a:path w="918354" h="914400">
                  <a:moveTo>
                    <a:pt x="914400" y="914400"/>
                  </a:moveTo>
                  <a:lnTo>
                    <a:pt x="914410" y="898109"/>
                  </a:lnTo>
                  <a:lnTo>
                    <a:pt x="914553" y="898702"/>
                  </a:lnTo>
                  <a:lnTo>
                    <a:pt x="914699" y="899301"/>
                  </a:lnTo>
                  <a:lnTo>
                    <a:pt x="914844" y="899901"/>
                  </a:lnTo>
                  <a:lnTo>
                    <a:pt x="914989" y="900500"/>
                  </a:lnTo>
                  <a:lnTo>
                    <a:pt x="915134" y="901099"/>
                  </a:lnTo>
                  <a:lnTo>
                    <a:pt x="915279" y="901699"/>
                  </a:lnTo>
                  <a:lnTo>
                    <a:pt x="915425" y="902298"/>
                  </a:lnTo>
                  <a:lnTo>
                    <a:pt x="915570" y="902898"/>
                  </a:lnTo>
                  <a:lnTo>
                    <a:pt x="915715" y="903497"/>
                  </a:lnTo>
                  <a:lnTo>
                    <a:pt x="915860" y="904096"/>
                  </a:lnTo>
                  <a:lnTo>
                    <a:pt x="916005" y="904696"/>
                  </a:lnTo>
                  <a:lnTo>
                    <a:pt x="916150" y="905295"/>
                  </a:lnTo>
                  <a:lnTo>
                    <a:pt x="918354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3142434" y="18607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50" y="931638"/>
                  </a:lnTo>
                  <a:lnTo>
                    <a:pt x="909065" y="921822"/>
                  </a:lnTo>
                  <a:lnTo>
                    <a:pt x="908235" y="914400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314243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31516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31609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31702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31794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318874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319800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32072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3216532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322579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32350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32443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32535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32628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327210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328136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32906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32998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330915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33184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33276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333694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334620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335546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3364728" y="18780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312"/>
                  </a:lnTo>
                  <a:lnTo>
                    <a:pt x="921581" y="908229"/>
                  </a:lnTo>
                  <a:lnTo>
                    <a:pt x="920436" y="912510"/>
                  </a:lnTo>
                  <a:lnTo>
                    <a:pt x="920713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3373990" y="1860779"/>
              <a:ext cx="914861" cy="916550"/>
            </a:xfrm>
            <a:custGeom>
              <a:avLst/>
              <a:pathLst>
                <a:path w="914861" h="916550">
                  <a:moveTo>
                    <a:pt x="914400" y="914400"/>
                  </a:moveTo>
                  <a:lnTo>
                    <a:pt x="914861" y="914400"/>
                  </a:lnTo>
                  <a:lnTo>
                    <a:pt x="914613" y="915637"/>
                  </a:lnTo>
                  <a:lnTo>
                    <a:pt x="914400" y="91655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2216212" y="1843541"/>
              <a:ext cx="914400" cy="923351"/>
            </a:xfrm>
            <a:custGeom>
              <a:avLst/>
              <a:pathLst>
                <a:path w="914400" h="923351">
                  <a:moveTo>
                    <a:pt x="914400" y="914400"/>
                  </a:moveTo>
                  <a:lnTo>
                    <a:pt x="914400" y="923351"/>
                  </a:lnTo>
                  <a:lnTo>
                    <a:pt x="914246" y="923016"/>
                  </a:lnTo>
                  <a:lnTo>
                    <a:pt x="913096" y="920510"/>
                  </a:lnTo>
                  <a:lnTo>
                    <a:pt x="910437" y="91440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221621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99" y="931638"/>
                  </a:lnTo>
                  <a:lnTo>
                    <a:pt x="917669" y="930481"/>
                  </a:lnTo>
                  <a:lnTo>
                    <a:pt x="916528" y="927993"/>
                  </a:lnTo>
                  <a:lnTo>
                    <a:pt x="915388" y="925505"/>
                  </a:lnTo>
                  <a:lnTo>
                    <a:pt x="914400" y="923351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222547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223473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224399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225326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226252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227178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228104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229031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229957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230883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23180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23273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23366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23458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235514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236440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23736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238293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239219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24014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24107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24199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24292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243850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244776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24570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24662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247555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24848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24940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2503341" y="1860779"/>
              <a:ext cx="923426" cy="914400"/>
            </a:xfrm>
            <a:custGeom>
              <a:avLst/>
              <a:pathLst>
                <a:path w="923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650" y="897161"/>
                  </a:lnTo>
                  <a:lnTo>
                    <a:pt x="921123" y="905530"/>
                  </a:lnTo>
                  <a:lnTo>
                    <a:pt x="923426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3142434" y="18435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235" y="931638"/>
                  </a:lnTo>
                  <a:lnTo>
                    <a:pt x="907892" y="928564"/>
                  </a:lnTo>
                  <a:lnTo>
                    <a:pt x="907012" y="917969"/>
                  </a:lnTo>
                  <a:lnTo>
                    <a:pt x="906817" y="91440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314243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31516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31609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31702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31794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318874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319800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32072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3216532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322579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32350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32443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32535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32628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327210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328136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32906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32998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330915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33184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33276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333694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334620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335546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336472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3373990" y="1860779"/>
              <a:ext cx="918063" cy="914400"/>
            </a:xfrm>
            <a:custGeom>
              <a:avLst/>
              <a:pathLst>
                <a:path w="91806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063" y="897161"/>
                  </a:lnTo>
                  <a:lnTo>
                    <a:pt x="916630" y="905598"/>
                  </a:lnTo>
                  <a:lnTo>
                    <a:pt x="914861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2206950" y="1826302"/>
              <a:ext cx="914400" cy="918058"/>
            </a:xfrm>
            <a:custGeom>
              <a:avLst/>
              <a:pathLst>
                <a:path w="914400" h="918058">
                  <a:moveTo>
                    <a:pt x="914400" y="914400"/>
                  </a:moveTo>
                  <a:lnTo>
                    <a:pt x="914400" y="918058"/>
                  </a:lnTo>
                  <a:lnTo>
                    <a:pt x="913123" y="91440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220695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18702" y="929346"/>
                  </a:lnTo>
                  <a:lnTo>
                    <a:pt x="915287" y="920599"/>
                  </a:lnTo>
                  <a:lnTo>
                    <a:pt x="914400" y="91805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221621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222547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223473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224399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225326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226252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227178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228104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229031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229957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230883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23180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23273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23366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23458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235514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236440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23736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238293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239219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24014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24107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24199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24292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243850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244776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24570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24662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247555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24848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2503341" y="18435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671" y="897161"/>
                  </a:lnTo>
                  <a:lnTo>
                    <a:pt x="914400" y="901782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2503341" y="1843541"/>
              <a:ext cx="918650" cy="914400"/>
            </a:xfrm>
            <a:custGeom>
              <a:avLst/>
              <a:pathLst>
                <a:path w="918650" h="914400">
                  <a:moveTo>
                    <a:pt x="914400" y="914400"/>
                  </a:moveTo>
                  <a:lnTo>
                    <a:pt x="914400" y="901782"/>
                  </a:lnTo>
                  <a:lnTo>
                    <a:pt x="915210" y="903949"/>
                  </a:lnTo>
                  <a:lnTo>
                    <a:pt x="918300" y="913213"/>
                  </a:lnTo>
                  <a:lnTo>
                    <a:pt x="918650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3142434" y="18263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817" y="931638"/>
                  </a:lnTo>
                  <a:lnTo>
                    <a:pt x="906429" y="924541"/>
                  </a:lnTo>
                  <a:lnTo>
                    <a:pt x="906159" y="91440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314243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31516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31609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31702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31794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318874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319800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32072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3216532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322579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32350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32443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32535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32628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327210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328136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32906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32998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330915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33184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332767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333694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334620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335546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336472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3373990" y="1843541"/>
              <a:ext cx="920375" cy="914400"/>
            </a:xfrm>
            <a:custGeom>
              <a:avLst/>
              <a:pathLst>
                <a:path w="920375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375" y="897161"/>
                  </a:lnTo>
                  <a:lnTo>
                    <a:pt x="919815" y="902244"/>
                  </a:lnTo>
                  <a:lnTo>
                    <a:pt x="918366" y="912617"/>
                  </a:lnTo>
                  <a:lnTo>
                    <a:pt x="918063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2206950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123" y="931638"/>
                  </a:lnTo>
                  <a:lnTo>
                    <a:pt x="912122" y="928771"/>
                  </a:lnTo>
                  <a:lnTo>
                    <a:pt x="909215" y="919408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220695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221621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222547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223473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224399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225326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226252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227178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228104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229031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229957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230883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23180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23273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23366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23458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235514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236440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23736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238293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239219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24014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24107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24199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24292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243850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244776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24570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24662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247555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24848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2494079" y="1826302"/>
              <a:ext cx="921933" cy="914400"/>
            </a:xfrm>
            <a:custGeom>
              <a:avLst/>
              <a:pathLst>
                <a:path w="921933" h="914400">
                  <a:moveTo>
                    <a:pt x="914400" y="914400"/>
                  </a:moveTo>
                  <a:lnTo>
                    <a:pt x="914518" y="897161"/>
                  </a:lnTo>
                  <a:lnTo>
                    <a:pt x="917528" y="903631"/>
                  </a:lnTo>
                  <a:lnTo>
                    <a:pt x="921124" y="912239"/>
                  </a:lnTo>
                  <a:lnTo>
                    <a:pt x="921933" y="914400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3142434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59" y="931638"/>
                  </a:lnTo>
                  <a:lnTo>
                    <a:pt x="906144" y="931072"/>
                  </a:lnTo>
                  <a:lnTo>
                    <a:pt x="906157" y="920351"/>
                  </a:lnTo>
                  <a:lnTo>
                    <a:pt x="906330" y="91440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314243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31516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31609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31702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31794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318874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319800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32072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3216532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322579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32350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32443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32535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32628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327210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328136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32906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32998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330915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33184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332767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333694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334620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335546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336472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3373990" y="1826302"/>
              <a:ext cx="921903" cy="914400"/>
            </a:xfrm>
            <a:custGeom>
              <a:avLst/>
              <a:pathLst>
                <a:path w="921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903" y="897161"/>
                  </a:lnTo>
                  <a:lnTo>
                    <a:pt x="921837" y="898387"/>
                  </a:lnTo>
                  <a:lnTo>
                    <a:pt x="920973" y="908983"/>
                  </a:lnTo>
                  <a:lnTo>
                    <a:pt x="920375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2197688" y="1791825"/>
              <a:ext cx="914400" cy="921008"/>
            </a:xfrm>
            <a:custGeom>
              <a:avLst/>
              <a:pathLst>
                <a:path w="914400" h="921008">
                  <a:moveTo>
                    <a:pt x="914400" y="914400"/>
                  </a:moveTo>
                  <a:lnTo>
                    <a:pt x="914400" y="921008"/>
                  </a:lnTo>
                  <a:lnTo>
                    <a:pt x="913979" y="919252"/>
                  </a:lnTo>
                  <a:lnTo>
                    <a:pt x="911860" y="916430"/>
                  </a:lnTo>
                  <a:lnTo>
                    <a:pt x="910493" y="91440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219768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5838" y="927014"/>
                  </a:lnTo>
                  <a:lnTo>
                    <a:pt x="914400" y="92100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220695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221621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222547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223473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224399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225326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226252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227178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228104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229031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229957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230883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23180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23273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23366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23458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235514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236440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23736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238293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239219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24014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24107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24199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24292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243850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244776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24570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24662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247555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5" y="897161"/>
                  </a:lnTo>
                  <a:lnTo>
                    <a:pt x="905349" y="897324"/>
                  </a:lnTo>
                  <a:lnTo>
                    <a:pt x="909629" y="904770"/>
                  </a:lnTo>
                  <a:lnTo>
                    <a:pt x="913692" y="912626"/>
                  </a:lnTo>
                  <a:lnTo>
                    <a:pt x="914400" y="914146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146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3142434" y="17918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330" y="931638"/>
                  </a:lnTo>
                  <a:lnTo>
                    <a:pt x="906468" y="926884"/>
                  </a:lnTo>
                  <a:lnTo>
                    <a:pt x="907077" y="916223"/>
                  </a:lnTo>
                  <a:lnTo>
                    <a:pt x="907233" y="91440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314243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31516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31609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31702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31794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318874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319800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32072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3216532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322579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32350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32443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32535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32628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327210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328136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32906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32998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330915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331841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332767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333694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334620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335546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336472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3373990" y="1809064"/>
              <a:ext cx="922603" cy="914400"/>
            </a:xfrm>
            <a:custGeom>
              <a:avLst/>
              <a:pathLst>
                <a:path w="9226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603" y="897161"/>
                  </a:lnTo>
                  <a:lnTo>
                    <a:pt x="922406" y="904960"/>
                  </a:lnTo>
                  <a:lnTo>
                    <a:pt x="921903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2188426" y="1774587"/>
              <a:ext cx="914400" cy="923321"/>
            </a:xfrm>
            <a:custGeom>
              <a:avLst/>
              <a:pathLst>
                <a:path w="914400" h="923321">
                  <a:moveTo>
                    <a:pt x="914400" y="914400"/>
                  </a:moveTo>
                  <a:lnTo>
                    <a:pt x="914400" y="923321"/>
                  </a:lnTo>
                  <a:lnTo>
                    <a:pt x="912242" y="919758"/>
                  </a:lnTo>
                  <a:lnTo>
                    <a:pt x="909319" y="914400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218842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55" y="931638"/>
                  </a:lnTo>
                  <a:lnTo>
                    <a:pt x="916585" y="926929"/>
                  </a:lnTo>
                  <a:lnTo>
                    <a:pt x="914400" y="923321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219768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220695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221621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222547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223473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224399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225326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226252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227178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228104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229031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229957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230883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23180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23273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23366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23458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235514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236440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23736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238293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2392195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24014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24107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24199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24292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243850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244776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24570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24662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069" y="897161"/>
                  </a:lnTo>
                  <a:lnTo>
                    <a:pt x="910230" y="905657"/>
                  </a:lnTo>
                  <a:lnTo>
                    <a:pt x="910920" y="908789"/>
                  </a:lnTo>
                  <a:lnTo>
                    <a:pt x="914400" y="914232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232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3142434" y="17745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233" y="931638"/>
                  </a:lnTo>
                  <a:lnTo>
                    <a:pt x="907982" y="922873"/>
                  </a:lnTo>
                  <a:lnTo>
                    <a:pt x="908950" y="91440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314243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31516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31609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31702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31794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318874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319800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32072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3216532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322579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32350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32443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32535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32628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327210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328136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32906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32998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330915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331841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332767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333694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334620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335546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336472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3373990" y="17918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42"/>
                  </a:lnTo>
                  <a:lnTo>
                    <a:pt x="922916" y="904237"/>
                  </a:lnTo>
                  <a:lnTo>
                    <a:pt x="922753" y="904759"/>
                  </a:lnTo>
                  <a:lnTo>
                    <a:pt x="922736" y="906253"/>
                  </a:lnTo>
                  <a:lnTo>
                    <a:pt x="922706" y="908872"/>
                  </a:lnTo>
                  <a:lnTo>
                    <a:pt x="922676" y="911492"/>
                  </a:lnTo>
                  <a:lnTo>
                    <a:pt x="922603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3383252" y="1774587"/>
              <a:ext cx="915611" cy="918780"/>
            </a:xfrm>
            <a:custGeom>
              <a:avLst/>
              <a:pathLst>
                <a:path w="915611" h="918780">
                  <a:moveTo>
                    <a:pt x="914400" y="914400"/>
                  </a:moveTo>
                  <a:lnTo>
                    <a:pt x="915611" y="914400"/>
                  </a:lnTo>
                  <a:lnTo>
                    <a:pt x="914400" y="91878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2179163" y="1757348"/>
              <a:ext cx="914400" cy="923369"/>
            </a:xfrm>
            <a:custGeom>
              <a:avLst/>
              <a:pathLst>
                <a:path w="914400" h="923369">
                  <a:moveTo>
                    <a:pt x="914400" y="914400"/>
                  </a:moveTo>
                  <a:lnTo>
                    <a:pt x="914400" y="923369"/>
                  </a:lnTo>
                  <a:lnTo>
                    <a:pt x="913451" y="921438"/>
                  </a:lnTo>
                  <a:lnTo>
                    <a:pt x="910340" y="914400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217916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82" y="931638"/>
                  </a:lnTo>
                  <a:lnTo>
                    <a:pt x="917368" y="929413"/>
                  </a:lnTo>
                  <a:lnTo>
                    <a:pt x="914400" y="9233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218842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219768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220695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221621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222547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223473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224399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225326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226252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227178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228104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229031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229957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230883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23180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23273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23366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23458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235514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236440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23736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238293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2392195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24014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24107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24199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24292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243850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244776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24570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2475555" y="17745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145" y="897161"/>
                  </a:lnTo>
                  <a:lnTo>
                    <a:pt x="914215" y="903484"/>
                  </a:lnTo>
                  <a:lnTo>
                    <a:pt x="914399" y="90411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2475555" y="1774587"/>
              <a:ext cx="917331" cy="914400"/>
            </a:xfrm>
            <a:custGeom>
              <a:avLst/>
              <a:pathLst>
                <a:path w="917331" h="914400">
                  <a:moveTo>
                    <a:pt x="914399" y="914400"/>
                  </a:moveTo>
                  <a:lnTo>
                    <a:pt x="914399" y="904119"/>
                  </a:lnTo>
                  <a:lnTo>
                    <a:pt x="916991" y="913060"/>
                  </a:lnTo>
                  <a:lnTo>
                    <a:pt x="917331" y="91440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3142434" y="17573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950" y="931638"/>
                  </a:lnTo>
                  <a:lnTo>
                    <a:pt x="909180" y="929625"/>
                  </a:lnTo>
                  <a:lnTo>
                    <a:pt x="910669" y="919268"/>
                  </a:lnTo>
                  <a:lnTo>
                    <a:pt x="911517" y="91440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314243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31516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31609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31702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31794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318874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319800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32072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3216532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322579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32350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32443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32535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32628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327210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328136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32906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329989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330915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331841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332767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333694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334620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335546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336472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337399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3383252" y="1774587"/>
              <a:ext cx="919708" cy="914400"/>
            </a:xfrm>
            <a:custGeom>
              <a:avLst/>
              <a:pathLst>
                <a:path w="91970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708" y="897161"/>
                  </a:lnTo>
                  <a:lnTo>
                    <a:pt x="918681" y="902071"/>
                  </a:lnTo>
                  <a:lnTo>
                    <a:pt x="916303" y="911895"/>
                  </a:lnTo>
                  <a:lnTo>
                    <a:pt x="915611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2169901" y="1740110"/>
              <a:ext cx="914400" cy="918327"/>
            </a:xfrm>
            <a:custGeom>
              <a:avLst/>
              <a:pathLst>
                <a:path w="914400" h="918327">
                  <a:moveTo>
                    <a:pt x="914400" y="914400"/>
                  </a:moveTo>
                  <a:lnTo>
                    <a:pt x="914400" y="918327"/>
                  </a:lnTo>
                  <a:lnTo>
                    <a:pt x="913005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216990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02" y="931638"/>
                  </a:lnTo>
                  <a:lnTo>
                    <a:pt x="919025" y="930332"/>
                  </a:lnTo>
                  <a:lnTo>
                    <a:pt x="915576" y="921640"/>
                  </a:lnTo>
                  <a:lnTo>
                    <a:pt x="914400" y="918327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217916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218842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219768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220695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221621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222547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223473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224399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225326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226252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227178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228104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229031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229957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230883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23180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23273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23366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23458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235514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236440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23736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238293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2392195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24014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24107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24199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24292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243850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244776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24570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2466292" y="1757348"/>
              <a:ext cx="921407" cy="914400"/>
            </a:xfrm>
            <a:custGeom>
              <a:avLst/>
              <a:pathLst>
                <a:path w="9214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64" y="897161"/>
                  </a:lnTo>
                  <a:lnTo>
                    <a:pt x="917135" y="902449"/>
                  </a:lnTo>
                  <a:lnTo>
                    <a:pt x="920435" y="911430"/>
                  </a:lnTo>
                  <a:lnTo>
                    <a:pt x="921407" y="91440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3142434" y="17573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517" y="914400"/>
                  </a:lnTo>
                  <a:lnTo>
                    <a:pt x="912444" y="909069"/>
                  </a:lnTo>
                  <a:lnTo>
                    <a:pt x="914400" y="89954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3151697" y="17401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787"/>
                  </a:lnTo>
                  <a:lnTo>
                    <a:pt x="905239" y="916293"/>
                  </a:lnTo>
                  <a:lnTo>
                    <a:pt x="905359" y="915751"/>
                  </a:lnTo>
                  <a:lnTo>
                    <a:pt x="905480" y="915202"/>
                  </a:lnTo>
                  <a:lnTo>
                    <a:pt x="905602" y="914654"/>
                  </a:lnTo>
                  <a:lnTo>
                    <a:pt x="905658" y="914400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31516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31609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31702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31794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318874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319800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32072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3216532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322579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32350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32443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32535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32628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327210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328136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32906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329989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330915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331841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332767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333694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334620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335546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336472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337399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3383252" y="1757348"/>
              <a:ext cx="922872" cy="914400"/>
            </a:xfrm>
            <a:custGeom>
              <a:avLst/>
              <a:pathLst>
                <a:path w="9228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872" y="897161"/>
                  </a:lnTo>
                  <a:lnTo>
                    <a:pt x="922596" y="899038"/>
                  </a:lnTo>
                  <a:lnTo>
                    <a:pt x="920780" y="909269"/>
                  </a:lnTo>
                  <a:lnTo>
                    <a:pt x="919708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2169901" y="17228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005" y="931638"/>
                  </a:lnTo>
                  <a:lnTo>
                    <a:pt x="912375" y="929863"/>
                  </a:lnTo>
                  <a:lnTo>
                    <a:pt x="909432" y="920549"/>
                  </a:lnTo>
                  <a:lnTo>
                    <a:pt x="907714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216990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217916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218842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219768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220695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221621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222547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223473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224399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225326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226252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227178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228104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229031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229957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230883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23180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23273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23366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23458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235514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236440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23736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238293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2392195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24014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24107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24199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24292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243850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244776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2466292" y="17401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52" y="897161"/>
                  </a:lnTo>
                  <a:lnTo>
                    <a:pt x="909796" y="902755"/>
                  </a:lnTo>
                  <a:lnTo>
                    <a:pt x="913585" y="911042"/>
                  </a:lnTo>
                  <a:lnTo>
                    <a:pt x="914400" y="913026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2466292" y="1740110"/>
              <a:ext cx="914964" cy="914400"/>
            </a:xfrm>
            <a:custGeom>
              <a:avLst/>
              <a:pathLst>
                <a:path w="914964" h="914400">
                  <a:moveTo>
                    <a:pt x="914400" y="914400"/>
                  </a:moveTo>
                  <a:lnTo>
                    <a:pt x="914400" y="913026"/>
                  </a:lnTo>
                  <a:lnTo>
                    <a:pt x="914964" y="91440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3142434" y="1722871"/>
              <a:ext cx="914400" cy="921299"/>
            </a:xfrm>
            <a:custGeom>
              <a:avLst/>
              <a:pathLst>
                <a:path w="914400" h="921299">
                  <a:moveTo>
                    <a:pt x="914400" y="914400"/>
                  </a:moveTo>
                  <a:lnTo>
                    <a:pt x="914400" y="921299"/>
                  </a:lnTo>
                  <a:lnTo>
                    <a:pt x="911692" y="919372"/>
                  </a:lnTo>
                  <a:lnTo>
                    <a:pt x="906421" y="915025"/>
                  </a:lnTo>
                  <a:lnTo>
                    <a:pt x="905758" y="914400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314243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20" y="931638"/>
                  </a:lnTo>
                  <a:lnTo>
                    <a:pt x="914985" y="931344"/>
                  </a:lnTo>
                  <a:lnTo>
                    <a:pt x="915107" y="930796"/>
                  </a:lnTo>
                  <a:lnTo>
                    <a:pt x="915228" y="930248"/>
                  </a:lnTo>
                  <a:lnTo>
                    <a:pt x="915350" y="929700"/>
                  </a:lnTo>
                  <a:lnTo>
                    <a:pt x="915471" y="929152"/>
                  </a:lnTo>
                  <a:lnTo>
                    <a:pt x="915593" y="928604"/>
                  </a:lnTo>
                  <a:lnTo>
                    <a:pt x="915714" y="928055"/>
                  </a:lnTo>
                  <a:lnTo>
                    <a:pt x="915836" y="927507"/>
                  </a:lnTo>
                  <a:lnTo>
                    <a:pt x="915957" y="926959"/>
                  </a:lnTo>
                  <a:lnTo>
                    <a:pt x="916079" y="926411"/>
                  </a:lnTo>
                  <a:lnTo>
                    <a:pt x="916200" y="925863"/>
                  </a:lnTo>
                  <a:lnTo>
                    <a:pt x="916322" y="925315"/>
                  </a:lnTo>
                  <a:lnTo>
                    <a:pt x="916444" y="924766"/>
                  </a:lnTo>
                  <a:lnTo>
                    <a:pt x="916565" y="924218"/>
                  </a:lnTo>
                  <a:lnTo>
                    <a:pt x="916687" y="923670"/>
                  </a:lnTo>
                  <a:lnTo>
                    <a:pt x="916829" y="923028"/>
                  </a:lnTo>
                  <a:lnTo>
                    <a:pt x="914400" y="921299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31516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31609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31702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31794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318874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319800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32072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3216532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322579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32350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32443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32535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32628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327210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328136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329063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329989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330915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331841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332767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333694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334620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335546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336472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337399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3383252" y="17401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024"/>
                  </a:lnTo>
                  <a:lnTo>
                    <a:pt x="922872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3392514" y="1722871"/>
              <a:ext cx="918902" cy="926262"/>
            </a:xfrm>
            <a:custGeom>
              <a:avLst/>
              <a:pathLst>
                <a:path w="918902" h="926262">
                  <a:moveTo>
                    <a:pt x="914400" y="914400"/>
                  </a:moveTo>
                  <a:lnTo>
                    <a:pt x="918902" y="914400"/>
                  </a:lnTo>
                  <a:lnTo>
                    <a:pt x="918782" y="914665"/>
                  </a:lnTo>
                  <a:lnTo>
                    <a:pt x="914955" y="922323"/>
                  </a:lnTo>
                  <a:lnTo>
                    <a:pt x="914861" y="923122"/>
                  </a:lnTo>
                  <a:lnTo>
                    <a:pt x="914400" y="926262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2160639" y="1705633"/>
              <a:ext cx="914400" cy="921590"/>
            </a:xfrm>
            <a:custGeom>
              <a:avLst/>
              <a:pathLst>
                <a:path w="914400" h="921590">
                  <a:moveTo>
                    <a:pt x="914400" y="914400"/>
                  </a:moveTo>
                  <a:lnTo>
                    <a:pt x="914400" y="921590"/>
                  </a:lnTo>
                  <a:lnTo>
                    <a:pt x="913611" y="918366"/>
                  </a:lnTo>
                  <a:lnTo>
                    <a:pt x="912772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216063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76" y="931638"/>
                  </a:lnTo>
                  <a:lnTo>
                    <a:pt x="916016" y="928201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216990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217916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218842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219768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220695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221621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222547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223473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224399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225326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226252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227178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228104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229031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22995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230883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23180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23273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23366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23458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235514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2364408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23736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238293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2392195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24014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24107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24199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24292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243850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2457030" y="17228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218" y="897161"/>
                  </a:lnTo>
                  <a:lnTo>
                    <a:pt x="910576" y="899252"/>
                  </a:lnTo>
                  <a:lnTo>
                    <a:pt x="911500" y="905821"/>
                  </a:lnTo>
                  <a:lnTo>
                    <a:pt x="914400" y="910955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2457030" y="1722871"/>
              <a:ext cx="916214" cy="914400"/>
            </a:xfrm>
            <a:custGeom>
              <a:avLst/>
              <a:pathLst>
                <a:path w="916214" h="914400">
                  <a:moveTo>
                    <a:pt x="914400" y="914400"/>
                  </a:moveTo>
                  <a:lnTo>
                    <a:pt x="914400" y="910955"/>
                  </a:lnTo>
                  <a:lnTo>
                    <a:pt x="915040" y="912090"/>
                  </a:lnTo>
                  <a:lnTo>
                    <a:pt x="916214" y="91440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3123910" y="1705633"/>
              <a:ext cx="914400" cy="921591"/>
            </a:xfrm>
            <a:custGeom>
              <a:avLst/>
              <a:pathLst>
                <a:path w="914400" h="921591">
                  <a:moveTo>
                    <a:pt x="914400" y="914400"/>
                  </a:moveTo>
                  <a:lnTo>
                    <a:pt x="914400" y="921591"/>
                  </a:lnTo>
                  <a:lnTo>
                    <a:pt x="909954" y="916256"/>
                  </a:lnTo>
                  <a:lnTo>
                    <a:pt x="908571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3123910" y="1705633"/>
              <a:ext cx="923662" cy="931053"/>
            </a:xfrm>
            <a:custGeom>
              <a:avLst/>
              <a:pathLst>
                <a:path w="923662" h="93105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053"/>
                  </a:lnTo>
                  <a:lnTo>
                    <a:pt x="919802" y="927412"/>
                  </a:lnTo>
                  <a:lnTo>
                    <a:pt x="914800" y="922072"/>
                  </a:lnTo>
                  <a:lnTo>
                    <a:pt x="914400" y="921591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31331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20" y="931638"/>
                  </a:lnTo>
                  <a:lnTo>
                    <a:pt x="914400" y="931053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314243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31516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31609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31702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31794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318874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319800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32072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3216532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322579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32350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32443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32535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32628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327210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328136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329063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329989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330915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331841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332767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333694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334620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335546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336472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337399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338325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3392514" y="17228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522"/>
                  </a:lnTo>
                  <a:lnTo>
                    <a:pt x="922551" y="906277"/>
                  </a:lnTo>
                  <a:lnTo>
                    <a:pt x="918902" y="914400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3401777" y="1705633"/>
              <a:ext cx="916948" cy="920761"/>
            </a:xfrm>
            <a:custGeom>
              <a:avLst/>
              <a:pathLst>
                <a:path w="916948" h="920761">
                  <a:moveTo>
                    <a:pt x="914400" y="914400"/>
                  </a:moveTo>
                  <a:lnTo>
                    <a:pt x="916948" y="914400"/>
                  </a:lnTo>
                  <a:lnTo>
                    <a:pt x="916815" y="914768"/>
                  </a:lnTo>
                  <a:lnTo>
                    <a:pt x="914400" y="920761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2160639" y="16883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772" y="931638"/>
                  </a:lnTo>
                  <a:lnTo>
                    <a:pt x="911485" y="925550"/>
                  </a:lnTo>
                  <a:lnTo>
                    <a:pt x="909644" y="915302"/>
                  </a:lnTo>
                  <a:lnTo>
                    <a:pt x="909509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216063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216990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217916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218842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219768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220695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221621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222547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223473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224399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225326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226252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227178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22810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22903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22995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230883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23180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23273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23366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23458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235514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2364408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23736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238293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2392195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24014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24107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24199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24292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243850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2447768" y="1705633"/>
              <a:ext cx="919480" cy="914400"/>
            </a:xfrm>
            <a:custGeom>
              <a:avLst/>
              <a:pathLst>
                <a:path w="91948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6242" y="897161"/>
                  </a:lnTo>
                  <a:lnTo>
                    <a:pt x="918057" y="906094"/>
                  </a:lnTo>
                  <a:lnTo>
                    <a:pt x="919480" y="914400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3114648" y="1688394"/>
              <a:ext cx="914400" cy="927009"/>
            </a:xfrm>
            <a:custGeom>
              <a:avLst/>
              <a:pathLst>
                <a:path w="914400" h="927009">
                  <a:moveTo>
                    <a:pt x="914400" y="914400"/>
                  </a:moveTo>
                  <a:lnTo>
                    <a:pt x="914400" y="927009"/>
                  </a:lnTo>
                  <a:lnTo>
                    <a:pt x="910043" y="920499"/>
                  </a:lnTo>
                  <a:lnTo>
                    <a:pt x="906369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31146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833" y="931638"/>
                  </a:lnTo>
                  <a:lnTo>
                    <a:pt x="914539" y="927218"/>
                  </a:lnTo>
                  <a:lnTo>
                    <a:pt x="914400" y="92700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31239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31331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314243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31516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31609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31702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31794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318874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319800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32072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3216532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322579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32350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32443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32535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32628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327210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328136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329063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329989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330915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331841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332767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333694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334620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335546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336472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337399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338325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339251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3401777" y="17056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80"/>
                  </a:lnTo>
                  <a:lnTo>
                    <a:pt x="922269" y="901517"/>
                  </a:lnTo>
                  <a:lnTo>
                    <a:pt x="921251" y="902054"/>
                  </a:lnTo>
                  <a:lnTo>
                    <a:pt x="920087" y="905686"/>
                  </a:lnTo>
                  <a:lnTo>
                    <a:pt x="916948" y="914400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3411039" y="1688394"/>
              <a:ext cx="921256" cy="918019"/>
            </a:xfrm>
            <a:custGeom>
              <a:avLst/>
              <a:pathLst>
                <a:path w="921256" h="918019">
                  <a:moveTo>
                    <a:pt x="914400" y="914400"/>
                  </a:moveTo>
                  <a:lnTo>
                    <a:pt x="921256" y="914400"/>
                  </a:lnTo>
                  <a:lnTo>
                    <a:pt x="920054" y="915034"/>
                  </a:lnTo>
                  <a:lnTo>
                    <a:pt x="918644" y="915778"/>
                  </a:lnTo>
                  <a:lnTo>
                    <a:pt x="917234" y="916522"/>
                  </a:lnTo>
                  <a:lnTo>
                    <a:pt x="915825" y="917266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2160639" y="16711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09" y="931638"/>
                  </a:lnTo>
                  <a:lnTo>
                    <a:pt x="908093" y="922128"/>
                  </a:lnTo>
                  <a:lnTo>
                    <a:pt x="907172" y="914400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216063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216990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217916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218842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219768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220695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221621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222547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223473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224399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225326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226252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22717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22810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22903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22995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230883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23180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23273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23366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23458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235514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2364408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23736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238293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2392195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24014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24107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24199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24292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2447768" y="168839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005" y="897161"/>
                  </a:lnTo>
                  <a:lnTo>
                    <a:pt x="913623" y="903135"/>
                  </a:lnTo>
                  <a:lnTo>
                    <a:pt x="914399" y="906420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2447768" y="1688394"/>
              <a:ext cx="916242" cy="914400"/>
            </a:xfrm>
            <a:custGeom>
              <a:avLst/>
              <a:pathLst>
                <a:path w="916242" h="914400">
                  <a:moveTo>
                    <a:pt x="914399" y="914400"/>
                  </a:moveTo>
                  <a:lnTo>
                    <a:pt x="914399" y="906420"/>
                  </a:lnTo>
                  <a:lnTo>
                    <a:pt x="915983" y="913125"/>
                  </a:lnTo>
                  <a:lnTo>
                    <a:pt x="916242" y="914400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3105386" y="1671156"/>
              <a:ext cx="914400" cy="929483"/>
            </a:xfrm>
            <a:custGeom>
              <a:avLst/>
              <a:pathLst>
                <a:path w="914400" h="929483">
                  <a:moveTo>
                    <a:pt x="914400" y="914400"/>
                  </a:moveTo>
                  <a:lnTo>
                    <a:pt x="914400" y="929483"/>
                  </a:lnTo>
                  <a:lnTo>
                    <a:pt x="910904" y="923043"/>
                  </a:lnTo>
                  <a:lnTo>
                    <a:pt x="907022" y="915108"/>
                  </a:lnTo>
                  <a:lnTo>
                    <a:pt x="906710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31053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32" y="931638"/>
                  </a:lnTo>
                  <a:lnTo>
                    <a:pt x="915002" y="930593"/>
                  </a:lnTo>
                  <a:lnTo>
                    <a:pt x="914400" y="929483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31146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31239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31331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314243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31516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31609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31702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31794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318874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319800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32072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3216532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322579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32350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32443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32535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32628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327210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328136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329063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329989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330915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331841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332767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333694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334620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335546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336472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337399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338325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339251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340177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3411039" y="16883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131"/>
                  </a:lnTo>
                  <a:lnTo>
                    <a:pt x="922875" y="913546"/>
                  </a:lnTo>
                  <a:lnTo>
                    <a:pt x="921464" y="914290"/>
                  </a:lnTo>
                  <a:lnTo>
                    <a:pt x="921256" y="914400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3420301" y="1671156"/>
              <a:ext cx="923662" cy="930370"/>
            </a:xfrm>
            <a:custGeom>
              <a:avLst/>
              <a:pathLst>
                <a:path w="923662" h="93037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925"/>
                  </a:lnTo>
                  <a:lnTo>
                    <a:pt x="921676" y="926274"/>
                  </a:lnTo>
                  <a:lnTo>
                    <a:pt x="916438" y="929295"/>
                  </a:lnTo>
                  <a:lnTo>
                    <a:pt x="915023" y="930041"/>
                  </a:lnTo>
                  <a:lnTo>
                    <a:pt x="914400" y="930370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3429563" y="1671156"/>
              <a:ext cx="923662" cy="924925"/>
            </a:xfrm>
            <a:custGeom>
              <a:avLst/>
              <a:pathLst>
                <a:path w="923662" h="92492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72"/>
                  </a:lnTo>
                  <a:lnTo>
                    <a:pt x="922617" y="918808"/>
                  </a:lnTo>
                  <a:lnTo>
                    <a:pt x="917565" y="922775"/>
                  </a:lnTo>
                  <a:lnTo>
                    <a:pt x="914400" y="924925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3438825" y="1671156"/>
              <a:ext cx="918275" cy="917872"/>
            </a:xfrm>
            <a:custGeom>
              <a:avLst/>
              <a:pathLst>
                <a:path w="918275" h="917872">
                  <a:moveTo>
                    <a:pt x="914400" y="914400"/>
                  </a:moveTo>
                  <a:lnTo>
                    <a:pt x="918275" y="914400"/>
                  </a:lnTo>
                  <a:lnTo>
                    <a:pt x="914400" y="917872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2160639" y="16539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172" y="931638"/>
                  </a:lnTo>
                  <a:lnTo>
                    <a:pt x="906836" y="928818"/>
                  </a:lnTo>
                  <a:lnTo>
                    <a:pt x="905877" y="918161"/>
                  </a:lnTo>
                  <a:lnTo>
                    <a:pt x="905646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21606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21699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21791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218842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219768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220695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221621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222547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223473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224399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225326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22625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22717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22810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22903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22995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230883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23180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23273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23366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23458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235514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2364408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23736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238293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2392195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24014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24107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24199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24292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2438506" y="1671156"/>
              <a:ext cx="921267" cy="914400"/>
            </a:xfrm>
            <a:custGeom>
              <a:avLst/>
              <a:pathLst>
                <a:path w="92126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950" y="897161"/>
                  </a:lnTo>
                  <a:lnTo>
                    <a:pt x="917334" y="901158"/>
                  </a:lnTo>
                  <a:lnTo>
                    <a:pt x="920246" y="910629"/>
                  </a:lnTo>
                  <a:lnTo>
                    <a:pt x="921267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3096123" y="1653917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629" y="924048"/>
                  </a:lnTo>
                  <a:lnTo>
                    <a:pt x="909209" y="915407"/>
                  </a:lnTo>
                  <a:lnTo>
                    <a:pt x="908852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30961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972" y="931638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31053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31146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31239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31331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314243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31516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31609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31702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31794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318874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319800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32072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3216532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322579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32350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32443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32535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32628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327210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328136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329063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329989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330915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331841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332767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333694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334620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335546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336472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337399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338325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339251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340177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34110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34203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34295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3438825" y="16711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885"/>
                  </a:lnTo>
                  <a:lnTo>
                    <a:pt x="923113" y="909507"/>
                  </a:lnTo>
                  <a:lnTo>
                    <a:pt x="918275" y="914400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3448088" y="1653917"/>
              <a:ext cx="923662" cy="926123"/>
            </a:xfrm>
            <a:custGeom>
              <a:avLst/>
              <a:pathLst>
                <a:path w="923662" h="9261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12"/>
                  </a:lnTo>
                  <a:lnTo>
                    <a:pt x="923069" y="915701"/>
                  </a:lnTo>
                  <a:lnTo>
                    <a:pt x="918533" y="921435"/>
                  </a:lnTo>
                  <a:lnTo>
                    <a:pt x="914400" y="926123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3457350" y="1653917"/>
              <a:ext cx="914784" cy="914912"/>
            </a:xfrm>
            <a:custGeom>
              <a:avLst/>
              <a:pathLst>
                <a:path w="914784" h="914912">
                  <a:moveTo>
                    <a:pt x="914400" y="914400"/>
                  </a:moveTo>
                  <a:lnTo>
                    <a:pt x="914784" y="914400"/>
                  </a:lnTo>
                  <a:lnTo>
                    <a:pt x="914400" y="914912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2151377" y="1636679"/>
              <a:ext cx="914400" cy="922220"/>
            </a:xfrm>
            <a:custGeom>
              <a:avLst/>
              <a:pathLst>
                <a:path w="914400" h="922220">
                  <a:moveTo>
                    <a:pt x="914400" y="914400"/>
                  </a:moveTo>
                  <a:lnTo>
                    <a:pt x="914400" y="922220"/>
                  </a:lnTo>
                  <a:lnTo>
                    <a:pt x="914141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21513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08" y="931638"/>
                  </a:lnTo>
                  <a:lnTo>
                    <a:pt x="914480" y="924664"/>
                  </a:lnTo>
                  <a:lnTo>
                    <a:pt x="914400" y="922220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21606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21699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21791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218842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21976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220695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221621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222547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223473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224399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22532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22625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22717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22810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22903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22995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230883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23180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23273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23366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23458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235514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2364408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23736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238293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2392195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24014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24107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24199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2438506" y="16539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34" y="897161"/>
                  </a:lnTo>
                  <a:lnTo>
                    <a:pt x="910725" y="900376"/>
                  </a:lnTo>
                  <a:lnTo>
                    <a:pt x="914157" y="909224"/>
                  </a:lnTo>
                  <a:lnTo>
                    <a:pt x="914400" y="909923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2438506" y="1653917"/>
              <a:ext cx="915950" cy="914400"/>
            </a:xfrm>
            <a:custGeom>
              <a:avLst/>
              <a:pathLst>
                <a:path w="915950" h="914400">
                  <a:moveTo>
                    <a:pt x="914400" y="914400"/>
                  </a:moveTo>
                  <a:lnTo>
                    <a:pt x="914400" y="909923"/>
                  </a:lnTo>
                  <a:lnTo>
                    <a:pt x="915950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3086861" y="1636679"/>
              <a:ext cx="914400" cy="920841"/>
            </a:xfrm>
            <a:custGeom>
              <a:avLst/>
              <a:pathLst>
                <a:path w="914400" h="920841">
                  <a:moveTo>
                    <a:pt x="914400" y="914400"/>
                  </a:moveTo>
                  <a:lnTo>
                    <a:pt x="914400" y="920841"/>
                  </a:lnTo>
                  <a:lnTo>
                    <a:pt x="912368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30868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15" y="931638"/>
                  </a:lnTo>
                  <a:lnTo>
                    <a:pt x="915297" y="923686"/>
                  </a:lnTo>
                  <a:lnTo>
                    <a:pt x="914400" y="920841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30961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31053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31146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31239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31331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314243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31516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31609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31702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31794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318874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319800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32072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3216532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322579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32350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32443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32535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326284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327210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328136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329063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329989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330915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331841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332767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333694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334620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335546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336472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337399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338325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339251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34017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34110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34203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34295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343882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34480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3457350" y="16539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11"/>
                  </a:lnTo>
                  <a:lnTo>
                    <a:pt x="923046" y="907822"/>
                  </a:lnTo>
                  <a:lnTo>
                    <a:pt x="921821" y="908440"/>
                  </a:lnTo>
                  <a:lnTo>
                    <a:pt x="920596" y="909059"/>
                  </a:lnTo>
                  <a:lnTo>
                    <a:pt x="919371" y="909677"/>
                  </a:lnTo>
                  <a:lnTo>
                    <a:pt x="918147" y="910296"/>
                  </a:lnTo>
                  <a:lnTo>
                    <a:pt x="917693" y="910525"/>
                  </a:lnTo>
                  <a:lnTo>
                    <a:pt x="917551" y="910714"/>
                  </a:lnTo>
                  <a:lnTo>
                    <a:pt x="916305" y="912373"/>
                  </a:lnTo>
                  <a:lnTo>
                    <a:pt x="915060" y="914032"/>
                  </a:lnTo>
                  <a:lnTo>
                    <a:pt x="914784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3466612" y="1636679"/>
              <a:ext cx="923662" cy="924749"/>
            </a:xfrm>
            <a:custGeom>
              <a:avLst/>
              <a:pathLst>
                <a:path w="923662" h="924749">
                  <a:moveTo>
                    <a:pt x="914400" y="914400"/>
                  </a:moveTo>
                  <a:lnTo>
                    <a:pt x="923662" y="914400"/>
                  </a:lnTo>
                  <a:lnTo>
                    <a:pt x="923587" y="920117"/>
                  </a:lnTo>
                  <a:lnTo>
                    <a:pt x="922361" y="920734"/>
                  </a:lnTo>
                  <a:lnTo>
                    <a:pt x="921135" y="921352"/>
                  </a:lnTo>
                  <a:lnTo>
                    <a:pt x="919910" y="921970"/>
                  </a:lnTo>
                  <a:lnTo>
                    <a:pt x="918684" y="922587"/>
                  </a:lnTo>
                  <a:lnTo>
                    <a:pt x="917459" y="923205"/>
                  </a:lnTo>
                  <a:lnTo>
                    <a:pt x="916234" y="923823"/>
                  </a:lnTo>
                  <a:lnTo>
                    <a:pt x="915008" y="924442"/>
                  </a:lnTo>
                  <a:lnTo>
                    <a:pt x="914400" y="92474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3475874" y="1636679"/>
              <a:ext cx="923662" cy="920079"/>
            </a:xfrm>
            <a:custGeom>
              <a:avLst/>
              <a:pathLst>
                <a:path w="923662" h="9200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186"/>
                  </a:lnTo>
                  <a:lnTo>
                    <a:pt x="919234" y="917646"/>
                  </a:lnTo>
                  <a:lnTo>
                    <a:pt x="918003" y="918265"/>
                  </a:lnTo>
                  <a:lnTo>
                    <a:pt x="916777" y="918882"/>
                  </a:lnTo>
                  <a:lnTo>
                    <a:pt x="915551" y="919499"/>
                  </a:lnTo>
                  <a:lnTo>
                    <a:pt x="914400" y="92007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3485137" y="1636679"/>
              <a:ext cx="915767" cy="915186"/>
            </a:xfrm>
            <a:custGeom>
              <a:avLst/>
              <a:pathLst>
                <a:path w="915767" h="915186">
                  <a:moveTo>
                    <a:pt x="914400" y="914400"/>
                  </a:moveTo>
                  <a:lnTo>
                    <a:pt x="915767" y="914400"/>
                  </a:lnTo>
                  <a:lnTo>
                    <a:pt x="915514" y="914567"/>
                  </a:lnTo>
                  <a:lnTo>
                    <a:pt x="914400" y="915186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2151377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41" y="931638"/>
                  </a:lnTo>
                  <a:lnTo>
                    <a:pt x="914124" y="931117"/>
                  </a:lnTo>
                  <a:lnTo>
                    <a:pt x="914070" y="920312"/>
                  </a:lnTo>
                  <a:lnTo>
                    <a:pt x="914207" y="914400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21513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21606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21699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21791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218842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21976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22069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22162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222547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223473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224399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22532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22625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22717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22810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22903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22995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230883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23180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23273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23366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23458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235514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2364408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23736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238293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2392195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24014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24107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2429243" y="16366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347" y="897161"/>
                  </a:lnTo>
                  <a:lnTo>
                    <a:pt x="912396" y="900989"/>
                  </a:lnTo>
                  <a:lnTo>
                    <a:pt x="914400" y="90514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2429243" y="1636679"/>
              <a:ext cx="918597" cy="914400"/>
            </a:xfrm>
            <a:custGeom>
              <a:avLst/>
              <a:pathLst>
                <a:path w="918597" h="914400">
                  <a:moveTo>
                    <a:pt x="914400" y="914400"/>
                  </a:moveTo>
                  <a:lnTo>
                    <a:pt x="914400" y="905149"/>
                  </a:lnTo>
                  <a:lnTo>
                    <a:pt x="916310" y="909115"/>
                  </a:lnTo>
                  <a:lnTo>
                    <a:pt x="918597" y="914400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3086861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68" y="931638"/>
                  </a:lnTo>
                  <a:lnTo>
                    <a:pt x="909718" y="922148"/>
                  </a:lnTo>
                  <a:lnTo>
                    <a:pt x="907823" y="914400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30868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30961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31053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31146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31239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31331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314243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31516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31609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31702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31794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318874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319800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32072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3216532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322579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32350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32443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325358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326284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327210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328136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329063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329989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330915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331841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332767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333694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334620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335546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336472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337399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338325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339251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34017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34110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34203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34295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343882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34480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34573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34666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347587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3485137" y="16366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067"/>
                  </a:lnTo>
                  <a:lnTo>
                    <a:pt x="922143" y="910442"/>
                  </a:lnTo>
                  <a:lnTo>
                    <a:pt x="921508" y="910534"/>
                  </a:lnTo>
                  <a:lnTo>
                    <a:pt x="920962" y="910957"/>
                  </a:lnTo>
                  <a:lnTo>
                    <a:pt x="915767" y="914400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3494399" y="1619441"/>
              <a:ext cx="923662" cy="927305"/>
            </a:xfrm>
            <a:custGeom>
              <a:avLst/>
              <a:pathLst>
                <a:path w="923662" h="9273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520"/>
                  </a:lnTo>
                  <a:lnTo>
                    <a:pt x="918791" y="926221"/>
                  </a:lnTo>
                  <a:lnTo>
                    <a:pt x="914400" y="927305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3503661" y="1619441"/>
              <a:ext cx="923662" cy="924520"/>
            </a:xfrm>
            <a:custGeom>
              <a:avLst/>
              <a:pathLst>
                <a:path w="923662" h="9245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54"/>
                  </a:lnTo>
                  <a:lnTo>
                    <a:pt x="921179" y="921547"/>
                  </a:lnTo>
                  <a:lnTo>
                    <a:pt x="915387" y="924175"/>
                  </a:lnTo>
                  <a:lnTo>
                    <a:pt x="914400" y="924520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3512923" y="1619441"/>
              <a:ext cx="923662" cy="920154"/>
            </a:xfrm>
            <a:custGeom>
              <a:avLst/>
              <a:pathLst>
                <a:path w="923662" h="92015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628"/>
                  </a:lnTo>
                  <a:lnTo>
                    <a:pt x="922645" y="915254"/>
                  </a:lnTo>
                  <a:lnTo>
                    <a:pt x="920973" y="916283"/>
                  </a:lnTo>
                  <a:lnTo>
                    <a:pt x="919301" y="917312"/>
                  </a:lnTo>
                  <a:lnTo>
                    <a:pt x="917624" y="918345"/>
                  </a:lnTo>
                  <a:lnTo>
                    <a:pt x="914400" y="920154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3522185" y="1619441"/>
              <a:ext cx="914771" cy="914628"/>
            </a:xfrm>
            <a:custGeom>
              <a:avLst/>
              <a:pathLst>
                <a:path w="914771" h="914628">
                  <a:moveTo>
                    <a:pt x="914400" y="914400"/>
                  </a:moveTo>
                  <a:lnTo>
                    <a:pt x="914771" y="914400"/>
                  </a:lnTo>
                  <a:lnTo>
                    <a:pt x="914400" y="91462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2151377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207" y="914400"/>
                  </a:lnTo>
                  <a:lnTo>
                    <a:pt x="914319" y="909517"/>
                  </a:lnTo>
                  <a:lnTo>
                    <a:pt x="914341" y="908925"/>
                  </a:lnTo>
                  <a:lnTo>
                    <a:pt x="914364" y="908332"/>
                  </a:lnTo>
                  <a:lnTo>
                    <a:pt x="914386" y="907739"/>
                  </a:lnTo>
                  <a:lnTo>
                    <a:pt x="914400" y="907366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2160639" y="1602202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04"/>
                  </a:lnTo>
                  <a:lnTo>
                    <a:pt x="905145" y="924384"/>
                  </a:lnTo>
                  <a:lnTo>
                    <a:pt x="905168" y="923791"/>
                  </a:lnTo>
                  <a:lnTo>
                    <a:pt x="905190" y="923197"/>
                  </a:lnTo>
                  <a:lnTo>
                    <a:pt x="905212" y="922604"/>
                  </a:lnTo>
                  <a:lnTo>
                    <a:pt x="905234" y="922011"/>
                  </a:lnTo>
                  <a:lnTo>
                    <a:pt x="905256" y="921418"/>
                  </a:lnTo>
                  <a:lnTo>
                    <a:pt x="905278" y="920825"/>
                  </a:lnTo>
                  <a:lnTo>
                    <a:pt x="905300" y="920231"/>
                  </a:lnTo>
                  <a:lnTo>
                    <a:pt x="905322" y="919638"/>
                  </a:lnTo>
                  <a:lnTo>
                    <a:pt x="905344" y="919045"/>
                  </a:lnTo>
                  <a:lnTo>
                    <a:pt x="905366" y="918452"/>
                  </a:lnTo>
                  <a:lnTo>
                    <a:pt x="905388" y="917858"/>
                  </a:lnTo>
                  <a:lnTo>
                    <a:pt x="905411" y="917265"/>
                  </a:lnTo>
                  <a:lnTo>
                    <a:pt x="905433" y="916672"/>
                  </a:lnTo>
                  <a:lnTo>
                    <a:pt x="905455" y="916079"/>
                  </a:lnTo>
                  <a:lnTo>
                    <a:pt x="905477" y="915486"/>
                  </a:lnTo>
                  <a:lnTo>
                    <a:pt x="905499" y="914892"/>
                  </a:lnTo>
                  <a:lnTo>
                    <a:pt x="905517" y="91439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21606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21699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21791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218842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21976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22069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22162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222547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22347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22439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22532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22625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22717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22810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22903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22995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230883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23180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23273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23366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23458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235514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2364408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23736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238293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2392195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24014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2419981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181" y="897161"/>
                  </a:lnTo>
                  <a:lnTo>
                    <a:pt x="913168" y="903183"/>
                  </a:lnTo>
                  <a:lnTo>
                    <a:pt x="914400" y="905252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2419981" y="1619441"/>
              <a:ext cx="919609" cy="914400"/>
            </a:xfrm>
            <a:custGeom>
              <a:avLst/>
              <a:pathLst>
                <a:path w="919609" h="914400">
                  <a:moveTo>
                    <a:pt x="914400" y="914400"/>
                  </a:moveTo>
                  <a:lnTo>
                    <a:pt x="914400" y="905252"/>
                  </a:lnTo>
                  <a:lnTo>
                    <a:pt x="917520" y="910497"/>
                  </a:lnTo>
                  <a:lnTo>
                    <a:pt x="919609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3077599" y="1602202"/>
              <a:ext cx="914400" cy="919205"/>
            </a:xfrm>
            <a:custGeom>
              <a:avLst/>
              <a:pathLst>
                <a:path w="914400" h="919205">
                  <a:moveTo>
                    <a:pt x="914400" y="914399"/>
                  </a:moveTo>
                  <a:lnTo>
                    <a:pt x="914400" y="919205"/>
                  </a:lnTo>
                  <a:lnTo>
                    <a:pt x="913534" y="91439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30775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7085" y="931638"/>
                  </a:lnTo>
                  <a:lnTo>
                    <a:pt x="916591" y="929619"/>
                  </a:lnTo>
                  <a:lnTo>
                    <a:pt x="914477" y="919635"/>
                  </a:lnTo>
                  <a:lnTo>
                    <a:pt x="914400" y="919205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30868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30961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31053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31146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31239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31331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314243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31516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31609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31702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31794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318874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319800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32072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3216532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322579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32350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324431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325358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326284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327210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328136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329063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329989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330915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331841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332767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333694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334620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335546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336472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337399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338325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339251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340177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34110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34203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34295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343882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34480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4">
                <a:alpha val="100000"/>
              </a:srgbClr>
            </a:solidFill>
            <a:ln w="5420" cap="flat">
              <a:solidFill>
                <a:srgbClr val="FEA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34573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34666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347587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34851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34943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35036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35129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3522185" y="16194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936"/>
                  </a:lnTo>
                  <a:lnTo>
                    <a:pt x="923421" y="909084"/>
                  </a:lnTo>
                  <a:lnTo>
                    <a:pt x="921747" y="910112"/>
                  </a:lnTo>
                  <a:lnTo>
                    <a:pt x="920074" y="911140"/>
                  </a:lnTo>
                  <a:lnTo>
                    <a:pt x="918401" y="912168"/>
                  </a:lnTo>
                  <a:lnTo>
                    <a:pt x="916728" y="913196"/>
                  </a:lnTo>
                  <a:lnTo>
                    <a:pt x="915055" y="914225"/>
                  </a:lnTo>
                  <a:lnTo>
                    <a:pt x="914771" y="914400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3531448" y="1602202"/>
              <a:ext cx="923662" cy="926175"/>
            </a:xfrm>
            <a:custGeom>
              <a:avLst/>
              <a:pathLst>
                <a:path w="923662" h="92617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495"/>
                  </a:lnTo>
                  <a:lnTo>
                    <a:pt x="922532" y="921187"/>
                  </a:lnTo>
                  <a:lnTo>
                    <a:pt x="920857" y="922214"/>
                  </a:lnTo>
                  <a:lnTo>
                    <a:pt x="919182" y="923241"/>
                  </a:lnTo>
                  <a:lnTo>
                    <a:pt x="917507" y="924268"/>
                  </a:lnTo>
                  <a:lnTo>
                    <a:pt x="915833" y="925295"/>
                  </a:lnTo>
                  <a:lnTo>
                    <a:pt x="914400" y="926175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3540710" y="1602202"/>
              <a:ext cx="923494" cy="920495"/>
            </a:xfrm>
            <a:custGeom>
              <a:avLst/>
              <a:pathLst>
                <a:path w="923494" h="920495">
                  <a:moveTo>
                    <a:pt x="914400" y="914399"/>
                  </a:moveTo>
                  <a:lnTo>
                    <a:pt x="923494" y="914399"/>
                  </a:lnTo>
                  <a:lnTo>
                    <a:pt x="921276" y="916070"/>
                  </a:lnTo>
                  <a:lnTo>
                    <a:pt x="916627" y="919131"/>
                  </a:lnTo>
                  <a:lnTo>
                    <a:pt x="914946" y="920161"/>
                  </a:lnTo>
                  <a:lnTo>
                    <a:pt x="914400" y="920495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216063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21" y="931538"/>
                  </a:lnTo>
                  <a:lnTo>
                    <a:pt x="905543" y="930944"/>
                  </a:lnTo>
                  <a:lnTo>
                    <a:pt x="905565" y="930351"/>
                  </a:lnTo>
                  <a:lnTo>
                    <a:pt x="905587" y="929758"/>
                  </a:lnTo>
                  <a:lnTo>
                    <a:pt x="905610" y="929165"/>
                  </a:lnTo>
                  <a:lnTo>
                    <a:pt x="905632" y="928571"/>
                  </a:lnTo>
                  <a:lnTo>
                    <a:pt x="905654" y="927978"/>
                  </a:lnTo>
                  <a:lnTo>
                    <a:pt x="905676" y="927385"/>
                  </a:lnTo>
                  <a:lnTo>
                    <a:pt x="905698" y="926792"/>
                  </a:lnTo>
                  <a:lnTo>
                    <a:pt x="905720" y="926199"/>
                  </a:lnTo>
                  <a:lnTo>
                    <a:pt x="905742" y="925605"/>
                  </a:lnTo>
                  <a:lnTo>
                    <a:pt x="905764" y="925012"/>
                  </a:lnTo>
                  <a:lnTo>
                    <a:pt x="905994" y="920473"/>
                  </a:lnTo>
                  <a:lnTo>
                    <a:pt x="905975" y="920322"/>
                  </a:lnTo>
                  <a:lnTo>
                    <a:pt x="905700" y="918137"/>
                  </a:lnTo>
                  <a:lnTo>
                    <a:pt x="905424" y="915953"/>
                  </a:lnTo>
                  <a:lnTo>
                    <a:pt x="905229" y="91439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21606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21699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21791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218842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21976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22069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22162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222547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22347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22439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22532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22625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22717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22810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22903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22995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230883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23180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23273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23366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23458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235514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2364408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23736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238293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2392195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2410719" y="1602202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7078" y="897161"/>
                  </a:lnTo>
                  <a:lnTo>
                    <a:pt x="907567" y="900478"/>
                  </a:lnTo>
                  <a:lnTo>
                    <a:pt x="908220" y="901179"/>
                  </a:lnTo>
                  <a:lnTo>
                    <a:pt x="913136" y="907125"/>
                  </a:lnTo>
                  <a:lnTo>
                    <a:pt x="914400" y="908835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2410719" y="1602202"/>
              <a:ext cx="918444" cy="914399"/>
            </a:xfrm>
            <a:custGeom>
              <a:avLst/>
              <a:pathLst>
                <a:path w="918444" h="914399">
                  <a:moveTo>
                    <a:pt x="914400" y="914399"/>
                  </a:moveTo>
                  <a:lnTo>
                    <a:pt x="914400" y="908835"/>
                  </a:lnTo>
                  <a:lnTo>
                    <a:pt x="917878" y="913545"/>
                  </a:lnTo>
                  <a:lnTo>
                    <a:pt x="918444" y="91439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307759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3534" y="931638"/>
                  </a:lnTo>
                  <a:lnTo>
                    <a:pt x="912644" y="926698"/>
                  </a:lnTo>
                  <a:lnTo>
                    <a:pt x="911097" y="916360"/>
                  </a:lnTo>
                  <a:lnTo>
                    <a:pt x="910861" y="91439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30775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30868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30961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31053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31146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31239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31331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314243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31516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31609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31702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31794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318874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319800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32072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3216532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322579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323505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324431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325358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326284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327210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328136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329063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329989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330915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331841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332767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333694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334620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335546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336472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337399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338325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339251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340177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34110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34203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34295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343882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34480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34573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34666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347587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34851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34943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35036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35129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352218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35314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3540710" y="160220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73"/>
                  </a:lnTo>
                  <a:lnTo>
                    <a:pt x="923494" y="91439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3549972" y="1584964"/>
              <a:ext cx="923662" cy="931512"/>
            </a:xfrm>
            <a:custGeom>
              <a:avLst/>
              <a:pathLst>
                <a:path w="923662" h="931512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715"/>
                  </a:lnTo>
                  <a:lnTo>
                    <a:pt x="922489" y="924771"/>
                  </a:lnTo>
                  <a:lnTo>
                    <a:pt x="921068" y="926052"/>
                  </a:lnTo>
                  <a:lnTo>
                    <a:pt x="916584" y="929867"/>
                  </a:lnTo>
                  <a:lnTo>
                    <a:pt x="914400" y="931512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3559234" y="1584964"/>
              <a:ext cx="923662" cy="923715"/>
            </a:xfrm>
            <a:custGeom>
              <a:avLst/>
              <a:pathLst>
                <a:path w="923662" h="9237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381"/>
                  </a:lnTo>
                  <a:lnTo>
                    <a:pt x="923138" y="915851"/>
                  </a:lnTo>
                  <a:lnTo>
                    <a:pt x="921721" y="917125"/>
                  </a:lnTo>
                  <a:lnTo>
                    <a:pt x="920305" y="918399"/>
                  </a:lnTo>
                  <a:lnTo>
                    <a:pt x="918889" y="919673"/>
                  </a:lnTo>
                  <a:lnTo>
                    <a:pt x="917473" y="920947"/>
                  </a:lnTo>
                  <a:lnTo>
                    <a:pt x="916057" y="922222"/>
                  </a:lnTo>
                  <a:lnTo>
                    <a:pt x="914642" y="923496"/>
                  </a:lnTo>
                  <a:lnTo>
                    <a:pt x="914400" y="923715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3568497" y="1584964"/>
              <a:ext cx="915845" cy="915381"/>
            </a:xfrm>
            <a:custGeom>
              <a:avLst/>
              <a:pathLst>
                <a:path w="915845" h="915381">
                  <a:moveTo>
                    <a:pt x="914400" y="914399"/>
                  </a:moveTo>
                  <a:lnTo>
                    <a:pt x="915845" y="914399"/>
                  </a:lnTo>
                  <a:lnTo>
                    <a:pt x="915105" y="914746"/>
                  </a:lnTo>
                  <a:lnTo>
                    <a:pt x="914400" y="915381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2151377" y="1567725"/>
              <a:ext cx="914400" cy="930912"/>
            </a:xfrm>
            <a:custGeom>
              <a:avLst/>
              <a:pathLst>
                <a:path w="914400" h="930912">
                  <a:moveTo>
                    <a:pt x="914400" y="914400"/>
                  </a:moveTo>
                  <a:lnTo>
                    <a:pt x="914400" y="930912"/>
                  </a:lnTo>
                  <a:lnTo>
                    <a:pt x="914136" y="928822"/>
                  </a:lnTo>
                  <a:lnTo>
                    <a:pt x="913861" y="926638"/>
                  </a:lnTo>
                  <a:lnTo>
                    <a:pt x="913585" y="924453"/>
                  </a:lnTo>
                  <a:lnTo>
                    <a:pt x="913310" y="922269"/>
                  </a:lnTo>
                  <a:lnTo>
                    <a:pt x="913034" y="920084"/>
                  </a:lnTo>
                  <a:lnTo>
                    <a:pt x="912758" y="917900"/>
                  </a:lnTo>
                  <a:lnTo>
                    <a:pt x="912481" y="915707"/>
                  </a:lnTo>
                  <a:lnTo>
                    <a:pt x="912334" y="914400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21513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91" y="931638"/>
                  </a:lnTo>
                  <a:lnTo>
                    <a:pt x="914400" y="930912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21606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21699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21791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218842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21976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22069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22162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222547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22347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22439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22532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22625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22717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22810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22903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22995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230883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23180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23273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23366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23458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235514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2364408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23736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238293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2401457" y="1584964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426" y="897161"/>
                  </a:lnTo>
                  <a:lnTo>
                    <a:pt x="913591" y="897942"/>
                  </a:lnTo>
                  <a:lnTo>
                    <a:pt x="914400" y="902473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2401457" y="1584964"/>
              <a:ext cx="916340" cy="914399"/>
            </a:xfrm>
            <a:custGeom>
              <a:avLst/>
              <a:pathLst>
                <a:path w="916340" h="914399">
                  <a:moveTo>
                    <a:pt x="914400" y="914399"/>
                  </a:moveTo>
                  <a:lnTo>
                    <a:pt x="914400" y="902473"/>
                  </a:lnTo>
                  <a:lnTo>
                    <a:pt x="915441" y="908307"/>
                  </a:lnTo>
                  <a:lnTo>
                    <a:pt x="916340" y="91439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3077599" y="15677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61" y="931638"/>
                  </a:lnTo>
                  <a:lnTo>
                    <a:pt x="909840" y="923125"/>
                  </a:lnTo>
                  <a:lnTo>
                    <a:pt x="909045" y="914400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30775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30868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30961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31053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31146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31239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31331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31424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31516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31609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31702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31794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318874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319800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32072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3216532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322579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323505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324431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325358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326284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327210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328136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329063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329989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330915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331841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332767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333694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334620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335546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336472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337399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338325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339251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34017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34110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34203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34295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343882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34480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34573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34666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347587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34851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34943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35036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35129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352218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35314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35407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35499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35592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3568497" y="1584964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571" y="910782"/>
                  </a:lnTo>
                  <a:lnTo>
                    <a:pt x="922494" y="911286"/>
                  </a:lnTo>
                  <a:lnTo>
                    <a:pt x="921417" y="911790"/>
                  </a:lnTo>
                  <a:lnTo>
                    <a:pt x="920340" y="912294"/>
                  </a:lnTo>
                  <a:lnTo>
                    <a:pt x="919264" y="912798"/>
                  </a:lnTo>
                  <a:lnTo>
                    <a:pt x="918187" y="913303"/>
                  </a:lnTo>
                  <a:lnTo>
                    <a:pt x="917110" y="913807"/>
                  </a:lnTo>
                  <a:lnTo>
                    <a:pt x="916034" y="914311"/>
                  </a:lnTo>
                  <a:lnTo>
                    <a:pt x="915845" y="91439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3577759" y="1567725"/>
              <a:ext cx="923662" cy="927979"/>
            </a:xfrm>
            <a:custGeom>
              <a:avLst/>
              <a:pathLst>
                <a:path w="923662" h="9279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652"/>
                  </a:lnTo>
                  <a:lnTo>
                    <a:pt x="922929" y="923993"/>
                  </a:lnTo>
                  <a:lnTo>
                    <a:pt x="921852" y="924496"/>
                  </a:lnTo>
                  <a:lnTo>
                    <a:pt x="920774" y="925000"/>
                  </a:lnTo>
                  <a:lnTo>
                    <a:pt x="919696" y="925503"/>
                  </a:lnTo>
                  <a:lnTo>
                    <a:pt x="918619" y="926006"/>
                  </a:lnTo>
                  <a:lnTo>
                    <a:pt x="917541" y="926510"/>
                  </a:lnTo>
                  <a:lnTo>
                    <a:pt x="916464" y="927013"/>
                  </a:lnTo>
                  <a:lnTo>
                    <a:pt x="915386" y="927517"/>
                  </a:lnTo>
                  <a:lnTo>
                    <a:pt x="914400" y="92797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3587021" y="1567725"/>
              <a:ext cx="923662" cy="923652"/>
            </a:xfrm>
            <a:custGeom>
              <a:avLst/>
              <a:pathLst>
                <a:path w="923662" h="92365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151"/>
                  </a:lnTo>
                  <a:lnTo>
                    <a:pt x="920140" y="920975"/>
                  </a:lnTo>
                  <a:lnTo>
                    <a:pt x="919058" y="921479"/>
                  </a:lnTo>
                  <a:lnTo>
                    <a:pt x="917980" y="921982"/>
                  </a:lnTo>
                  <a:lnTo>
                    <a:pt x="916901" y="922484"/>
                  </a:lnTo>
                  <a:lnTo>
                    <a:pt x="915823" y="922987"/>
                  </a:lnTo>
                  <a:lnTo>
                    <a:pt x="914745" y="923490"/>
                  </a:lnTo>
                  <a:lnTo>
                    <a:pt x="914400" y="923652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3596283" y="1567725"/>
              <a:ext cx="922301" cy="919151"/>
            </a:xfrm>
            <a:custGeom>
              <a:avLst/>
              <a:pathLst>
                <a:path w="922301" h="919151">
                  <a:moveTo>
                    <a:pt x="914400" y="914400"/>
                  </a:moveTo>
                  <a:lnTo>
                    <a:pt x="922301" y="914400"/>
                  </a:lnTo>
                  <a:lnTo>
                    <a:pt x="921953" y="914655"/>
                  </a:lnTo>
                  <a:lnTo>
                    <a:pt x="916460" y="918084"/>
                  </a:lnTo>
                  <a:lnTo>
                    <a:pt x="914400" y="919151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2151377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4" y="931638"/>
                  </a:lnTo>
                  <a:lnTo>
                    <a:pt x="911371" y="923082"/>
                  </a:lnTo>
                  <a:lnTo>
                    <a:pt x="910628" y="91439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21513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21606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21699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21791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218842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21976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22069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22162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222547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22347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22439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22532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22625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22717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22810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22903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22995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230883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23180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23273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23366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23458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235514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2364408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23736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238293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2392195" y="1567725"/>
              <a:ext cx="922688" cy="914400"/>
            </a:xfrm>
            <a:custGeom>
              <a:avLst/>
              <a:pathLst>
                <a:path w="922688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795" y="897161"/>
                  </a:lnTo>
                  <a:lnTo>
                    <a:pt x="920711" y="905012"/>
                  </a:lnTo>
                  <a:lnTo>
                    <a:pt x="922688" y="914400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3077599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9045" y="931638"/>
                  </a:lnTo>
                  <a:lnTo>
                    <a:pt x="908876" y="929783"/>
                  </a:lnTo>
                  <a:lnTo>
                    <a:pt x="908209" y="919123"/>
                  </a:lnTo>
                  <a:lnTo>
                    <a:pt x="908046" y="91439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30775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30868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30961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31053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31146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31239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31331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31424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31516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31609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31702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31794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318874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319800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32072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3216532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322579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323505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324431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325358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326284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327210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328136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329063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329989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330915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331841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332767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333694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334620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335546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336472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337399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338325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339251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34017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34110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34203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34295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343882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34480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34573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34666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347587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34851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34943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35036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35129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352218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35314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35407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35499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35592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35684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35777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35870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3596283" y="15677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401"/>
                  </a:lnTo>
                  <a:lnTo>
                    <a:pt x="922301" y="914400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3605545" y="1550487"/>
              <a:ext cx="923662" cy="930639"/>
            </a:xfrm>
            <a:custGeom>
              <a:avLst/>
              <a:pathLst>
                <a:path w="923662" h="930639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163"/>
                  </a:lnTo>
                  <a:lnTo>
                    <a:pt x="923353" y="923462"/>
                  </a:lnTo>
                  <a:lnTo>
                    <a:pt x="918081" y="927937"/>
                  </a:lnTo>
                  <a:lnTo>
                    <a:pt x="914400" y="93063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3614808" y="1550487"/>
              <a:ext cx="922956" cy="923163"/>
            </a:xfrm>
            <a:custGeom>
              <a:avLst/>
              <a:pathLst>
                <a:path w="922956" h="923163">
                  <a:moveTo>
                    <a:pt x="914400" y="914399"/>
                  </a:moveTo>
                  <a:lnTo>
                    <a:pt x="922956" y="914399"/>
                  </a:lnTo>
                  <a:lnTo>
                    <a:pt x="919230" y="918483"/>
                  </a:lnTo>
                  <a:lnTo>
                    <a:pt x="914400" y="923163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2142115" y="1533248"/>
              <a:ext cx="914400" cy="919434"/>
            </a:xfrm>
            <a:custGeom>
              <a:avLst/>
              <a:pathLst>
                <a:path w="914400" h="919434">
                  <a:moveTo>
                    <a:pt x="914400" y="914399"/>
                  </a:moveTo>
                  <a:lnTo>
                    <a:pt x="914400" y="919434"/>
                  </a:lnTo>
                  <a:lnTo>
                    <a:pt x="912019" y="917566"/>
                  </a:lnTo>
                  <a:lnTo>
                    <a:pt x="908500" y="91439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214211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891" y="931638"/>
                  </a:lnTo>
                  <a:lnTo>
                    <a:pt x="919782" y="930369"/>
                  </a:lnTo>
                  <a:lnTo>
                    <a:pt x="919354" y="923093"/>
                  </a:lnTo>
                  <a:lnTo>
                    <a:pt x="917264" y="921682"/>
                  </a:lnTo>
                  <a:lnTo>
                    <a:pt x="914400" y="919434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21513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21606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21699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21791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218842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21976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22069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22162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222547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22347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22439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22532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22625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22717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22810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22903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22995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230883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23180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23273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23366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23458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235514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2364408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23736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2392195" y="1550487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853" y="897161"/>
                  </a:lnTo>
                  <a:lnTo>
                    <a:pt x="914399" y="89888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2392195" y="1550487"/>
              <a:ext cx="918795" cy="914399"/>
            </a:xfrm>
            <a:custGeom>
              <a:avLst/>
              <a:pathLst>
                <a:path w="918795" h="914399">
                  <a:moveTo>
                    <a:pt x="914399" y="914399"/>
                  </a:moveTo>
                  <a:lnTo>
                    <a:pt x="914399" y="898889"/>
                  </a:lnTo>
                  <a:lnTo>
                    <a:pt x="915578" y="902616"/>
                  </a:lnTo>
                  <a:lnTo>
                    <a:pt x="918284" y="912307"/>
                  </a:lnTo>
                  <a:lnTo>
                    <a:pt x="918795" y="91439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3077599" y="1533248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046" y="931638"/>
                  </a:lnTo>
                  <a:lnTo>
                    <a:pt x="907840" y="925652"/>
                  </a:lnTo>
                  <a:lnTo>
                    <a:pt x="907769" y="914921"/>
                  </a:lnTo>
                  <a:lnTo>
                    <a:pt x="907780" y="91439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30775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30868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30961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31053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31146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31239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31331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31424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31516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31609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31702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31794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31887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319800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32072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3216532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322579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323505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324431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325358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326284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327210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328136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329063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329989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330915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331841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332767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333694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334620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335546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336472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337399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338325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339251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34017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34110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34203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34295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343882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34480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34573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34666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347587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34851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34943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35036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35129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352218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35314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35407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35499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35592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35684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35777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35870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35962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36055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3614808" y="1550487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627"/>
                  </a:lnTo>
                  <a:lnTo>
                    <a:pt x="922956" y="91439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3624070" y="1533248"/>
              <a:ext cx="923662" cy="930865"/>
            </a:xfrm>
            <a:custGeom>
              <a:avLst/>
              <a:pathLst>
                <a:path w="923662" h="9308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022"/>
                  </a:lnTo>
                  <a:lnTo>
                    <a:pt x="921688" y="922437"/>
                  </a:lnTo>
                  <a:lnTo>
                    <a:pt x="920001" y="924396"/>
                  </a:lnTo>
                  <a:lnTo>
                    <a:pt x="918323" y="926343"/>
                  </a:lnTo>
                  <a:lnTo>
                    <a:pt x="916647" y="928291"/>
                  </a:lnTo>
                  <a:lnTo>
                    <a:pt x="914961" y="930250"/>
                  </a:lnTo>
                  <a:lnTo>
                    <a:pt x="914400" y="930865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3633332" y="1533248"/>
              <a:ext cx="918789" cy="920022"/>
            </a:xfrm>
            <a:custGeom>
              <a:avLst/>
              <a:pathLst>
                <a:path w="918789" h="920022">
                  <a:moveTo>
                    <a:pt x="914400" y="914399"/>
                  </a:moveTo>
                  <a:lnTo>
                    <a:pt x="918789" y="914399"/>
                  </a:lnTo>
                  <a:lnTo>
                    <a:pt x="916892" y="916972"/>
                  </a:lnTo>
                  <a:lnTo>
                    <a:pt x="914400" y="920022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2123590" y="1516010"/>
              <a:ext cx="914400" cy="918019"/>
            </a:xfrm>
            <a:custGeom>
              <a:avLst/>
              <a:pathLst>
                <a:path w="914400" h="918019">
                  <a:moveTo>
                    <a:pt x="914400" y="914400"/>
                  </a:moveTo>
                  <a:lnTo>
                    <a:pt x="914400" y="918019"/>
                  </a:lnTo>
                  <a:lnTo>
                    <a:pt x="911581" y="914400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2123590" y="1516010"/>
              <a:ext cx="923662" cy="928401"/>
            </a:xfrm>
            <a:custGeom>
              <a:avLst/>
              <a:pathLst>
                <a:path w="923662" h="92840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401"/>
                  </a:lnTo>
                  <a:lnTo>
                    <a:pt x="920429" y="925102"/>
                  </a:lnTo>
                  <a:lnTo>
                    <a:pt x="915585" y="919541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21328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62" y="931638"/>
                  </a:lnTo>
                  <a:lnTo>
                    <a:pt x="916157" y="930194"/>
                  </a:lnTo>
                  <a:lnTo>
                    <a:pt x="914400" y="928401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214211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21513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21606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21699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21791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218842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21976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22069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22162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222547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22347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22439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22532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22625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22717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22810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22903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22995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230883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23180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23273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23366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23458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235514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2364408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23736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2382932" y="1533248"/>
              <a:ext cx="923115" cy="914399"/>
            </a:xfrm>
            <a:custGeom>
              <a:avLst/>
              <a:pathLst>
                <a:path w="92311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963" y="897161"/>
                  </a:lnTo>
                  <a:lnTo>
                    <a:pt x="918624" y="901335"/>
                  </a:lnTo>
                  <a:lnTo>
                    <a:pt x="921864" y="910442"/>
                  </a:lnTo>
                  <a:lnTo>
                    <a:pt x="923115" y="91439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3077599" y="15160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780" y="931638"/>
                  </a:lnTo>
                  <a:lnTo>
                    <a:pt x="907998" y="921436"/>
                  </a:lnTo>
                  <a:lnTo>
                    <a:pt x="908345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30775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30868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30961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31053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31146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31239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31331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31424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31516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31609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31702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31794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31887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31980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32072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3216532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322579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323505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324431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325358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326284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327210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328136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329063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329989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330915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331841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332767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333694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334620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335546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336472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337399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33832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339251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34017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34110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34203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34295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343882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34480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34573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34666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347587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34851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34943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35036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35129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352218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35314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35407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35499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35592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35684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35777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35870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35962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36055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36148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36240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3633332" y="153324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443"/>
                  </a:lnTo>
                  <a:lnTo>
                    <a:pt x="921212" y="911114"/>
                  </a:lnTo>
                  <a:lnTo>
                    <a:pt x="918789" y="91439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3642594" y="1516010"/>
              <a:ext cx="920751" cy="924681"/>
            </a:xfrm>
            <a:custGeom>
              <a:avLst/>
              <a:pathLst>
                <a:path w="920751" h="924681">
                  <a:moveTo>
                    <a:pt x="914400" y="914400"/>
                  </a:moveTo>
                  <a:lnTo>
                    <a:pt x="920751" y="914400"/>
                  </a:lnTo>
                  <a:lnTo>
                    <a:pt x="920110" y="915510"/>
                  </a:lnTo>
                  <a:lnTo>
                    <a:pt x="916113" y="922114"/>
                  </a:lnTo>
                  <a:lnTo>
                    <a:pt x="914400" y="924681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2114328" y="1498771"/>
              <a:ext cx="914400" cy="922326"/>
            </a:xfrm>
            <a:custGeom>
              <a:avLst/>
              <a:pathLst>
                <a:path w="914400" h="922326">
                  <a:moveTo>
                    <a:pt x="914400" y="914400"/>
                  </a:moveTo>
                  <a:lnTo>
                    <a:pt x="914400" y="922326"/>
                  </a:lnTo>
                  <a:lnTo>
                    <a:pt x="911319" y="917434"/>
                  </a:lnTo>
                  <a:lnTo>
                    <a:pt x="909595" y="914400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21143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843" y="931638"/>
                  </a:lnTo>
                  <a:lnTo>
                    <a:pt x="920162" y="930764"/>
                  </a:lnTo>
                  <a:lnTo>
                    <a:pt x="915649" y="924310"/>
                  </a:lnTo>
                  <a:lnTo>
                    <a:pt x="914400" y="922326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21235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21328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214211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21513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21606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21699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21791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218842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21976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22069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22162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222547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22347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22439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22532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22625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22717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22810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22903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22995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230883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23180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23273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23366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23458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235514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2364408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2382932" y="15160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400" y="897161"/>
                  </a:lnTo>
                  <a:lnTo>
                    <a:pt x="914400" y="904996"/>
                  </a:lnTo>
                  <a:lnTo>
                    <a:pt x="913815" y="906834"/>
                  </a:lnTo>
                  <a:lnTo>
                    <a:pt x="914400" y="908150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2382932" y="1516010"/>
              <a:ext cx="916963" cy="914400"/>
            </a:xfrm>
            <a:custGeom>
              <a:avLst/>
              <a:pathLst>
                <a:path w="916963" h="914400">
                  <a:moveTo>
                    <a:pt x="914400" y="914400"/>
                  </a:moveTo>
                  <a:lnTo>
                    <a:pt x="914400" y="908150"/>
                  </a:lnTo>
                  <a:lnTo>
                    <a:pt x="915131" y="909798"/>
                  </a:lnTo>
                  <a:lnTo>
                    <a:pt x="916963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2382932" y="1498771"/>
              <a:ext cx="916866" cy="922235"/>
            </a:xfrm>
            <a:custGeom>
              <a:avLst/>
              <a:pathLst>
                <a:path w="916866" h="922235">
                  <a:moveTo>
                    <a:pt x="914400" y="914400"/>
                  </a:moveTo>
                  <a:lnTo>
                    <a:pt x="916866" y="914400"/>
                  </a:lnTo>
                  <a:lnTo>
                    <a:pt x="916675" y="915078"/>
                  </a:lnTo>
                  <a:lnTo>
                    <a:pt x="914400" y="922235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3077599" y="14987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345" y="931638"/>
                  </a:lnTo>
                  <a:lnTo>
                    <a:pt x="908525" y="927988"/>
                  </a:lnTo>
                  <a:lnTo>
                    <a:pt x="909349" y="917366"/>
                  </a:lnTo>
                  <a:lnTo>
                    <a:pt x="909665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30775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30868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30961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31053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31146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31239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31331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31424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31516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31609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31702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31794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31887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31980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32072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3216532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322579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323505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324431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325358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326284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327210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328136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329063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329989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330915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331841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332767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333694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334620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335546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33647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33739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33832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339251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34017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34110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34203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34295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343882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34480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34573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34666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347587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34851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34943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35036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35129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352218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35314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35407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35499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35592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35684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35777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35870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35962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36055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36148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36240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363333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3642594" y="15160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9437"/>
                  </a:lnTo>
                  <a:lnTo>
                    <a:pt x="922449" y="911457"/>
                  </a:lnTo>
                  <a:lnTo>
                    <a:pt x="921284" y="913476"/>
                  </a:lnTo>
                  <a:lnTo>
                    <a:pt x="920751" y="914400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3651857" y="1498771"/>
              <a:ext cx="921385" cy="926595"/>
            </a:xfrm>
            <a:custGeom>
              <a:avLst/>
              <a:pathLst>
                <a:path w="921385" h="926595">
                  <a:moveTo>
                    <a:pt x="914400" y="914400"/>
                  </a:moveTo>
                  <a:lnTo>
                    <a:pt x="921385" y="914400"/>
                  </a:lnTo>
                  <a:lnTo>
                    <a:pt x="920196" y="916565"/>
                  </a:lnTo>
                  <a:lnTo>
                    <a:pt x="919020" y="918599"/>
                  </a:lnTo>
                  <a:lnTo>
                    <a:pt x="917852" y="920618"/>
                  </a:lnTo>
                  <a:lnTo>
                    <a:pt x="916685" y="922637"/>
                  </a:lnTo>
                  <a:lnTo>
                    <a:pt x="915519" y="924656"/>
                  </a:lnTo>
                  <a:lnTo>
                    <a:pt x="914400" y="926595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2105066" y="1481533"/>
              <a:ext cx="914400" cy="923402"/>
            </a:xfrm>
            <a:custGeom>
              <a:avLst/>
              <a:pathLst>
                <a:path w="914400" h="923402">
                  <a:moveTo>
                    <a:pt x="914400" y="914400"/>
                  </a:moveTo>
                  <a:lnTo>
                    <a:pt x="914400" y="923402"/>
                  </a:lnTo>
                  <a:lnTo>
                    <a:pt x="912517" y="919731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210506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857" y="931638"/>
                  </a:lnTo>
                  <a:lnTo>
                    <a:pt x="916446" y="927394"/>
                  </a:lnTo>
                  <a:lnTo>
                    <a:pt x="914400" y="923402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21143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21235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21328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214211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21513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21606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21699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21791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218842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21976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22069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22162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222547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22347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22439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22532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22625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22717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22810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22903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22995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230883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23180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23273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23366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23458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235514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2364408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23736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2382932" y="1498771"/>
              <a:ext cx="921426" cy="914400"/>
            </a:xfrm>
            <a:custGeom>
              <a:avLst/>
              <a:pathLst>
                <a:path w="921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26" y="897161"/>
                  </a:lnTo>
                  <a:lnTo>
                    <a:pt x="919356" y="905553"/>
                  </a:lnTo>
                  <a:lnTo>
                    <a:pt x="916866" y="914400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3077599" y="14815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665" y="931638"/>
                  </a:lnTo>
                  <a:lnTo>
                    <a:pt x="910468" y="924077"/>
                  </a:lnTo>
                  <a:lnTo>
                    <a:pt x="911781" y="914400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30775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30868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30961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31053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31146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31239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31331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31424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31516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31609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31702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31794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31887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31980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32072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3216532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32257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323505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324431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325358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326284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327210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328136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329063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329989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330915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331841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332767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333694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334620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335546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33647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33739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33832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339251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34017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34110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34203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34295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343882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34480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34573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34666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347587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34851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34943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35036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35129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352218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35314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35407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35499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35592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35684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35777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35870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35962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36055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36148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36240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363333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36425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3651857" y="14987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199"/>
                  </a:lnTo>
                  <a:lnTo>
                    <a:pt x="922887" y="911664"/>
                  </a:lnTo>
                  <a:lnTo>
                    <a:pt x="921385" y="914400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3661119" y="1481533"/>
              <a:ext cx="923662" cy="928437"/>
            </a:xfrm>
            <a:custGeom>
              <a:avLst/>
              <a:pathLst>
                <a:path w="923662" h="9284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113"/>
                  </a:lnTo>
                  <a:lnTo>
                    <a:pt x="922945" y="922704"/>
                  </a:lnTo>
                  <a:lnTo>
                    <a:pt x="917513" y="926565"/>
                  </a:lnTo>
                  <a:lnTo>
                    <a:pt x="914400" y="928437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3670381" y="1481533"/>
              <a:ext cx="923150" cy="922113"/>
            </a:xfrm>
            <a:custGeom>
              <a:avLst/>
              <a:pathLst>
                <a:path w="923150" h="922113">
                  <a:moveTo>
                    <a:pt x="914400" y="914400"/>
                  </a:moveTo>
                  <a:lnTo>
                    <a:pt x="923150" y="914400"/>
                  </a:lnTo>
                  <a:lnTo>
                    <a:pt x="918998" y="918320"/>
                  </a:lnTo>
                  <a:lnTo>
                    <a:pt x="914400" y="922113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2095803" y="1464294"/>
              <a:ext cx="914400" cy="920598"/>
            </a:xfrm>
            <a:custGeom>
              <a:avLst/>
              <a:pathLst>
                <a:path w="914400" h="920598">
                  <a:moveTo>
                    <a:pt x="914400" y="914400"/>
                  </a:moveTo>
                  <a:lnTo>
                    <a:pt x="914400" y="920598"/>
                  </a:lnTo>
                  <a:lnTo>
                    <a:pt x="913874" y="919403"/>
                  </a:lnTo>
                  <a:lnTo>
                    <a:pt x="912827" y="917023"/>
                  </a:lnTo>
                  <a:lnTo>
                    <a:pt x="911780" y="914643"/>
                  </a:lnTo>
                  <a:lnTo>
                    <a:pt x="911673" y="914400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20958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313" y="931638"/>
                  </a:lnTo>
                  <a:lnTo>
                    <a:pt x="918066" y="928941"/>
                  </a:lnTo>
                  <a:lnTo>
                    <a:pt x="917013" y="926543"/>
                  </a:lnTo>
                  <a:lnTo>
                    <a:pt x="915967" y="924163"/>
                  </a:lnTo>
                  <a:lnTo>
                    <a:pt x="914921" y="921783"/>
                  </a:lnTo>
                  <a:lnTo>
                    <a:pt x="914400" y="92059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210506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21143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21235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21328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214211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21513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21606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21699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21791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218842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21976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22069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22162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222547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22347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22439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22532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22625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22717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22810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22903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22995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230883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23180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23273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23366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23458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235514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2364408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23736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2382932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147"/>
                  </a:lnTo>
                  <a:lnTo>
                    <a:pt x="921766" y="913020"/>
                  </a:lnTo>
                  <a:lnTo>
                    <a:pt x="921426" y="914400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2392195" y="1464294"/>
              <a:ext cx="915706" cy="921386"/>
            </a:xfrm>
            <a:custGeom>
              <a:avLst/>
              <a:pathLst>
                <a:path w="915706" h="921386">
                  <a:moveTo>
                    <a:pt x="914399" y="914400"/>
                  </a:moveTo>
                  <a:lnTo>
                    <a:pt x="915706" y="914400"/>
                  </a:lnTo>
                  <a:lnTo>
                    <a:pt x="914638" y="920267"/>
                  </a:lnTo>
                  <a:lnTo>
                    <a:pt x="914399" y="921386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3077599" y="14815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781" y="914400"/>
                  </a:lnTo>
                  <a:lnTo>
                    <a:pt x="911879" y="913671"/>
                  </a:lnTo>
                  <a:lnTo>
                    <a:pt x="913578" y="903416"/>
                  </a:lnTo>
                  <a:lnTo>
                    <a:pt x="914400" y="899242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3086861" y="14642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80"/>
                  </a:lnTo>
                  <a:lnTo>
                    <a:pt x="905547" y="914400"/>
                  </a:lnTo>
                  <a:close/>
                </a:path>
              </a:pathLst>
            </a:custGeom>
            <a:solidFill>
              <a:srgbClr val="FEA264">
                <a:alpha val="100000"/>
              </a:srgbClr>
            </a:solidFill>
            <a:ln w="5420" cap="flat">
              <a:solidFill>
                <a:srgbClr val="FEA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30868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30961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31053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31146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31239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31331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31424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31516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31609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31702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31794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31887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31980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32072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3216532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32257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32350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32443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325358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326284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327210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328136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329063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329989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330915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331841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332767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333694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33462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335546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33647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33739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33832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339251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34017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34110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34203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34295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343882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34480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34573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34666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347587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34851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34943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35036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35129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352218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35314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35407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35499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35592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35684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35777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35870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35962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36055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36148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36240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363333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36425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36518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36611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3670381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917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3679643" y="1464294"/>
              <a:ext cx="923662" cy="931155"/>
            </a:xfrm>
            <a:custGeom>
              <a:avLst/>
              <a:pathLst>
                <a:path w="923662" h="93115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815"/>
                  </a:lnTo>
                  <a:lnTo>
                    <a:pt x="919961" y="925270"/>
                  </a:lnTo>
                  <a:lnTo>
                    <a:pt x="914920" y="930663"/>
                  </a:lnTo>
                  <a:lnTo>
                    <a:pt x="914400" y="931155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3688905" y="1464294"/>
              <a:ext cx="919289" cy="920815"/>
            </a:xfrm>
            <a:custGeom>
              <a:avLst/>
              <a:pathLst>
                <a:path w="919289" h="920815">
                  <a:moveTo>
                    <a:pt x="914400" y="914400"/>
                  </a:moveTo>
                  <a:lnTo>
                    <a:pt x="919289" y="914400"/>
                  </a:lnTo>
                  <a:lnTo>
                    <a:pt x="915580" y="919394"/>
                  </a:lnTo>
                  <a:lnTo>
                    <a:pt x="914400" y="920815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2086541" y="1447056"/>
              <a:ext cx="914400" cy="916975"/>
            </a:xfrm>
            <a:custGeom>
              <a:avLst/>
              <a:pathLst>
                <a:path w="914400" h="916975">
                  <a:moveTo>
                    <a:pt x="914400" y="914400"/>
                  </a:moveTo>
                  <a:lnTo>
                    <a:pt x="914400" y="916975"/>
                  </a:lnTo>
                  <a:lnTo>
                    <a:pt x="913933" y="916145"/>
                  </a:lnTo>
                  <a:lnTo>
                    <a:pt x="912951" y="914400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20865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935" y="931638"/>
                  </a:lnTo>
                  <a:lnTo>
                    <a:pt x="919994" y="929502"/>
                  </a:lnTo>
                  <a:lnTo>
                    <a:pt x="918946" y="927122"/>
                  </a:lnTo>
                  <a:lnTo>
                    <a:pt x="917897" y="924743"/>
                  </a:lnTo>
                  <a:lnTo>
                    <a:pt x="916848" y="922363"/>
                  </a:lnTo>
                  <a:lnTo>
                    <a:pt x="915799" y="919984"/>
                  </a:lnTo>
                  <a:lnTo>
                    <a:pt x="914732" y="917566"/>
                  </a:lnTo>
                  <a:lnTo>
                    <a:pt x="914400" y="916975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20958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210506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21143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21235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21328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214211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21513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21606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21699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21791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218842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21976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22069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22162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222547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22347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22439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22532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22625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22717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22810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22903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22995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230883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23180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23273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23366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23458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235514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2364408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23736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23829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2392195" y="1464294"/>
              <a:ext cx="918370" cy="914400"/>
            </a:xfrm>
            <a:custGeom>
              <a:avLst/>
              <a:pathLst>
                <a:path w="91837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370" y="897161"/>
                  </a:lnTo>
                  <a:lnTo>
                    <a:pt x="918057" y="899733"/>
                  </a:lnTo>
                  <a:lnTo>
                    <a:pt x="916491" y="910083"/>
                  </a:lnTo>
                  <a:lnTo>
                    <a:pt x="915706" y="914400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3086861" y="14470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47" y="931638"/>
                  </a:lnTo>
                  <a:lnTo>
                    <a:pt x="906299" y="927816"/>
                  </a:lnTo>
                  <a:lnTo>
                    <a:pt x="908559" y="917943"/>
                  </a:lnTo>
                  <a:lnTo>
                    <a:pt x="909490" y="914400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30868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30961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31053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31146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31239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31331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31424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31516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31609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31702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31794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31887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31980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32072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3216532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32257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32350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32443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32535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32628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327210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328136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329063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329989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330915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331841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332767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33369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33462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335546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33647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33739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33832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339251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34017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34110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34203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34295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343882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34480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34573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34666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347587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34851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34943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35036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35129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352218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35314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35407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35499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35592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35684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35777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35870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35962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36055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36148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36240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36333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36425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36518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36611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36703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36796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3688905" y="14642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990"/>
                  </a:lnTo>
                  <a:lnTo>
                    <a:pt x="920290" y="913051"/>
                  </a:lnTo>
                  <a:lnTo>
                    <a:pt x="919289" y="914400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3698168" y="1447056"/>
              <a:ext cx="920892" cy="925229"/>
            </a:xfrm>
            <a:custGeom>
              <a:avLst/>
              <a:pathLst>
                <a:path w="920892" h="925229">
                  <a:moveTo>
                    <a:pt x="914400" y="914400"/>
                  </a:moveTo>
                  <a:lnTo>
                    <a:pt x="920892" y="914400"/>
                  </a:lnTo>
                  <a:lnTo>
                    <a:pt x="919882" y="916272"/>
                  </a:lnTo>
                  <a:lnTo>
                    <a:pt x="915554" y="923496"/>
                  </a:lnTo>
                  <a:lnTo>
                    <a:pt x="914400" y="92522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2077279" y="1429817"/>
              <a:ext cx="914400" cy="917764"/>
            </a:xfrm>
            <a:custGeom>
              <a:avLst/>
              <a:pathLst>
                <a:path w="914400" h="917764">
                  <a:moveTo>
                    <a:pt x="914400" y="914400"/>
                  </a:moveTo>
                  <a:lnTo>
                    <a:pt x="914400" y="917764"/>
                  </a:lnTo>
                  <a:lnTo>
                    <a:pt x="914273" y="917540"/>
                  </a:lnTo>
                  <a:lnTo>
                    <a:pt x="913156" y="915560"/>
                  </a:lnTo>
                  <a:lnTo>
                    <a:pt x="912501" y="914400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20772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213" y="931638"/>
                  </a:lnTo>
                  <a:lnTo>
                    <a:pt x="922081" y="931403"/>
                  </a:lnTo>
                  <a:lnTo>
                    <a:pt x="920967" y="929422"/>
                  </a:lnTo>
                  <a:lnTo>
                    <a:pt x="919852" y="927441"/>
                  </a:lnTo>
                  <a:lnTo>
                    <a:pt x="918737" y="925461"/>
                  </a:lnTo>
                  <a:lnTo>
                    <a:pt x="917622" y="923480"/>
                  </a:lnTo>
                  <a:lnTo>
                    <a:pt x="916506" y="921500"/>
                  </a:lnTo>
                  <a:lnTo>
                    <a:pt x="915389" y="919520"/>
                  </a:lnTo>
                  <a:lnTo>
                    <a:pt x="914400" y="917764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20865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20958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210506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21143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21235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21328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214211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21513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21606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21699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21791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218842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21976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22069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22162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222547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22347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22439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22532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22625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22717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22810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22903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22995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230883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23180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23273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23366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23458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235514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2364408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23736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23829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2392195" y="1447056"/>
              <a:ext cx="920195" cy="914400"/>
            </a:xfrm>
            <a:custGeom>
              <a:avLst/>
              <a:pathLst>
                <a:path w="92019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195" y="897161"/>
                  </a:lnTo>
                  <a:lnTo>
                    <a:pt x="919332" y="906484"/>
                  </a:lnTo>
                  <a:lnTo>
                    <a:pt x="918370" y="914400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3086861" y="14470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490" y="914400"/>
                  </a:lnTo>
                  <a:lnTo>
                    <a:pt x="911092" y="908302"/>
                  </a:lnTo>
                  <a:lnTo>
                    <a:pt x="913890" y="898918"/>
                  </a:lnTo>
                  <a:lnTo>
                    <a:pt x="914400" y="897400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3096123" y="14298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639"/>
                  </a:lnTo>
                  <a:lnTo>
                    <a:pt x="905218" y="914400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30961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31053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31146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31239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31331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31424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31516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31609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31702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31794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31887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31980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32072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3216532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32257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32350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32443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32535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32628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32721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328136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329063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329989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330915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331841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33276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33369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33462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335546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33647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33739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33832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339251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34017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34110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34203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34295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343882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34480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34573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34666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347587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34851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34943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35036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35129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352218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35314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35407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35499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35592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35684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35777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35870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35962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36055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36148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36240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36333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36425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36518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36611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36703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36796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36889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3698168" y="14470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266"/>
                  </a:lnTo>
                  <a:lnTo>
                    <a:pt x="920892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3707430" y="1429817"/>
              <a:ext cx="920146" cy="926505"/>
            </a:xfrm>
            <a:custGeom>
              <a:avLst/>
              <a:pathLst>
                <a:path w="920146" h="926505">
                  <a:moveTo>
                    <a:pt x="914400" y="914400"/>
                  </a:moveTo>
                  <a:lnTo>
                    <a:pt x="920146" y="914400"/>
                  </a:lnTo>
                  <a:lnTo>
                    <a:pt x="918639" y="917849"/>
                  </a:lnTo>
                  <a:lnTo>
                    <a:pt x="914739" y="925875"/>
                  </a:lnTo>
                  <a:lnTo>
                    <a:pt x="914400" y="926505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2068017" y="1412579"/>
              <a:ext cx="914400" cy="917701"/>
            </a:xfrm>
            <a:custGeom>
              <a:avLst/>
              <a:pathLst>
                <a:path w="914400" h="917701">
                  <a:moveTo>
                    <a:pt x="914400" y="914400"/>
                  </a:moveTo>
                  <a:lnTo>
                    <a:pt x="914400" y="917701"/>
                  </a:lnTo>
                  <a:lnTo>
                    <a:pt x="912806" y="914400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20680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763" y="931638"/>
                  </a:lnTo>
                  <a:lnTo>
                    <a:pt x="921301" y="930818"/>
                  </a:lnTo>
                  <a:lnTo>
                    <a:pt x="920175" y="928824"/>
                  </a:lnTo>
                  <a:lnTo>
                    <a:pt x="916089" y="921201"/>
                  </a:lnTo>
                  <a:lnTo>
                    <a:pt x="914400" y="917701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20772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20865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20958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210506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21143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21235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21328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214211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21513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21606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21699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21791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218842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21976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22069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22162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222547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22347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22439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22532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22625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22717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22810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22903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22995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230883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23180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23273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23366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23458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235514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2364408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23736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23829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2392195" y="1429817"/>
              <a:ext cx="921185" cy="914400"/>
            </a:xfrm>
            <a:custGeom>
              <a:avLst/>
              <a:pathLst>
                <a:path w="92118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185" y="897161"/>
                  </a:lnTo>
                  <a:lnTo>
                    <a:pt x="920996" y="902450"/>
                  </a:lnTo>
                  <a:lnTo>
                    <a:pt x="920312" y="913126"/>
                  </a:lnTo>
                  <a:lnTo>
                    <a:pt x="920195" y="914400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3096123" y="14125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218" y="931638"/>
                  </a:lnTo>
                  <a:lnTo>
                    <a:pt x="907683" y="924294"/>
                  </a:lnTo>
                  <a:lnTo>
                    <a:pt x="910988" y="915500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30961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31053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31146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31239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31331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31424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31516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31609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31702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31794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31887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31980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32072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3216532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32257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32350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32443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32535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32628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32721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32813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329063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329989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330915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33184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33276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33369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33462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335546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33647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33739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33832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339251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34017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34110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34203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34295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343882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34480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34573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34666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347587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34851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34943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35036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35129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352218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35314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35407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35499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35592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35684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35777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35870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35962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36055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36148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36240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36333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36425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36518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36611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36703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36796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36889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36981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3707430" y="14298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001"/>
                  </a:lnTo>
                  <a:lnTo>
                    <a:pt x="922307" y="909454"/>
                  </a:lnTo>
                  <a:lnTo>
                    <a:pt x="920146" y="914400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3716692" y="1412579"/>
              <a:ext cx="917719" cy="923239"/>
            </a:xfrm>
            <a:custGeom>
              <a:avLst/>
              <a:pathLst>
                <a:path w="917719" h="923239">
                  <a:moveTo>
                    <a:pt x="914400" y="914400"/>
                  </a:moveTo>
                  <a:lnTo>
                    <a:pt x="917719" y="914400"/>
                  </a:lnTo>
                  <a:lnTo>
                    <a:pt x="916473" y="917953"/>
                  </a:lnTo>
                  <a:lnTo>
                    <a:pt x="914400" y="92323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2068017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806" y="931638"/>
                  </a:lnTo>
                  <a:lnTo>
                    <a:pt x="912223" y="930431"/>
                  </a:lnTo>
                  <a:lnTo>
                    <a:pt x="908585" y="922058"/>
                  </a:lnTo>
                  <a:lnTo>
                    <a:pt x="905597" y="914400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20680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20772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20865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20958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210506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21143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21235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21328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214211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21513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21606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21699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21791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218842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21976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22069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22162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222547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22347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22439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22532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22625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22717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22810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22903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22995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230883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23180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23273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23366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23458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235514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2364408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23736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23829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2392195" y="1412579"/>
              <a:ext cx="921464" cy="914400"/>
            </a:xfrm>
            <a:custGeom>
              <a:avLst/>
              <a:pathLst>
                <a:path w="921464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443" y="897161"/>
                  </a:lnTo>
                  <a:lnTo>
                    <a:pt x="921464" y="898209"/>
                  </a:lnTo>
                  <a:lnTo>
                    <a:pt x="921380" y="908960"/>
                  </a:lnTo>
                  <a:lnTo>
                    <a:pt x="921185" y="914400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3096123" y="14125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450" y="914400"/>
                  </a:lnTo>
                  <a:lnTo>
                    <a:pt x="914400" y="90735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3105386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597"/>
                  </a:lnTo>
                  <a:lnTo>
                    <a:pt x="905272" y="924276"/>
                  </a:lnTo>
                  <a:lnTo>
                    <a:pt x="909049" y="916167"/>
                  </a:lnTo>
                  <a:lnTo>
                    <a:pt x="909962" y="914400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31053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31146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31239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31331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31424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31516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31609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31702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31794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31887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31980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32072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3216532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32257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32350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32443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32535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32628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32721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32813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32906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329989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330915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33184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33276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33369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33462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335546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33647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33739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33832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339251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34017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34110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34203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34295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343882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34480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34573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34666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347587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34851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34943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35036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35129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352218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35314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35407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35499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35592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35684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35777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35870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35962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36055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36148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36240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36333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36425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36518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36611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36703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36796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36889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36981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37074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3716692" y="1412579"/>
              <a:ext cx="923222" cy="914400"/>
            </a:xfrm>
            <a:custGeom>
              <a:avLst/>
              <a:pathLst>
                <a:path w="92322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222" y="897161"/>
                  </a:lnTo>
                  <a:lnTo>
                    <a:pt x="922569" y="899533"/>
                  </a:lnTo>
                  <a:lnTo>
                    <a:pt x="919650" y="908891"/>
                  </a:lnTo>
                  <a:lnTo>
                    <a:pt x="917719" y="914400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2058755" y="1378102"/>
              <a:ext cx="914400" cy="930443"/>
            </a:xfrm>
            <a:custGeom>
              <a:avLst/>
              <a:pathLst>
                <a:path w="914400" h="930443">
                  <a:moveTo>
                    <a:pt x="914400" y="914400"/>
                  </a:moveTo>
                  <a:lnTo>
                    <a:pt x="914400" y="930443"/>
                  </a:lnTo>
                  <a:lnTo>
                    <a:pt x="912516" y="925043"/>
                  </a:lnTo>
                  <a:lnTo>
                    <a:pt x="910910" y="922839"/>
                  </a:lnTo>
                  <a:lnTo>
                    <a:pt x="906415" y="915962"/>
                  </a:lnTo>
                  <a:lnTo>
                    <a:pt x="905496" y="914400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205875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860" y="931638"/>
                  </a:lnTo>
                  <a:lnTo>
                    <a:pt x="914448" y="930584"/>
                  </a:lnTo>
                  <a:lnTo>
                    <a:pt x="914400" y="930443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20680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20772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20865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20958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210506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21143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21235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21328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214211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21513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21606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21699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21791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218842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21976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22069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22162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222547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22347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22439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22532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22625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227178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22810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22903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22995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230883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23180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23273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23366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23458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235514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2364408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23736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23829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2392195" y="1395340"/>
              <a:ext cx="921443" cy="914400"/>
            </a:xfrm>
            <a:custGeom>
              <a:avLst/>
              <a:pathLst>
                <a:path w="921443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990" y="897161"/>
                  </a:lnTo>
                  <a:lnTo>
                    <a:pt x="921000" y="897451"/>
                  </a:lnTo>
                  <a:lnTo>
                    <a:pt x="921011" y="897766"/>
                  </a:lnTo>
                  <a:lnTo>
                    <a:pt x="921022" y="898082"/>
                  </a:lnTo>
                  <a:lnTo>
                    <a:pt x="921033" y="898397"/>
                  </a:lnTo>
                  <a:lnTo>
                    <a:pt x="921043" y="898712"/>
                  </a:lnTo>
                  <a:lnTo>
                    <a:pt x="921054" y="899027"/>
                  </a:lnTo>
                  <a:lnTo>
                    <a:pt x="921065" y="899343"/>
                  </a:lnTo>
                  <a:lnTo>
                    <a:pt x="921076" y="899658"/>
                  </a:lnTo>
                  <a:lnTo>
                    <a:pt x="921086" y="899973"/>
                  </a:lnTo>
                  <a:lnTo>
                    <a:pt x="921097" y="900289"/>
                  </a:lnTo>
                  <a:lnTo>
                    <a:pt x="921108" y="900604"/>
                  </a:lnTo>
                  <a:lnTo>
                    <a:pt x="921119" y="900919"/>
                  </a:lnTo>
                  <a:lnTo>
                    <a:pt x="921129" y="901234"/>
                  </a:lnTo>
                  <a:lnTo>
                    <a:pt x="921140" y="901550"/>
                  </a:lnTo>
                  <a:lnTo>
                    <a:pt x="921151" y="901865"/>
                  </a:lnTo>
                  <a:lnTo>
                    <a:pt x="921162" y="902180"/>
                  </a:lnTo>
                  <a:lnTo>
                    <a:pt x="921172" y="902496"/>
                  </a:lnTo>
                  <a:lnTo>
                    <a:pt x="921183" y="902811"/>
                  </a:lnTo>
                  <a:lnTo>
                    <a:pt x="921194" y="903126"/>
                  </a:lnTo>
                  <a:lnTo>
                    <a:pt x="921205" y="903441"/>
                  </a:lnTo>
                  <a:lnTo>
                    <a:pt x="921215" y="903757"/>
                  </a:lnTo>
                  <a:lnTo>
                    <a:pt x="921226" y="904072"/>
                  </a:lnTo>
                  <a:lnTo>
                    <a:pt x="921237" y="904387"/>
                  </a:lnTo>
                  <a:lnTo>
                    <a:pt x="921248" y="904703"/>
                  </a:lnTo>
                  <a:lnTo>
                    <a:pt x="921443" y="914400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3105386" y="13953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962" y="914400"/>
                  </a:lnTo>
                  <a:lnTo>
                    <a:pt x="913046" y="908433"/>
                  </a:lnTo>
                  <a:lnTo>
                    <a:pt x="914400" y="906073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3114648" y="13781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11"/>
                  </a:lnTo>
                  <a:lnTo>
                    <a:pt x="907992" y="918334"/>
                  </a:lnTo>
                  <a:lnTo>
                    <a:pt x="910496" y="914400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31146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31239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31331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31424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31516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31609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31702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31794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31887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31980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32072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3216532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32257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32350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32443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32535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32628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32721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32813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32906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329989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330915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33184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33276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33369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33462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335546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33647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33739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33832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339251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34017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34110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34203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34295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343882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34480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34573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34666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347587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34851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34943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35036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35129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352218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35314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35407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35499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35592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35684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35777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h6425"/>
            <p:cNvSpPr/>
            <p:nvPr/>
          </p:nvSpPr>
          <p:spPr>
            <a:xfrm>
              <a:off x="35870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h6426"/>
            <p:cNvSpPr/>
            <p:nvPr/>
          </p:nvSpPr>
          <p:spPr>
            <a:xfrm>
              <a:off x="35962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h6427"/>
            <p:cNvSpPr/>
            <p:nvPr/>
          </p:nvSpPr>
          <p:spPr>
            <a:xfrm>
              <a:off x="36055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h6428"/>
            <p:cNvSpPr/>
            <p:nvPr/>
          </p:nvSpPr>
          <p:spPr>
            <a:xfrm>
              <a:off x="36148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h6429"/>
            <p:cNvSpPr/>
            <p:nvPr/>
          </p:nvSpPr>
          <p:spPr>
            <a:xfrm>
              <a:off x="36240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h6430"/>
            <p:cNvSpPr/>
            <p:nvPr/>
          </p:nvSpPr>
          <p:spPr>
            <a:xfrm>
              <a:off x="36333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h6431"/>
            <p:cNvSpPr/>
            <p:nvPr/>
          </p:nvSpPr>
          <p:spPr>
            <a:xfrm>
              <a:off x="36425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h6432"/>
            <p:cNvSpPr/>
            <p:nvPr/>
          </p:nvSpPr>
          <p:spPr>
            <a:xfrm>
              <a:off x="36518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h6433"/>
            <p:cNvSpPr/>
            <p:nvPr/>
          </p:nvSpPr>
          <p:spPr>
            <a:xfrm>
              <a:off x="36611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h6434"/>
            <p:cNvSpPr/>
            <p:nvPr/>
          </p:nvSpPr>
          <p:spPr>
            <a:xfrm>
              <a:off x="36703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h6435"/>
            <p:cNvSpPr/>
            <p:nvPr/>
          </p:nvSpPr>
          <p:spPr>
            <a:xfrm>
              <a:off x="36796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h6436"/>
            <p:cNvSpPr/>
            <p:nvPr/>
          </p:nvSpPr>
          <p:spPr>
            <a:xfrm>
              <a:off x="36889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h6437"/>
            <p:cNvSpPr/>
            <p:nvPr/>
          </p:nvSpPr>
          <p:spPr>
            <a:xfrm>
              <a:off x="36981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h6438"/>
            <p:cNvSpPr/>
            <p:nvPr/>
          </p:nvSpPr>
          <p:spPr>
            <a:xfrm>
              <a:off x="37074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h6439"/>
            <p:cNvSpPr/>
            <p:nvPr/>
          </p:nvSpPr>
          <p:spPr>
            <a:xfrm>
              <a:off x="3716692" y="139534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01"/>
                  </a:lnTo>
                  <a:lnTo>
                    <a:pt x="923222" y="914400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h6440"/>
            <p:cNvSpPr/>
            <p:nvPr/>
          </p:nvSpPr>
          <p:spPr>
            <a:xfrm>
              <a:off x="3725954" y="1378102"/>
              <a:ext cx="918335" cy="930039"/>
            </a:xfrm>
            <a:custGeom>
              <a:avLst/>
              <a:pathLst>
                <a:path w="918335" h="930039">
                  <a:moveTo>
                    <a:pt x="914400" y="914400"/>
                  </a:moveTo>
                  <a:lnTo>
                    <a:pt x="918335" y="914505"/>
                  </a:lnTo>
                  <a:lnTo>
                    <a:pt x="915958" y="924380"/>
                  </a:lnTo>
                  <a:lnTo>
                    <a:pt x="914400" y="930039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h6441"/>
            <p:cNvSpPr/>
            <p:nvPr/>
          </p:nvSpPr>
          <p:spPr>
            <a:xfrm>
              <a:off x="2049492" y="1360864"/>
              <a:ext cx="914400" cy="931028"/>
            </a:xfrm>
            <a:custGeom>
              <a:avLst/>
              <a:pathLst>
                <a:path w="914400" h="931028">
                  <a:moveTo>
                    <a:pt x="914400" y="914400"/>
                  </a:moveTo>
                  <a:lnTo>
                    <a:pt x="914400" y="931028"/>
                  </a:lnTo>
                  <a:lnTo>
                    <a:pt x="911382" y="925896"/>
                  </a:lnTo>
                  <a:lnTo>
                    <a:pt x="907297" y="918182"/>
                  </a:lnTo>
                  <a:lnTo>
                    <a:pt x="905494" y="914400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h6442"/>
            <p:cNvSpPr/>
            <p:nvPr/>
          </p:nvSpPr>
          <p:spPr>
            <a:xfrm>
              <a:off x="20494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8" y="931638"/>
                  </a:lnTo>
                  <a:lnTo>
                    <a:pt x="914400" y="93102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h6443"/>
            <p:cNvSpPr/>
            <p:nvPr/>
          </p:nvSpPr>
          <p:spPr>
            <a:xfrm>
              <a:off x="205875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h6444"/>
            <p:cNvSpPr/>
            <p:nvPr/>
          </p:nvSpPr>
          <p:spPr>
            <a:xfrm>
              <a:off x="20680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h6445"/>
            <p:cNvSpPr/>
            <p:nvPr/>
          </p:nvSpPr>
          <p:spPr>
            <a:xfrm>
              <a:off x="20772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h6446"/>
            <p:cNvSpPr/>
            <p:nvPr/>
          </p:nvSpPr>
          <p:spPr>
            <a:xfrm>
              <a:off x="20865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h6447"/>
            <p:cNvSpPr/>
            <p:nvPr/>
          </p:nvSpPr>
          <p:spPr>
            <a:xfrm>
              <a:off x="20958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h6448"/>
            <p:cNvSpPr/>
            <p:nvPr/>
          </p:nvSpPr>
          <p:spPr>
            <a:xfrm>
              <a:off x="210506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h6449"/>
            <p:cNvSpPr/>
            <p:nvPr/>
          </p:nvSpPr>
          <p:spPr>
            <a:xfrm>
              <a:off x="21143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h6450"/>
            <p:cNvSpPr/>
            <p:nvPr/>
          </p:nvSpPr>
          <p:spPr>
            <a:xfrm>
              <a:off x="21235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h6451"/>
            <p:cNvSpPr/>
            <p:nvPr/>
          </p:nvSpPr>
          <p:spPr>
            <a:xfrm>
              <a:off x="21328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h6452"/>
            <p:cNvSpPr/>
            <p:nvPr/>
          </p:nvSpPr>
          <p:spPr>
            <a:xfrm>
              <a:off x="214211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h6453"/>
            <p:cNvSpPr/>
            <p:nvPr/>
          </p:nvSpPr>
          <p:spPr>
            <a:xfrm>
              <a:off x="21513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h6454"/>
            <p:cNvSpPr/>
            <p:nvPr/>
          </p:nvSpPr>
          <p:spPr>
            <a:xfrm>
              <a:off x="21606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21699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h6456"/>
            <p:cNvSpPr/>
            <p:nvPr/>
          </p:nvSpPr>
          <p:spPr>
            <a:xfrm>
              <a:off x="21791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h6457"/>
            <p:cNvSpPr/>
            <p:nvPr/>
          </p:nvSpPr>
          <p:spPr>
            <a:xfrm>
              <a:off x="218842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h6458"/>
            <p:cNvSpPr/>
            <p:nvPr/>
          </p:nvSpPr>
          <p:spPr>
            <a:xfrm>
              <a:off x="21976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22069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22162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222547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22347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22439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22532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22625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227178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22810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22903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22995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230883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23180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23273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23366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23458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235514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2364408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23736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23829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2392195" y="1378102"/>
              <a:ext cx="920990" cy="914400"/>
            </a:xfrm>
            <a:custGeom>
              <a:avLst/>
              <a:pathLst>
                <a:path w="92099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082" y="897161"/>
                  </a:lnTo>
                  <a:lnTo>
                    <a:pt x="920377" y="900985"/>
                  </a:lnTo>
                  <a:lnTo>
                    <a:pt x="920903" y="911853"/>
                  </a:lnTo>
                  <a:lnTo>
                    <a:pt x="920914" y="912167"/>
                  </a:lnTo>
                  <a:lnTo>
                    <a:pt x="920925" y="912482"/>
                  </a:lnTo>
                  <a:lnTo>
                    <a:pt x="920936" y="912798"/>
                  </a:lnTo>
                  <a:lnTo>
                    <a:pt x="920946" y="913113"/>
                  </a:lnTo>
                  <a:lnTo>
                    <a:pt x="920957" y="913428"/>
                  </a:lnTo>
                  <a:lnTo>
                    <a:pt x="920968" y="913744"/>
                  </a:lnTo>
                  <a:lnTo>
                    <a:pt x="920979" y="914059"/>
                  </a:lnTo>
                  <a:lnTo>
                    <a:pt x="920990" y="914400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3114648" y="13781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96" y="914400"/>
                  </a:lnTo>
                  <a:lnTo>
                    <a:pt x="912398" y="911412"/>
                  </a:lnTo>
                  <a:lnTo>
                    <a:pt x="914400" y="908586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3123910" y="13608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825"/>
                  </a:lnTo>
                  <a:lnTo>
                    <a:pt x="907730" y="922164"/>
                  </a:lnTo>
                  <a:lnTo>
                    <a:pt x="912498" y="916129"/>
                  </a:lnTo>
                  <a:lnTo>
                    <a:pt x="914029" y="914400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31239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31331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31424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31516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31609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31702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31794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31887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31980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32072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3216532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32257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32350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32443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32535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32628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32721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32813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32906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32998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330915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33184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33276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33369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33462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335546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33647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33739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33832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339251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34017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34110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34203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34295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343882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34480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34573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34666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347587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34851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34943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35036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35129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352218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35314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35407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35499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35592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35684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35777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35870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35962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36055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36148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36240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36333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36425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36518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36611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36703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36796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36889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36981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37074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37166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3725954" y="1378102"/>
              <a:ext cx="921709" cy="914400"/>
            </a:xfrm>
            <a:custGeom>
              <a:avLst/>
              <a:pathLst>
                <a:path w="92170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09" y="897161"/>
                  </a:lnTo>
                  <a:lnTo>
                    <a:pt x="920432" y="904413"/>
                  </a:lnTo>
                  <a:lnTo>
                    <a:pt x="918357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2040230" y="1343625"/>
              <a:ext cx="914400" cy="930889"/>
            </a:xfrm>
            <a:custGeom>
              <a:avLst/>
              <a:pathLst>
                <a:path w="914400" h="930889">
                  <a:moveTo>
                    <a:pt x="914400" y="914400"/>
                  </a:moveTo>
                  <a:lnTo>
                    <a:pt x="914400" y="930889"/>
                  </a:lnTo>
                  <a:lnTo>
                    <a:pt x="912698" y="927319"/>
                  </a:lnTo>
                  <a:lnTo>
                    <a:pt x="909069" y="918853"/>
                  </a:lnTo>
                  <a:lnTo>
                    <a:pt x="907357" y="914400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20402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6" y="931638"/>
                  </a:lnTo>
                  <a:lnTo>
                    <a:pt x="914400" y="93088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20494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205875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20680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20772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20865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20958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210506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21143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21235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21328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214211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21513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21606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21699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21791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218842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21976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22069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22162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222547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22347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22439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22532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22625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227178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22810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22903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22995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230883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23180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23273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23366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23458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235514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2364408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23736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23829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2392195" y="1360864"/>
              <a:ext cx="920082" cy="914400"/>
            </a:xfrm>
            <a:custGeom>
              <a:avLst/>
              <a:pathLst>
                <a:path w="92008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452" y="897161"/>
                  </a:lnTo>
                  <a:lnTo>
                    <a:pt x="919543" y="907422"/>
                  </a:lnTo>
                  <a:lnTo>
                    <a:pt x="920082" y="914400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3123910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29" y="914400"/>
                  </a:lnTo>
                  <a:lnTo>
                    <a:pt x="914400" y="913981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3133172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981"/>
                  </a:lnTo>
                  <a:lnTo>
                    <a:pt x="908165" y="910562"/>
                  </a:lnTo>
                  <a:lnTo>
                    <a:pt x="913244" y="905479"/>
                  </a:lnTo>
                  <a:lnTo>
                    <a:pt x="914400" y="904462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3142434" y="13436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1701"/>
                  </a:lnTo>
                  <a:lnTo>
                    <a:pt x="909195" y="918131"/>
                  </a:lnTo>
                  <a:lnTo>
                    <a:pt x="914077" y="914400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31424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31516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31609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31702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31794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31887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31980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32072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3216532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32257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32350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32443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32535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32628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32721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32813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32906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32998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330915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33184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33276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33369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33462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335546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33647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33739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33832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339251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34017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34110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34203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34295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343882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34480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34573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34666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347587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34851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34943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35036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35129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352218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35314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35407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35499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35592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35684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35777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35870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35962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36055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36148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36240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36333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36425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36518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36611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36703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36796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36889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36981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37074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37166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3725954" y="13608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606"/>
                  </a:lnTo>
                  <a:lnTo>
                    <a:pt x="922242" y="911368"/>
                  </a:lnTo>
                  <a:lnTo>
                    <a:pt x="921709" y="914400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3735217" y="1343625"/>
              <a:ext cx="914934" cy="918845"/>
            </a:xfrm>
            <a:custGeom>
              <a:avLst/>
              <a:pathLst>
                <a:path w="914934" h="918845">
                  <a:moveTo>
                    <a:pt x="914400" y="914400"/>
                  </a:moveTo>
                  <a:lnTo>
                    <a:pt x="914934" y="914400"/>
                  </a:lnTo>
                  <a:lnTo>
                    <a:pt x="914499" y="918162"/>
                  </a:lnTo>
                  <a:lnTo>
                    <a:pt x="914400" y="918845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2030968" y="1326387"/>
              <a:ext cx="914400" cy="925695"/>
            </a:xfrm>
            <a:custGeom>
              <a:avLst/>
              <a:pathLst>
                <a:path w="914400" h="925695">
                  <a:moveTo>
                    <a:pt x="914400" y="914400"/>
                  </a:moveTo>
                  <a:lnTo>
                    <a:pt x="914400" y="925695"/>
                  </a:lnTo>
                  <a:lnTo>
                    <a:pt x="911812" y="918158"/>
                  </a:lnTo>
                  <a:lnTo>
                    <a:pt x="910665" y="914400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20309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619" y="931638"/>
                  </a:lnTo>
                  <a:lnTo>
                    <a:pt x="914945" y="927284"/>
                  </a:lnTo>
                  <a:lnTo>
                    <a:pt x="914400" y="925695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20402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20494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205875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20680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20772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20865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20958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210506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21143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21235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21328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214211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21513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21606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21699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21791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218842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21976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22069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22162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222547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22347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22439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22532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22625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227178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22810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22903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22995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230883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23180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23273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23366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23458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235514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2364408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23736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23829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2392195" y="1343625"/>
              <a:ext cx="918452" cy="914400"/>
            </a:xfrm>
            <a:custGeom>
              <a:avLst/>
              <a:pathLst>
                <a:path w="91845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5928" y="897161"/>
                  </a:lnTo>
                  <a:lnTo>
                    <a:pt x="916965" y="903378"/>
                  </a:lnTo>
                  <a:lnTo>
                    <a:pt x="918405" y="913956"/>
                  </a:lnTo>
                  <a:lnTo>
                    <a:pt x="918452" y="914400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3142434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77" y="914400"/>
                  </a:lnTo>
                  <a:lnTo>
                    <a:pt x="914400" y="914153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3151697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53"/>
                  </a:lnTo>
                  <a:lnTo>
                    <a:pt x="905266" y="914055"/>
                  </a:lnTo>
                  <a:lnTo>
                    <a:pt x="910707" y="910498"/>
                  </a:lnTo>
                  <a:lnTo>
                    <a:pt x="914400" y="90847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3160959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478"/>
                  </a:lnTo>
                  <a:lnTo>
                    <a:pt x="906976" y="907472"/>
                  </a:lnTo>
                  <a:lnTo>
                    <a:pt x="907270" y="907326"/>
                  </a:lnTo>
                  <a:lnTo>
                    <a:pt x="907566" y="907180"/>
                  </a:lnTo>
                  <a:lnTo>
                    <a:pt x="907861" y="907034"/>
                  </a:lnTo>
                  <a:lnTo>
                    <a:pt x="908157" y="906887"/>
                  </a:lnTo>
                  <a:lnTo>
                    <a:pt x="908453" y="906741"/>
                  </a:lnTo>
                  <a:lnTo>
                    <a:pt x="908748" y="906595"/>
                  </a:lnTo>
                  <a:lnTo>
                    <a:pt x="909044" y="906448"/>
                  </a:lnTo>
                  <a:lnTo>
                    <a:pt x="909340" y="906302"/>
                  </a:lnTo>
                  <a:lnTo>
                    <a:pt x="909635" y="906156"/>
                  </a:lnTo>
                  <a:lnTo>
                    <a:pt x="909931" y="906010"/>
                  </a:lnTo>
                  <a:lnTo>
                    <a:pt x="910227" y="905863"/>
                  </a:lnTo>
                  <a:lnTo>
                    <a:pt x="910522" y="905717"/>
                  </a:lnTo>
                  <a:lnTo>
                    <a:pt x="910818" y="905571"/>
                  </a:lnTo>
                  <a:lnTo>
                    <a:pt x="911114" y="905425"/>
                  </a:lnTo>
                  <a:lnTo>
                    <a:pt x="911410" y="905278"/>
                  </a:lnTo>
                  <a:lnTo>
                    <a:pt x="911705" y="905132"/>
                  </a:lnTo>
                  <a:lnTo>
                    <a:pt x="912001" y="904986"/>
                  </a:lnTo>
                  <a:lnTo>
                    <a:pt x="912297" y="904840"/>
                  </a:lnTo>
                  <a:lnTo>
                    <a:pt x="912593" y="904693"/>
                  </a:lnTo>
                  <a:lnTo>
                    <a:pt x="912888" y="904547"/>
                  </a:lnTo>
                  <a:lnTo>
                    <a:pt x="913184" y="904401"/>
                  </a:lnTo>
                  <a:lnTo>
                    <a:pt x="913480" y="904255"/>
                  </a:lnTo>
                  <a:lnTo>
                    <a:pt x="913776" y="904109"/>
                  </a:lnTo>
                  <a:lnTo>
                    <a:pt x="914071" y="903962"/>
                  </a:lnTo>
                  <a:lnTo>
                    <a:pt x="914400" y="9038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3170221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00"/>
                  </a:lnTo>
                  <a:lnTo>
                    <a:pt x="905401" y="903670"/>
                  </a:lnTo>
                  <a:lnTo>
                    <a:pt x="905697" y="903524"/>
                  </a:lnTo>
                  <a:lnTo>
                    <a:pt x="905992" y="903378"/>
                  </a:lnTo>
                  <a:lnTo>
                    <a:pt x="906288" y="903232"/>
                  </a:lnTo>
                  <a:lnTo>
                    <a:pt x="906584" y="903085"/>
                  </a:lnTo>
                  <a:lnTo>
                    <a:pt x="906880" y="902939"/>
                  </a:lnTo>
                  <a:lnTo>
                    <a:pt x="907176" y="902793"/>
                  </a:lnTo>
                  <a:lnTo>
                    <a:pt x="907472" y="902647"/>
                  </a:lnTo>
                  <a:lnTo>
                    <a:pt x="907767" y="902501"/>
                  </a:lnTo>
                  <a:lnTo>
                    <a:pt x="908063" y="902355"/>
                  </a:lnTo>
                  <a:lnTo>
                    <a:pt x="908359" y="902209"/>
                  </a:lnTo>
                  <a:lnTo>
                    <a:pt x="908655" y="902063"/>
                  </a:lnTo>
                  <a:lnTo>
                    <a:pt x="908951" y="901917"/>
                  </a:lnTo>
                  <a:lnTo>
                    <a:pt x="909247" y="901770"/>
                  </a:lnTo>
                  <a:lnTo>
                    <a:pt x="909543" y="901624"/>
                  </a:lnTo>
                  <a:lnTo>
                    <a:pt x="909839" y="901478"/>
                  </a:lnTo>
                  <a:lnTo>
                    <a:pt x="910135" y="901332"/>
                  </a:lnTo>
                  <a:lnTo>
                    <a:pt x="910430" y="901186"/>
                  </a:lnTo>
                  <a:lnTo>
                    <a:pt x="910726" y="901040"/>
                  </a:lnTo>
                  <a:lnTo>
                    <a:pt x="911022" y="900894"/>
                  </a:lnTo>
                  <a:lnTo>
                    <a:pt x="911318" y="900748"/>
                  </a:lnTo>
                  <a:lnTo>
                    <a:pt x="911614" y="900602"/>
                  </a:lnTo>
                  <a:lnTo>
                    <a:pt x="911910" y="900456"/>
                  </a:lnTo>
                  <a:lnTo>
                    <a:pt x="912206" y="900310"/>
                  </a:lnTo>
                  <a:lnTo>
                    <a:pt x="912502" y="900164"/>
                  </a:lnTo>
                  <a:lnTo>
                    <a:pt x="912798" y="900018"/>
                  </a:lnTo>
                  <a:lnTo>
                    <a:pt x="913094" y="899872"/>
                  </a:lnTo>
                  <a:lnTo>
                    <a:pt x="913390" y="899726"/>
                  </a:lnTo>
                  <a:lnTo>
                    <a:pt x="913686" y="899580"/>
                  </a:lnTo>
                  <a:lnTo>
                    <a:pt x="913982" y="899434"/>
                  </a:lnTo>
                  <a:lnTo>
                    <a:pt x="914400" y="89922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3179483" y="13263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67"/>
                  </a:lnTo>
                  <a:lnTo>
                    <a:pt x="905312" y="916381"/>
                  </a:lnTo>
                  <a:lnTo>
                    <a:pt x="905608" y="916235"/>
                  </a:lnTo>
                  <a:lnTo>
                    <a:pt x="905904" y="916089"/>
                  </a:lnTo>
                  <a:lnTo>
                    <a:pt x="906200" y="915943"/>
                  </a:lnTo>
                  <a:lnTo>
                    <a:pt x="906496" y="915797"/>
                  </a:lnTo>
                  <a:lnTo>
                    <a:pt x="906792" y="915651"/>
                  </a:lnTo>
                  <a:lnTo>
                    <a:pt x="907088" y="915505"/>
                  </a:lnTo>
                  <a:lnTo>
                    <a:pt x="907384" y="915359"/>
                  </a:lnTo>
                  <a:lnTo>
                    <a:pt x="909546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31794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31887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31980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32072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3216532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32257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32350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32443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32535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32628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32721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32813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32906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32998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33091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33184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33276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33369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33462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335546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33647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33739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33832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339251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34017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34110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34203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34295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343882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34480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34573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34666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347587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34851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34943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35036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35129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352218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35314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35407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35499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355923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35684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35777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35870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35962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36055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36148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36240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36333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36425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36518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36611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36703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36796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36889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36981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37074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37166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37259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3735217" y="13436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009"/>
                  </a:lnTo>
                  <a:lnTo>
                    <a:pt x="922021" y="905654"/>
                  </a:lnTo>
                  <a:lnTo>
                    <a:pt x="916823" y="910235"/>
                  </a:lnTo>
                  <a:lnTo>
                    <a:pt x="915279" y="911418"/>
                  </a:lnTo>
                  <a:lnTo>
                    <a:pt x="914934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3744479" y="1326387"/>
              <a:ext cx="920846" cy="921248"/>
            </a:xfrm>
            <a:custGeom>
              <a:avLst/>
              <a:pathLst>
                <a:path w="920846" h="921248">
                  <a:moveTo>
                    <a:pt x="914400" y="914400"/>
                  </a:moveTo>
                  <a:lnTo>
                    <a:pt x="920846" y="914400"/>
                  </a:lnTo>
                  <a:lnTo>
                    <a:pt x="917822" y="917817"/>
                  </a:lnTo>
                  <a:lnTo>
                    <a:pt x="914400" y="92124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2030968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665" y="931638"/>
                  </a:lnTo>
                  <a:lnTo>
                    <a:pt x="908939" y="925978"/>
                  </a:lnTo>
                  <a:lnTo>
                    <a:pt x="906335" y="916293"/>
                  </a:lnTo>
                  <a:lnTo>
                    <a:pt x="905891" y="914400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20309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20402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20494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205875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20680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20772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20865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20958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210506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21143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21235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21328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214211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21513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21606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21699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21791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218842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21976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22069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22162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222547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22347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22439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22532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22625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227178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22810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22903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22995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230883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23180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23273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23366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23458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235514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2364408" y="13091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23736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2392195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550" y="897161"/>
                  </a:lnTo>
                  <a:lnTo>
                    <a:pt x="913197" y="899958"/>
                  </a:lnTo>
                  <a:lnTo>
                    <a:pt x="914399" y="906022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2392195" y="1326387"/>
              <a:ext cx="915928" cy="914400"/>
            </a:xfrm>
            <a:custGeom>
              <a:avLst/>
              <a:pathLst>
                <a:path w="915928" h="914400">
                  <a:moveTo>
                    <a:pt x="914399" y="914400"/>
                  </a:moveTo>
                  <a:lnTo>
                    <a:pt x="914399" y="906022"/>
                  </a:lnTo>
                  <a:lnTo>
                    <a:pt x="915227" y="910195"/>
                  </a:lnTo>
                  <a:lnTo>
                    <a:pt x="915928" y="914400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317948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546" y="914400"/>
                  </a:lnTo>
                  <a:lnTo>
                    <a:pt x="912718" y="912991"/>
                  </a:lnTo>
                  <a:lnTo>
                    <a:pt x="914400" y="912406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318874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406"/>
                  </a:lnTo>
                  <a:lnTo>
                    <a:pt x="908847" y="911115"/>
                  </a:lnTo>
                  <a:lnTo>
                    <a:pt x="914400" y="909717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319800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717"/>
                  </a:lnTo>
                  <a:lnTo>
                    <a:pt x="910482" y="908858"/>
                  </a:lnTo>
                  <a:lnTo>
                    <a:pt x="914400" y="908590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320727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590"/>
                  </a:lnTo>
                  <a:lnTo>
                    <a:pt x="906699" y="908483"/>
                  </a:lnTo>
                  <a:lnTo>
                    <a:pt x="912183" y="908610"/>
                  </a:lnTo>
                  <a:lnTo>
                    <a:pt x="912651" y="908643"/>
                  </a:lnTo>
                  <a:lnTo>
                    <a:pt x="913122" y="908676"/>
                  </a:lnTo>
                  <a:lnTo>
                    <a:pt x="913592" y="908708"/>
                  </a:lnTo>
                  <a:lnTo>
                    <a:pt x="914063" y="908741"/>
                  </a:lnTo>
                  <a:lnTo>
                    <a:pt x="914400" y="908764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3216532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764"/>
                  </a:lnTo>
                  <a:lnTo>
                    <a:pt x="905271" y="908774"/>
                  </a:lnTo>
                  <a:lnTo>
                    <a:pt x="905742" y="908806"/>
                  </a:lnTo>
                  <a:lnTo>
                    <a:pt x="906213" y="908839"/>
                  </a:lnTo>
                  <a:lnTo>
                    <a:pt x="906683" y="908872"/>
                  </a:lnTo>
                  <a:lnTo>
                    <a:pt x="907154" y="908904"/>
                  </a:lnTo>
                  <a:lnTo>
                    <a:pt x="907624" y="908937"/>
                  </a:lnTo>
                  <a:lnTo>
                    <a:pt x="908095" y="908970"/>
                  </a:lnTo>
                  <a:lnTo>
                    <a:pt x="908565" y="909003"/>
                  </a:lnTo>
                  <a:lnTo>
                    <a:pt x="909036" y="909036"/>
                  </a:lnTo>
                  <a:lnTo>
                    <a:pt x="909506" y="909068"/>
                  </a:lnTo>
                  <a:lnTo>
                    <a:pt x="909977" y="909101"/>
                  </a:lnTo>
                  <a:lnTo>
                    <a:pt x="910448" y="909134"/>
                  </a:lnTo>
                  <a:lnTo>
                    <a:pt x="910918" y="909167"/>
                  </a:lnTo>
                  <a:lnTo>
                    <a:pt x="911389" y="909200"/>
                  </a:lnTo>
                  <a:lnTo>
                    <a:pt x="911859" y="909233"/>
                  </a:lnTo>
                  <a:lnTo>
                    <a:pt x="912330" y="909266"/>
                  </a:lnTo>
                  <a:lnTo>
                    <a:pt x="912800" y="909299"/>
                  </a:lnTo>
                  <a:lnTo>
                    <a:pt x="913271" y="909332"/>
                  </a:lnTo>
                  <a:lnTo>
                    <a:pt x="913741" y="909365"/>
                  </a:lnTo>
                  <a:lnTo>
                    <a:pt x="914212" y="909398"/>
                  </a:lnTo>
                  <a:lnTo>
                    <a:pt x="914399" y="909411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322579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11"/>
                  </a:lnTo>
                  <a:lnTo>
                    <a:pt x="905420" y="909431"/>
                  </a:lnTo>
                  <a:lnTo>
                    <a:pt x="905891" y="909464"/>
                  </a:lnTo>
                  <a:lnTo>
                    <a:pt x="906361" y="909497"/>
                  </a:lnTo>
                  <a:lnTo>
                    <a:pt x="906832" y="909530"/>
                  </a:lnTo>
                  <a:lnTo>
                    <a:pt x="907302" y="909563"/>
                  </a:lnTo>
                  <a:lnTo>
                    <a:pt x="907773" y="909596"/>
                  </a:lnTo>
                  <a:lnTo>
                    <a:pt x="908243" y="909629"/>
                  </a:lnTo>
                  <a:lnTo>
                    <a:pt x="908714" y="909662"/>
                  </a:lnTo>
                  <a:lnTo>
                    <a:pt x="909184" y="909695"/>
                  </a:lnTo>
                  <a:lnTo>
                    <a:pt x="909655" y="909729"/>
                  </a:lnTo>
                  <a:lnTo>
                    <a:pt x="910125" y="909762"/>
                  </a:lnTo>
                  <a:lnTo>
                    <a:pt x="910596" y="909795"/>
                  </a:lnTo>
                  <a:lnTo>
                    <a:pt x="911066" y="909828"/>
                  </a:lnTo>
                  <a:lnTo>
                    <a:pt x="911537" y="909861"/>
                  </a:lnTo>
                  <a:lnTo>
                    <a:pt x="912007" y="909895"/>
                  </a:lnTo>
                  <a:lnTo>
                    <a:pt x="912478" y="909928"/>
                  </a:lnTo>
                  <a:lnTo>
                    <a:pt x="912948" y="909961"/>
                  </a:lnTo>
                  <a:lnTo>
                    <a:pt x="913419" y="909995"/>
                  </a:lnTo>
                  <a:lnTo>
                    <a:pt x="913889" y="910028"/>
                  </a:lnTo>
                  <a:lnTo>
                    <a:pt x="914400" y="910064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323505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64"/>
                  </a:lnTo>
                  <a:lnTo>
                    <a:pt x="905568" y="910095"/>
                  </a:lnTo>
                  <a:lnTo>
                    <a:pt x="906038" y="910128"/>
                  </a:lnTo>
                  <a:lnTo>
                    <a:pt x="906509" y="910161"/>
                  </a:lnTo>
                  <a:lnTo>
                    <a:pt x="906979" y="910195"/>
                  </a:lnTo>
                  <a:lnTo>
                    <a:pt x="907450" y="910228"/>
                  </a:lnTo>
                  <a:lnTo>
                    <a:pt x="907920" y="910262"/>
                  </a:lnTo>
                  <a:lnTo>
                    <a:pt x="908391" y="910295"/>
                  </a:lnTo>
                  <a:lnTo>
                    <a:pt x="908861" y="910329"/>
                  </a:lnTo>
                  <a:lnTo>
                    <a:pt x="909332" y="910362"/>
                  </a:lnTo>
                  <a:lnTo>
                    <a:pt x="909802" y="910396"/>
                  </a:lnTo>
                  <a:lnTo>
                    <a:pt x="910273" y="910429"/>
                  </a:lnTo>
                  <a:lnTo>
                    <a:pt x="910743" y="910463"/>
                  </a:lnTo>
                  <a:lnTo>
                    <a:pt x="914400" y="910724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3244319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724"/>
                  </a:lnTo>
                  <a:lnTo>
                    <a:pt x="914400" y="911384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3253581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384"/>
                  </a:lnTo>
                  <a:lnTo>
                    <a:pt x="914400" y="912045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326284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045"/>
                  </a:lnTo>
                  <a:lnTo>
                    <a:pt x="914400" y="912706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327210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706"/>
                  </a:lnTo>
                  <a:lnTo>
                    <a:pt x="914400" y="912510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328136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510"/>
                  </a:lnTo>
                  <a:lnTo>
                    <a:pt x="914400" y="912314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329063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314"/>
                  </a:lnTo>
                  <a:lnTo>
                    <a:pt x="914400" y="91211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3299892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119"/>
                  </a:lnTo>
                  <a:lnTo>
                    <a:pt x="913862" y="911879"/>
                  </a:lnTo>
                  <a:lnTo>
                    <a:pt x="914226" y="911571"/>
                  </a:lnTo>
                  <a:lnTo>
                    <a:pt x="914400" y="911425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330915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425"/>
                  </a:lnTo>
                  <a:lnTo>
                    <a:pt x="905329" y="911263"/>
                  </a:lnTo>
                  <a:lnTo>
                    <a:pt x="905694" y="910955"/>
                  </a:lnTo>
                  <a:lnTo>
                    <a:pt x="906058" y="910647"/>
                  </a:lnTo>
                  <a:lnTo>
                    <a:pt x="911025" y="906724"/>
                  </a:lnTo>
                  <a:lnTo>
                    <a:pt x="914400" y="904411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331841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411"/>
                  </a:lnTo>
                  <a:lnTo>
                    <a:pt x="906825" y="903254"/>
                  </a:lnTo>
                  <a:lnTo>
                    <a:pt x="911973" y="900246"/>
                  </a:lnTo>
                  <a:lnTo>
                    <a:pt x="914400" y="898947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3327679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185"/>
                  </a:lnTo>
                  <a:lnTo>
                    <a:pt x="908474" y="914400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33276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33369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33462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335546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33647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33739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33832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339251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34017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34110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34203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34295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343882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34480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34573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34666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347587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34851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34943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35036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35129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352218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35314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35407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35499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355923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35684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35777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35870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35962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360554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361480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36240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363333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364259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365185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366111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367038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367964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368890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36981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37074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37166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372595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37352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3744479" y="13263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090"/>
                  </a:lnTo>
                  <a:lnTo>
                    <a:pt x="922737" y="912262"/>
                  </a:lnTo>
                  <a:lnTo>
                    <a:pt x="920846" y="914400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3753741" y="1309148"/>
              <a:ext cx="923662" cy="928329"/>
            </a:xfrm>
            <a:custGeom>
              <a:avLst/>
              <a:pathLst>
                <a:path w="923662" h="9283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69"/>
                  </a:lnTo>
                  <a:lnTo>
                    <a:pt x="922810" y="917007"/>
                  </a:lnTo>
                  <a:lnTo>
                    <a:pt x="918229" y="923479"/>
                  </a:lnTo>
                  <a:lnTo>
                    <a:pt x="914400" y="92832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3763003" y="1309148"/>
              <a:ext cx="915208" cy="915669"/>
            </a:xfrm>
            <a:custGeom>
              <a:avLst/>
              <a:pathLst>
                <a:path w="915208" h="915669">
                  <a:moveTo>
                    <a:pt x="914400" y="914400"/>
                  </a:moveTo>
                  <a:lnTo>
                    <a:pt x="915208" y="914400"/>
                  </a:lnTo>
                  <a:lnTo>
                    <a:pt x="914400" y="9156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2021706" y="1291910"/>
              <a:ext cx="914400" cy="928423"/>
            </a:xfrm>
            <a:custGeom>
              <a:avLst/>
              <a:pathLst>
                <a:path w="914400" h="928423">
                  <a:moveTo>
                    <a:pt x="914400" y="914399"/>
                  </a:moveTo>
                  <a:lnTo>
                    <a:pt x="914400" y="928423"/>
                  </a:lnTo>
                  <a:lnTo>
                    <a:pt x="913270" y="923605"/>
                  </a:lnTo>
                  <a:lnTo>
                    <a:pt x="911412" y="91439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202170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154" y="931638"/>
                  </a:lnTo>
                  <a:lnTo>
                    <a:pt x="914400" y="928423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20309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20402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20494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205875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20680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20772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20865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209580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210506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21143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21235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21328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214211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21513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21606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21699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21791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218842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21976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22069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22162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222547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22347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22439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22532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22625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227178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22810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22903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22995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230883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23180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23273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23366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23458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235514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2364408" y="12919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23736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2382932" y="1309148"/>
              <a:ext cx="921812" cy="914400"/>
            </a:xfrm>
            <a:custGeom>
              <a:avLst/>
              <a:pathLst>
                <a:path w="92181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477" y="897161"/>
                  </a:lnTo>
                  <a:lnTo>
                    <a:pt x="917542" y="897392"/>
                  </a:lnTo>
                  <a:lnTo>
                    <a:pt x="920141" y="907174"/>
                  </a:lnTo>
                  <a:lnTo>
                    <a:pt x="921812" y="914400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3327679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74" y="914400"/>
                  </a:lnTo>
                  <a:lnTo>
                    <a:pt x="914400" y="91122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3336941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28"/>
                  </a:lnTo>
                  <a:lnTo>
                    <a:pt x="914400" y="906270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3346203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270"/>
                  </a:lnTo>
                  <a:lnTo>
                    <a:pt x="911518" y="902842"/>
                  </a:lnTo>
                  <a:lnTo>
                    <a:pt x="911838" y="902418"/>
                  </a:lnTo>
                  <a:lnTo>
                    <a:pt x="912158" y="901993"/>
                  </a:lnTo>
                  <a:lnTo>
                    <a:pt x="912478" y="901569"/>
                  </a:lnTo>
                  <a:lnTo>
                    <a:pt x="912798" y="901144"/>
                  </a:lnTo>
                  <a:lnTo>
                    <a:pt x="913118" y="900720"/>
                  </a:lnTo>
                  <a:lnTo>
                    <a:pt x="913438" y="900295"/>
                  </a:lnTo>
                  <a:lnTo>
                    <a:pt x="913758" y="899871"/>
                  </a:lnTo>
                  <a:lnTo>
                    <a:pt x="914078" y="899447"/>
                  </a:lnTo>
                  <a:lnTo>
                    <a:pt x="914400" y="899021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3355465" y="12919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259"/>
                  </a:lnTo>
                  <a:lnTo>
                    <a:pt x="905456" y="915836"/>
                  </a:lnTo>
                  <a:lnTo>
                    <a:pt x="905777" y="915412"/>
                  </a:lnTo>
                  <a:lnTo>
                    <a:pt x="906097" y="914988"/>
                  </a:lnTo>
                  <a:lnTo>
                    <a:pt x="906417" y="914563"/>
                  </a:lnTo>
                  <a:lnTo>
                    <a:pt x="906541" y="91439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335546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33647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33739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33832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339251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34017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34110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34203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34295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343882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34480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34573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34666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347587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34851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34943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35036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35129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352218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35314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35407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35499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355923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35684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35777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35870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35962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360554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361480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36240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363333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364259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365185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366111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367038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367964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368890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36981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37074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37166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372595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37352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37444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37537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3763003" y="13091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843"/>
                  </a:lnTo>
                  <a:lnTo>
                    <a:pt x="922140" y="902787"/>
                  </a:lnTo>
                  <a:lnTo>
                    <a:pt x="917943" y="910104"/>
                  </a:lnTo>
                  <a:lnTo>
                    <a:pt x="915208" y="914400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3772265" y="1291910"/>
              <a:ext cx="915787" cy="917082"/>
            </a:xfrm>
            <a:custGeom>
              <a:avLst/>
              <a:pathLst>
                <a:path w="915787" h="917082">
                  <a:moveTo>
                    <a:pt x="914400" y="914399"/>
                  </a:moveTo>
                  <a:lnTo>
                    <a:pt x="915787" y="914399"/>
                  </a:lnTo>
                  <a:lnTo>
                    <a:pt x="914400" y="917082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2021706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12" y="931638"/>
                  </a:lnTo>
                  <a:lnTo>
                    <a:pt x="911224" y="930705"/>
                  </a:lnTo>
                  <a:lnTo>
                    <a:pt x="909467" y="920381"/>
                  </a:lnTo>
                  <a:lnTo>
                    <a:pt x="908631" y="91439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202170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20309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20402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20494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205875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20680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20772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20865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20958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210506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21143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21235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21328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214211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21513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21606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21699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21791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218842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21976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22069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22162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222547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22347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22439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22532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22625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227178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22810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22903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22995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230883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23180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23273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23366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23458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235514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2364408" y="127467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2382932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513" y="897161"/>
                  </a:lnTo>
                  <a:lnTo>
                    <a:pt x="913695" y="901076"/>
                  </a:lnTo>
                  <a:lnTo>
                    <a:pt x="913814" y="901494"/>
                  </a:lnTo>
                  <a:lnTo>
                    <a:pt x="913934" y="901918"/>
                  </a:lnTo>
                  <a:lnTo>
                    <a:pt x="914054" y="902341"/>
                  </a:lnTo>
                  <a:lnTo>
                    <a:pt x="914175" y="902765"/>
                  </a:lnTo>
                  <a:lnTo>
                    <a:pt x="914295" y="903189"/>
                  </a:lnTo>
                  <a:lnTo>
                    <a:pt x="914400" y="903556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2382932" y="1291910"/>
              <a:ext cx="917477" cy="914399"/>
            </a:xfrm>
            <a:custGeom>
              <a:avLst/>
              <a:pathLst>
                <a:path w="917477" h="914399">
                  <a:moveTo>
                    <a:pt x="914400" y="914399"/>
                  </a:moveTo>
                  <a:lnTo>
                    <a:pt x="914416" y="903613"/>
                  </a:lnTo>
                  <a:lnTo>
                    <a:pt x="914536" y="904036"/>
                  </a:lnTo>
                  <a:lnTo>
                    <a:pt x="914656" y="904460"/>
                  </a:lnTo>
                  <a:lnTo>
                    <a:pt x="914777" y="904884"/>
                  </a:lnTo>
                  <a:lnTo>
                    <a:pt x="914897" y="905308"/>
                  </a:lnTo>
                  <a:lnTo>
                    <a:pt x="915017" y="905731"/>
                  </a:lnTo>
                  <a:lnTo>
                    <a:pt x="915138" y="906155"/>
                  </a:lnTo>
                  <a:lnTo>
                    <a:pt x="915258" y="906579"/>
                  </a:lnTo>
                  <a:lnTo>
                    <a:pt x="915378" y="907003"/>
                  </a:lnTo>
                  <a:lnTo>
                    <a:pt x="915499" y="907426"/>
                  </a:lnTo>
                  <a:lnTo>
                    <a:pt x="915619" y="907850"/>
                  </a:lnTo>
                  <a:lnTo>
                    <a:pt x="915739" y="908274"/>
                  </a:lnTo>
                  <a:lnTo>
                    <a:pt x="915859" y="908698"/>
                  </a:lnTo>
                  <a:lnTo>
                    <a:pt x="915980" y="909122"/>
                  </a:lnTo>
                  <a:lnTo>
                    <a:pt x="916100" y="909545"/>
                  </a:lnTo>
                  <a:lnTo>
                    <a:pt x="916220" y="909969"/>
                  </a:lnTo>
                  <a:lnTo>
                    <a:pt x="916340" y="910393"/>
                  </a:lnTo>
                  <a:lnTo>
                    <a:pt x="916461" y="910817"/>
                  </a:lnTo>
                  <a:lnTo>
                    <a:pt x="916581" y="911240"/>
                  </a:lnTo>
                  <a:lnTo>
                    <a:pt x="916701" y="911664"/>
                  </a:lnTo>
                  <a:lnTo>
                    <a:pt x="916821" y="912088"/>
                  </a:lnTo>
                  <a:lnTo>
                    <a:pt x="916942" y="912512"/>
                  </a:lnTo>
                  <a:lnTo>
                    <a:pt x="917062" y="912936"/>
                  </a:lnTo>
                  <a:lnTo>
                    <a:pt x="917182" y="913359"/>
                  </a:lnTo>
                  <a:lnTo>
                    <a:pt x="917302" y="913783"/>
                  </a:lnTo>
                  <a:lnTo>
                    <a:pt x="917422" y="914207"/>
                  </a:lnTo>
                  <a:lnTo>
                    <a:pt x="917477" y="91439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3355465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6541" y="914399"/>
                  </a:lnTo>
                  <a:lnTo>
                    <a:pt x="906737" y="914139"/>
                  </a:lnTo>
                  <a:lnTo>
                    <a:pt x="911370" y="908321"/>
                  </a:lnTo>
                  <a:lnTo>
                    <a:pt x="914400" y="904916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3364728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155"/>
                  </a:lnTo>
                  <a:lnTo>
                    <a:pt x="906891" y="920183"/>
                  </a:lnTo>
                  <a:lnTo>
                    <a:pt x="911814" y="915260"/>
                  </a:lnTo>
                  <a:lnTo>
                    <a:pt x="912790" y="91439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33647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33739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33832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339251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34017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34110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34203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34295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343882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34480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34573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34666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347587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34851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34943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35036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35129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352218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35314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35407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35499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355923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35684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35777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35870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35962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360554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361480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362407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363333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364259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365185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366111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367038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367964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368890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36981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37074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37166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372595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37352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37444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37537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37630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3772265" y="1291910"/>
              <a:ext cx="923598" cy="914399"/>
            </a:xfrm>
            <a:custGeom>
              <a:avLst/>
              <a:pathLst>
                <a:path w="92359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598" y="897161"/>
                  </a:lnTo>
                  <a:lnTo>
                    <a:pt x="920634" y="904228"/>
                  </a:lnTo>
                  <a:lnTo>
                    <a:pt x="916865" y="912314"/>
                  </a:lnTo>
                  <a:lnTo>
                    <a:pt x="915787" y="91439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2021706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631" y="931638"/>
                  </a:lnTo>
                  <a:lnTo>
                    <a:pt x="908002" y="927138"/>
                  </a:lnTo>
                  <a:lnTo>
                    <a:pt x="906833" y="916529"/>
                  </a:lnTo>
                  <a:lnTo>
                    <a:pt x="906661" y="91439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202170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20309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20402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20494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205875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20680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20772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20865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20958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210506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211432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212359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213285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214211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21513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21606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21699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21791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218842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21976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22069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22162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222547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22347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22439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22532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22625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227178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22810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22903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22995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230883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23180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23273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23366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23458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235514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2364408" y="12574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2373670" y="1274671"/>
              <a:ext cx="921775" cy="914399"/>
            </a:xfrm>
            <a:custGeom>
              <a:avLst/>
              <a:pathLst>
                <a:path w="9217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005" y="897161"/>
                  </a:lnTo>
                  <a:lnTo>
                    <a:pt x="917146" y="900172"/>
                  </a:lnTo>
                  <a:lnTo>
                    <a:pt x="920176" y="909105"/>
                  </a:lnTo>
                  <a:lnTo>
                    <a:pt x="921775" y="91439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3364728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790" y="914399"/>
                  </a:lnTo>
                  <a:lnTo>
                    <a:pt x="914400" y="91297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3373990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2979"/>
                  </a:lnTo>
                  <a:lnTo>
                    <a:pt x="907602" y="910805"/>
                  </a:lnTo>
                  <a:lnTo>
                    <a:pt x="912766" y="906827"/>
                  </a:lnTo>
                  <a:lnTo>
                    <a:pt x="914400" y="905744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3383252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5744"/>
                  </a:lnTo>
                  <a:lnTo>
                    <a:pt x="908768" y="903337"/>
                  </a:lnTo>
                  <a:lnTo>
                    <a:pt x="914120" y="900344"/>
                  </a:lnTo>
                  <a:lnTo>
                    <a:pt x="914400" y="900202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3392514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441"/>
                  </a:lnTo>
                  <a:lnTo>
                    <a:pt x="911118" y="91439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339251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34017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34110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34203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34295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343882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34480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34573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34666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347587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34851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34943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35036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35129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352218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35314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35407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35499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355923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35684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35777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35870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35962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360554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361480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362407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363333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364259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365185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366111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367038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367964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368890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36981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37074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37166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372595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37352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37444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37537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37630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3772265" y="1274671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48"/>
                  </a:lnTo>
                  <a:lnTo>
                    <a:pt x="923598" y="91439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3781528" y="1257433"/>
              <a:ext cx="920598" cy="931486"/>
            </a:xfrm>
            <a:custGeom>
              <a:avLst/>
              <a:pathLst>
                <a:path w="920598" h="931486">
                  <a:moveTo>
                    <a:pt x="914400" y="914399"/>
                  </a:moveTo>
                  <a:lnTo>
                    <a:pt x="920598" y="914399"/>
                  </a:lnTo>
                  <a:lnTo>
                    <a:pt x="918210" y="921502"/>
                  </a:lnTo>
                  <a:lnTo>
                    <a:pt x="914910" y="930268"/>
                  </a:lnTo>
                  <a:lnTo>
                    <a:pt x="914400" y="931486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2021706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6661" y="931638"/>
                  </a:lnTo>
                  <a:lnTo>
                    <a:pt x="905965" y="923058"/>
                  </a:lnTo>
                  <a:lnTo>
                    <a:pt x="905511" y="91439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202170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20309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20402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20494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205875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20680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20772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20865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20958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210506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211432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212359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213285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214211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21513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21606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21699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21791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218842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21976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22069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22162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222547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22347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22439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22532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22625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227178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22810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22903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22995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230883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23180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23273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23366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23458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235514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2373670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825" y="897161"/>
                  </a:lnTo>
                  <a:lnTo>
                    <a:pt x="910371" y="900466"/>
                  </a:lnTo>
                  <a:lnTo>
                    <a:pt x="913875" y="908777"/>
                  </a:lnTo>
                  <a:lnTo>
                    <a:pt x="914400" y="910162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2373670" y="1257433"/>
              <a:ext cx="916005" cy="914399"/>
            </a:xfrm>
            <a:custGeom>
              <a:avLst/>
              <a:pathLst>
                <a:path w="916005" h="914399">
                  <a:moveTo>
                    <a:pt x="914400" y="914399"/>
                  </a:moveTo>
                  <a:lnTo>
                    <a:pt x="914400" y="910162"/>
                  </a:lnTo>
                  <a:lnTo>
                    <a:pt x="916005" y="91439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3392514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1118" y="914399"/>
                  </a:lnTo>
                  <a:lnTo>
                    <a:pt x="914400" y="912731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3401777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969"/>
                  </a:lnTo>
                  <a:lnTo>
                    <a:pt x="909255" y="927820"/>
                  </a:lnTo>
                  <a:lnTo>
                    <a:pt x="910375" y="917026"/>
                  </a:lnTo>
                  <a:lnTo>
                    <a:pt x="910727" y="91439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34017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34110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34203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34295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343882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34480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34573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34666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347587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34851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34943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35036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35129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352218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35314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35407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35499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355923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35684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35777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35870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35962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360554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361480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362407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363333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364259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365185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366111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367038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367964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368890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36981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37074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37166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372595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37352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37444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37537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37630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377226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3781528" y="12574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396"/>
                  </a:lnTo>
                  <a:lnTo>
                    <a:pt x="921261" y="912430"/>
                  </a:lnTo>
                  <a:lnTo>
                    <a:pt x="920598" y="91439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3790790" y="1240194"/>
              <a:ext cx="916352" cy="921634"/>
            </a:xfrm>
            <a:custGeom>
              <a:avLst/>
              <a:pathLst>
                <a:path w="916352" h="921634">
                  <a:moveTo>
                    <a:pt x="914400" y="914399"/>
                  </a:moveTo>
                  <a:lnTo>
                    <a:pt x="916352" y="914399"/>
                  </a:lnTo>
                  <a:lnTo>
                    <a:pt x="914794" y="920314"/>
                  </a:lnTo>
                  <a:lnTo>
                    <a:pt x="914400" y="921634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2021706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11" y="931638"/>
                  </a:lnTo>
                  <a:lnTo>
                    <a:pt x="905399" y="929518"/>
                  </a:lnTo>
                  <a:lnTo>
                    <a:pt x="905137" y="918699"/>
                  </a:lnTo>
                  <a:lnTo>
                    <a:pt x="905154" y="91439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202170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20309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20402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20494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205875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20680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20772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20865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20958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210506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21143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212359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213285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214211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21513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21606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21699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21791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218842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21976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22069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22162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222547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22347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22439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22532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22625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227178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22810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22903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22995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230883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23180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23273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23366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23458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2364408" y="1240194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111" y="897161"/>
                  </a:lnTo>
                  <a:lnTo>
                    <a:pt x="911966" y="902134"/>
                  </a:lnTo>
                  <a:lnTo>
                    <a:pt x="914399" y="90682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2364408" y="1240194"/>
              <a:ext cx="918088" cy="914399"/>
            </a:xfrm>
            <a:custGeom>
              <a:avLst/>
              <a:pathLst>
                <a:path w="918088" h="914399">
                  <a:moveTo>
                    <a:pt x="914399" y="914399"/>
                  </a:moveTo>
                  <a:lnTo>
                    <a:pt x="914399" y="906829"/>
                  </a:lnTo>
                  <a:lnTo>
                    <a:pt x="915907" y="909737"/>
                  </a:lnTo>
                  <a:lnTo>
                    <a:pt x="918088" y="91439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3401777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0727" y="931638"/>
                  </a:lnTo>
                  <a:lnTo>
                    <a:pt x="911802" y="923596"/>
                  </a:lnTo>
                  <a:lnTo>
                    <a:pt x="913315" y="91439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34017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34110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34203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34295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343882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34480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34573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34666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347587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34851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34943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35036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35129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352218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35314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35407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35499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355923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35684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35777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35870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35962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360554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361480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362407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363333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364259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365185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366111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367038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367964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368890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36981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37074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37166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372595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37352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37444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37537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37630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377226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37815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3790790" y="1240194"/>
              <a:ext cx="920318" cy="914399"/>
            </a:xfrm>
            <a:custGeom>
              <a:avLst/>
              <a:pathLst>
                <a:path w="92031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0318" y="897161"/>
                  </a:lnTo>
                  <a:lnTo>
                    <a:pt x="919586" y="900862"/>
                  </a:lnTo>
                  <a:lnTo>
                    <a:pt x="917325" y="910704"/>
                  </a:lnTo>
                  <a:lnTo>
                    <a:pt x="916352" y="914399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2021706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54" y="931638"/>
                  </a:lnTo>
                  <a:lnTo>
                    <a:pt x="905180" y="925108"/>
                  </a:lnTo>
                  <a:lnTo>
                    <a:pt x="905524" y="914400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202170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20309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20402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20494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205875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20680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20772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20865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20958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210506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21143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212359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213285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214211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215137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21606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21699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21791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218842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21976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22069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22162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222547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22347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22439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22532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22625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227178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22810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22903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22995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230883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23180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23273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23366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2355146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6827" y="897161"/>
                  </a:lnTo>
                  <a:lnTo>
                    <a:pt x="908229" y="898944"/>
                  </a:lnTo>
                  <a:lnTo>
                    <a:pt x="912747" y="905338"/>
                  </a:lnTo>
                  <a:lnTo>
                    <a:pt x="914400" y="907935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2355146" y="1222956"/>
              <a:ext cx="918373" cy="914399"/>
            </a:xfrm>
            <a:custGeom>
              <a:avLst/>
              <a:pathLst>
                <a:path w="918373" h="914399">
                  <a:moveTo>
                    <a:pt x="914400" y="914399"/>
                  </a:moveTo>
                  <a:lnTo>
                    <a:pt x="914400" y="907935"/>
                  </a:lnTo>
                  <a:lnTo>
                    <a:pt x="917084" y="912154"/>
                  </a:lnTo>
                  <a:lnTo>
                    <a:pt x="918373" y="91439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3401777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3315" y="914399"/>
                  </a:lnTo>
                  <a:lnTo>
                    <a:pt x="913532" y="913084"/>
                  </a:lnTo>
                  <a:lnTo>
                    <a:pt x="914400" y="908664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3411039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902"/>
                  </a:lnTo>
                  <a:lnTo>
                    <a:pt x="906297" y="919997"/>
                  </a:lnTo>
                  <a:lnTo>
                    <a:pt x="907580" y="914400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34110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34203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34295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343882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34480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34573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34666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347587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34851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34943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35036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35129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352218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35314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35407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35499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355923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35684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35777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35870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359628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360554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361480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362407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363333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364259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365185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366111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367038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367964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368890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36981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37074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37166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372595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37352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37444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37537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37630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377226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37815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3790790" y="1222956"/>
              <a:ext cx="923375" cy="914399"/>
            </a:xfrm>
            <a:custGeom>
              <a:avLst/>
              <a:pathLst>
                <a:path w="9233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375" y="897161"/>
                  </a:lnTo>
                  <a:lnTo>
                    <a:pt x="923274" y="897832"/>
                  </a:lnTo>
                  <a:lnTo>
                    <a:pt x="921571" y="908055"/>
                  </a:lnTo>
                  <a:lnTo>
                    <a:pt x="920318" y="91439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2021706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27" y="931536"/>
                  </a:lnTo>
                  <a:lnTo>
                    <a:pt x="906177" y="920773"/>
                  </a:lnTo>
                  <a:lnTo>
                    <a:pt x="906746" y="914400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202170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20309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20402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20494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205875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20680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20772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20865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20958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210506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21143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212359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213285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214211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215137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21606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21699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21791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218842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21976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22069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22162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222547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22347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22439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22532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22625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227178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22810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22903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22995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230883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23180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2336621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95" y="897161"/>
                  </a:lnTo>
                  <a:lnTo>
                    <a:pt x="912232" y="899685"/>
                  </a:lnTo>
                  <a:lnTo>
                    <a:pt x="914400" y="901872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2345883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72"/>
                  </a:lnTo>
                  <a:lnTo>
                    <a:pt x="907959" y="904721"/>
                  </a:lnTo>
                  <a:lnTo>
                    <a:pt x="912804" y="910225"/>
                  </a:lnTo>
                  <a:lnTo>
                    <a:pt x="914400" y="912252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2345883" y="1205717"/>
              <a:ext cx="916089" cy="914400"/>
            </a:xfrm>
            <a:custGeom>
              <a:avLst/>
              <a:pathLst>
                <a:path w="916089" h="914400">
                  <a:moveTo>
                    <a:pt x="914400" y="914400"/>
                  </a:moveTo>
                  <a:lnTo>
                    <a:pt x="914400" y="912252"/>
                  </a:lnTo>
                  <a:lnTo>
                    <a:pt x="916089" y="914400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3411039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580" y="931638"/>
                  </a:lnTo>
                  <a:lnTo>
                    <a:pt x="908616" y="927124"/>
                  </a:lnTo>
                  <a:lnTo>
                    <a:pt x="911220" y="917257"/>
                  </a:lnTo>
                  <a:lnTo>
                    <a:pt x="912078" y="914400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34110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34203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34295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343882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34480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34573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34666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347587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34851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34943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35036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35129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352218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35314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35407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35499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355923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35684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357775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358702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359628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360554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361480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362407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363333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364259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365185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366111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367038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367964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368890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36981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37074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37166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372595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37352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37444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37537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37630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377226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37815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3790790" y="12057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507"/>
                  </a:lnTo>
                  <a:lnTo>
                    <a:pt x="923375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3800052" y="1188479"/>
              <a:ext cx="916727" cy="929746"/>
            </a:xfrm>
            <a:custGeom>
              <a:avLst/>
              <a:pathLst>
                <a:path w="916727" h="929746">
                  <a:moveTo>
                    <a:pt x="914400" y="914400"/>
                  </a:moveTo>
                  <a:lnTo>
                    <a:pt x="916727" y="914400"/>
                  </a:lnTo>
                  <a:lnTo>
                    <a:pt x="916297" y="917230"/>
                  </a:lnTo>
                  <a:lnTo>
                    <a:pt x="915840" y="920243"/>
                  </a:lnTo>
                  <a:lnTo>
                    <a:pt x="915383" y="923256"/>
                  </a:lnTo>
                  <a:lnTo>
                    <a:pt x="914926" y="926269"/>
                  </a:lnTo>
                  <a:lnTo>
                    <a:pt x="914470" y="929282"/>
                  </a:lnTo>
                  <a:lnTo>
                    <a:pt x="914400" y="929746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2021706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746" y="931638"/>
                  </a:lnTo>
                  <a:lnTo>
                    <a:pt x="907130" y="927328"/>
                  </a:lnTo>
                  <a:lnTo>
                    <a:pt x="908381" y="916751"/>
                  </a:lnTo>
                  <a:lnTo>
                    <a:pt x="908730" y="914400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202170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20309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20402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20494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205875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20680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20772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20865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20958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210506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21143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21235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213285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214211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215137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216063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21699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21791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218842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21976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22069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22162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222547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22347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22439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22532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22625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227178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22810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22903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2308835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795" y="897169"/>
                  </a:lnTo>
                  <a:lnTo>
                    <a:pt x="913369" y="899169"/>
                  </a:lnTo>
                  <a:lnTo>
                    <a:pt x="914400" y="899642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2318097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42"/>
                  </a:lnTo>
                  <a:lnTo>
                    <a:pt x="909618" y="901697"/>
                  </a:lnTo>
                  <a:lnTo>
                    <a:pt x="914400" y="90437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232735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378"/>
                  </a:lnTo>
                  <a:lnTo>
                    <a:pt x="905790" y="904744"/>
                  </a:lnTo>
                  <a:lnTo>
                    <a:pt x="911134" y="908304"/>
                  </a:lnTo>
                  <a:lnTo>
                    <a:pt x="914400" y="910837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2327359" y="1188479"/>
              <a:ext cx="918657" cy="914400"/>
            </a:xfrm>
            <a:custGeom>
              <a:avLst/>
              <a:pathLst>
                <a:path w="918657" h="914400">
                  <a:moveTo>
                    <a:pt x="914400" y="914400"/>
                  </a:moveTo>
                  <a:lnTo>
                    <a:pt x="914400" y="910837"/>
                  </a:lnTo>
                  <a:lnTo>
                    <a:pt x="916373" y="912368"/>
                  </a:lnTo>
                  <a:lnTo>
                    <a:pt x="918657" y="914400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341103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78" y="914400"/>
                  </a:lnTo>
                  <a:lnTo>
                    <a:pt x="914102" y="907661"/>
                  </a:lnTo>
                  <a:lnTo>
                    <a:pt x="914400" y="906784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3420301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022"/>
                  </a:lnTo>
                  <a:lnTo>
                    <a:pt x="907992" y="915602"/>
                  </a:lnTo>
                  <a:lnTo>
                    <a:pt x="908449" y="914400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34203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34295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343882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34480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34573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34666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347587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34851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34943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35036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35129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352218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35314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35407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354997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355923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356849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357775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358702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359628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360554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361480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362407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363333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364259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365185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366111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367038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367964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368890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36981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37074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37166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372595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37352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37444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37537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37630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377226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37815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37907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3800052" y="1188479"/>
              <a:ext cx="919166" cy="914400"/>
            </a:xfrm>
            <a:custGeom>
              <a:avLst/>
              <a:pathLst>
                <a:path w="9191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166" y="897161"/>
                  </a:lnTo>
                  <a:lnTo>
                    <a:pt x="919117" y="897615"/>
                  </a:lnTo>
                  <a:lnTo>
                    <a:pt x="917672" y="908178"/>
                  </a:lnTo>
                  <a:lnTo>
                    <a:pt x="917212" y="911204"/>
                  </a:lnTo>
                  <a:lnTo>
                    <a:pt x="916755" y="914217"/>
                  </a:lnTo>
                  <a:lnTo>
                    <a:pt x="916727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2021706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730" y="931638"/>
                  </a:lnTo>
                  <a:lnTo>
                    <a:pt x="909928" y="923550"/>
                  </a:lnTo>
                  <a:lnTo>
                    <a:pt x="911566" y="914400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202170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20309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20402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20494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205875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20680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20772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20865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20958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210506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21143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21235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213285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214211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215137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216063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216990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21791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218842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21976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22069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22162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222547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22347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22439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2262523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07" y="897161"/>
                  </a:lnTo>
                  <a:lnTo>
                    <a:pt x="908625" y="900500"/>
                  </a:lnTo>
                  <a:lnTo>
                    <a:pt x="910569" y="901004"/>
                  </a:lnTo>
                  <a:lnTo>
                    <a:pt x="910907" y="901107"/>
                  </a:lnTo>
                  <a:lnTo>
                    <a:pt x="911248" y="901211"/>
                  </a:lnTo>
                  <a:lnTo>
                    <a:pt x="911588" y="901316"/>
                  </a:lnTo>
                  <a:lnTo>
                    <a:pt x="911929" y="901420"/>
                  </a:lnTo>
                  <a:lnTo>
                    <a:pt x="912269" y="901524"/>
                  </a:lnTo>
                  <a:lnTo>
                    <a:pt x="912610" y="901628"/>
                  </a:lnTo>
                  <a:lnTo>
                    <a:pt x="912950" y="901732"/>
                  </a:lnTo>
                  <a:lnTo>
                    <a:pt x="913291" y="901837"/>
                  </a:lnTo>
                  <a:lnTo>
                    <a:pt x="913631" y="901941"/>
                  </a:lnTo>
                  <a:lnTo>
                    <a:pt x="913972" y="902045"/>
                  </a:lnTo>
                  <a:lnTo>
                    <a:pt x="914400" y="902176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2271786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176"/>
                  </a:lnTo>
                  <a:lnTo>
                    <a:pt x="905391" y="902254"/>
                  </a:lnTo>
                  <a:lnTo>
                    <a:pt x="905731" y="902358"/>
                  </a:lnTo>
                  <a:lnTo>
                    <a:pt x="906071" y="902462"/>
                  </a:lnTo>
                  <a:lnTo>
                    <a:pt x="906412" y="902566"/>
                  </a:lnTo>
                  <a:lnTo>
                    <a:pt x="906752" y="902671"/>
                  </a:lnTo>
                  <a:lnTo>
                    <a:pt x="907093" y="902775"/>
                  </a:lnTo>
                  <a:lnTo>
                    <a:pt x="907433" y="902879"/>
                  </a:lnTo>
                  <a:lnTo>
                    <a:pt x="907774" y="902984"/>
                  </a:lnTo>
                  <a:lnTo>
                    <a:pt x="908114" y="903088"/>
                  </a:lnTo>
                  <a:lnTo>
                    <a:pt x="908454" y="903192"/>
                  </a:lnTo>
                  <a:lnTo>
                    <a:pt x="908795" y="903297"/>
                  </a:lnTo>
                  <a:lnTo>
                    <a:pt x="909135" y="903401"/>
                  </a:lnTo>
                  <a:lnTo>
                    <a:pt x="909476" y="903505"/>
                  </a:lnTo>
                  <a:lnTo>
                    <a:pt x="909816" y="903610"/>
                  </a:lnTo>
                  <a:lnTo>
                    <a:pt x="910156" y="903714"/>
                  </a:lnTo>
                  <a:lnTo>
                    <a:pt x="910497" y="903818"/>
                  </a:lnTo>
                  <a:lnTo>
                    <a:pt x="910837" y="903923"/>
                  </a:lnTo>
                  <a:lnTo>
                    <a:pt x="911178" y="904027"/>
                  </a:lnTo>
                  <a:lnTo>
                    <a:pt x="911518" y="904132"/>
                  </a:lnTo>
                  <a:lnTo>
                    <a:pt x="911858" y="904236"/>
                  </a:lnTo>
                  <a:lnTo>
                    <a:pt x="912199" y="904340"/>
                  </a:lnTo>
                  <a:lnTo>
                    <a:pt x="912539" y="904445"/>
                  </a:lnTo>
                  <a:lnTo>
                    <a:pt x="912879" y="904549"/>
                  </a:lnTo>
                  <a:lnTo>
                    <a:pt x="913220" y="904654"/>
                  </a:lnTo>
                  <a:lnTo>
                    <a:pt x="913560" y="904758"/>
                  </a:lnTo>
                  <a:lnTo>
                    <a:pt x="913900" y="904863"/>
                  </a:lnTo>
                  <a:lnTo>
                    <a:pt x="914241" y="904967"/>
                  </a:lnTo>
                  <a:lnTo>
                    <a:pt x="914400" y="905016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2281048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016"/>
                  </a:lnTo>
                  <a:lnTo>
                    <a:pt x="905319" y="905072"/>
                  </a:lnTo>
                  <a:lnTo>
                    <a:pt x="905659" y="905176"/>
                  </a:lnTo>
                  <a:lnTo>
                    <a:pt x="905999" y="905281"/>
                  </a:lnTo>
                  <a:lnTo>
                    <a:pt x="906340" y="905385"/>
                  </a:lnTo>
                  <a:lnTo>
                    <a:pt x="906680" y="905490"/>
                  </a:lnTo>
                  <a:lnTo>
                    <a:pt x="907020" y="905594"/>
                  </a:lnTo>
                  <a:lnTo>
                    <a:pt x="907360" y="905699"/>
                  </a:lnTo>
                  <a:lnTo>
                    <a:pt x="907701" y="905803"/>
                  </a:lnTo>
                  <a:lnTo>
                    <a:pt x="908041" y="905908"/>
                  </a:lnTo>
                  <a:lnTo>
                    <a:pt x="908381" y="906013"/>
                  </a:lnTo>
                  <a:lnTo>
                    <a:pt x="908721" y="906117"/>
                  </a:lnTo>
                  <a:lnTo>
                    <a:pt x="909062" y="906222"/>
                  </a:lnTo>
                  <a:lnTo>
                    <a:pt x="909402" y="906326"/>
                  </a:lnTo>
                  <a:lnTo>
                    <a:pt x="909742" y="906431"/>
                  </a:lnTo>
                  <a:lnTo>
                    <a:pt x="910082" y="906536"/>
                  </a:lnTo>
                  <a:lnTo>
                    <a:pt x="910423" y="906640"/>
                  </a:lnTo>
                  <a:lnTo>
                    <a:pt x="910763" y="906745"/>
                  </a:lnTo>
                  <a:lnTo>
                    <a:pt x="911103" y="906849"/>
                  </a:lnTo>
                  <a:lnTo>
                    <a:pt x="911443" y="906954"/>
                  </a:lnTo>
                  <a:lnTo>
                    <a:pt x="911783" y="907059"/>
                  </a:lnTo>
                  <a:lnTo>
                    <a:pt x="912124" y="907163"/>
                  </a:lnTo>
                  <a:lnTo>
                    <a:pt x="912464" y="907268"/>
                  </a:lnTo>
                  <a:lnTo>
                    <a:pt x="912804" y="907373"/>
                  </a:lnTo>
                  <a:lnTo>
                    <a:pt x="913144" y="907477"/>
                  </a:lnTo>
                  <a:lnTo>
                    <a:pt x="913484" y="907582"/>
                  </a:lnTo>
                  <a:lnTo>
                    <a:pt x="913824" y="907687"/>
                  </a:lnTo>
                  <a:lnTo>
                    <a:pt x="914165" y="907792"/>
                  </a:lnTo>
                  <a:lnTo>
                    <a:pt x="914400" y="907864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2290310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2" y="907896"/>
                  </a:lnTo>
                  <a:lnTo>
                    <a:pt x="905583" y="908001"/>
                  </a:lnTo>
                  <a:lnTo>
                    <a:pt x="905923" y="908106"/>
                  </a:lnTo>
                  <a:lnTo>
                    <a:pt x="906263" y="908211"/>
                  </a:lnTo>
                  <a:lnTo>
                    <a:pt x="906603" y="908315"/>
                  </a:lnTo>
                  <a:lnTo>
                    <a:pt x="906943" y="908420"/>
                  </a:lnTo>
                  <a:lnTo>
                    <a:pt x="907283" y="908525"/>
                  </a:lnTo>
                  <a:lnTo>
                    <a:pt x="907623" y="908630"/>
                  </a:lnTo>
                  <a:lnTo>
                    <a:pt x="907963" y="908735"/>
                  </a:lnTo>
                  <a:lnTo>
                    <a:pt x="908304" y="908839"/>
                  </a:lnTo>
                  <a:lnTo>
                    <a:pt x="908644" y="908944"/>
                  </a:lnTo>
                  <a:lnTo>
                    <a:pt x="908984" y="909049"/>
                  </a:lnTo>
                  <a:lnTo>
                    <a:pt x="909324" y="909154"/>
                  </a:lnTo>
                  <a:lnTo>
                    <a:pt x="909664" y="909259"/>
                  </a:lnTo>
                  <a:lnTo>
                    <a:pt x="910004" y="909364"/>
                  </a:lnTo>
                  <a:lnTo>
                    <a:pt x="910344" y="909468"/>
                  </a:lnTo>
                  <a:lnTo>
                    <a:pt x="910684" y="909573"/>
                  </a:lnTo>
                  <a:lnTo>
                    <a:pt x="911024" y="909678"/>
                  </a:lnTo>
                  <a:lnTo>
                    <a:pt x="911364" y="909783"/>
                  </a:lnTo>
                  <a:lnTo>
                    <a:pt x="911704" y="909888"/>
                  </a:lnTo>
                  <a:lnTo>
                    <a:pt x="912044" y="909993"/>
                  </a:lnTo>
                  <a:lnTo>
                    <a:pt x="912384" y="910098"/>
                  </a:lnTo>
                  <a:lnTo>
                    <a:pt x="912724" y="910203"/>
                  </a:lnTo>
                  <a:lnTo>
                    <a:pt x="913064" y="910308"/>
                  </a:lnTo>
                  <a:lnTo>
                    <a:pt x="913404" y="910413"/>
                  </a:lnTo>
                  <a:lnTo>
                    <a:pt x="913744" y="910518"/>
                  </a:lnTo>
                  <a:lnTo>
                    <a:pt x="914084" y="910623"/>
                  </a:lnTo>
                  <a:lnTo>
                    <a:pt x="914400" y="910720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2299572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62" y="910728"/>
                  </a:lnTo>
                  <a:lnTo>
                    <a:pt x="905502" y="910833"/>
                  </a:lnTo>
                  <a:lnTo>
                    <a:pt x="905842" y="910938"/>
                  </a:lnTo>
                  <a:lnTo>
                    <a:pt x="906182" y="911043"/>
                  </a:lnTo>
                  <a:lnTo>
                    <a:pt x="906522" y="911148"/>
                  </a:lnTo>
                  <a:lnTo>
                    <a:pt x="906862" y="911253"/>
                  </a:lnTo>
                  <a:lnTo>
                    <a:pt x="907202" y="911358"/>
                  </a:lnTo>
                  <a:lnTo>
                    <a:pt x="907542" y="911463"/>
                  </a:lnTo>
                  <a:lnTo>
                    <a:pt x="907882" y="911568"/>
                  </a:lnTo>
                  <a:lnTo>
                    <a:pt x="908222" y="911673"/>
                  </a:lnTo>
                  <a:lnTo>
                    <a:pt x="908561" y="911778"/>
                  </a:lnTo>
                  <a:lnTo>
                    <a:pt x="908901" y="911883"/>
                  </a:lnTo>
                  <a:lnTo>
                    <a:pt x="909241" y="911988"/>
                  </a:lnTo>
                  <a:lnTo>
                    <a:pt x="909581" y="912093"/>
                  </a:lnTo>
                  <a:lnTo>
                    <a:pt x="909921" y="912198"/>
                  </a:lnTo>
                  <a:lnTo>
                    <a:pt x="910261" y="912303"/>
                  </a:lnTo>
                  <a:lnTo>
                    <a:pt x="910601" y="912408"/>
                  </a:lnTo>
                  <a:lnTo>
                    <a:pt x="910941" y="912513"/>
                  </a:lnTo>
                  <a:lnTo>
                    <a:pt x="911281" y="912619"/>
                  </a:lnTo>
                  <a:lnTo>
                    <a:pt x="911621" y="912724"/>
                  </a:lnTo>
                  <a:lnTo>
                    <a:pt x="911960" y="912829"/>
                  </a:lnTo>
                  <a:lnTo>
                    <a:pt x="912300" y="912934"/>
                  </a:lnTo>
                  <a:lnTo>
                    <a:pt x="912640" y="913039"/>
                  </a:lnTo>
                  <a:lnTo>
                    <a:pt x="912980" y="913144"/>
                  </a:lnTo>
                  <a:lnTo>
                    <a:pt x="913320" y="913250"/>
                  </a:lnTo>
                  <a:lnTo>
                    <a:pt x="913660" y="913355"/>
                  </a:lnTo>
                  <a:lnTo>
                    <a:pt x="913999" y="913460"/>
                  </a:lnTo>
                  <a:lnTo>
                    <a:pt x="914400" y="913584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2299572" y="1171240"/>
              <a:ext cx="917033" cy="914400"/>
            </a:xfrm>
            <a:custGeom>
              <a:avLst/>
              <a:pathLst>
                <a:path w="917033" h="914400">
                  <a:moveTo>
                    <a:pt x="914400" y="914400"/>
                  </a:moveTo>
                  <a:lnTo>
                    <a:pt x="914400" y="913584"/>
                  </a:lnTo>
                  <a:lnTo>
                    <a:pt x="914679" y="913670"/>
                  </a:lnTo>
                  <a:lnTo>
                    <a:pt x="915019" y="913776"/>
                  </a:lnTo>
                  <a:lnTo>
                    <a:pt x="915359" y="913881"/>
                  </a:lnTo>
                  <a:lnTo>
                    <a:pt x="915699" y="913986"/>
                  </a:lnTo>
                  <a:lnTo>
                    <a:pt x="916038" y="914091"/>
                  </a:lnTo>
                  <a:lnTo>
                    <a:pt x="916378" y="914197"/>
                  </a:lnTo>
                  <a:lnTo>
                    <a:pt x="916718" y="914302"/>
                  </a:lnTo>
                  <a:lnTo>
                    <a:pt x="917033" y="914400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3420301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49" y="914400"/>
                  </a:lnTo>
                  <a:lnTo>
                    <a:pt x="911405" y="906630"/>
                  </a:lnTo>
                  <a:lnTo>
                    <a:pt x="914400" y="899583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3429563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822"/>
                  </a:lnTo>
                  <a:lnTo>
                    <a:pt x="905807" y="915246"/>
                  </a:lnTo>
                  <a:lnTo>
                    <a:pt x="906208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34295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343882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34480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34573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34666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347587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34851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34943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350366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351292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352218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353144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354071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354997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355923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356849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357775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358702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359628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360554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361480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362407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363333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364259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365185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366111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367038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367964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368890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36981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37074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37166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372595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37352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37444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37537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37630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377226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37815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37907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3800052" y="1171240"/>
              <a:ext cx="920807" cy="914400"/>
            </a:xfrm>
            <a:custGeom>
              <a:avLst/>
              <a:pathLst>
                <a:path w="9208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807" y="897161"/>
                  </a:lnTo>
                  <a:lnTo>
                    <a:pt x="920262" y="904164"/>
                  </a:lnTo>
                  <a:lnTo>
                    <a:pt x="919166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2021706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566" y="931638"/>
                  </a:lnTo>
                  <a:lnTo>
                    <a:pt x="911767" y="930513"/>
                  </a:lnTo>
                  <a:lnTo>
                    <a:pt x="911892" y="929917"/>
                  </a:lnTo>
                  <a:lnTo>
                    <a:pt x="911956" y="928325"/>
                  </a:lnTo>
                  <a:lnTo>
                    <a:pt x="912690" y="917595"/>
                  </a:lnTo>
                  <a:lnTo>
                    <a:pt x="913001" y="914400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202170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20309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20402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20494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205875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20680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20772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20865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20958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210506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21143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21235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213285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214211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215137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216063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216990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217916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218842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21976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22069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22162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222547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22347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22439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2253261" y="1154002"/>
              <a:ext cx="917469" cy="914400"/>
            </a:xfrm>
            <a:custGeom>
              <a:avLst/>
              <a:pathLst>
                <a:path w="9174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3" y="897161"/>
                  </a:lnTo>
                  <a:lnTo>
                    <a:pt x="915385" y="900542"/>
                  </a:lnTo>
                  <a:lnTo>
                    <a:pt x="917105" y="911496"/>
                  </a:lnTo>
                  <a:lnTo>
                    <a:pt x="917469" y="914400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3429563" y="11540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6208" y="914400"/>
                  </a:lnTo>
                  <a:lnTo>
                    <a:pt x="909712" y="906998"/>
                  </a:lnTo>
                  <a:lnTo>
                    <a:pt x="913848" y="899147"/>
                  </a:lnTo>
                  <a:lnTo>
                    <a:pt x="914400" y="898206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3438825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444"/>
                  </a:lnTo>
                  <a:lnTo>
                    <a:pt x="905749" y="914400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343882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34480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34573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34666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347587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34851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34943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350366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351292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352218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353144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354071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354997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355923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356849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357775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358702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359628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360554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361480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362407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363333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364259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365185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366111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367038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367964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368890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36981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37074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37166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372595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37352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37444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37537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37630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377226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37815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37907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3800052" y="1154002"/>
              <a:ext cx="921689" cy="914400"/>
            </a:xfrm>
            <a:custGeom>
              <a:avLst/>
              <a:pathLst>
                <a:path w="92168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689" y="897161"/>
                  </a:lnTo>
                  <a:lnTo>
                    <a:pt x="921635" y="899761"/>
                  </a:lnTo>
                  <a:lnTo>
                    <a:pt x="921102" y="910616"/>
                  </a:lnTo>
                  <a:lnTo>
                    <a:pt x="920807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2021706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001" y="914400"/>
                  </a:lnTo>
                  <a:lnTo>
                    <a:pt x="913725" y="906951"/>
                  </a:lnTo>
                  <a:lnTo>
                    <a:pt x="914400" y="901622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203096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60"/>
                  </a:lnTo>
                  <a:lnTo>
                    <a:pt x="905702" y="914400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20309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20402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20494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205875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20680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20772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20865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20958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210506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21143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21235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213285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214211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215137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216063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216990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217916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218842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21976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22069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22162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222547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22347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2253261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434" y="897161"/>
                  </a:lnTo>
                  <a:lnTo>
                    <a:pt x="912814" y="902253"/>
                  </a:lnTo>
                  <a:lnTo>
                    <a:pt x="913003" y="905373"/>
                  </a:lnTo>
                  <a:lnTo>
                    <a:pt x="913081" y="905753"/>
                  </a:lnTo>
                  <a:lnTo>
                    <a:pt x="913169" y="906175"/>
                  </a:lnTo>
                  <a:lnTo>
                    <a:pt x="913256" y="906598"/>
                  </a:lnTo>
                  <a:lnTo>
                    <a:pt x="913343" y="907020"/>
                  </a:lnTo>
                  <a:lnTo>
                    <a:pt x="914400" y="912587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2253261" y="1136763"/>
              <a:ext cx="914743" cy="914400"/>
            </a:xfrm>
            <a:custGeom>
              <a:avLst/>
              <a:pathLst>
                <a:path w="914743" h="914400">
                  <a:moveTo>
                    <a:pt x="914400" y="914400"/>
                  </a:moveTo>
                  <a:lnTo>
                    <a:pt x="914400" y="912587"/>
                  </a:lnTo>
                  <a:lnTo>
                    <a:pt x="914743" y="914400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3438825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749" y="914400"/>
                  </a:lnTo>
                  <a:lnTo>
                    <a:pt x="908939" y="908956"/>
                  </a:lnTo>
                  <a:lnTo>
                    <a:pt x="913498" y="901966"/>
                  </a:lnTo>
                  <a:lnTo>
                    <a:pt x="914400" y="90072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344808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967"/>
                  </a:lnTo>
                  <a:lnTo>
                    <a:pt x="907734" y="914400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34480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34573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34666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347587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34851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349439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350366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351292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352218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353144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354071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354997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355923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356849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357775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358702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359628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360554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361480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362407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363333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364259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365185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366111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367038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367964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368890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36981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37074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37166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372595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37352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37444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37537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37630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377226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37815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37907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3800052" y="1136763"/>
              <a:ext cx="921861" cy="914400"/>
            </a:xfrm>
            <a:custGeom>
              <a:avLst/>
              <a:pathLst>
                <a:path w="92186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93" y="897161"/>
                  </a:lnTo>
                  <a:lnTo>
                    <a:pt x="921861" y="906108"/>
                  </a:lnTo>
                  <a:lnTo>
                    <a:pt x="921689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2030968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02" y="931638"/>
                  </a:lnTo>
                  <a:lnTo>
                    <a:pt x="905795" y="930900"/>
                  </a:lnTo>
                  <a:lnTo>
                    <a:pt x="907421" y="920515"/>
                  </a:lnTo>
                  <a:lnTo>
                    <a:pt x="908568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20309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20402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20494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205875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20680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20772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20865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20958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210506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21143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21235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213285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214211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215137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216063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216990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217916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218842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219768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22069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22162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222547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22347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2243999" y="1119525"/>
              <a:ext cx="921696" cy="914400"/>
            </a:xfrm>
            <a:custGeom>
              <a:avLst/>
              <a:pathLst>
                <a:path w="92169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043" y="897161"/>
                  </a:lnTo>
                  <a:lnTo>
                    <a:pt x="920177" y="898174"/>
                  </a:lnTo>
                  <a:lnTo>
                    <a:pt x="921277" y="908787"/>
                  </a:lnTo>
                  <a:lnTo>
                    <a:pt x="921696" y="914400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3448088" y="11195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734" y="914400"/>
                  </a:lnTo>
                  <a:lnTo>
                    <a:pt x="908989" y="912676"/>
                  </a:lnTo>
                  <a:lnTo>
                    <a:pt x="913921" y="906627"/>
                  </a:lnTo>
                  <a:lnTo>
                    <a:pt x="914400" y="906105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3457350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44"/>
                  </a:lnTo>
                  <a:lnTo>
                    <a:pt x="909756" y="918312"/>
                  </a:lnTo>
                  <a:lnTo>
                    <a:pt x="913830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34573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34666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347587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34851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349439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350366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351292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352218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353144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354071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354997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355923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356849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357775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358702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359628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360554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361480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362407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363333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364259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365185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366111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367038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367964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368890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36981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37074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37166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372595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37352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37444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37537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37630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377226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37815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37907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3800052" y="1119525"/>
              <a:ext cx="921793" cy="914400"/>
            </a:xfrm>
            <a:custGeom>
              <a:avLst/>
              <a:pathLst>
                <a:path w="9217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102" y="897161"/>
                  </a:lnTo>
                  <a:lnTo>
                    <a:pt x="921387" y="901573"/>
                  </a:lnTo>
                  <a:lnTo>
                    <a:pt x="921778" y="912448"/>
                  </a:lnTo>
                  <a:lnTo>
                    <a:pt x="921793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2030968" y="10850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568" y="931638"/>
                  </a:lnTo>
                  <a:lnTo>
                    <a:pt x="909337" y="927541"/>
                  </a:lnTo>
                  <a:lnTo>
                    <a:pt x="911536" y="917529"/>
                  </a:lnTo>
                  <a:lnTo>
                    <a:pt x="912329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20309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20402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20494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205875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20680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20772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20865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20958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210506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21143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21235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213285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214211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215137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216063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216990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217916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218842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219768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220695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22162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222547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22347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2243999" y="1102287"/>
              <a:ext cx="920043" cy="914400"/>
            </a:xfrm>
            <a:custGeom>
              <a:avLst/>
              <a:pathLst>
                <a:path w="92004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15" y="897161"/>
                  </a:lnTo>
                  <a:lnTo>
                    <a:pt x="918782" y="904920"/>
                  </a:lnTo>
                  <a:lnTo>
                    <a:pt x="920043" y="914400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3429563" y="1085048"/>
              <a:ext cx="914400" cy="914645"/>
            </a:xfrm>
            <a:custGeom>
              <a:avLst/>
              <a:pathLst>
                <a:path w="914400" h="914645">
                  <a:moveTo>
                    <a:pt x="914400" y="914400"/>
                  </a:moveTo>
                  <a:lnTo>
                    <a:pt x="914400" y="914645"/>
                  </a:lnTo>
                  <a:lnTo>
                    <a:pt x="913674" y="914400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3429563" y="1085048"/>
              <a:ext cx="923662" cy="917195"/>
            </a:xfrm>
            <a:custGeom>
              <a:avLst/>
              <a:pathLst>
                <a:path w="923662" h="917195">
                  <a:moveTo>
                    <a:pt x="914400" y="914400"/>
                  </a:moveTo>
                  <a:lnTo>
                    <a:pt x="923662" y="914400"/>
                  </a:lnTo>
                  <a:lnTo>
                    <a:pt x="923588" y="917195"/>
                  </a:lnTo>
                  <a:lnTo>
                    <a:pt x="917931" y="915838"/>
                  </a:lnTo>
                  <a:lnTo>
                    <a:pt x="914400" y="914645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3438825" y="1085048"/>
              <a:ext cx="923662" cy="918184"/>
            </a:xfrm>
            <a:custGeom>
              <a:avLst/>
              <a:pathLst>
                <a:path w="923662" h="91818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184"/>
                  </a:lnTo>
                  <a:lnTo>
                    <a:pt x="920013" y="918010"/>
                  </a:lnTo>
                  <a:lnTo>
                    <a:pt x="914400" y="917206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3457350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30" y="914400"/>
                  </a:lnTo>
                  <a:lnTo>
                    <a:pt x="914400" y="913853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3448088" y="1085048"/>
              <a:ext cx="923662" cy="918282"/>
            </a:xfrm>
            <a:custGeom>
              <a:avLst/>
              <a:pathLst>
                <a:path w="923662" h="9182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64"/>
                  </a:lnTo>
                  <a:lnTo>
                    <a:pt x="922156" y="918008"/>
                  </a:lnTo>
                  <a:lnTo>
                    <a:pt x="916454" y="918282"/>
                  </a:lnTo>
                  <a:lnTo>
                    <a:pt x="914400" y="918184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3466612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853"/>
                  </a:lnTo>
                  <a:lnTo>
                    <a:pt x="905743" y="913271"/>
                  </a:lnTo>
                  <a:lnTo>
                    <a:pt x="911129" y="908755"/>
                  </a:lnTo>
                  <a:lnTo>
                    <a:pt x="914400" y="906394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3457350" y="1085048"/>
              <a:ext cx="923662" cy="917864"/>
            </a:xfrm>
            <a:custGeom>
              <a:avLst/>
              <a:pathLst>
                <a:path w="923662" h="91786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980"/>
                  </a:lnTo>
                  <a:lnTo>
                    <a:pt x="922239" y="917116"/>
                  </a:lnTo>
                  <a:lnTo>
                    <a:pt x="920371" y="917294"/>
                  </a:lnTo>
                  <a:lnTo>
                    <a:pt x="918502" y="917472"/>
                  </a:lnTo>
                  <a:lnTo>
                    <a:pt x="916634" y="917650"/>
                  </a:lnTo>
                  <a:lnTo>
                    <a:pt x="914766" y="917829"/>
                  </a:lnTo>
                  <a:lnTo>
                    <a:pt x="914400" y="917864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34666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lnTo>
                    <a:pt x="914400" y="923632"/>
                  </a:lnTo>
                  <a:lnTo>
                    <a:pt x="916636" y="922017"/>
                  </a:lnTo>
                  <a:lnTo>
                    <a:pt x="916924" y="921826"/>
                  </a:lnTo>
                  <a:lnTo>
                    <a:pt x="917214" y="921633"/>
                  </a:lnTo>
                  <a:lnTo>
                    <a:pt x="917504" y="921440"/>
                  </a:lnTo>
                  <a:lnTo>
                    <a:pt x="917794" y="921247"/>
                  </a:lnTo>
                  <a:lnTo>
                    <a:pt x="918084" y="921053"/>
                  </a:lnTo>
                  <a:lnTo>
                    <a:pt x="918374" y="920860"/>
                  </a:lnTo>
                  <a:lnTo>
                    <a:pt x="918664" y="920667"/>
                  </a:lnTo>
                  <a:lnTo>
                    <a:pt x="918954" y="920474"/>
                  </a:lnTo>
                  <a:lnTo>
                    <a:pt x="919244" y="920281"/>
                  </a:lnTo>
                  <a:lnTo>
                    <a:pt x="919534" y="920088"/>
                  </a:lnTo>
                  <a:lnTo>
                    <a:pt x="919825" y="919895"/>
                  </a:lnTo>
                  <a:lnTo>
                    <a:pt x="920115" y="919702"/>
                  </a:lnTo>
                  <a:lnTo>
                    <a:pt x="920405" y="919509"/>
                  </a:lnTo>
                  <a:lnTo>
                    <a:pt x="920695" y="919316"/>
                  </a:lnTo>
                  <a:lnTo>
                    <a:pt x="920985" y="919123"/>
                  </a:lnTo>
                  <a:lnTo>
                    <a:pt x="921275" y="918930"/>
                  </a:lnTo>
                  <a:lnTo>
                    <a:pt x="921566" y="918737"/>
                  </a:lnTo>
                  <a:lnTo>
                    <a:pt x="921856" y="918544"/>
                  </a:lnTo>
                  <a:lnTo>
                    <a:pt x="922073" y="918400"/>
                  </a:lnTo>
                  <a:lnTo>
                    <a:pt x="920926" y="916934"/>
                  </a:lnTo>
                  <a:lnTo>
                    <a:pt x="920444" y="916318"/>
                  </a:lnTo>
                  <a:lnTo>
                    <a:pt x="918586" y="916583"/>
                  </a:lnTo>
                  <a:lnTo>
                    <a:pt x="916714" y="916761"/>
                  </a:lnTo>
                  <a:lnTo>
                    <a:pt x="914845" y="916938"/>
                  </a:lnTo>
                  <a:lnTo>
                    <a:pt x="914400" y="916980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347587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34851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349439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350366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351292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352218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353144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354071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354997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355923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356849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357775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358702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359628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360554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361480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362407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363333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364259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365185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366111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367038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367964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368890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36981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37074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37166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372595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37352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37444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37537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37630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377226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37815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37907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3800052" y="1102287"/>
              <a:ext cx="921102" cy="914400"/>
            </a:xfrm>
            <a:custGeom>
              <a:avLst/>
              <a:pathLst>
                <a:path w="92110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685" y="897252"/>
                  </a:lnTo>
                  <a:lnTo>
                    <a:pt x="920688" y="907990"/>
                  </a:lnTo>
                  <a:lnTo>
                    <a:pt x="921102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2030968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329" y="914400"/>
                  </a:lnTo>
                  <a:lnTo>
                    <a:pt x="914014" y="907745"/>
                  </a:lnTo>
                  <a:lnTo>
                    <a:pt x="914400" y="90641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2040230" y="10678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649"/>
                  </a:lnTo>
                  <a:lnTo>
                    <a:pt x="907501" y="915454"/>
                  </a:lnTo>
                  <a:lnTo>
                    <a:pt x="907845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20402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20494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205875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20680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20772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20865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20958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210506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21143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21235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213285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214211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215137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216063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21699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21791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218842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21976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22069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22162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222547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2243999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098" y="897161"/>
                  </a:lnTo>
                  <a:lnTo>
                    <a:pt x="914400" y="89848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2243999" y="1085048"/>
              <a:ext cx="917515" cy="914400"/>
            </a:xfrm>
            <a:custGeom>
              <a:avLst/>
              <a:pathLst>
                <a:path w="917515" h="914400">
                  <a:moveTo>
                    <a:pt x="914400" y="914400"/>
                  </a:moveTo>
                  <a:lnTo>
                    <a:pt x="914400" y="898489"/>
                  </a:lnTo>
                  <a:lnTo>
                    <a:pt x="915117" y="901654"/>
                  </a:lnTo>
                  <a:lnTo>
                    <a:pt x="917093" y="911817"/>
                  </a:lnTo>
                  <a:lnTo>
                    <a:pt x="917515" y="914400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3401777" y="1067810"/>
              <a:ext cx="914400" cy="914866"/>
            </a:xfrm>
            <a:custGeom>
              <a:avLst/>
              <a:pathLst>
                <a:path w="914400" h="914866">
                  <a:moveTo>
                    <a:pt x="914400" y="914400"/>
                  </a:moveTo>
                  <a:lnTo>
                    <a:pt x="914400" y="914866"/>
                  </a:lnTo>
                  <a:lnTo>
                    <a:pt x="913862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3401777" y="1067810"/>
              <a:ext cx="923662" cy="922302"/>
            </a:xfrm>
            <a:custGeom>
              <a:avLst/>
              <a:pathLst>
                <a:path w="923662" h="92230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302"/>
                  </a:lnTo>
                  <a:lnTo>
                    <a:pt x="918397" y="918334"/>
                  </a:lnTo>
                  <a:lnTo>
                    <a:pt x="914400" y="914866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3411039" y="1067810"/>
              <a:ext cx="923662" cy="927872"/>
            </a:xfrm>
            <a:custGeom>
              <a:avLst/>
              <a:pathLst>
                <a:path w="923662" h="92787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872"/>
                  </a:lnTo>
                  <a:lnTo>
                    <a:pt x="919812" y="925795"/>
                  </a:lnTo>
                  <a:lnTo>
                    <a:pt x="914400" y="922302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34203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936" y="931638"/>
                  </a:lnTo>
                  <a:lnTo>
                    <a:pt x="921581" y="931180"/>
                  </a:lnTo>
                  <a:lnTo>
                    <a:pt x="916028" y="928751"/>
                  </a:lnTo>
                  <a:lnTo>
                    <a:pt x="914400" y="927872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34295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343882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34480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34573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34666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347587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348513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349439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350366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351292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352218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353144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354071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354997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355923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356849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357775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358702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359628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360554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361480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362407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363333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364259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365185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366111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367038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367964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368890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369816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37074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37166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372595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37352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37444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37537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37630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377226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37815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37907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3800052" y="1085048"/>
              <a:ext cx="919674" cy="914400"/>
            </a:xfrm>
            <a:custGeom>
              <a:avLst/>
              <a:pathLst>
                <a:path w="91967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352" y="897161"/>
                  </a:lnTo>
                  <a:lnTo>
                    <a:pt x="918378" y="903865"/>
                  </a:lnTo>
                  <a:lnTo>
                    <a:pt x="919674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2040230" y="10505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845" y="931638"/>
                  </a:lnTo>
                  <a:lnTo>
                    <a:pt x="910515" y="923443"/>
                  </a:lnTo>
                  <a:lnTo>
                    <a:pt x="913824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20402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20494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205875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20680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20772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20865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20958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210506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21143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212359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213285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214211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21513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21606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21699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21791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218842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21976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22069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22162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222547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2234737" y="1067810"/>
              <a:ext cx="923360" cy="914400"/>
            </a:xfrm>
            <a:custGeom>
              <a:avLst/>
              <a:pathLst>
                <a:path w="92336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79" y="897161"/>
                  </a:lnTo>
                  <a:lnTo>
                    <a:pt x="919586" y="899211"/>
                  </a:lnTo>
                  <a:lnTo>
                    <a:pt x="922121" y="908935"/>
                  </a:lnTo>
                  <a:lnTo>
                    <a:pt x="923360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3383252" y="1050571"/>
              <a:ext cx="914400" cy="915267"/>
            </a:xfrm>
            <a:custGeom>
              <a:avLst/>
              <a:pathLst>
                <a:path w="914400" h="915267">
                  <a:moveTo>
                    <a:pt x="914400" y="914400"/>
                  </a:moveTo>
                  <a:lnTo>
                    <a:pt x="914400" y="915267"/>
                  </a:lnTo>
                  <a:lnTo>
                    <a:pt x="910477" y="914400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3383252" y="1050571"/>
              <a:ext cx="923662" cy="922720"/>
            </a:xfrm>
            <a:custGeom>
              <a:avLst/>
              <a:pathLst>
                <a:path w="923662" h="9227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20"/>
                  </a:lnTo>
                  <a:lnTo>
                    <a:pt x="921816" y="920667"/>
                  </a:lnTo>
                  <a:lnTo>
                    <a:pt x="917896" y="915780"/>
                  </a:lnTo>
                  <a:lnTo>
                    <a:pt x="915195" y="915443"/>
                  </a:lnTo>
                  <a:lnTo>
                    <a:pt x="914400" y="915267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339251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3124" y="931638"/>
                  </a:lnTo>
                  <a:lnTo>
                    <a:pt x="922489" y="931087"/>
                  </a:lnTo>
                  <a:lnTo>
                    <a:pt x="917449" y="926114"/>
                  </a:lnTo>
                  <a:lnTo>
                    <a:pt x="914400" y="92272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34017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34110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34203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34295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343882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34480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34573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34666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347587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348513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349439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350366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351292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352218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353144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354071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354997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355923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356849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357775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358702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359628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360554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361480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362407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363333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364259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365185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366111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367038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367964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368890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369816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37074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37166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372595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37352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37444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37537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37630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377226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37815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3800052" y="10678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92" y="897161"/>
                  </a:lnTo>
                  <a:lnTo>
                    <a:pt x="914400" y="89812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3800052" y="1067810"/>
              <a:ext cx="917352" cy="914400"/>
            </a:xfrm>
            <a:custGeom>
              <a:avLst/>
              <a:pathLst>
                <a:path w="917352" h="914400">
                  <a:moveTo>
                    <a:pt x="914400" y="914400"/>
                  </a:moveTo>
                  <a:lnTo>
                    <a:pt x="914400" y="898120"/>
                  </a:lnTo>
                  <a:lnTo>
                    <a:pt x="914874" y="900311"/>
                  </a:lnTo>
                  <a:lnTo>
                    <a:pt x="916773" y="910621"/>
                  </a:lnTo>
                  <a:lnTo>
                    <a:pt x="917352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2040230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24" y="914400"/>
                  </a:lnTo>
                  <a:lnTo>
                    <a:pt x="914400" y="91299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2049492" y="10333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229"/>
                  </a:lnTo>
                  <a:lnTo>
                    <a:pt x="908037" y="923125"/>
                  </a:lnTo>
                  <a:lnTo>
                    <a:pt x="911789" y="914865"/>
                  </a:lnTo>
                  <a:lnTo>
                    <a:pt x="912013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20494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205875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20680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20772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20865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20958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210506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21143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21235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21328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214211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21513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21606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21699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21791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218842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21976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22069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22162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2234737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474" y="897161"/>
                  </a:lnTo>
                  <a:lnTo>
                    <a:pt x="913715" y="897806"/>
                  </a:lnTo>
                  <a:lnTo>
                    <a:pt x="914400" y="899854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2234737" y="1050571"/>
              <a:ext cx="918979" cy="914400"/>
            </a:xfrm>
            <a:custGeom>
              <a:avLst/>
              <a:pathLst>
                <a:path w="918979" h="914400">
                  <a:moveTo>
                    <a:pt x="914400" y="914400"/>
                  </a:moveTo>
                  <a:lnTo>
                    <a:pt x="914400" y="899854"/>
                  </a:lnTo>
                  <a:lnTo>
                    <a:pt x="916782" y="906985"/>
                  </a:lnTo>
                  <a:lnTo>
                    <a:pt x="918979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3355465" y="1033333"/>
              <a:ext cx="914400" cy="920479"/>
            </a:xfrm>
            <a:custGeom>
              <a:avLst/>
              <a:pathLst>
                <a:path w="914400" h="920479">
                  <a:moveTo>
                    <a:pt x="914400" y="914400"/>
                  </a:moveTo>
                  <a:lnTo>
                    <a:pt x="914400" y="920479"/>
                  </a:lnTo>
                  <a:lnTo>
                    <a:pt x="909826" y="917122"/>
                  </a:lnTo>
                  <a:lnTo>
                    <a:pt x="906613" y="914400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3355465" y="1033333"/>
              <a:ext cx="923662" cy="926030"/>
            </a:xfrm>
            <a:custGeom>
              <a:avLst/>
              <a:pathLst>
                <a:path w="923662" h="92603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6030"/>
                  </a:lnTo>
                  <a:lnTo>
                    <a:pt x="920571" y="924421"/>
                  </a:lnTo>
                  <a:lnTo>
                    <a:pt x="915148" y="921029"/>
                  </a:lnTo>
                  <a:lnTo>
                    <a:pt x="914400" y="92047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3364728" y="1033333"/>
              <a:ext cx="923662" cy="930029"/>
            </a:xfrm>
            <a:custGeom>
              <a:avLst/>
              <a:pathLst>
                <a:path w="923662" h="9300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029"/>
                  </a:lnTo>
                  <a:lnTo>
                    <a:pt x="922400" y="929626"/>
                  </a:lnTo>
                  <a:lnTo>
                    <a:pt x="916819" y="927289"/>
                  </a:lnTo>
                  <a:lnTo>
                    <a:pt x="914400" y="926030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33739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39" y="931638"/>
                  </a:lnTo>
                  <a:lnTo>
                    <a:pt x="918777" y="931425"/>
                  </a:lnTo>
                  <a:lnTo>
                    <a:pt x="914400" y="93002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33832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339251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34017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34110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34203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34295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343882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34480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34573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34666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347587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348513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349439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350366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351292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352218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353144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354071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354997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355923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356849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357775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358702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359628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360554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361480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362407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363333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364259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365185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366111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367038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367964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368890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369816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370743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37166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372595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37352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37444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37537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37630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377226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37815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3790790" y="1050571"/>
              <a:ext cx="923454" cy="914400"/>
            </a:xfrm>
            <a:custGeom>
              <a:avLst/>
              <a:pathLst>
                <a:path w="92345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92" y="897246"/>
                  </a:lnTo>
                  <a:lnTo>
                    <a:pt x="919476" y="897559"/>
                  </a:lnTo>
                  <a:lnTo>
                    <a:pt x="921947" y="907440"/>
                  </a:lnTo>
                  <a:lnTo>
                    <a:pt x="923454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2049492" y="10333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13" y="914400"/>
                  </a:lnTo>
                  <a:lnTo>
                    <a:pt x="912147" y="914119"/>
                  </a:lnTo>
                  <a:lnTo>
                    <a:pt x="912327" y="913743"/>
                  </a:lnTo>
                  <a:lnTo>
                    <a:pt x="912507" y="913367"/>
                  </a:lnTo>
                  <a:lnTo>
                    <a:pt x="912687" y="912991"/>
                  </a:lnTo>
                  <a:lnTo>
                    <a:pt x="912867" y="912615"/>
                  </a:lnTo>
                  <a:lnTo>
                    <a:pt x="913047" y="912240"/>
                  </a:lnTo>
                  <a:lnTo>
                    <a:pt x="913227" y="911864"/>
                  </a:lnTo>
                  <a:lnTo>
                    <a:pt x="913408" y="911488"/>
                  </a:lnTo>
                  <a:lnTo>
                    <a:pt x="913588" y="911112"/>
                  </a:lnTo>
                  <a:lnTo>
                    <a:pt x="913768" y="910736"/>
                  </a:lnTo>
                  <a:lnTo>
                    <a:pt x="913948" y="910360"/>
                  </a:lnTo>
                  <a:lnTo>
                    <a:pt x="914128" y="909985"/>
                  </a:lnTo>
                  <a:lnTo>
                    <a:pt x="914308" y="909609"/>
                  </a:lnTo>
                  <a:lnTo>
                    <a:pt x="914400" y="90941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2058755" y="10160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657"/>
                  </a:lnTo>
                  <a:lnTo>
                    <a:pt x="905226" y="926471"/>
                  </a:lnTo>
                  <a:lnTo>
                    <a:pt x="905407" y="926096"/>
                  </a:lnTo>
                  <a:lnTo>
                    <a:pt x="905587" y="925720"/>
                  </a:lnTo>
                  <a:lnTo>
                    <a:pt x="905767" y="925344"/>
                  </a:lnTo>
                  <a:lnTo>
                    <a:pt x="905947" y="924968"/>
                  </a:lnTo>
                  <a:lnTo>
                    <a:pt x="906127" y="924592"/>
                  </a:lnTo>
                  <a:lnTo>
                    <a:pt x="906308" y="924217"/>
                  </a:lnTo>
                  <a:lnTo>
                    <a:pt x="906488" y="923841"/>
                  </a:lnTo>
                  <a:lnTo>
                    <a:pt x="906668" y="923465"/>
                  </a:lnTo>
                  <a:lnTo>
                    <a:pt x="906849" y="923089"/>
                  </a:lnTo>
                  <a:lnTo>
                    <a:pt x="907029" y="922713"/>
                  </a:lnTo>
                  <a:lnTo>
                    <a:pt x="907209" y="922338"/>
                  </a:lnTo>
                  <a:lnTo>
                    <a:pt x="907390" y="921962"/>
                  </a:lnTo>
                  <a:lnTo>
                    <a:pt x="907570" y="921586"/>
                  </a:lnTo>
                  <a:lnTo>
                    <a:pt x="907750" y="921210"/>
                  </a:lnTo>
                  <a:lnTo>
                    <a:pt x="907931" y="920834"/>
                  </a:lnTo>
                  <a:lnTo>
                    <a:pt x="908111" y="920459"/>
                  </a:lnTo>
                  <a:lnTo>
                    <a:pt x="908291" y="920083"/>
                  </a:lnTo>
                  <a:lnTo>
                    <a:pt x="908472" y="919707"/>
                  </a:lnTo>
                  <a:lnTo>
                    <a:pt x="908652" y="919331"/>
                  </a:lnTo>
                  <a:lnTo>
                    <a:pt x="908833" y="918956"/>
                  </a:lnTo>
                  <a:lnTo>
                    <a:pt x="909013" y="918580"/>
                  </a:lnTo>
                  <a:lnTo>
                    <a:pt x="909194" y="918204"/>
                  </a:lnTo>
                  <a:lnTo>
                    <a:pt x="909374" y="917828"/>
                  </a:lnTo>
                  <a:lnTo>
                    <a:pt x="909554" y="917452"/>
                  </a:lnTo>
                  <a:lnTo>
                    <a:pt x="909735" y="917077"/>
                  </a:lnTo>
                  <a:lnTo>
                    <a:pt x="909915" y="916701"/>
                  </a:lnTo>
                  <a:lnTo>
                    <a:pt x="910096" y="916325"/>
                  </a:lnTo>
                  <a:lnTo>
                    <a:pt x="910276" y="915949"/>
                  </a:lnTo>
                  <a:lnTo>
                    <a:pt x="910457" y="915574"/>
                  </a:lnTo>
                  <a:lnTo>
                    <a:pt x="910638" y="915198"/>
                  </a:lnTo>
                  <a:lnTo>
                    <a:pt x="910818" y="914822"/>
                  </a:lnTo>
                  <a:lnTo>
                    <a:pt x="911021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205875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20680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20772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20865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20958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210506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21143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21235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21328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214211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21513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21606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21699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21791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218842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21976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22069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22162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2225475" y="1033333"/>
              <a:ext cx="922736" cy="914400"/>
            </a:xfrm>
            <a:custGeom>
              <a:avLst/>
              <a:pathLst>
                <a:path w="92273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871" y="897161"/>
                  </a:lnTo>
                  <a:lnTo>
                    <a:pt x="916094" y="897642"/>
                  </a:lnTo>
                  <a:lnTo>
                    <a:pt x="919658" y="906176"/>
                  </a:lnTo>
                  <a:lnTo>
                    <a:pt x="922736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3336941" y="1016094"/>
              <a:ext cx="914400" cy="921201"/>
            </a:xfrm>
            <a:custGeom>
              <a:avLst/>
              <a:pathLst>
                <a:path w="914400" h="921201">
                  <a:moveTo>
                    <a:pt x="914400" y="914400"/>
                  </a:moveTo>
                  <a:lnTo>
                    <a:pt x="914323" y="921201"/>
                  </a:lnTo>
                  <a:lnTo>
                    <a:pt x="913077" y="919922"/>
                  </a:lnTo>
                  <a:lnTo>
                    <a:pt x="911831" y="918644"/>
                  </a:lnTo>
                  <a:lnTo>
                    <a:pt x="910584" y="917365"/>
                  </a:lnTo>
                  <a:lnTo>
                    <a:pt x="909337" y="916086"/>
                  </a:lnTo>
                  <a:lnTo>
                    <a:pt x="908090" y="914808"/>
                  </a:lnTo>
                  <a:lnTo>
                    <a:pt x="907692" y="914400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3336941" y="1016094"/>
              <a:ext cx="923662" cy="930388"/>
            </a:xfrm>
            <a:custGeom>
              <a:avLst/>
              <a:pathLst>
                <a:path w="923662" h="93038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388"/>
                  </a:lnTo>
                  <a:lnTo>
                    <a:pt x="923144" y="929949"/>
                  </a:lnTo>
                  <a:lnTo>
                    <a:pt x="918066" y="925045"/>
                  </a:lnTo>
                  <a:lnTo>
                    <a:pt x="916814" y="923759"/>
                  </a:lnTo>
                  <a:lnTo>
                    <a:pt x="915569" y="922480"/>
                  </a:lnTo>
                  <a:lnTo>
                    <a:pt x="914400" y="921280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33462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75" y="931638"/>
                  </a:lnTo>
                  <a:lnTo>
                    <a:pt x="914400" y="93038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33554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33647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33739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33832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339251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34017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34110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34203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34295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343882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34480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34573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34666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347587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348513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349439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350366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351292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352218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353144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354071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354997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355923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356849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357775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358702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359628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360554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361480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362407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363333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364259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365185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366111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367038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367964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368890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369816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370743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371669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372595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37352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37444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37537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37630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37722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37815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3790790" y="1033333"/>
              <a:ext cx="919369" cy="914400"/>
            </a:xfrm>
            <a:custGeom>
              <a:avLst/>
              <a:pathLst>
                <a:path w="9193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9" y="897161"/>
                  </a:lnTo>
                  <a:lnTo>
                    <a:pt x="914785" y="897295"/>
                  </a:lnTo>
                  <a:lnTo>
                    <a:pt x="914869" y="897608"/>
                  </a:lnTo>
                  <a:lnTo>
                    <a:pt x="914953" y="897920"/>
                  </a:lnTo>
                  <a:lnTo>
                    <a:pt x="915037" y="898233"/>
                  </a:lnTo>
                  <a:lnTo>
                    <a:pt x="915121" y="898545"/>
                  </a:lnTo>
                  <a:lnTo>
                    <a:pt x="915205" y="898858"/>
                  </a:lnTo>
                  <a:lnTo>
                    <a:pt x="915288" y="899170"/>
                  </a:lnTo>
                  <a:lnTo>
                    <a:pt x="915372" y="899483"/>
                  </a:lnTo>
                  <a:lnTo>
                    <a:pt x="915456" y="899795"/>
                  </a:lnTo>
                  <a:lnTo>
                    <a:pt x="915540" y="900108"/>
                  </a:lnTo>
                  <a:lnTo>
                    <a:pt x="915624" y="900421"/>
                  </a:lnTo>
                  <a:lnTo>
                    <a:pt x="915708" y="900733"/>
                  </a:lnTo>
                  <a:lnTo>
                    <a:pt x="915791" y="901046"/>
                  </a:lnTo>
                  <a:lnTo>
                    <a:pt x="915875" y="901358"/>
                  </a:lnTo>
                  <a:lnTo>
                    <a:pt x="915959" y="901671"/>
                  </a:lnTo>
                  <a:lnTo>
                    <a:pt x="916043" y="901983"/>
                  </a:lnTo>
                  <a:lnTo>
                    <a:pt x="916127" y="902296"/>
                  </a:lnTo>
                  <a:lnTo>
                    <a:pt x="916211" y="902608"/>
                  </a:lnTo>
                  <a:lnTo>
                    <a:pt x="916294" y="902921"/>
                  </a:lnTo>
                  <a:lnTo>
                    <a:pt x="916378" y="903233"/>
                  </a:lnTo>
                  <a:lnTo>
                    <a:pt x="916462" y="903546"/>
                  </a:lnTo>
                  <a:lnTo>
                    <a:pt x="916546" y="903858"/>
                  </a:lnTo>
                  <a:lnTo>
                    <a:pt x="916630" y="904171"/>
                  </a:lnTo>
                  <a:lnTo>
                    <a:pt x="916713" y="904483"/>
                  </a:lnTo>
                  <a:lnTo>
                    <a:pt x="916797" y="904796"/>
                  </a:lnTo>
                  <a:lnTo>
                    <a:pt x="916881" y="905108"/>
                  </a:lnTo>
                  <a:lnTo>
                    <a:pt x="916965" y="905421"/>
                  </a:lnTo>
                  <a:lnTo>
                    <a:pt x="917048" y="905733"/>
                  </a:lnTo>
                  <a:lnTo>
                    <a:pt x="917132" y="906046"/>
                  </a:lnTo>
                  <a:lnTo>
                    <a:pt x="917216" y="906359"/>
                  </a:lnTo>
                  <a:lnTo>
                    <a:pt x="917300" y="906671"/>
                  </a:lnTo>
                  <a:lnTo>
                    <a:pt x="917383" y="906984"/>
                  </a:lnTo>
                  <a:lnTo>
                    <a:pt x="917467" y="907296"/>
                  </a:lnTo>
                  <a:lnTo>
                    <a:pt x="917551" y="907609"/>
                  </a:lnTo>
                  <a:lnTo>
                    <a:pt x="917635" y="907921"/>
                  </a:lnTo>
                  <a:lnTo>
                    <a:pt x="917718" y="908234"/>
                  </a:lnTo>
                  <a:lnTo>
                    <a:pt x="917802" y="908546"/>
                  </a:lnTo>
                  <a:lnTo>
                    <a:pt x="917886" y="908859"/>
                  </a:lnTo>
                  <a:lnTo>
                    <a:pt x="917970" y="909171"/>
                  </a:lnTo>
                  <a:lnTo>
                    <a:pt x="918053" y="909484"/>
                  </a:lnTo>
                  <a:lnTo>
                    <a:pt x="918137" y="909796"/>
                  </a:lnTo>
                  <a:lnTo>
                    <a:pt x="918221" y="910109"/>
                  </a:lnTo>
                  <a:lnTo>
                    <a:pt x="918304" y="910421"/>
                  </a:lnTo>
                  <a:lnTo>
                    <a:pt x="918388" y="910734"/>
                  </a:lnTo>
                  <a:lnTo>
                    <a:pt x="918472" y="911047"/>
                  </a:lnTo>
                  <a:lnTo>
                    <a:pt x="918555" y="911359"/>
                  </a:lnTo>
                  <a:lnTo>
                    <a:pt x="918639" y="911672"/>
                  </a:lnTo>
                  <a:lnTo>
                    <a:pt x="918723" y="911984"/>
                  </a:lnTo>
                  <a:lnTo>
                    <a:pt x="918806" y="912297"/>
                  </a:lnTo>
                  <a:lnTo>
                    <a:pt x="918890" y="912609"/>
                  </a:lnTo>
                  <a:lnTo>
                    <a:pt x="918974" y="912922"/>
                  </a:lnTo>
                  <a:lnTo>
                    <a:pt x="919057" y="913234"/>
                  </a:lnTo>
                  <a:lnTo>
                    <a:pt x="919141" y="913547"/>
                  </a:lnTo>
                  <a:lnTo>
                    <a:pt x="919225" y="913859"/>
                  </a:lnTo>
                  <a:lnTo>
                    <a:pt x="919308" y="914172"/>
                  </a:lnTo>
                  <a:lnTo>
                    <a:pt x="919369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205875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021" y="914400"/>
                  </a:lnTo>
                  <a:lnTo>
                    <a:pt x="911179" y="914071"/>
                  </a:lnTo>
                  <a:lnTo>
                    <a:pt x="911360" y="913695"/>
                  </a:lnTo>
                  <a:lnTo>
                    <a:pt x="911540" y="913319"/>
                  </a:lnTo>
                  <a:lnTo>
                    <a:pt x="911721" y="912943"/>
                  </a:lnTo>
                  <a:lnTo>
                    <a:pt x="911902" y="912568"/>
                  </a:lnTo>
                  <a:lnTo>
                    <a:pt x="912082" y="912192"/>
                  </a:lnTo>
                  <a:lnTo>
                    <a:pt x="912263" y="911816"/>
                  </a:lnTo>
                  <a:lnTo>
                    <a:pt x="912444" y="911440"/>
                  </a:lnTo>
                  <a:lnTo>
                    <a:pt x="912624" y="911065"/>
                  </a:lnTo>
                  <a:lnTo>
                    <a:pt x="912805" y="910689"/>
                  </a:lnTo>
                  <a:lnTo>
                    <a:pt x="912986" y="910313"/>
                  </a:lnTo>
                  <a:lnTo>
                    <a:pt x="913166" y="909938"/>
                  </a:lnTo>
                  <a:lnTo>
                    <a:pt x="913347" y="909562"/>
                  </a:lnTo>
                  <a:lnTo>
                    <a:pt x="913528" y="909186"/>
                  </a:lnTo>
                  <a:lnTo>
                    <a:pt x="913709" y="908810"/>
                  </a:lnTo>
                  <a:lnTo>
                    <a:pt x="913889" y="908435"/>
                  </a:lnTo>
                  <a:lnTo>
                    <a:pt x="914070" y="908059"/>
                  </a:lnTo>
                  <a:lnTo>
                    <a:pt x="914400" y="90740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2068017" y="9988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48"/>
                  </a:lnTo>
                  <a:lnTo>
                    <a:pt x="908794" y="917437"/>
                  </a:lnTo>
                  <a:lnTo>
                    <a:pt x="910503" y="91439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20680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20772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20865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20958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210506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21143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21235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21328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214211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21513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21606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21699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21791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218842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21976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22069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222547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271" y="897161"/>
                  </a:lnTo>
                  <a:lnTo>
                    <a:pt x="908273" y="898910"/>
                  </a:lnTo>
                  <a:lnTo>
                    <a:pt x="912295" y="906705"/>
                  </a:lnTo>
                  <a:lnTo>
                    <a:pt x="914400" y="911233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2225475" y="1016094"/>
              <a:ext cx="915871" cy="914400"/>
            </a:xfrm>
            <a:custGeom>
              <a:avLst/>
              <a:pathLst>
                <a:path w="915871" h="914400">
                  <a:moveTo>
                    <a:pt x="914400" y="914400"/>
                  </a:moveTo>
                  <a:lnTo>
                    <a:pt x="914400" y="911233"/>
                  </a:lnTo>
                  <a:lnTo>
                    <a:pt x="915871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3318417" y="998856"/>
              <a:ext cx="914400" cy="919406"/>
            </a:xfrm>
            <a:custGeom>
              <a:avLst/>
              <a:pathLst>
                <a:path w="914400" h="919406">
                  <a:moveTo>
                    <a:pt x="914400" y="914399"/>
                  </a:moveTo>
                  <a:lnTo>
                    <a:pt x="914400" y="919406"/>
                  </a:lnTo>
                  <a:lnTo>
                    <a:pt x="911696" y="916472"/>
                  </a:lnTo>
                  <a:lnTo>
                    <a:pt x="909994" y="91439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3318417" y="998856"/>
              <a:ext cx="923662" cy="929021"/>
            </a:xfrm>
            <a:custGeom>
              <a:avLst/>
              <a:pathLst>
                <a:path w="923662" h="92902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021"/>
                  </a:lnTo>
                  <a:lnTo>
                    <a:pt x="922871" y="928212"/>
                  </a:lnTo>
                  <a:lnTo>
                    <a:pt x="921623" y="926934"/>
                  </a:lnTo>
                  <a:lnTo>
                    <a:pt x="920375" y="925656"/>
                  </a:lnTo>
                  <a:lnTo>
                    <a:pt x="919126" y="924379"/>
                  </a:lnTo>
                  <a:lnTo>
                    <a:pt x="917876" y="923101"/>
                  </a:lnTo>
                  <a:lnTo>
                    <a:pt x="916620" y="921817"/>
                  </a:lnTo>
                  <a:lnTo>
                    <a:pt x="914400" y="919406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33276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954" y="931638"/>
                  </a:lnTo>
                  <a:lnTo>
                    <a:pt x="916105" y="930768"/>
                  </a:lnTo>
                  <a:lnTo>
                    <a:pt x="914857" y="929490"/>
                  </a:lnTo>
                  <a:lnTo>
                    <a:pt x="914400" y="929021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33369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33462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33554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33647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33739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33832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339251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34017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34110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34203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34295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343882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34480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34573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346661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347587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348513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349439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350366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351292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352218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353144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354071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354997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355923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356849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357775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358702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359628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360554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361480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362407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363333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364259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365185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366111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367038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367964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368890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369816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370743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371669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372595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37352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37444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37537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37630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37722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3790790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115" y="897161"/>
                  </a:lnTo>
                  <a:lnTo>
                    <a:pt x="910164" y="897345"/>
                  </a:lnTo>
                  <a:lnTo>
                    <a:pt x="910249" y="897658"/>
                  </a:lnTo>
                  <a:lnTo>
                    <a:pt x="910333" y="897970"/>
                  </a:lnTo>
                  <a:lnTo>
                    <a:pt x="910417" y="898283"/>
                  </a:lnTo>
                  <a:lnTo>
                    <a:pt x="910501" y="898595"/>
                  </a:lnTo>
                  <a:lnTo>
                    <a:pt x="910585" y="898908"/>
                  </a:lnTo>
                  <a:lnTo>
                    <a:pt x="910669" y="899220"/>
                  </a:lnTo>
                  <a:lnTo>
                    <a:pt x="910753" y="899533"/>
                  </a:lnTo>
                  <a:lnTo>
                    <a:pt x="910837" y="899845"/>
                  </a:lnTo>
                  <a:lnTo>
                    <a:pt x="910922" y="900158"/>
                  </a:lnTo>
                  <a:lnTo>
                    <a:pt x="911006" y="900470"/>
                  </a:lnTo>
                  <a:lnTo>
                    <a:pt x="911090" y="900783"/>
                  </a:lnTo>
                  <a:lnTo>
                    <a:pt x="911174" y="901095"/>
                  </a:lnTo>
                  <a:lnTo>
                    <a:pt x="911258" y="901408"/>
                  </a:lnTo>
                  <a:lnTo>
                    <a:pt x="911342" y="901721"/>
                  </a:lnTo>
                  <a:lnTo>
                    <a:pt x="911426" y="902033"/>
                  </a:lnTo>
                  <a:lnTo>
                    <a:pt x="911510" y="902346"/>
                  </a:lnTo>
                  <a:lnTo>
                    <a:pt x="911594" y="902658"/>
                  </a:lnTo>
                  <a:lnTo>
                    <a:pt x="911678" y="902971"/>
                  </a:lnTo>
                  <a:lnTo>
                    <a:pt x="911762" y="903283"/>
                  </a:lnTo>
                  <a:lnTo>
                    <a:pt x="911846" y="903596"/>
                  </a:lnTo>
                  <a:lnTo>
                    <a:pt x="911930" y="903908"/>
                  </a:lnTo>
                  <a:lnTo>
                    <a:pt x="912014" y="904221"/>
                  </a:lnTo>
                  <a:lnTo>
                    <a:pt x="912098" y="904533"/>
                  </a:lnTo>
                  <a:lnTo>
                    <a:pt x="912182" y="904846"/>
                  </a:lnTo>
                  <a:lnTo>
                    <a:pt x="912267" y="905158"/>
                  </a:lnTo>
                  <a:lnTo>
                    <a:pt x="912351" y="905471"/>
                  </a:lnTo>
                  <a:lnTo>
                    <a:pt x="912435" y="905783"/>
                  </a:lnTo>
                  <a:lnTo>
                    <a:pt x="912519" y="906096"/>
                  </a:lnTo>
                  <a:lnTo>
                    <a:pt x="912603" y="906408"/>
                  </a:lnTo>
                  <a:lnTo>
                    <a:pt x="912687" y="906721"/>
                  </a:lnTo>
                  <a:lnTo>
                    <a:pt x="912771" y="907033"/>
                  </a:lnTo>
                  <a:lnTo>
                    <a:pt x="912855" y="907346"/>
                  </a:lnTo>
                  <a:lnTo>
                    <a:pt x="912939" y="907658"/>
                  </a:lnTo>
                  <a:lnTo>
                    <a:pt x="913023" y="907971"/>
                  </a:lnTo>
                  <a:lnTo>
                    <a:pt x="913107" y="908283"/>
                  </a:lnTo>
                  <a:lnTo>
                    <a:pt x="913190" y="908596"/>
                  </a:lnTo>
                  <a:lnTo>
                    <a:pt x="913274" y="908908"/>
                  </a:lnTo>
                  <a:lnTo>
                    <a:pt x="913358" y="909221"/>
                  </a:lnTo>
                  <a:lnTo>
                    <a:pt x="913442" y="909533"/>
                  </a:lnTo>
                  <a:lnTo>
                    <a:pt x="913526" y="909846"/>
                  </a:lnTo>
                  <a:lnTo>
                    <a:pt x="913610" y="910158"/>
                  </a:lnTo>
                  <a:lnTo>
                    <a:pt x="913694" y="910471"/>
                  </a:lnTo>
                  <a:lnTo>
                    <a:pt x="913778" y="910783"/>
                  </a:lnTo>
                  <a:lnTo>
                    <a:pt x="913862" y="911096"/>
                  </a:lnTo>
                  <a:lnTo>
                    <a:pt x="913946" y="911409"/>
                  </a:lnTo>
                  <a:lnTo>
                    <a:pt x="914030" y="911721"/>
                  </a:lnTo>
                  <a:lnTo>
                    <a:pt x="914114" y="912034"/>
                  </a:lnTo>
                  <a:lnTo>
                    <a:pt x="914198" y="912346"/>
                  </a:lnTo>
                  <a:lnTo>
                    <a:pt x="914282" y="912659"/>
                  </a:lnTo>
                  <a:lnTo>
                    <a:pt x="914400" y="913097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3790790" y="1016094"/>
              <a:ext cx="914749" cy="914400"/>
            </a:xfrm>
            <a:custGeom>
              <a:avLst/>
              <a:pathLst>
                <a:path w="914749" h="914400">
                  <a:moveTo>
                    <a:pt x="914400" y="914400"/>
                  </a:moveTo>
                  <a:lnTo>
                    <a:pt x="914400" y="913097"/>
                  </a:lnTo>
                  <a:lnTo>
                    <a:pt x="914450" y="913284"/>
                  </a:lnTo>
                  <a:lnTo>
                    <a:pt x="914533" y="913596"/>
                  </a:lnTo>
                  <a:lnTo>
                    <a:pt x="914617" y="913909"/>
                  </a:lnTo>
                  <a:lnTo>
                    <a:pt x="914701" y="914221"/>
                  </a:lnTo>
                  <a:lnTo>
                    <a:pt x="914749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2068017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0503" y="914399"/>
                  </a:lnTo>
                  <a:lnTo>
                    <a:pt x="912994" y="909974"/>
                  </a:lnTo>
                  <a:lnTo>
                    <a:pt x="914400" y="907727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2077279" y="98161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965"/>
                  </a:lnTo>
                  <a:lnTo>
                    <a:pt x="908137" y="920168"/>
                  </a:lnTo>
                  <a:lnTo>
                    <a:pt x="912151" y="91439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20772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20865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20958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210506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21143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21235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21328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214211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21513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21606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21699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21791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218842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21976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2216212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5586" y="897161"/>
                  </a:lnTo>
                  <a:lnTo>
                    <a:pt x="908861" y="901783"/>
                  </a:lnTo>
                  <a:lnTo>
                    <a:pt x="913299" y="908755"/>
                  </a:lnTo>
                  <a:lnTo>
                    <a:pt x="914400" y="910676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2216212" y="998856"/>
              <a:ext cx="916533" cy="914399"/>
            </a:xfrm>
            <a:custGeom>
              <a:avLst/>
              <a:pathLst>
                <a:path w="916533" h="914399">
                  <a:moveTo>
                    <a:pt x="914400" y="914399"/>
                  </a:moveTo>
                  <a:lnTo>
                    <a:pt x="914400" y="910676"/>
                  </a:lnTo>
                  <a:lnTo>
                    <a:pt x="916533" y="91439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3309154" y="981617"/>
              <a:ext cx="914400" cy="925473"/>
            </a:xfrm>
            <a:custGeom>
              <a:avLst/>
              <a:pathLst>
                <a:path w="914400" h="925473">
                  <a:moveTo>
                    <a:pt x="914400" y="914399"/>
                  </a:moveTo>
                  <a:lnTo>
                    <a:pt x="914400" y="925473"/>
                  </a:lnTo>
                  <a:lnTo>
                    <a:pt x="911584" y="921647"/>
                  </a:lnTo>
                  <a:lnTo>
                    <a:pt x="907158" y="914961"/>
                  </a:lnTo>
                  <a:lnTo>
                    <a:pt x="906823" y="91439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33091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256" y="931638"/>
                  </a:lnTo>
                  <a:lnTo>
                    <a:pt x="916188" y="927903"/>
                  </a:lnTo>
                  <a:lnTo>
                    <a:pt x="914400" y="925473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33184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33276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33369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33462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33554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33647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33739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33832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339251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34017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34110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34203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34295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343882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34480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345735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346661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347587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348513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349439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350366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351292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352218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353144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354071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354997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355923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356849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357775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358702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359628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360554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361480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362407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363333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364259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365185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366111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367038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367964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368890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369816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370743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371669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37259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37352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37444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37537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37630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37722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3781528" y="998856"/>
              <a:ext cx="919377" cy="914399"/>
            </a:xfrm>
            <a:custGeom>
              <a:avLst/>
              <a:pathLst>
                <a:path w="919377" h="914399">
                  <a:moveTo>
                    <a:pt x="914400" y="914399"/>
                  </a:moveTo>
                  <a:lnTo>
                    <a:pt x="914423" y="897161"/>
                  </a:lnTo>
                  <a:lnTo>
                    <a:pt x="915117" y="899281"/>
                  </a:lnTo>
                  <a:lnTo>
                    <a:pt x="917997" y="909275"/>
                  </a:lnTo>
                  <a:lnTo>
                    <a:pt x="918080" y="909584"/>
                  </a:lnTo>
                  <a:lnTo>
                    <a:pt x="918164" y="909896"/>
                  </a:lnTo>
                  <a:lnTo>
                    <a:pt x="918248" y="910209"/>
                  </a:lnTo>
                  <a:lnTo>
                    <a:pt x="918333" y="910521"/>
                  </a:lnTo>
                  <a:lnTo>
                    <a:pt x="918417" y="910834"/>
                  </a:lnTo>
                  <a:lnTo>
                    <a:pt x="918501" y="911146"/>
                  </a:lnTo>
                  <a:lnTo>
                    <a:pt x="918585" y="911459"/>
                  </a:lnTo>
                  <a:lnTo>
                    <a:pt x="918669" y="911771"/>
                  </a:lnTo>
                  <a:lnTo>
                    <a:pt x="918753" y="912084"/>
                  </a:lnTo>
                  <a:lnTo>
                    <a:pt x="918838" y="912396"/>
                  </a:lnTo>
                  <a:lnTo>
                    <a:pt x="918922" y="912709"/>
                  </a:lnTo>
                  <a:lnTo>
                    <a:pt x="919006" y="913021"/>
                  </a:lnTo>
                  <a:lnTo>
                    <a:pt x="919090" y="913334"/>
                  </a:lnTo>
                  <a:lnTo>
                    <a:pt x="919174" y="913646"/>
                  </a:lnTo>
                  <a:lnTo>
                    <a:pt x="919258" y="913959"/>
                  </a:lnTo>
                  <a:lnTo>
                    <a:pt x="919343" y="914271"/>
                  </a:lnTo>
                  <a:lnTo>
                    <a:pt x="919377" y="91439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2077279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51" y="914399"/>
                  </a:lnTo>
                  <a:lnTo>
                    <a:pt x="912733" y="913562"/>
                  </a:lnTo>
                  <a:lnTo>
                    <a:pt x="914400" y="911416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2086541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1416"/>
                  </a:lnTo>
                  <a:lnTo>
                    <a:pt x="908246" y="907412"/>
                  </a:lnTo>
                  <a:lnTo>
                    <a:pt x="913188" y="901734"/>
                  </a:lnTo>
                  <a:lnTo>
                    <a:pt x="914400" y="90049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2095803" y="964379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738"/>
                  </a:lnTo>
                  <a:lnTo>
                    <a:pt x="908414" y="91439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20958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2105066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21143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21235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21328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214211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21513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21606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21699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21791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219768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314" y="897161"/>
                  </a:lnTo>
                  <a:lnTo>
                    <a:pt x="912985" y="900823"/>
                  </a:lnTo>
                  <a:lnTo>
                    <a:pt x="914400" y="902416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2206950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2416"/>
                  </a:lnTo>
                  <a:lnTo>
                    <a:pt x="908691" y="906419"/>
                  </a:lnTo>
                  <a:lnTo>
                    <a:pt x="913496" y="912491"/>
                  </a:lnTo>
                  <a:lnTo>
                    <a:pt x="914400" y="913767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2206950" y="981617"/>
              <a:ext cx="914848" cy="914399"/>
            </a:xfrm>
            <a:custGeom>
              <a:avLst/>
              <a:pathLst>
                <a:path w="914848" h="914399">
                  <a:moveTo>
                    <a:pt x="914400" y="914399"/>
                  </a:moveTo>
                  <a:lnTo>
                    <a:pt x="914400" y="913767"/>
                  </a:lnTo>
                  <a:lnTo>
                    <a:pt x="914848" y="91439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3299892" y="964379"/>
              <a:ext cx="914400" cy="928813"/>
            </a:xfrm>
            <a:custGeom>
              <a:avLst/>
              <a:pathLst>
                <a:path w="914400" h="928813">
                  <a:moveTo>
                    <a:pt x="914400" y="914399"/>
                  </a:moveTo>
                  <a:lnTo>
                    <a:pt x="914400" y="928813"/>
                  </a:lnTo>
                  <a:lnTo>
                    <a:pt x="912184" y="925100"/>
                  </a:lnTo>
                  <a:lnTo>
                    <a:pt x="908150" y="917605"/>
                  </a:lnTo>
                  <a:lnTo>
                    <a:pt x="906593" y="91439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32998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085" y="931638"/>
                  </a:lnTo>
                  <a:lnTo>
                    <a:pt x="914400" y="928813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33091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33184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33276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33369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33462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335546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33647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33739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33832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339251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34017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34110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34203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34295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343882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344808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345735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346661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347587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348513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349439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350366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351292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352218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353144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354071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354997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355923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356849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357775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358702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359628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360554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361480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362407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363333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364259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365185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366111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367038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367964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368890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369816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370743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37166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37259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37352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37444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37537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37630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378152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361" y="897161"/>
                  </a:lnTo>
                  <a:lnTo>
                    <a:pt x="908496" y="897486"/>
                  </a:lnTo>
                  <a:lnTo>
                    <a:pt x="911946" y="906834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209580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8414" y="914399"/>
                  </a:lnTo>
                  <a:lnTo>
                    <a:pt x="909020" y="913782"/>
                  </a:lnTo>
                  <a:lnTo>
                    <a:pt x="914252" y="909095"/>
                  </a:lnTo>
                  <a:lnTo>
                    <a:pt x="914400" y="908980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210506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980"/>
                  </a:lnTo>
                  <a:lnTo>
                    <a:pt x="910347" y="904923"/>
                  </a:lnTo>
                  <a:lnTo>
                    <a:pt x="914400" y="902220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2114328" y="94714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459"/>
                  </a:lnTo>
                  <a:lnTo>
                    <a:pt x="906552" y="918515"/>
                  </a:lnTo>
                  <a:lnTo>
                    <a:pt x="912114" y="915406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21143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21235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21328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214211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21513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2169901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738" y="897161"/>
                  </a:lnTo>
                  <a:lnTo>
                    <a:pt x="913962" y="897696"/>
                  </a:lnTo>
                  <a:lnTo>
                    <a:pt x="914400" y="897933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217916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933"/>
                  </a:lnTo>
                  <a:lnTo>
                    <a:pt x="910276" y="900714"/>
                  </a:lnTo>
                  <a:lnTo>
                    <a:pt x="914400" y="90338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218842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3388"/>
                  </a:lnTo>
                  <a:lnTo>
                    <a:pt x="906497" y="904270"/>
                  </a:lnTo>
                  <a:lnTo>
                    <a:pt x="911874" y="908354"/>
                  </a:lnTo>
                  <a:lnTo>
                    <a:pt x="914400" y="910565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2188426" y="964379"/>
              <a:ext cx="918577" cy="914399"/>
            </a:xfrm>
            <a:custGeom>
              <a:avLst/>
              <a:pathLst>
                <a:path w="918577" h="914399">
                  <a:moveTo>
                    <a:pt x="914400" y="914399"/>
                  </a:moveTo>
                  <a:lnTo>
                    <a:pt x="914400" y="910565"/>
                  </a:lnTo>
                  <a:lnTo>
                    <a:pt x="917129" y="912955"/>
                  </a:lnTo>
                  <a:lnTo>
                    <a:pt x="918577" y="91439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3290630" y="947140"/>
              <a:ext cx="914400" cy="928642"/>
            </a:xfrm>
            <a:custGeom>
              <a:avLst/>
              <a:pathLst>
                <a:path w="914400" h="928642">
                  <a:moveTo>
                    <a:pt x="914400" y="914399"/>
                  </a:moveTo>
                  <a:lnTo>
                    <a:pt x="914400" y="928642"/>
                  </a:lnTo>
                  <a:lnTo>
                    <a:pt x="913589" y="926973"/>
                  </a:lnTo>
                  <a:lnTo>
                    <a:pt x="909988" y="918749"/>
                  </a:lnTo>
                  <a:lnTo>
                    <a:pt x="908275" y="91439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32906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855" y="931638"/>
                  </a:lnTo>
                  <a:lnTo>
                    <a:pt x="914400" y="928642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32998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33091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33184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33276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33369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334620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335546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33647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33739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33832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339251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34017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341103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342030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342956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343882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344808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345735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346661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347587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348513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349439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350366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351292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352218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353144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354071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354997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355923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356849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357775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358702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359628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360554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361480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362407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363333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364259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365185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366111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367038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367964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368890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369816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37074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37166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37259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37352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37444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37537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3772265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0061" y="897161"/>
                  </a:lnTo>
                  <a:lnTo>
                    <a:pt x="914037" y="905743"/>
                  </a:lnTo>
                  <a:lnTo>
                    <a:pt x="914400" y="906617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3772265" y="964379"/>
              <a:ext cx="917623" cy="914399"/>
            </a:xfrm>
            <a:custGeom>
              <a:avLst/>
              <a:pathLst>
                <a:path w="917623" h="914399">
                  <a:moveTo>
                    <a:pt x="914400" y="914399"/>
                  </a:moveTo>
                  <a:lnTo>
                    <a:pt x="914400" y="906617"/>
                  </a:lnTo>
                  <a:lnTo>
                    <a:pt x="917623" y="91439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2123590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67"/>
                  </a:lnTo>
                  <a:lnTo>
                    <a:pt x="908493" y="912841"/>
                  </a:lnTo>
                  <a:lnTo>
                    <a:pt x="914199" y="910829"/>
                  </a:lnTo>
                  <a:lnTo>
                    <a:pt x="914400" y="91077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2132852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0778"/>
                  </a:lnTo>
                  <a:lnTo>
                    <a:pt x="910691" y="909373"/>
                  </a:lnTo>
                  <a:lnTo>
                    <a:pt x="914400" y="908801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2142115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801"/>
                  </a:lnTo>
                  <a:lnTo>
                    <a:pt x="907216" y="908479"/>
                  </a:lnTo>
                  <a:lnTo>
                    <a:pt x="913021" y="908149"/>
                  </a:lnTo>
                  <a:lnTo>
                    <a:pt x="914400" y="908205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2151377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205"/>
                  </a:lnTo>
                  <a:lnTo>
                    <a:pt x="909565" y="908384"/>
                  </a:lnTo>
                  <a:lnTo>
                    <a:pt x="914400" y="909051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2160639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9051"/>
                  </a:lnTo>
                  <a:lnTo>
                    <a:pt x="906094" y="909183"/>
                  </a:lnTo>
                  <a:lnTo>
                    <a:pt x="911855" y="910544"/>
                  </a:lnTo>
                  <a:lnTo>
                    <a:pt x="914400" y="91139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2160639" y="947140"/>
              <a:ext cx="922001" cy="914399"/>
            </a:xfrm>
            <a:custGeom>
              <a:avLst/>
              <a:pathLst>
                <a:path w="922001" h="914399">
                  <a:moveTo>
                    <a:pt x="914400" y="914399"/>
                  </a:moveTo>
                  <a:lnTo>
                    <a:pt x="914400" y="911398"/>
                  </a:lnTo>
                  <a:lnTo>
                    <a:pt x="917570" y="912462"/>
                  </a:lnTo>
                  <a:lnTo>
                    <a:pt x="922001" y="91439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3281368" y="929902"/>
              <a:ext cx="914400" cy="923234"/>
            </a:xfrm>
            <a:custGeom>
              <a:avLst/>
              <a:pathLst>
                <a:path w="914400" h="923234">
                  <a:moveTo>
                    <a:pt x="914400" y="914400"/>
                  </a:moveTo>
                  <a:lnTo>
                    <a:pt x="914400" y="923234"/>
                  </a:lnTo>
                  <a:lnTo>
                    <a:pt x="912751" y="918563"/>
                  </a:lnTo>
                  <a:lnTo>
                    <a:pt x="911440" y="914400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32813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537" y="931638"/>
                  </a:lnTo>
                  <a:lnTo>
                    <a:pt x="915880" y="927431"/>
                  </a:lnTo>
                  <a:lnTo>
                    <a:pt x="914400" y="923234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32906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32998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33091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33184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33276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333694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334620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335546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336472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337399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338325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339251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340177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341103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342030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342956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343882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344808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345735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346661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347587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348513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349439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350366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351292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352218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353144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354071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354997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355923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356849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357775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358702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359628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360554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361480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362407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363333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364259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365185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366111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367038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367964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368890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36981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37074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37166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37259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37352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37444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3763003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2" y="897161"/>
                  </a:lnTo>
                  <a:lnTo>
                    <a:pt x="910633" y="898497"/>
                  </a:lnTo>
                  <a:lnTo>
                    <a:pt x="914400" y="905021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3763003" y="947140"/>
              <a:ext cx="919323" cy="914399"/>
            </a:xfrm>
            <a:custGeom>
              <a:avLst/>
              <a:pathLst>
                <a:path w="919323" h="914399">
                  <a:moveTo>
                    <a:pt x="914400" y="914399"/>
                  </a:moveTo>
                  <a:lnTo>
                    <a:pt x="914400" y="905021"/>
                  </a:lnTo>
                  <a:lnTo>
                    <a:pt x="915094" y="906223"/>
                  </a:lnTo>
                  <a:lnTo>
                    <a:pt x="919323" y="91439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3281368" y="91266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40" y="931638"/>
                  </a:lnTo>
                  <a:lnTo>
                    <a:pt x="909870" y="926647"/>
                  </a:lnTo>
                  <a:lnTo>
                    <a:pt x="907244" y="917230"/>
                  </a:lnTo>
                  <a:lnTo>
                    <a:pt x="906552" y="91439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32813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32906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32998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33091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33184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332767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333694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334620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335546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336472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337399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338325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339251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340177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341103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342030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342956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343882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344808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345735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346661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347587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348513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349439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350366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351292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352218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353144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354071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354997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355923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356849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357775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358702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359628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360554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361480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362407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363333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364259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365185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366111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367038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367964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368890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36981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37074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37166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37259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37352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3753741" y="9299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789" y="897161"/>
                  </a:lnTo>
                  <a:lnTo>
                    <a:pt x="911067" y="897662"/>
                  </a:lnTo>
                  <a:lnTo>
                    <a:pt x="914400" y="904385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3753741" y="929902"/>
              <a:ext cx="919034" cy="914400"/>
            </a:xfrm>
            <a:custGeom>
              <a:avLst/>
              <a:pathLst>
                <a:path w="919034" h="914400">
                  <a:moveTo>
                    <a:pt x="914400" y="914400"/>
                  </a:moveTo>
                  <a:lnTo>
                    <a:pt x="914400" y="904385"/>
                  </a:lnTo>
                  <a:lnTo>
                    <a:pt x="915299" y="906201"/>
                  </a:lnTo>
                  <a:lnTo>
                    <a:pt x="918697" y="913876"/>
                  </a:lnTo>
                  <a:lnTo>
                    <a:pt x="919034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3272105" y="895425"/>
              <a:ext cx="914400" cy="925856"/>
            </a:xfrm>
            <a:custGeom>
              <a:avLst/>
              <a:pathLst>
                <a:path w="914400" h="925856">
                  <a:moveTo>
                    <a:pt x="914400" y="914400"/>
                  </a:moveTo>
                  <a:lnTo>
                    <a:pt x="914400" y="925856"/>
                  </a:lnTo>
                  <a:lnTo>
                    <a:pt x="914144" y="924813"/>
                  </a:lnTo>
                  <a:lnTo>
                    <a:pt x="912051" y="914945"/>
                  </a:lnTo>
                  <a:lnTo>
                    <a:pt x="911952" y="914400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32721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4" y="931638"/>
                  </a:lnTo>
                  <a:lnTo>
                    <a:pt x="914400" y="925856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32813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32906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32998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33091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331841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332767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333694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334620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335546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336472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337399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338325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339251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340177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341103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342030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342956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343882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344808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345735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346661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347587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348513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349439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350366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351292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352218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353144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354071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354997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355923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356849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357775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358702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359628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360554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361480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362407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363333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364259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365185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366111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367038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367964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36889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36981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37074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37166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37259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3744479" y="91266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8" y="897168"/>
                  </a:lnTo>
                  <a:lnTo>
                    <a:pt x="909970" y="897460"/>
                  </a:lnTo>
                  <a:lnTo>
                    <a:pt x="910163" y="897753"/>
                  </a:lnTo>
                  <a:lnTo>
                    <a:pt x="910355" y="898046"/>
                  </a:lnTo>
                  <a:lnTo>
                    <a:pt x="910548" y="898339"/>
                  </a:lnTo>
                  <a:lnTo>
                    <a:pt x="910740" y="898631"/>
                  </a:lnTo>
                  <a:lnTo>
                    <a:pt x="910933" y="898924"/>
                  </a:lnTo>
                  <a:lnTo>
                    <a:pt x="911125" y="899217"/>
                  </a:lnTo>
                  <a:lnTo>
                    <a:pt x="914400" y="90449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3744479" y="912663"/>
              <a:ext cx="920051" cy="914399"/>
            </a:xfrm>
            <a:custGeom>
              <a:avLst/>
              <a:pathLst>
                <a:path w="920051" h="914399">
                  <a:moveTo>
                    <a:pt x="914400" y="914399"/>
                  </a:moveTo>
                  <a:lnTo>
                    <a:pt x="914400" y="904490"/>
                  </a:lnTo>
                  <a:lnTo>
                    <a:pt x="915846" y="906818"/>
                  </a:lnTo>
                  <a:lnTo>
                    <a:pt x="920051" y="91439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3272105" y="8781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52" y="931638"/>
                  </a:lnTo>
                  <a:lnTo>
                    <a:pt x="910232" y="922129"/>
                  </a:lnTo>
                  <a:lnTo>
                    <a:pt x="909068" y="914400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32721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32813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32906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32998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330915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331841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332767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333694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334620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335546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336472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337399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338325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339251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340177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341103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342030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342956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343882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344808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345735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346661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347587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348513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349439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350366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351292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352218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353144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354071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354997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355923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356849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357775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358702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359628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360554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361480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362407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363333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364259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365185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366111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367038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367964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36889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36981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37074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37166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3735217" y="8954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658" y="897161"/>
                  </a:lnTo>
                  <a:lnTo>
                    <a:pt x="908053" y="897728"/>
                  </a:lnTo>
                  <a:lnTo>
                    <a:pt x="908243" y="898017"/>
                  </a:lnTo>
                  <a:lnTo>
                    <a:pt x="908436" y="898309"/>
                  </a:lnTo>
                  <a:lnTo>
                    <a:pt x="908629" y="898602"/>
                  </a:lnTo>
                  <a:lnTo>
                    <a:pt x="908822" y="898894"/>
                  </a:lnTo>
                  <a:lnTo>
                    <a:pt x="909015" y="899187"/>
                  </a:lnTo>
                  <a:lnTo>
                    <a:pt x="909208" y="899480"/>
                  </a:lnTo>
                  <a:lnTo>
                    <a:pt x="909401" y="899772"/>
                  </a:lnTo>
                  <a:lnTo>
                    <a:pt x="909594" y="900065"/>
                  </a:lnTo>
                  <a:lnTo>
                    <a:pt x="909787" y="900357"/>
                  </a:lnTo>
                  <a:lnTo>
                    <a:pt x="909980" y="900650"/>
                  </a:lnTo>
                  <a:lnTo>
                    <a:pt x="910173" y="900943"/>
                  </a:lnTo>
                  <a:lnTo>
                    <a:pt x="910366" y="901235"/>
                  </a:lnTo>
                  <a:lnTo>
                    <a:pt x="910559" y="901528"/>
                  </a:lnTo>
                  <a:lnTo>
                    <a:pt x="910752" y="901821"/>
                  </a:lnTo>
                  <a:lnTo>
                    <a:pt x="910945" y="902113"/>
                  </a:lnTo>
                  <a:lnTo>
                    <a:pt x="911138" y="902406"/>
                  </a:lnTo>
                  <a:lnTo>
                    <a:pt x="911331" y="902698"/>
                  </a:lnTo>
                  <a:lnTo>
                    <a:pt x="911524" y="902991"/>
                  </a:lnTo>
                  <a:lnTo>
                    <a:pt x="911717" y="903284"/>
                  </a:lnTo>
                  <a:lnTo>
                    <a:pt x="911910" y="903576"/>
                  </a:lnTo>
                  <a:lnTo>
                    <a:pt x="912103" y="903869"/>
                  </a:lnTo>
                  <a:lnTo>
                    <a:pt x="912296" y="904162"/>
                  </a:lnTo>
                  <a:lnTo>
                    <a:pt x="912488" y="904454"/>
                  </a:lnTo>
                  <a:lnTo>
                    <a:pt x="912681" y="904747"/>
                  </a:lnTo>
                  <a:lnTo>
                    <a:pt x="912874" y="905040"/>
                  </a:lnTo>
                  <a:lnTo>
                    <a:pt x="913067" y="905332"/>
                  </a:lnTo>
                  <a:lnTo>
                    <a:pt x="913260" y="905625"/>
                  </a:lnTo>
                  <a:lnTo>
                    <a:pt x="913453" y="905918"/>
                  </a:lnTo>
                  <a:lnTo>
                    <a:pt x="913645" y="906210"/>
                  </a:lnTo>
                  <a:lnTo>
                    <a:pt x="913838" y="906503"/>
                  </a:lnTo>
                  <a:lnTo>
                    <a:pt x="914031" y="906796"/>
                  </a:lnTo>
                  <a:lnTo>
                    <a:pt x="914224" y="907088"/>
                  </a:lnTo>
                  <a:lnTo>
                    <a:pt x="914400" y="907355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3735217" y="895425"/>
              <a:ext cx="919036" cy="914400"/>
            </a:xfrm>
            <a:custGeom>
              <a:avLst/>
              <a:pathLst>
                <a:path w="919036" h="914400">
                  <a:moveTo>
                    <a:pt x="914400" y="914400"/>
                  </a:moveTo>
                  <a:lnTo>
                    <a:pt x="914417" y="907381"/>
                  </a:lnTo>
                  <a:lnTo>
                    <a:pt x="914609" y="907674"/>
                  </a:lnTo>
                  <a:lnTo>
                    <a:pt x="914802" y="907966"/>
                  </a:lnTo>
                  <a:lnTo>
                    <a:pt x="914995" y="908259"/>
                  </a:lnTo>
                  <a:lnTo>
                    <a:pt x="915188" y="908552"/>
                  </a:lnTo>
                  <a:lnTo>
                    <a:pt x="915380" y="908844"/>
                  </a:lnTo>
                  <a:lnTo>
                    <a:pt x="915573" y="909137"/>
                  </a:lnTo>
                  <a:lnTo>
                    <a:pt x="915766" y="909430"/>
                  </a:lnTo>
                  <a:lnTo>
                    <a:pt x="915958" y="909722"/>
                  </a:lnTo>
                  <a:lnTo>
                    <a:pt x="916151" y="910015"/>
                  </a:lnTo>
                  <a:lnTo>
                    <a:pt x="916344" y="910308"/>
                  </a:lnTo>
                  <a:lnTo>
                    <a:pt x="916536" y="910601"/>
                  </a:lnTo>
                  <a:lnTo>
                    <a:pt x="916729" y="910893"/>
                  </a:lnTo>
                  <a:lnTo>
                    <a:pt x="916922" y="911186"/>
                  </a:lnTo>
                  <a:lnTo>
                    <a:pt x="917114" y="911479"/>
                  </a:lnTo>
                  <a:lnTo>
                    <a:pt x="917307" y="911771"/>
                  </a:lnTo>
                  <a:lnTo>
                    <a:pt x="917499" y="912064"/>
                  </a:lnTo>
                  <a:lnTo>
                    <a:pt x="917692" y="912357"/>
                  </a:lnTo>
                  <a:lnTo>
                    <a:pt x="917885" y="912650"/>
                  </a:lnTo>
                  <a:lnTo>
                    <a:pt x="918077" y="912942"/>
                  </a:lnTo>
                  <a:lnTo>
                    <a:pt x="918270" y="913235"/>
                  </a:lnTo>
                  <a:lnTo>
                    <a:pt x="918462" y="913528"/>
                  </a:lnTo>
                  <a:lnTo>
                    <a:pt x="918655" y="913820"/>
                  </a:lnTo>
                  <a:lnTo>
                    <a:pt x="918848" y="914113"/>
                  </a:lnTo>
                  <a:lnTo>
                    <a:pt x="919036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3272105" y="8609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68" y="931638"/>
                  </a:lnTo>
                  <a:lnTo>
                    <a:pt x="908693" y="929152"/>
                  </a:lnTo>
                  <a:lnTo>
                    <a:pt x="907437" y="918803"/>
                  </a:lnTo>
                  <a:lnTo>
                    <a:pt x="907029" y="914400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32721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32813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329063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329989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330915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331841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332767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333694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334620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335546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336472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337399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338325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339251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340177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341103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342030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342956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343882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344808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345735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346661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347587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348513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349439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350366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351292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352218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353144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354071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354997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355923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356849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357775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358702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359628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360554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361480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362407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363333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364259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365185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366111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367038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367964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36889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36981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3716692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00" y="897161"/>
                  </a:lnTo>
                  <a:lnTo>
                    <a:pt x="914400" y="89899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3725954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998"/>
                  </a:lnTo>
                  <a:lnTo>
                    <a:pt x="907956" y="902236"/>
                  </a:lnTo>
                  <a:lnTo>
                    <a:pt x="912725" y="908374"/>
                  </a:lnTo>
                  <a:lnTo>
                    <a:pt x="914400" y="91077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3725954" y="878187"/>
              <a:ext cx="916920" cy="914400"/>
            </a:xfrm>
            <a:custGeom>
              <a:avLst/>
              <a:pathLst>
                <a:path w="916920" h="914400">
                  <a:moveTo>
                    <a:pt x="914400" y="914400"/>
                  </a:moveTo>
                  <a:lnTo>
                    <a:pt x="914400" y="910779"/>
                  </a:lnTo>
                  <a:lnTo>
                    <a:pt x="916920" y="914400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3272105" y="8437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29" y="931638"/>
                  </a:lnTo>
                  <a:lnTo>
                    <a:pt x="906468" y="925587"/>
                  </a:lnTo>
                  <a:lnTo>
                    <a:pt x="905788" y="915053"/>
                  </a:lnTo>
                  <a:lnTo>
                    <a:pt x="905764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32721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328136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329063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329989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330915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331841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332767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333694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334620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335546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336472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337399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338325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339251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340177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341103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342030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342956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343882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344808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345735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346661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347587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348513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349439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350366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351292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352218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353144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354071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354997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355923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356849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357775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358702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359628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360554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361480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362407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363333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364259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365185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366111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367038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367964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36889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3707430" y="8609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145" y="897161"/>
                  </a:lnTo>
                  <a:lnTo>
                    <a:pt x="909600" y="902672"/>
                  </a:lnTo>
                  <a:lnTo>
                    <a:pt x="911237" y="903947"/>
                  </a:lnTo>
                  <a:lnTo>
                    <a:pt x="914400" y="906780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3707430" y="860948"/>
              <a:ext cx="922063" cy="914400"/>
            </a:xfrm>
            <a:custGeom>
              <a:avLst/>
              <a:pathLst>
                <a:path w="922063" h="914400">
                  <a:moveTo>
                    <a:pt x="914400" y="914400"/>
                  </a:moveTo>
                  <a:lnTo>
                    <a:pt x="914400" y="906780"/>
                  </a:lnTo>
                  <a:lnTo>
                    <a:pt x="916461" y="908627"/>
                  </a:lnTo>
                  <a:lnTo>
                    <a:pt x="921547" y="913807"/>
                  </a:lnTo>
                  <a:lnTo>
                    <a:pt x="922063" y="914400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3272105" y="8264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64" y="931638"/>
                  </a:lnTo>
                  <a:lnTo>
                    <a:pt x="905399" y="921707"/>
                  </a:lnTo>
                  <a:lnTo>
                    <a:pt x="905333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327210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328136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329063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329989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330915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331841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332767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333694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334620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335546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336472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337399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338325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339251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340177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341103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342030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342956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343882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344808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345735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346661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347587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348513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349439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350366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351292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352218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353144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354071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354997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355923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356849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357775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358702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359628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360554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361480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362407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363333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364259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365185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366111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367038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367964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3698168" y="8437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374" y="897161"/>
                  </a:lnTo>
                  <a:lnTo>
                    <a:pt x="908074" y="898310"/>
                  </a:lnTo>
                  <a:lnTo>
                    <a:pt x="912197" y="905823"/>
                  </a:lnTo>
                  <a:lnTo>
                    <a:pt x="914400" y="910274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3698168" y="843710"/>
              <a:ext cx="916407" cy="914400"/>
            </a:xfrm>
            <a:custGeom>
              <a:avLst/>
              <a:pathLst>
                <a:path w="916407" h="914400">
                  <a:moveTo>
                    <a:pt x="914400" y="914400"/>
                  </a:moveTo>
                  <a:lnTo>
                    <a:pt x="914400" y="910274"/>
                  </a:lnTo>
                  <a:lnTo>
                    <a:pt x="916106" y="913723"/>
                  </a:lnTo>
                  <a:lnTo>
                    <a:pt x="916407" y="914400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3262843" y="809233"/>
              <a:ext cx="914400" cy="923960"/>
            </a:xfrm>
            <a:custGeom>
              <a:avLst/>
              <a:pathLst>
                <a:path w="914400" h="923960">
                  <a:moveTo>
                    <a:pt x="914400" y="914400"/>
                  </a:moveTo>
                  <a:lnTo>
                    <a:pt x="914400" y="923960"/>
                  </a:lnTo>
                  <a:lnTo>
                    <a:pt x="914351" y="923759"/>
                  </a:lnTo>
                  <a:lnTo>
                    <a:pt x="912385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326284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595" y="931638"/>
                  </a:lnTo>
                  <a:lnTo>
                    <a:pt x="914565" y="928338"/>
                  </a:lnTo>
                  <a:lnTo>
                    <a:pt x="914628" y="924904"/>
                  </a:lnTo>
                  <a:lnTo>
                    <a:pt x="914400" y="92396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327210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328136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329063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329989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330915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331841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332767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333694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334620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335546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336472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337399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338325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339251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340177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341103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342030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342956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343882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344808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345735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346661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347587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348513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349439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350366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351292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352218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353144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354071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354997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355923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356849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357775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358702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359628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360554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361480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362407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363333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364259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365185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366111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3679643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276" y="897161"/>
                  </a:lnTo>
                  <a:lnTo>
                    <a:pt x="914400" y="897325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3688905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325"/>
                  </a:lnTo>
                  <a:lnTo>
                    <a:pt x="908489" y="901768"/>
                  </a:lnTo>
                  <a:lnTo>
                    <a:pt x="913008" y="908444"/>
                  </a:lnTo>
                  <a:lnTo>
                    <a:pt x="914400" y="91072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3688905" y="826471"/>
              <a:ext cx="916636" cy="914400"/>
            </a:xfrm>
            <a:custGeom>
              <a:avLst/>
              <a:pathLst>
                <a:path w="916636" h="914400">
                  <a:moveTo>
                    <a:pt x="914400" y="914400"/>
                  </a:moveTo>
                  <a:lnTo>
                    <a:pt x="914400" y="910728"/>
                  </a:lnTo>
                  <a:lnTo>
                    <a:pt x="916636" y="914400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3262843" y="7919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85" y="931638"/>
                  </a:lnTo>
                  <a:lnTo>
                    <a:pt x="912291" y="931188"/>
                  </a:lnTo>
                  <a:lnTo>
                    <a:pt x="910501" y="921195"/>
                  </a:lnTo>
                  <a:lnTo>
                    <a:pt x="909488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326284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327210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328136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329063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329989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330915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331841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332767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333694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334620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335546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336472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337399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338325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339251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340177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341103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342030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342956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343882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344808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345735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346661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347587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348513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349439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350366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351292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352218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353144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354071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354997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355923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356849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357775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358702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359628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360554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361480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362407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363333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364259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365185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3670381" y="8092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828" y="897165"/>
                  </a:lnTo>
                  <a:lnTo>
                    <a:pt x="908288" y="897621"/>
                  </a:lnTo>
                  <a:lnTo>
                    <a:pt x="908748" y="898076"/>
                  </a:lnTo>
                  <a:lnTo>
                    <a:pt x="909208" y="898531"/>
                  </a:lnTo>
                  <a:lnTo>
                    <a:pt x="909667" y="898986"/>
                  </a:lnTo>
                  <a:lnTo>
                    <a:pt x="910127" y="899441"/>
                  </a:lnTo>
                  <a:lnTo>
                    <a:pt x="910587" y="899896"/>
                  </a:lnTo>
                  <a:lnTo>
                    <a:pt x="911046" y="900351"/>
                  </a:lnTo>
                  <a:lnTo>
                    <a:pt x="911506" y="900806"/>
                  </a:lnTo>
                  <a:lnTo>
                    <a:pt x="911965" y="901261"/>
                  </a:lnTo>
                  <a:lnTo>
                    <a:pt x="912425" y="901716"/>
                  </a:lnTo>
                  <a:lnTo>
                    <a:pt x="914400" y="903797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3670381" y="809233"/>
              <a:ext cx="923538" cy="914400"/>
            </a:xfrm>
            <a:custGeom>
              <a:avLst/>
              <a:pathLst>
                <a:path w="923538" h="914400">
                  <a:moveTo>
                    <a:pt x="914400" y="914400"/>
                  </a:moveTo>
                  <a:lnTo>
                    <a:pt x="914400" y="903797"/>
                  </a:lnTo>
                  <a:lnTo>
                    <a:pt x="917446" y="907007"/>
                  </a:lnTo>
                  <a:lnTo>
                    <a:pt x="922313" y="912776"/>
                  </a:lnTo>
                  <a:lnTo>
                    <a:pt x="923538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3262843" y="7747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488" y="931638"/>
                  </a:lnTo>
                  <a:lnTo>
                    <a:pt x="908988" y="928284"/>
                  </a:lnTo>
                  <a:lnTo>
                    <a:pt x="907753" y="918005"/>
                  </a:lnTo>
                  <a:lnTo>
                    <a:pt x="907423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326284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327210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328136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329063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329989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330915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331841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332767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333694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334620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335546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336472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337399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338325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339251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340177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341103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342030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342956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343882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344808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345735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346661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347587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348513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349439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350366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351292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352218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353144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354071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354997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355923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356849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357775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358702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359628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360554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361480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362407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363333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3651857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91" y="897161"/>
                  </a:lnTo>
                  <a:lnTo>
                    <a:pt x="909316" y="897579"/>
                  </a:lnTo>
                  <a:lnTo>
                    <a:pt x="909777" y="898034"/>
                  </a:lnTo>
                  <a:lnTo>
                    <a:pt x="910238" y="898488"/>
                  </a:lnTo>
                  <a:lnTo>
                    <a:pt x="910699" y="898943"/>
                  </a:lnTo>
                  <a:lnTo>
                    <a:pt x="911160" y="899397"/>
                  </a:lnTo>
                  <a:lnTo>
                    <a:pt x="911621" y="899852"/>
                  </a:lnTo>
                  <a:lnTo>
                    <a:pt x="912082" y="900306"/>
                  </a:lnTo>
                  <a:lnTo>
                    <a:pt x="912543" y="900761"/>
                  </a:lnTo>
                  <a:lnTo>
                    <a:pt x="913004" y="901215"/>
                  </a:lnTo>
                  <a:lnTo>
                    <a:pt x="913464" y="901670"/>
                  </a:lnTo>
                  <a:lnTo>
                    <a:pt x="913925" y="902124"/>
                  </a:lnTo>
                  <a:lnTo>
                    <a:pt x="914400" y="902592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3661119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592"/>
                  </a:lnTo>
                  <a:lnTo>
                    <a:pt x="905584" y="903034"/>
                  </a:lnTo>
                  <a:lnTo>
                    <a:pt x="906045" y="903488"/>
                  </a:lnTo>
                  <a:lnTo>
                    <a:pt x="906506" y="903943"/>
                  </a:lnTo>
                  <a:lnTo>
                    <a:pt x="906966" y="904397"/>
                  </a:lnTo>
                  <a:lnTo>
                    <a:pt x="907427" y="904852"/>
                  </a:lnTo>
                  <a:lnTo>
                    <a:pt x="907888" y="905307"/>
                  </a:lnTo>
                  <a:lnTo>
                    <a:pt x="908348" y="905762"/>
                  </a:lnTo>
                  <a:lnTo>
                    <a:pt x="908809" y="906216"/>
                  </a:lnTo>
                  <a:lnTo>
                    <a:pt x="909269" y="906671"/>
                  </a:lnTo>
                  <a:lnTo>
                    <a:pt x="909729" y="907126"/>
                  </a:lnTo>
                  <a:lnTo>
                    <a:pt x="910190" y="907581"/>
                  </a:lnTo>
                  <a:lnTo>
                    <a:pt x="910650" y="908035"/>
                  </a:lnTo>
                  <a:lnTo>
                    <a:pt x="911110" y="908490"/>
                  </a:lnTo>
                  <a:lnTo>
                    <a:pt x="911571" y="908945"/>
                  </a:lnTo>
                  <a:lnTo>
                    <a:pt x="912031" y="909400"/>
                  </a:lnTo>
                  <a:lnTo>
                    <a:pt x="912491" y="909855"/>
                  </a:lnTo>
                  <a:lnTo>
                    <a:pt x="912951" y="910309"/>
                  </a:lnTo>
                  <a:lnTo>
                    <a:pt x="913411" y="910764"/>
                  </a:lnTo>
                  <a:lnTo>
                    <a:pt x="913871" y="911219"/>
                  </a:lnTo>
                  <a:lnTo>
                    <a:pt x="914400" y="911742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3661119" y="791994"/>
              <a:ext cx="917086" cy="914400"/>
            </a:xfrm>
            <a:custGeom>
              <a:avLst/>
              <a:pathLst>
                <a:path w="917086" h="914400">
                  <a:moveTo>
                    <a:pt x="914400" y="914400"/>
                  </a:moveTo>
                  <a:lnTo>
                    <a:pt x="914400" y="911742"/>
                  </a:lnTo>
                  <a:lnTo>
                    <a:pt x="914791" y="912129"/>
                  </a:lnTo>
                  <a:lnTo>
                    <a:pt x="915251" y="912584"/>
                  </a:lnTo>
                  <a:lnTo>
                    <a:pt x="915711" y="913039"/>
                  </a:lnTo>
                  <a:lnTo>
                    <a:pt x="916171" y="913494"/>
                  </a:lnTo>
                  <a:lnTo>
                    <a:pt x="916631" y="913949"/>
                  </a:lnTo>
                  <a:lnTo>
                    <a:pt x="917086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3262843" y="7575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423" y="931638"/>
                  </a:lnTo>
                  <a:lnTo>
                    <a:pt x="906802" y="924860"/>
                  </a:lnTo>
                  <a:lnTo>
                    <a:pt x="906136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326284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327210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328136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329063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329989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330915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331841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332767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333694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334620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335546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336472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337399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338325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339251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340177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341103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342030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342956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343882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344808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345735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346661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347587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348513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349439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350366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351292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352218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353144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354071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354997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355923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356849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357775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358702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359628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360554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361480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3633332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41" y="897161"/>
                  </a:lnTo>
                  <a:lnTo>
                    <a:pt x="909206" y="897822"/>
                  </a:lnTo>
                  <a:lnTo>
                    <a:pt x="914400" y="901976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3642594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976"/>
                  </a:lnTo>
                  <a:lnTo>
                    <a:pt x="905408" y="902192"/>
                  </a:lnTo>
                  <a:lnTo>
                    <a:pt x="910738" y="907100"/>
                  </a:lnTo>
                  <a:lnTo>
                    <a:pt x="911195" y="907549"/>
                  </a:lnTo>
                  <a:lnTo>
                    <a:pt x="911657" y="908003"/>
                  </a:lnTo>
                  <a:lnTo>
                    <a:pt x="912118" y="908458"/>
                  </a:lnTo>
                  <a:lnTo>
                    <a:pt x="912580" y="908912"/>
                  </a:lnTo>
                  <a:lnTo>
                    <a:pt x="913041" y="909366"/>
                  </a:lnTo>
                  <a:lnTo>
                    <a:pt x="913503" y="909820"/>
                  </a:lnTo>
                  <a:lnTo>
                    <a:pt x="913965" y="910274"/>
                  </a:lnTo>
                  <a:lnTo>
                    <a:pt x="914400" y="910703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3642594" y="774756"/>
              <a:ext cx="918153" cy="914400"/>
            </a:xfrm>
            <a:custGeom>
              <a:avLst/>
              <a:pathLst>
                <a:path w="918153" h="914400">
                  <a:moveTo>
                    <a:pt x="914400" y="914400"/>
                  </a:moveTo>
                  <a:lnTo>
                    <a:pt x="914426" y="910729"/>
                  </a:lnTo>
                  <a:lnTo>
                    <a:pt x="914888" y="911183"/>
                  </a:lnTo>
                  <a:lnTo>
                    <a:pt x="915349" y="911637"/>
                  </a:lnTo>
                  <a:lnTo>
                    <a:pt x="915810" y="912092"/>
                  </a:lnTo>
                  <a:lnTo>
                    <a:pt x="916272" y="912546"/>
                  </a:lnTo>
                  <a:lnTo>
                    <a:pt x="916733" y="913000"/>
                  </a:lnTo>
                  <a:lnTo>
                    <a:pt x="917194" y="913455"/>
                  </a:lnTo>
                  <a:lnTo>
                    <a:pt x="917655" y="913909"/>
                  </a:lnTo>
                  <a:lnTo>
                    <a:pt x="918153" y="914400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3262843" y="7402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36" y="931638"/>
                  </a:lnTo>
                  <a:lnTo>
                    <a:pt x="905756" y="921130"/>
                  </a:lnTo>
                  <a:lnTo>
                    <a:pt x="905698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326284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327210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328136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329063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329989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330915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331841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332767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333694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334620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335546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336472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337399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338325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339251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340177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341103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342030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342956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343882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344808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345735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346661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347587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348513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349439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350366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351292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352218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353144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354071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354997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355923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356849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357775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3596283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6" y="897161"/>
                  </a:lnTo>
                  <a:lnTo>
                    <a:pt x="914400" y="899935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3605545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935"/>
                  </a:lnTo>
                  <a:lnTo>
                    <a:pt x="905612" y="900544"/>
                  </a:lnTo>
                  <a:lnTo>
                    <a:pt x="914122" y="903183"/>
                  </a:lnTo>
                  <a:lnTo>
                    <a:pt x="914400" y="903283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3614808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283"/>
                  </a:lnTo>
                  <a:lnTo>
                    <a:pt x="910697" y="905293"/>
                  </a:lnTo>
                  <a:lnTo>
                    <a:pt x="914400" y="90701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3624070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018"/>
                  </a:lnTo>
                  <a:lnTo>
                    <a:pt x="907204" y="907982"/>
                  </a:lnTo>
                  <a:lnTo>
                    <a:pt x="912887" y="911240"/>
                  </a:lnTo>
                  <a:lnTo>
                    <a:pt x="914400" y="912276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3624070" y="757517"/>
              <a:ext cx="917503" cy="914400"/>
            </a:xfrm>
            <a:custGeom>
              <a:avLst/>
              <a:pathLst>
                <a:path w="917503" h="914400">
                  <a:moveTo>
                    <a:pt x="914400" y="914400"/>
                  </a:moveTo>
                  <a:lnTo>
                    <a:pt x="914400" y="912276"/>
                  </a:lnTo>
                  <a:lnTo>
                    <a:pt x="917503" y="914400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3262843" y="7230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698" y="931638"/>
                  </a:lnTo>
                  <a:lnTo>
                    <a:pt x="905665" y="927837"/>
                  </a:lnTo>
                  <a:lnTo>
                    <a:pt x="905862" y="917310"/>
                  </a:lnTo>
                  <a:lnTo>
                    <a:pt x="905996" y="914400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326284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327210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328136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329063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329989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330915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331841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332767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333694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334620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335546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336472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337399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338325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339251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340177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341103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342030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342956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343882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344808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345735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346661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347587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348513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349439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350366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351292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352218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353144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354071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354997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355923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356849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3587021" y="7402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66" y="897161"/>
                  </a:lnTo>
                  <a:lnTo>
                    <a:pt x="914400" y="898422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3587021" y="740279"/>
              <a:ext cx="921498" cy="914400"/>
            </a:xfrm>
            <a:custGeom>
              <a:avLst/>
              <a:pathLst>
                <a:path w="921498" h="914400">
                  <a:moveTo>
                    <a:pt x="914400" y="914400"/>
                  </a:moveTo>
                  <a:lnTo>
                    <a:pt x="914400" y="898422"/>
                  </a:lnTo>
                  <a:lnTo>
                    <a:pt x="915302" y="900221"/>
                  </a:lnTo>
                  <a:lnTo>
                    <a:pt x="919114" y="908678"/>
                  </a:lnTo>
                  <a:lnTo>
                    <a:pt x="921347" y="914205"/>
                  </a:lnTo>
                  <a:lnTo>
                    <a:pt x="921498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3696990" y="1820892"/>
              <a:ext cx="929722" cy="1221796"/>
            </a:xfrm>
            <a:custGeom>
              <a:avLst/>
              <a:pathLst>
                <a:path w="929722" h="1221796">
                  <a:moveTo>
                    <a:pt x="914400" y="914400"/>
                  </a:moveTo>
                  <a:lnTo>
                    <a:pt x="905391" y="938708"/>
                  </a:lnTo>
                  <a:lnTo>
                    <a:pt x="892981" y="942816"/>
                  </a:lnTo>
                  <a:lnTo>
                    <a:pt x="881077" y="950913"/>
                  </a:lnTo>
                  <a:lnTo>
                    <a:pt x="876826" y="1027830"/>
                  </a:lnTo>
                  <a:lnTo>
                    <a:pt x="898498" y="1057055"/>
                  </a:lnTo>
                  <a:lnTo>
                    <a:pt x="886595" y="1061145"/>
                  </a:lnTo>
                  <a:lnTo>
                    <a:pt x="875704" y="1069899"/>
                  </a:lnTo>
                  <a:lnTo>
                    <a:pt x="867926" y="1082845"/>
                  </a:lnTo>
                  <a:lnTo>
                    <a:pt x="859966" y="1110706"/>
                  </a:lnTo>
                  <a:lnTo>
                    <a:pt x="830063" y="1126497"/>
                  </a:lnTo>
                  <a:lnTo>
                    <a:pt x="818738" y="1138180"/>
                  </a:lnTo>
                  <a:lnTo>
                    <a:pt x="802041" y="1164172"/>
                  </a:lnTo>
                  <a:lnTo>
                    <a:pt x="793339" y="1201898"/>
                  </a:lnTo>
                  <a:lnTo>
                    <a:pt x="776425" y="1217992"/>
                  </a:lnTo>
                  <a:lnTo>
                    <a:pt x="757430" y="1221796"/>
                  </a:lnTo>
                  <a:lnTo>
                    <a:pt x="768574" y="1190888"/>
                  </a:lnTo>
                  <a:lnTo>
                    <a:pt x="783173" y="1165704"/>
                  </a:lnTo>
                  <a:lnTo>
                    <a:pt x="769135" y="1148432"/>
                  </a:lnTo>
                  <a:lnTo>
                    <a:pt x="760686" y="1121396"/>
                  </a:lnTo>
                  <a:lnTo>
                    <a:pt x="749778" y="1100656"/>
                  </a:lnTo>
                  <a:lnTo>
                    <a:pt x="758461" y="1077492"/>
                  </a:lnTo>
                  <a:lnTo>
                    <a:pt x="754192" y="1039530"/>
                  </a:lnTo>
                  <a:lnTo>
                    <a:pt x="755603" y="1002477"/>
                  </a:lnTo>
                  <a:lnTo>
                    <a:pt x="768266" y="983774"/>
                  </a:lnTo>
                  <a:lnTo>
                    <a:pt x="782775" y="968522"/>
                  </a:lnTo>
                  <a:lnTo>
                    <a:pt x="805369" y="933456"/>
                  </a:lnTo>
                  <a:lnTo>
                    <a:pt x="829864" y="908036"/>
                  </a:lnTo>
                  <a:lnTo>
                    <a:pt x="864036" y="896605"/>
                  </a:lnTo>
                  <a:lnTo>
                    <a:pt x="879467" y="907144"/>
                  </a:lnTo>
                  <a:lnTo>
                    <a:pt x="886124" y="884030"/>
                  </a:lnTo>
                  <a:lnTo>
                    <a:pt x="897141" y="878761"/>
                  </a:lnTo>
                  <a:lnTo>
                    <a:pt x="907489" y="884098"/>
                  </a:lnTo>
                  <a:lnTo>
                    <a:pt x="929722" y="906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3230804" y="2362843"/>
              <a:ext cx="1033054" cy="914400"/>
            </a:xfrm>
            <a:custGeom>
              <a:avLst/>
              <a:pathLst>
                <a:path w="1033054" h="914400">
                  <a:moveTo>
                    <a:pt x="914400" y="914400"/>
                  </a:moveTo>
                  <a:lnTo>
                    <a:pt x="905969" y="913171"/>
                  </a:lnTo>
                  <a:lnTo>
                    <a:pt x="900343" y="890023"/>
                  </a:lnTo>
                  <a:lnTo>
                    <a:pt x="899023" y="830463"/>
                  </a:lnTo>
                  <a:lnTo>
                    <a:pt x="902388" y="801036"/>
                  </a:lnTo>
                  <a:lnTo>
                    <a:pt x="942783" y="694895"/>
                  </a:lnTo>
                  <a:lnTo>
                    <a:pt x="960819" y="686226"/>
                  </a:lnTo>
                  <a:lnTo>
                    <a:pt x="986182" y="621177"/>
                  </a:lnTo>
                  <a:lnTo>
                    <a:pt x="993020" y="592239"/>
                  </a:lnTo>
                  <a:lnTo>
                    <a:pt x="1004019" y="566179"/>
                  </a:lnTo>
                  <a:lnTo>
                    <a:pt x="1010513" y="542880"/>
                  </a:lnTo>
                  <a:lnTo>
                    <a:pt x="1015958" y="533470"/>
                  </a:lnTo>
                  <a:lnTo>
                    <a:pt x="1027789" y="537880"/>
                  </a:lnTo>
                  <a:lnTo>
                    <a:pt x="1033054" y="542173"/>
                  </a:lnTo>
                  <a:lnTo>
                    <a:pt x="1020589" y="555742"/>
                  </a:lnTo>
                  <a:lnTo>
                    <a:pt x="1022037" y="573401"/>
                  </a:lnTo>
                  <a:lnTo>
                    <a:pt x="1021168" y="580724"/>
                  </a:lnTo>
                  <a:lnTo>
                    <a:pt x="989709" y="657540"/>
                  </a:lnTo>
                  <a:lnTo>
                    <a:pt x="981297" y="707420"/>
                  </a:lnTo>
                  <a:lnTo>
                    <a:pt x="970136" y="719591"/>
                  </a:lnTo>
                  <a:lnTo>
                    <a:pt x="923915" y="897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2303388" y="1442538"/>
              <a:ext cx="2307387" cy="2142859"/>
            </a:xfrm>
            <a:custGeom>
              <a:avLst/>
              <a:pathLst>
                <a:path w="2307387" h="2142859">
                  <a:moveTo>
                    <a:pt x="914400" y="914400"/>
                  </a:moveTo>
                  <a:lnTo>
                    <a:pt x="927895" y="920090"/>
                  </a:lnTo>
                  <a:lnTo>
                    <a:pt x="946275" y="908693"/>
                  </a:lnTo>
                  <a:lnTo>
                    <a:pt x="959137" y="876775"/>
                  </a:lnTo>
                  <a:lnTo>
                    <a:pt x="966481" y="828881"/>
                  </a:lnTo>
                  <a:lnTo>
                    <a:pt x="975056" y="783259"/>
                  </a:lnTo>
                  <a:lnTo>
                    <a:pt x="964908" y="734456"/>
                  </a:lnTo>
                  <a:lnTo>
                    <a:pt x="954071" y="691596"/>
                  </a:lnTo>
                  <a:lnTo>
                    <a:pt x="953312" y="679004"/>
                  </a:lnTo>
                  <a:lnTo>
                    <a:pt x="981750" y="642843"/>
                  </a:lnTo>
                  <a:lnTo>
                    <a:pt x="990451" y="613433"/>
                  </a:lnTo>
                  <a:lnTo>
                    <a:pt x="999876" y="585438"/>
                  </a:lnTo>
                  <a:lnTo>
                    <a:pt x="1010278" y="575909"/>
                  </a:lnTo>
                  <a:lnTo>
                    <a:pt x="1025763" y="573738"/>
                  </a:lnTo>
                  <a:lnTo>
                    <a:pt x="1043799" y="568469"/>
                  </a:lnTo>
                  <a:lnTo>
                    <a:pt x="1066539" y="549732"/>
                  </a:lnTo>
                  <a:lnTo>
                    <a:pt x="1086926" y="524632"/>
                  </a:lnTo>
                  <a:lnTo>
                    <a:pt x="1102502" y="501619"/>
                  </a:lnTo>
                  <a:lnTo>
                    <a:pt x="1107785" y="456082"/>
                  </a:lnTo>
                  <a:lnTo>
                    <a:pt x="1108002" y="433204"/>
                  </a:lnTo>
                  <a:lnTo>
                    <a:pt x="1114858" y="416218"/>
                  </a:lnTo>
                  <a:lnTo>
                    <a:pt x="1121497" y="383037"/>
                  </a:lnTo>
                  <a:lnTo>
                    <a:pt x="1115039" y="350311"/>
                  </a:lnTo>
                  <a:lnTo>
                    <a:pt x="1094940" y="300666"/>
                  </a:lnTo>
                  <a:lnTo>
                    <a:pt x="1070736" y="230854"/>
                  </a:lnTo>
                  <a:lnTo>
                    <a:pt x="1067029" y="193667"/>
                  </a:lnTo>
                  <a:lnTo>
                    <a:pt x="1977664" y="193667"/>
                  </a:lnTo>
                  <a:lnTo>
                    <a:pt x="1978108" y="198549"/>
                  </a:lnTo>
                  <a:lnTo>
                    <a:pt x="1976262" y="210265"/>
                  </a:lnTo>
                  <a:lnTo>
                    <a:pt x="1990337" y="258429"/>
                  </a:lnTo>
                  <a:lnTo>
                    <a:pt x="1987062" y="275314"/>
                  </a:lnTo>
                  <a:lnTo>
                    <a:pt x="1985163" y="296828"/>
                  </a:lnTo>
                  <a:lnTo>
                    <a:pt x="2005334" y="317501"/>
                  </a:lnTo>
                  <a:lnTo>
                    <a:pt x="2023333" y="317164"/>
                  </a:lnTo>
                  <a:lnTo>
                    <a:pt x="2041568" y="316844"/>
                  </a:lnTo>
                  <a:lnTo>
                    <a:pt x="2048533" y="322029"/>
                  </a:lnTo>
                  <a:lnTo>
                    <a:pt x="2055516" y="336658"/>
                  </a:lnTo>
                  <a:lnTo>
                    <a:pt x="2061142" y="353931"/>
                  </a:lnTo>
                  <a:lnTo>
                    <a:pt x="2076157" y="352500"/>
                  </a:lnTo>
                  <a:lnTo>
                    <a:pt x="2100127" y="338443"/>
                  </a:lnTo>
                  <a:lnTo>
                    <a:pt x="2115720" y="335093"/>
                  </a:lnTo>
                  <a:lnTo>
                    <a:pt x="2126014" y="362112"/>
                  </a:lnTo>
                  <a:lnTo>
                    <a:pt x="2154017" y="397801"/>
                  </a:lnTo>
                  <a:lnTo>
                    <a:pt x="2170317" y="413794"/>
                  </a:lnTo>
                  <a:lnTo>
                    <a:pt x="2198013" y="422211"/>
                  </a:lnTo>
                  <a:lnTo>
                    <a:pt x="2227193" y="451015"/>
                  </a:lnTo>
                  <a:lnTo>
                    <a:pt x="2223104" y="485727"/>
                  </a:lnTo>
                  <a:lnTo>
                    <a:pt x="2235279" y="497326"/>
                  </a:lnTo>
                  <a:lnTo>
                    <a:pt x="2269705" y="511030"/>
                  </a:lnTo>
                  <a:lnTo>
                    <a:pt x="2281880" y="529514"/>
                  </a:lnTo>
                  <a:lnTo>
                    <a:pt x="2287723" y="545271"/>
                  </a:lnTo>
                  <a:lnTo>
                    <a:pt x="2296786" y="558334"/>
                  </a:lnTo>
                  <a:lnTo>
                    <a:pt x="2307387" y="597811"/>
                  </a:lnTo>
                  <a:lnTo>
                    <a:pt x="2303696" y="622137"/>
                  </a:lnTo>
                  <a:lnTo>
                    <a:pt x="2289821" y="630504"/>
                  </a:lnTo>
                  <a:lnTo>
                    <a:pt x="2257060" y="656563"/>
                  </a:lnTo>
                  <a:lnTo>
                    <a:pt x="2242461" y="676024"/>
                  </a:lnTo>
                  <a:lnTo>
                    <a:pt x="2231010" y="688145"/>
                  </a:lnTo>
                  <a:lnTo>
                    <a:pt x="2198465" y="714137"/>
                  </a:lnTo>
                  <a:lnTo>
                    <a:pt x="2186544" y="718800"/>
                  </a:lnTo>
                  <a:lnTo>
                    <a:pt x="2175129" y="732318"/>
                  </a:lnTo>
                  <a:lnTo>
                    <a:pt x="2164094" y="738227"/>
                  </a:lnTo>
                  <a:lnTo>
                    <a:pt x="2154216" y="734827"/>
                  </a:lnTo>
                  <a:lnTo>
                    <a:pt x="2117294" y="759304"/>
                  </a:lnTo>
                  <a:lnTo>
                    <a:pt x="2120171" y="769758"/>
                  </a:lnTo>
                  <a:lnTo>
                    <a:pt x="2148482" y="774185"/>
                  </a:lnTo>
                  <a:lnTo>
                    <a:pt x="2162918" y="768933"/>
                  </a:lnTo>
                  <a:lnTo>
                    <a:pt x="2174025" y="756627"/>
                  </a:lnTo>
                  <a:lnTo>
                    <a:pt x="2186164" y="753799"/>
                  </a:lnTo>
                  <a:lnTo>
                    <a:pt x="2197235" y="756122"/>
                  </a:lnTo>
                  <a:lnTo>
                    <a:pt x="2208976" y="746425"/>
                  </a:lnTo>
                  <a:lnTo>
                    <a:pt x="2218184" y="742554"/>
                  </a:lnTo>
                  <a:lnTo>
                    <a:pt x="2227699" y="747200"/>
                  </a:lnTo>
                  <a:lnTo>
                    <a:pt x="2238318" y="770448"/>
                  </a:lnTo>
                  <a:lnTo>
                    <a:pt x="2216284" y="782552"/>
                  </a:lnTo>
                  <a:lnTo>
                    <a:pt x="2200654" y="783108"/>
                  </a:lnTo>
                  <a:lnTo>
                    <a:pt x="2193020" y="821238"/>
                  </a:lnTo>
                  <a:lnTo>
                    <a:pt x="2183559" y="837618"/>
                  </a:lnTo>
                  <a:lnTo>
                    <a:pt x="2176775" y="845496"/>
                  </a:lnTo>
                  <a:lnTo>
                    <a:pt x="2142096" y="861725"/>
                  </a:lnTo>
                  <a:lnTo>
                    <a:pt x="2119212" y="882296"/>
                  </a:lnTo>
                  <a:lnTo>
                    <a:pt x="2092239" y="898861"/>
                  </a:lnTo>
                  <a:lnTo>
                    <a:pt x="2080462" y="895259"/>
                  </a:lnTo>
                  <a:lnTo>
                    <a:pt x="2062716" y="912093"/>
                  </a:lnTo>
                  <a:lnTo>
                    <a:pt x="2023279" y="932025"/>
                  </a:lnTo>
                  <a:lnTo>
                    <a:pt x="2003072" y="958876"/>
                  </a:lnTo>
                  <a:lnTo>
                    <a:pt x="1957720" y="982899"/>
                  </a:lnTo>
                  <a:lnTo>
                    <a:pt x="1934619" y="1002444"/>
                  </a:lnTo>
                  <a:lnTo>
                    <a:pt x="1871863" y="1003471"/>
                  </a:lnTo>
                  <a:lnTo>
                    <a:pt x="1811930" y="999178"/>
                  </a:lnTo>
                  <a:lnTo>
                    <a:pt x="1793117" y="1008470"/>
                  </a:lnTo>
                  <a:lnTo>
                    <a:pt x="1812346" y="1011349"/>
                  </a:lnTo>
                  <a:lnTo>
                    <a:pt x="1825824" y="1020473"/>
                  </a:lnTo>
                  <a:lnTo>
                    <a:pt x="1841978" y="1016669"/>
                  </a:lnTo>
                  <a:lnTo>
                    <a:pt x="1879950" y="1021231"/>
                  </a:lnTo>
                  <a:lnTo>
                    <a:pt x="1899487" y="1026197"/>
                  </a:lnTo>
                  <a:lnTo>
                    <a:pt x="1924560" y="1058149"/>
                  </a:lnTo>
                  <a:lnTo>
                    <a:pt x="1906126" y="1069512"/>
                  </a:lnTo>
                  <a:lnTo>
                    <a:pt x="1874197" y="1078232"/>
                  </a:lnTo>
                  <a:lnTo>
                    <a:pt x="1886173" y="1123551"/>
                  </a:lnTo>
                  <a:lnTo>
                    <a:pt x="1896050" y="1154105"/>
                  </a:lnTo>
                  <a:lnTo>
                    <a:pt x="1883116" y="1172539"/>
                  </a:lnTo>
                  <a:lnTo>
                    <a:pt x="1882157" y="1256408"/>
                  </a:lnTo>
                  <a:lnTo>
                    <a:pt x="1864012" y="1258007"/>
                  </a:lnTo>
                  <a:lnTo>
                    <a:pt x="1856306" y="1292703"/>
                  </a:lnTo>
                  <a:lnTo>
                    <a:pt x="1862022" y="1310396"/>
                  </a:lnTo>
                  <a:lnTo>
                    <a:pt x="1861570" y="1351489"/>
                  </a:lnTo>
                  <a:lnTo>
                    <a:pt x="1865351" y="1376808"/>
                  </a:lnTo>
                  <a:lnTo>
                    <a:pt x="1874251" y="1400124"/>
                  </a:lnTo>
                  <a:lnTo>
                    <a:pt x="1870290" y="1424432"/>
                  </a:lnTo>
                  <a:lnTo>
                    <a:pt x="1841598" y="1481333"/>
                  </a:lnTo>
                  <a:lnTo>
                    <a:pt x="1842250" y="1508032"/>
                  </a:lnTo>
                  <a:lnTo>
                    <a:pt x="1847405" y="1523890"/>
                  </a:lnTo>
                  <a:lnTo>
                    <a:pt x="1851222" y="1549243"/>
                  </a:lnTo>
                  <a:lnTo>
                    <a:pt x="1838179" y="1597979"/>
                  </a:lnTo>
                  <a:lnTo>
                    <a:pt x="1828971" y="1638701"/>
                  </a:lnTo>
                  <a:lnTo>
                    <a:pt x="1818027" y="1672976"/>
                  </a:lnTo>
                  <a:lnTo>
                    <a:pt x="1793533" y="1714103"/>
                  </a:lnTo>
                  <a:lnTo>
                    <a:pt x="1781340" y="1744842"/>
                  </a:lnTo>
                  <a:lnTo>
                    <a:pt x="1752811" y="1840765"/>
                  </a:lnTo>
                  <a:lnTo>
                    <a:pt x="1738665" y="1859805"/>
                  </a:lnTo>
                  <a:lnTo>
                    <a:pt x="1721316" y="1874434"/>
                  </a:lnTo>
                  <a:lnTo>
                    <a:pt x="1701978" y="1860899"/>
                  </a:lnTo>
                  <a:lnTo>
                    <a:pt x="1684249" y="1853526"/>
                  </a:lnTo>
                  <a:lnTo>
                    <a:pt x="1662595" y="1854418"/>
                  </a:lnTo>
                  <a:lnTo>
                    <a:pt x="1628676" y="1865512"/>
                  </a:lnTo>
                  <a:lnTo>
                    <a:pt x="1577661" y="1858138"/>
                  </a:lnTo>
                  <a:lnTo>
                    <a:pt x="1527805" y="1861690"/>
                  </a:lnTo>
                  <a:lnTo>
                    <a:pt x="1515196" y="1871269"/>
                  </a:lnTo>
                  <a:lnTo>
                    <a:pt x="1522757" y="1906083"/>
                  </a:lnTo>
                  <a:lnTo>
                    <a:pt x="1504378" y="1910645"/>
                  </a:lnTo>
                  <a:lnTo>
                    <a:pt x="1486414" y="1900746"/>
                  </a:lnTo>
                  <a:lnTo>
                    <a:pt x="1470603" y="1912564"/>
                  </a:lnTo>
                  <a:lnTo>
                    <a:pt x="1457397" y="1925526"/>
                  </a:lnTo>
                  <a:lnTo>
                    <a:pt x="1431456" y="1956283"/>
                  </a:lnTo>
                  <a:lnTo>
                    <a:pt x="1422772" y="1975222"/>
                  </a:lnTo>
                  <a:lnTo>
                    <a:pt x="1420529" y="2010894"/>
                  </a:lnTo>
                  <a:lnTo>
                    <a:pt x="1434151" y="2042879"/>
                  </a:lnTo>
                  <a:lnTo>
                    <a:pt x="1446235" y="2080336"/>
                  </a:lnTo>
                  <a:lnTo>
                    <a:pt x="1415120" y="2125536"/>
                  </a:lnTo>
                  <a:lnTo>
                    <a:pt x="1397754" y="2127068"/>
                  </a:lnTo>
                  <a:lnTo>
                    <a:pt x="1347065" y="2114527"/>
                  </a:lnTo>
                  <a:lnTo>
                    <a:pt x="1257228" y="2142859"/>
                  </a:lnTo>
                  <a:lnTo>
                    <a:pt x="1176546" y="2120452"/>
                  </a:lnTo>
                  <a:lnTo>
                    <a:pt x="1186694" y="2096244"/>
                  </a:lnTo>
                  <a:lnTo>
                    <a:pt x="1186351" y="2078450"/>
                  </a:lnTo>
                  <a:lnTo>
                    <a:pt x="1190909" y="2051078"/>
                  </a:lnTo>
                  <a:lnTo>
                    <a:pt x="1193623" y="2023082"/>
                  </a:lnTo>
                  <a:lnTo>
                    <a:pt x="1192863" y="2004345"/>
                  </a:lnTo>
                  <a:lnTo>
                    <a:pt x="1186948" y="1984380"/>
                  </a:lnTo>
                  <a:lnTo>
                    <a:pt x="1167048" y="1958253"/>
                  </a:lnTo>
                  <a:lnTo>
                    <a:pt x="1122221" y="1870074"/>
                  </a:lnTo>
                  <a:lnTo>
                    <a:pt x="1108960" y="1832853"/>
                  </a:lnTo>
                  <a:lnTo>
                    <a:pt x="1099734" y="1817348"/>
                  </a:lnTo>
                  <a:lnTo>
                    <a:pt x="1106373" y="1816507"/>
                  </a:lnTo>
                  <a:lnTo>
                    <a:pt x="1143296" y="1836489"/>
                  </a:lnTo>
                  <a:lnTo>
                    <a:pt x="1151907" y="1834031"/>
                  </a:lnTo>
                  <a:lnTo>
                    <a:pt x="1160952" y="1826523"/>
                  </a:lnTo>
                  <a:lnTo>
                    <a:pt x="1149935" y="1797921"/>
                  </a:lnTo>
                  <a:lnTo>
                    <a:pt x="1140474" y="1784976"/>
                  </a:lnTo>
                  <a:lnTo>
                    <a:pt x="1134052" y="1765616"/>
                  </a:lnTo>
                  <a:lnTo>
                    <a:pt x="1155669" y="1760381"/>
                  </a:lnTo>
                  <a:lnTo>
                    <a:pt x="1171281" y="1761542"/>
                  </a:lnTo>
                  <a:lnTo>
                    <a:pt x="1182787" y="1739758"/>
                  </a:lnTo>
                  <a:lnTo>
                    <a:pt x="1176148" y="1704541"/>
                  </a:lnTo>
                  <a:lnTo>
                    <a:pt x="1159378" y="1693699"/>
                  </a:lnTo>
                  <a:lnTo>
                    <a:pt x="1145376" y="1688986"/>
                  </a:lnTo>
                  <a:lnTo>
                    <a:pt x="1118530" y="1633668"/>
                  </a:lnTo>
                  <a:lnTo>
                    <a:pt x="1090526" y="1605016"/>
                  </a:lnTo>
                  <a:lnTo>
                    <a:pt x="1040579" y="1494497"/>
                  </a:lnTo>
                  <a:lnTo>
                    <a:pt x="1022308" y="1418641"/>
                  </a:lnTo>
                  <a:lnTo>
                    <a:pt x="1005321" y="1425847"/>
                  </a:lnTo>
                  <a:lnTo>
                    <a:pt x="997072" y="1392801"/>
                  </a:lnTo>
                  <a:lnTo>
                    <a:pt x="991157" y="1361505"/>
                  </a:lnTo>
                  <a:lnTo>
                    <a:pt x="989981" y="1338493"/>
                  </a:lnTo>
                  <a:lnTo>
                    <a:pt x="963352" y="1325311"/>
                  </a:lnTo>
                  <a:lnTo>
                    <a:pt x="962266" y="1309184"/>
                  </a:lnTo>
                  <a:lnTo>
                    <a:pt x="957472" y="1237217"/>
                  </a:lnTo>
                  <a:lnTo>
                    <a:pt x="928908" y="1227554"/>
                  </a:lnTo>
                  <a:lnTo>
                    <a:pt x="910438" y="1187168"/>
                  </a:lnTo>
                  <a:lnTo>
                    <a:pt x="907145" y="1110756"/>
                  </a:lnTo>
                  <a:lnTo>
                    <a:pt x="888331" y="1096851"/>
                  </a:lnTo>
                  <a:lnTo>
                    <a:pt x="873190" y="1100706"/>
                  </a:lnTo>
                  <a:lnTo>
                    <a:pt x="873895" y="1081767"/>
                  </a:lnTo>
                  <a:lnTo>
                    <a:pt x="877513" y="1063990"/>
                  </a:lnTo>
                  <a:lnTo>
                    <a:pt x="868667" y="993555"/>
                  </a:lnTo>
                  <a:lnTo>
                    <a:pt x="865719" y="929264"/>
                  </a:lnTo>
                  <a:lnTo>
                    <a:pt x="858537" y="909854"/>
                  </a:lnTo>
                  <a:lnTo>
                    <a:pt x="854466" y="887128"/>
                  </a:lnTo>
                  <a:lnTo>
                    <a:pt x="858121" y="867499"/>
                  </a:lnTo>
                  <a:lnTo>
                    <a:pt x="863475" y="856220"/>
                  </a:lnTo>
                  <a:lnTo>
                    <a:pt x="881909" y="853257"/>
                  </a:lnTo>
                  <a:lnTo>
                    <a:pt x="899131" y="870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3723782" y="1804293"/>
              <a:ext cx="950164" cy="914400"/>
            </a:xfrm>
            <a:custGeom>
              <a:avLst/>
              <a:pathLst>
                <a:path w="950164" h="914400">
                  <a:moveTo>
                    <a:pt x="914400" y="914400"/>
                  </a:moveTo>
                  <a:lnTo>
                    <a:pt x="904794" y="912767"/>
                  </a:lnTo>
                  <a:lnTo>
                    <a:pt x="896038" y="896892"/>
                  </a:lnTo>
                  <a:lnTo>
                    <a:pt x="913748" y="872650"/>
                  </a:lnTo>
                  <a:lnTo>
                    <a:pt x="940847" y="873963"/>
                  </a:lnTo>
                  <a:lnTo>
                    <a:pt x="950164" y="879014"/>
                  </a:lnTo>
                  <a:lnTo>
                    <a:pt x="917728" y="892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3581791" y="1404593"/>
              <a:ext cx="935457" cy="914399"/>
            </a:xfrm>
            <a:custGeom>
              <a:avLst/>
              <a:pathLst>
                <a:path w="935457" h="914399">
                  <a:moveTo>
                    <a:pt x="914400" y="914399"/>
                  </a:moveTo>
                  <a:lnTo>
                    <a:pt x="910329" y="913356"/>
                  </a:lnTo>
                  <a:lnTo>
                    <a:pt x="915394" y="897346"/>
                  </a:lnTo>
                  <a:lnTo>
                    <a:pt x="919157" y="890427"/>
                  </a:lnTo>
                  <a:lnTo>
                    <a:pt x="931640" y="883963"/>
                  </a:lnTo>
                  <a:lnTo>
                    <a:pt x="935457" y="885091"/>
                  </a:lnTo>
                  <a:lnTo>
                    <a:pt x="922612" y="9111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3618551" y="1260591"/>
              <a:ext cx="938134" cy="914400"/>
            </a:xfrm>
            <a:custGeom>
              <a:avLst/>
              <a:pathLst>
                <a:path w="938134" h="914400">
                  <a:moveTo>
                    <a:pt x="914400" y="914400"/>
                  </a:moveTo>
                  <a:lnTo>
                    <a:pt x="909732" y="900410"/>
                  </a:lnTo>
                  <a:lnTo>
                    <a:pt x="911596" y="897666"/>
                  </a:lnTo>
                  <a:lnTo>
                    <a:pt x="914779" y="883862"/>
                  </a:lnTo>
                  <a:lnTo>
                    <a:pt x="923770" y="876286"/>
                  </a:lnTo>
                  <a:lnTo>
                    <a:pt x="938134" y="880832"/>
                  </a:lnTo>
                  <a:lnTo>
                    <a:pt x="938043" y="884283"/>
                  </a:lnTo>
                  <a:lnTo>
                    <a:pt x="924313" y="895461"/>
                  </a:lnTo>
                  <a:lnTo>
                    <a:pt x="919049" y="9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3869372" y="2985566"/>
              <a:ext cx="928419" cy="915616"/>
            </a:xfrm>
            <a:custGeom>
              <a:avLst/>
              <a:pathLst>
                <a:path w="928419" h="915616">
                  <a:moveTo>
                    <a:pt x="914400" y="914400"/>
                  </a:moveTo>
                  <a:lnTo>
                    <a:pt x="862517" y="909888"/>
                  </a:lnTo>
                  <a:lnTo>
                    <a:pt x="855136" y="905713"/>
                  </a:lnTo>
                  <a:lnTo>
                    <a:pt x="883682" y="876185"/>
                  </a:lnTo>
                  <a:lnTo>
                    <a:pt x="902279" y="845496"/>
                  </a:lnTo>
                  <a:lnTo>
                    <a:pt x="918072" y="805447"/>
                  </a:lnTo>
                  <a:lnTo>
                    <a:pt x="919754" y="777704"/>
                  </a:lnTo>
                  <a:lnTo>
                    <a:pt x="923698" y="746425"/>
                  </a:lnTo>
                  <a:lnTo>
                    <a:pt x="928419" y="744095"/>
                  </a:lnTo>
                  <a:lnTo>
                    <a:pt x="928419" y="915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2904509" y="3128877"/>
              <a:ext cx="1893282" cy="920712"/>
            </a:xfrm>
            <a:custGeom>
              <a:avLst/>
              <a:pathLst>
                <a:path w="1893282" h="920712">
                  <a:moveTo>
                    <a:pt x="914400" y="914400"/>
                  </a:moveTo>
                  <a:lnTo>
                    <a:pt x="1020481" y="872482"/>
                  </a:lnTo>
                  <a:lnTo>
                    <a:pt x="1133780" y="833156"/>
                  </a:lnTo>
                  <a:lnTo>
                    <a:pt x="1160228" y="828881"/>
                  </a:lnTo>
                  <a:lnTo>
                    <a:pt x="1186821" y="820598"/>
                  </a:lnTo>
                  <a:lnTo>
                    <a:pt x="1196644" y="805885"/>
                  </a:lnTo>
                  <a:lnTo>
                    <a:pt x="1206449" y="796037"/>
                  </a:lnTo>
                  <a:lnTo>
                    <a:pt x="1221880" y="770095"/>
                  </a:lnTo>
                  <a:lnTo>
                    <a:pt x="1255998" y="729776"/>
                  </a:lnTo>
                  <a:lnTo>
                    <a:pt x="1316329" y="715097"/>
                  </a:lnTo>
                  <a:lnTo>
                    <a:pt x="1338852" y="695973"/>
                  </a:lnTo>
                  <a:lnTo>
                    <a:pt x="1386067" y="669189"/>
                  </a:lnTo>
                  <a:lnTo>
                    <a:pt x="1493704" y="639140"/>
                  </a:lnTo>
                  <a:lnTo>
                    <a:pt x="1538659" y="632540"/>
                  </a:lnTo>
                  <a:lnTo>
                    <a:pt x="1582709" y="631732"/>
                  </a:lnTo>
                  <a:lnTo>
                    <a:pt x="1621928" y="655435"/>
                  </a:lnTo>
                  <a:lnTo>
                    <a:pt x="1663445" y="684694"/>
                  </a:lnTo>
                  <a:lnTo>
                    <a:pt x="1670917" y="702353"/>
                  </a:lnTo>
                  <a:lnTo>
                    <a:pt x="1648449" y="691343"/>
                  </a:lnTo>
                  <a:lnTo>
                    <a:pt x="1615705" y="665065"/>
                  </a:lnTo>
                  <a:lnTo>
                    <a:pt x="1603603" y="663954"/>
                  </a:lnTo>
                  <a:lnTo>
                    <a:pt x="1631552" y="743883"/>
                  </a:lnTo>
                  <a:lnTo>
                    <a:pt x="1646839" y="772148"/>
                  </a:lnTo>
                  <a:lnTo>
                    <a:pt x="1677737" y="793293"/>
                  </a:lnTo>
                  <a:lnTo>
                    <a:pt x="1703642" y="800414"/>
                  </a:lnTo>
                  <a:lnTo>
                    <a:pt x="1783456" y="787603"/>
                  </a:lnTo>
                  <a:lnTo>
                    <a:pt x="1811804" y="770869"/>
                  </a:lnTo>
                  <a:lnTo>
                    <a:pt x="1819999" y="762401"/>
                  </a:lnTo>
                  <a:lnTo>
                    <a:pt x="1827379" y="766576"/>
                  </a:lnTo>
                  <a:lnTo>
                    <a:pt x="1879262" y="771088"/>
                  </a:lnTo>
                  <a:lnTo>
                    <a:pt x="1893282" y="772304"/>
                  </a:lnTo>
                  <a:lnTo>
                    <a:pt x="1893282" y="920712"/>
                  </a:lnTo>
                  <a:lnTo>
                    <a:pt x="902385" y="92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2459724" y="758992"/>
              <a:ext cx="965161" cy="1866109"/>
            </a:xfrm>
            <a:custGeom>
              <a:avLst/>
              <a:pathLst>
                <a:path w="965161" h="1866109">
                  <a:moveTo>
                    <a:pt x="914400" y="914400"/>
                  </a:moveTo>
                  <a:lnTo>
                    <a:pt x="938604" y="984212"/>
                  </a:lnTo>
                  <a:lnTo>
                    <a:pt x="958703" y="1033857"/>
                  </a:lnTo>
                  <a:lnTo>
                    <a:pt x="965161" y="1066583"/>
                  </a:lnTo>
                  <a:lnTo>
                    <a:pt x="958522" y="1099764"/>
                  </a:lnTo>
                  <a:lnTo>
                    <a:pt x="951665" y="1116749"/>
                  </a:lnTo>
                  <a:lnTo>
                    <a:pt x="951448" y="1139627"/>
                  </a:lnTo>
                  <a:lnTo>
                    <a:pt x="946166" y="1185165"/>
                  </a:lnTo>
                  <a:lnTo>
                    <a:pt x="930590" y="1208177"/>
                  </a:lnTo>
                  <a:lnTo>
                    <a:pt x="910203" y="1233277"/>
                  </a:lnTo>
                  <a:lnTo>
                    <a:pt x="887463" y="1252014"/>
                  </a:lnTo>
                  <a:lnTo>
                    <a:pt x="869427" y="1257283"/>
                  </a:lnTo>
                  <a:lnTo>
                    <a:pt x="853942" y="1259455"/>
                  </a:lnTo>
                  <a:lnTo>
                    <a:pt x="843540" y="1268983"/>
                  </a:lnTo>
                  <a:lnTo>
                    <a:pt x="834115" y="1296979"/>
                  </a:lnTo>
                  <a:lnTo>
                    <a:pt x="825413" y="1326389"/>
                  </a:lnTo>
                  <a:lnTo>
                    <a:pt x="796976" y="1362549"/>
                  </a:lnTo>
                  <a:lnTo>
                    <a:pt x="797735" y="1375141"/>
                  </a:lnTo>
                  <a:lnTo>
                    <a:pt x="808571" y="1418002"/>
                  </a:lnTo>
                  <a:lnTo>
                    <a:pt x="818720" y="1466805"/>
                  </a:lnTo>
                  <a:lnTo>
                    <a:pt x="810145" y="1512426"/>
                  </a:lnTo>
                  <a:lnTo>
                    <a:pt x="802801" y="1560320"/>
                  </a:lnTo>
                  <a:lnTo>
                    <a:pt x="789938" y="1592238"/>
                  </a:lnTo>
                  <a:lnTo>
                    <a:pt x="771559" y="1603635"/>
                  </a:lnTo>
                  <a:lnTo>
                    <a:pt x="758063" y="1597945"/>
                  </a:lnTo>
                  <a:lnTo>
                    <a:pt x="742795" y="1554159"/>
                  </a:lnTo>
                  <a:lnTo>
                    <a:pt x="742451" y="1544092"/>
                  </a:lnTo>
                  <a:lnTo>
                    <a:pt x="738652" y="1530708"/>
                  </a:lnTo>
                  <a:lnTo>
                    <a:pt x="695344" y="1517375"/>
                  </a:lnTo>
                  <a:lnTo>
                    <a:pt x="687692" y="1517864"/>
                  </a:lnTo>
                  <a:lnTo>
                    <a:pt x="670669" y="1510052"/>
                  </a:lnTo>
                  <a:lnTo>
                    <a:pt x="660683" y="1507847"/>
                  </a:lnTo>
                  <a:lnTo>
                    <a:pt x="640205" y="1503336"/>
                  </a:lnTo>
                  <a:lnTo>
                    <a:pt x="623182" y="1464700"/>
                  </a:lnTo>
                  <a:lnTo>
                    <a:pt x="605092" y="1432564"/>
                  </a:lnTo>
                  <a:lnTo>
                    <a:pt x="602523" y="1419130"/>
                  </a:lnTo>
                  <a:lnTo>
                    <a:pt x="603138" y="1359031"/>
                  </a:lnTo>
                  <a:lnTo>
                    <a:pt x="597603" y="1332298"/>
                  </a:lnTo>
                  <a:lnTo>
                    <a:pt x="595902" y="1303157"/>
                  </a:lnTo>
                  <a:lnTo>
                    <a:pt x="584523" y="1326860"/>
                  </a:lnTo>
                  <a:lnTo>
                    <a:pt x="591126" y="1364334"/>
                  </a:lnTo>
                  <a:lnTo>
                    <a:pt x="577088" y="1380057"/>
                  </a:lnTo>
                  <a:lnTo>
                    <a:pt x="559378" y="1387700"/>
                  </a:lnTo>
                  <a:lnTo>
                    <a:pt x="561042" y="1409652"/>
                  </a:lnTo>
                  <a:lnTo>
                    <a:pt x="568314" y="1413810"/>
                  </a:lnTo>
                  <a:lnTo>
                    <a:pt x="569834" y="1436604"/>
                  </a:lnTo>
                  <a:lnTo>
                    <a:pt x="565529" y="1470340"/>
                  </a:lnTo>
                  <a:lnTo>
                    <a:pt x="530669" y="1545354"/>
                  </a:lnTo>
                  <a:lnTo>
                    <a:pt x="523631" y="1553418"/>
                  </a:lnTo>
                  <a:lnTo>
                    <a:pt x="518856" y="1563552"/>
                  </a:lnTo>
                  <a:lnTo>
                    <a:pt x="501019" y="1556819"/>
                  </a:lnTo>
                  <a:lnTo>
                    <a:pt x="478134" y="1577710"/>
                  </a:lnTo>
                  <a:lnTo>
                    <a:pt x="456462" y="1581060"/>
                  </a:lnTo>
                  <a:lnTo>
                    <a:pt x="448611" y="1557425"/>
                  </a:lnTo>
                  <a:lnTo>
                    <a:pt x="418039" y="1526146"/>
                  </a:lnTo>
                  <a:lnTo>
                    <a:pt x="403603" y="1527897"/>
                  </a:lnTo>
                  <a:lnTo>
                    <a:pt x="416555" y="1543334"/>
                  </a:lnTo>
                  <a:lnTo>
                    <a:pt x="429327" y="1563401"/>
                  </a:lnTo>
                  <a:lnTo>
                    <a:pt x="422073" y="1576683"/>
                  </a:lnTo>
                  <a:lnTo>
                    <a:pt x="414945" y="1585353"/>
                  </a:lnTo>
                  <a:lnTo>
                    <a:pt x="402463" y="1589848"/>
                  </a:lnTo>
                  <a:lnTo>
                    <a:pt x="357798" y="1616109"/>
                  </a:lnTo>
                  <a:lnTo>
                    <a:pt x="373699" y="1633752"/>
                  </a:lnTo>
                  <a:lnTo>
                    <a:pt x="360204" y="1653785"/>
                  </a:lnTo>
                  <a:lnTo>
                    <a:pt x="344592" y="1656731"/>
                  </a:lnTo>
                  <a:lnTo>
                    <a:pt x="336271" y="1666091"/>
                  </a:lnTo>
                  <a:lnTo>
                    <a:pt x="333376" y="1678801"/>
                  </a:lnTo>
                  <a:lnTo>
                    <a:pt x="287119" y="1715012"/>
                  </a:lnTo>
                  <a:lnTo>
                    <a:pt x="211719" y="1807887"/>
                  </a:lnTo>
                  <a:lnTo>
                    <a:pt x="172970" y="1834132"/>
                  </a:lnTo>
                  <a:lnTo>
                    <a:pt x="145907" y="1861421"/>
                  </a:lnTo>
                  <a:lnTo>
                    <a:pt x="122064" y="1860747"/>
                  </a:lnTo>
                  <a:lnTo>
                    <a:pt x="115135" y="1866109"/>
                  </a:lnTo>
                  <a:lnTo>
                    <a:pt x="115135" y="877212"/>
                  </a:lnTo>
                  <a:lnTo>
                    <a:pt x="910693" y="877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827831" y="3135089"/>
              <a:ext cx="1314683" cy="914501"/>
            </a:xfrm>
            <a:custGeom>
              <a:avLst/>
              <a:pathLst>
                <a:path w="1314683" h="914501">
                  <a:moveTo>
                    <a:pt x="914400" y="914400"/>
                  </a:moveTo>
                  <a:lnTo>
                    <a:pt x="914978" y="824588"/>
                  </a:lnTo>
                  <a:lnTo>
                    <a:pt x="904775" y="811221"/>
                  </a:lnTo>
                  <a:lnTo>
                    <a:pt x="891588" y="806575"/>
                  </a:lnTo>
                  <a:lnTo>
                    <a:pt x="883375" y="812719"/>
                  </a:lnTo>
                  <a:lnTo>
                    <a:pt x="866496" y="812804"/>
                  </a:lnTo>
                  <a:lnTo>
                    <a:pt x="862951" y="792468"/>
                  </a:lnTo>
                  <a:lnTo>
                    <a:pt x="867075" y="777401"/>
                  </a:lnTo>
                  <a:lnTo>
                    <a:pt x="900995" y="767098"/>
                  </a:lnTo>
                  <a:lnTo>
                    <a:pt x="923354" y="753294"/>
                  </a:lnTo>
                  <a:lnTo>
                    <a:pt x="924349" y="728901"/>
                  </a:lnTo>
                  <a:lnTo>
                    <a:pt x="910221" y="709726"/>
                  </a:lnTo>
                  <a:lnTo>
                    <a:pt x="893306" y="674559"/>
                  </a:lnTo>
                  <a:lnTo>
                    <a:pt x="873425" y="641496"/>
                  </a:lnTo>
                  <a:lnTo>
                    <a:pt x="871272" y="603063"/>
                  </a:lnTo>
                  <a:lnTo>
                    <a:pt x="905825" y="603821"/>
                  </a:lnTo>
                  <a:lnTo>
                    <a:pt x="914291" y="605269"/>
                  </a:lnTo>
                  <a:lnTo>
                    <a:pt x="966698" y="623282"/>
                  </a:lnTo>
                  <a:lnTo>
                    <a:pt x="979506" y="635924"/>
                  </a:lnTo>
                  <a:lnTo>
                    <a:pt x="995625" y="636513"/>
                  </a:lnTo>
                  <a:lnTo>
                    <a:pt x="1024660" y="624746"/>
                  </a:lnTo>
                  <a:lnTo>
                    <a:pt x="1046350" y="619578"/>
                  </a:lnTo>
                  <a:lnTo>
                    <a:pt x="1054762" y="626834"/>
                  </a:lnTo>
                  <a:lnTo>
                    <a:pt x="1066575" y="629881"/>
                  </a:lnTo>
                  <a:lnTo>
                    <a:pt x="1069307" y="629881"/>
                  </a:lnTo>
                  <a:lnTo>
                    <a:pt x="1070446" y="636210"/>
                  </a:lnTo>
                  <a:lnTo>
                    <a:pt x="1097564" y="645368"/>
                  </a:lnTo>
                  <a:lnTo>
                    <a:pt x="1108960" y="659964"/>
                  </a:lnTo>
                  <a:lnTo>
                    <a:pt x="1121624" y="682152"/>
                  </a:lnTo>
                  <a:lnTo>
                    <a:pt x="1122854" y="714087"/>
                  </a:lnTo>
                  <a:lnTo>
                    <a:pt x="1106645" y="737066"/>
                  </a:lnTo>
                  <a:lnTo>
                    <a:pt x="1093186" y="751610"/>
                  </a:lnTo>
                  <a:lnTo>
                    <a:pt x="1144092" y="746106"/>
                  </a:lnTo>
                  <a:lnTo>
                    <a:pt x="1149157" y="759287"/>
                  </a:lnTo>
                  <a:lnTo>
                    <a:pt x="1156863" y="773512"/>
                  </a:lnTo>
                  <a:lnTo>
                    <a:pt x="1184288" y="763378"/>
                  </a:lnTo>
                  <a:lnTo>
                    <a:pt x="1253031" y="805464"/>
                  </a:lnTo>
                  <a:lnTo>
                    <a:pt x="1294603" y="784976"/>
                  </a:lnTo>
                  <a:lnTo>
                    <a:pt x="1305240" y="783781"/>
                  </a:lnTo>
                  <a:lnTo>
                    <a:pt x="1314683" y="817787"/>
                  </a:lnTo>
                  <a:lnTo>
                    <a:pt x="1304353" y="852045"/>
                  </a:lnTo>
                  <a:lnTo>
                    <a:pt x="1267703" y="888592"/>
                  </a:lnTo>
                  <a:lnTo>
                    <a:pt x="1275825" y="911117"/>
                  </a:lnTo>
                  <a:lnTo>
                    <a:pt x="1283746" y="914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2235513" y="3132025"/>
              <a:ext cx="922179" cy="917564"/>
            </a:xfrm>
            <a:custGeom>
              <a:avLst/>
              <a:pathLst>
                <a:path w="922179" h="917564">
                  <a:moveTo>
                    <a:pt x="914400" y="914400"/>
                  </a:moveTo>
                  <a:lnTo>
                    <a:pt x="922179" y="917564"/>
                  </a:lnTo>
                  <a:lnTo>
                    <a:pt x="891527" y="91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2345972" y="3096050"/>
              <a:ext cx="1308350" cy="953540"/>
            </a:xfrm>
            <a:custGeom>
              <a:avLst/>
              <a:pathLst>
                <a:path w="1308350" h="953540">
                  <a:moveTo>
                    <a:pt x="914400" y="914400"/>
                  </a:moveTo>
                  <a:lnTo>
                    <a:pt x="932128" y="903390"/>
                  </a:lnTo>
                  <a:lnTo>
                    <a:pt x="990487" y="895511"/>
                  </a:lnTo>
                  <a:lnTo>
                    <a:pt x="1001106" y="875663"/>
                  </a:lnTo>
                  <a:lnTo>
                    <a:pt x="1024750" y="855698"/>
                  </a:lnTo>
                  <a:lnTo>
                    <a:pt x="1039982" y="833897"/>
                  </a:lnTo>
                  <a:lnTo>
                    <a:pt x="1076452" y="792400"/>
                  </a:lnTo>
                  <a:lnTo>
                    <a:pt x="1114188" y="799875"/>
                  </a:lnTo>
                  <a:lnTo>
                    <a:pt x="1136222" y="807821"/>
                  </a:lnTo>
                  <a:lnTo>
                    <a:pt x="1160409" y="811827"/>
                  </a:lnTo>
                  <a:lnTo>
                    <a:pt x="1182425" y="856068"/>
                  </a:lnTo>
                  <a:lnTo>
                    <a:pt x="1238107" y="904972"/>
                  </a:lnTo>
                  <a:lnTo>
                    <a:pt x="1289266" y="900713"/>
                  </a:lnTo>
                  <a:lnTo>
                    <a:pt x="1307429" y="946974"/>
                  </a:lnTo>
                  <a:lnTo>
                    <a:pt x="1308350" y="953540"/>
                  </a:lnTo>
                  <a:lnTo>
                    <a:pt x="880553" y="953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2722684" y="3026440"/>
              <a:ext cx="914400" cy="938389"/>
            </a:xfrm>
            <a:custGeom>
              <a:avLst/>
              <a:pathLst>
                <a:path w="914400" h="938389">
                  <a:moveTo>
                    <a:pt x="914400" y="914400"/>
                  </a:moveTo>
                  <a:lnTo>
                    <a:pt x="909425" y="926217"/>
                  </a:lnTo>
                  <a:lnTo>
                    <a:pt x="888603" y="906555"/>
                  </a:lnTo>
                  <a:lnTo>
                    <a:pt x="867690" y="906824"/>
                  </a:lnTo>
                  <a:lnTo>
                    <a:pt x="855190" y="937109"/>
                  </a:lnTo>
                  <a:lnTo>
                    <a:pt x="845892" y="938389"/>
                  </a:lnTo>
                  <a:lnTo>
                    <a:pt x="813600" y="910881"/>
                  </a:lnTo>
                  <a:lnTo>
                    <a:pt x="808427" y="897464"/>
                  </a:lnTo>
                  <a:lnTo>
                    <a:pt x="807359" y="886303"/>
                  </a:lnTo>
                  <a:lnTo>
                    <a:pt x="811972" y="847668"/>
                  </a:lnTo>
                  <a:lnTo>
                    <a:pt x="811122" y="835513"/>
                  </a:lnTo>
                  <a:lnTo>
                    <a:pt x="821271" y="822231"/>
                  </a:lnTo>
                  <a:lnTo>
                    <a:pt x="822845" y="803040"/>
                  </a:lnTo>
                  <a:lnTo>
                    <a:pt x="840790" y="782805"/>
                  </a:lnTo>
                  <a:lnTo>
                    <a:pt x="856710" y="782047"/>
                  </a:lnTo>
                  <a:lnTo>
                    <a:pt x="861775" y="799185"/>
                  </a:lnTo>
                  <a:lnTo>
                    <a:pt x="869391" y="810986"/>
                  </a:lnTo>
                  <a:lnTo>
                    <a:pt x="896219" y="824217"/>
                  </a:lnTo>
                  <a:lnTo>
                    <a:pt x="900217" y="830227"/>
                  </a:lnTo>
                  <a:lnTo>
                    <a:pt x="902641" y="838544"/>
                  </a:lnTo>
                  <a:lnTo>
                    <a:pt x="890159" y="854839"/>
                  </a:lnTo>
                  <a:lnTo>
                    <a:pt x="885925" y="863189"/>
                  </a:lnTo>
                  <a:lnTo>
                    <a:pt x="889887" y="876573"/>
                  </a:lnTo>
                  <a:lnTo>
                    <a:pt x="909768" y="891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2748300" y="3122682"/>
              <a:ext cx="958345" cy="926907"/>
            </a:xfrm>
            <a:custGeom>
              <a:avLst/>
              <a:pathLst>
                <a:path w="958345" h="926907">
                  <a:moveTo>
                    <a:pt x="914399" y="914400"/>
                  </a:moveTo>
                  <a:lnTo>
                    <a:pt x="906006" y="906369"/>
                  </a:lnTo>
                  <a:lnTo>
                    <a:pt x="904757" y="894905"/>
                  </a:lnTo>
                  <a:lnTo>
                    <a:pt x="906114" y="883037"/>
                  </a:lnTo>
                  <a:lnTo>
                    <a:pt x="945225" y="914989"/>
                  </a:lnTo>
                  <a:lnTo>
                    <a:pt x="958345" y="926907"/>
                  </a:lnTo>
                  <a:lnTo>
                    <a:pt x="922742" y="926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2240144" y="2991761"/>
              <a:ext cx="942837" cy="914400"/>
            </a:xfrm>
            <a:custGeom>
              <a:avLst/>
              <a:pathLst>
                <a:path w="942837" h="914400">
                  <a:moveTo>
                    <a:pt x="914400" y="914400"/>
                  </a:moveTo>
                  <a:lnTo>
                    <a:pt x="903545" y="900612"/>
                  </a:lnTo>
                  <a:lnTo>
                    <a:pt x="892619" y="897111"/>
                  </a:lnTo>
                  <a:lnTo>
                    <a:pt x="898498" y="880108"/>
                  </a:lnTo>
                  <a:lnTo>
                    <a:pt x="906187" y="873930"/>
                  </a:lnTo>
                  <a:lnTo>
                    <a:pt x="933720" y="885007"/>
                  </a:lnTo>
                  <a:lnTo>
                    <a:pt x="942367" y="906689"/>
                  </a:lnTo>
                  <a:lnTo>
                    <a:pt x="942837" y="91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713192" y="2870721"/>
              <a:ext cx="978294" cy="914400"/>
            </a:xfrm>
            <a:custGeom>
              <a:avLst/>
              <a:pathLst>
                <a:path w="978294" h="914400">
                  <a:moveTo>
                    <a:pt x="914400" y="914400"/>
                  </a:moveTo>
                  <a:lnTo>
                    <a:pt x="916444" y="865714"/>
                  </a:lnTo>
                  <a:lnTo>
                    <a:pt x="936723" y="813847"/>
                  </a:lnTo>
                  <a:lnTo>
                    <a:pt x="945298" y="815009"/>
                  </a:lnTo>
                  <a:lnTo>
                    <a:pt x="936524" y="829015"/>
                  </a:lnTo>
                  <a:lnTo>
                    <a:pt x="933991" y="838830"/>
                  </a:lnTo>
                  <a:lnTo>
                    <a:pt x="930427" y="858442"/>
                  </a:lnTo>
                  <a:lnTo>
                    <a:pt x="932038" y="868627"/>
                  </a:lnTo>
                  <a:lnTo>
                    <a:pt x="978294" y="871421"/>
                  </a:lnTo>
                  <a:lnTo>
                    <a:pt x="972922" y="880512"/>
                  </a:lnTo>
                  <a:lnTo>
                    <a:pt x="926013" y="886640"/>
                  </a:lnTo>
                  <a:lnTo>
                    <a:pt x="918669" y="907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762145" y="2897925"/>
              <a:ext cx="921618" cy="914400"/>
            </a:xfrm>
            <a:custGeom>
              <a:avLst/>
              <a:pathLst>
                <a:path w="921618" h="914400">
                  <a:moveTo>
                    <a:pt x="914400" y="914400"/>
                  </a:moveTo>
                  <a:lnTo>
                    <a:pt x="896780" y="913406"/>
                  </a:lnTo>
                  <a:lnTo>
                    <a:pt x="886884" y="905460"/>
                  </a:lnTo>
                  <a:lnTo>
                    <a:pt x="890086" y="896993"/>
                  </a:lnTo>
                  <a:lnTo>
                    <a:pt x="899439" y="890528"/>
                  </a:lnTo>
                  <a:lnTo>
                    <a:pt x="907181" y="889535"/>
                  </a:lnTo>
                  <a:lnTo>
                    <a:pt x="918940" y="893525"/>
                  </a:lnTo>
                  <a:lnTo>
                    <a:pt x="921618" y="905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3883392" y="945535"/>
              <a:ext cx="914400" cy="1007258"/>
            </a:xfrm>
            <a:custGeom>
              <a:avLst/>
              <a:pathLst>
                <a:path w="914400" h="1007258">
                  <a:moveTo>
                    <a:pt x="914400" y="914400"/>
                  </a:moveTo>
                  <a:lnTo>
                    <a:pt x="914400" y="1003775"/>
                  </a:lnTo>
                  <a:lnTo>
                    <a:pt x="877314" y="1007258"/>
                  </a:lnTo>
                  <a:lnTo>
                    <a:pt x="867347" y="1001315"/>
                  </a:lnTo>
                  <a:lnTo>
                    <a:pt x="853689" y="955104"/>
                  </a:lnTo>
                  <a:lnTo>
                    <a:pt x="856402" y="943169"/>
                  </a:lnTo>
                  <a:lnTo>
                    <a:pt x="865592" y="938085"/>
                  </a:lnTo>
                  <a:lnTo>
                    <a:pt x="873461" y="936991"/>
                  </a:lnTo>
                  <a:lnTo>
                    <a:pt x="874619" y="961872"/>
                  </a:lnTo>
                  <a:lnTo>
                    <a:pt x="886179" y="959397"/>
                  </a:lnTo>
                  <a:lnTo>
                    <a:pt x="889797" y="943000"/>
                  </a:lnTo>
                  <a:lnTo>
                    <a:pt x="890611" y="931452"/>
                  </a:lnTo>
                  <a:lnTo>
                    <a:pt x="887481" y="925627"/>
                  </a:lnTo>
                  <a:lnTo>
                    <a:pt x="879630" y="921116"/>
                  </a:lnTo>
                  <a:lnTo>
                    <a:pt x="875089" y="913372"/>
                  </a:lnTo>
                  <a:lnTo>
                    <a:pt x="881620" y="900914"/>
                  </a:lnTo>
                  <a:lnTo>
                    <a:pt x="893704" y="895527"/>
                  </a:lnTo>
                  <a:lnTo>
                    <a:pt x="904124" y="912177"/>
                  </a:lnTo>
                  <a:lnTo>
                    <a:pt x="912464" y="914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3821795" y="1009775"/>
              <a:ext cx="914400" cy="924635"/>
            </a:xfrm>
            <a:custGeom>
              <a:avLst/>
              <a:pathLst>
                <a:path w="914400" h="924635">
                  <a:moveTo>
                    <a:pt x="914400" y="914400"/>
                  </a:moveTo>
                  <a:lnTo>
                    <a:pt x="907308" y="912464"/>
                  </a:lnTo>
                  <a:lnTo>
                    <a:pt x="901863" y="915107"/>
                  </a:lnTo>
                  <a:lnTo>
                    <a:pt x="898173" y="924635"/>
                  </a:lnTo>
                  <a:lnTo>
                    <a:pt x="890140" y="921217"/>
                  </a:lnTo>
                  <a:lnTo>
                    <a:pt x="886902" y="907565"/>
                  </a:lnTo>
                  <a:lnTo>
                    <a:pt x="892890" y="887128"/>
                  </a:lnTo>
                  <a:lnTo>
                    <a:pt x="907236" y="886353"/>
                  </a:lnTo>
                  <a:lnTo>
                    <a:pt x="913441" y="906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2507247" y="2554267"/>
              <a:ext cx="921292" cy="1228951"/>
            </a:xfrm>
            <a:custGeom>
              <a:avLst/>
              <a:pathLst>
                <a:path w="921292" h="1228951">
                  <a:moveTo>
                    <a:pt x="914400" y="914399"/>
                  </a:moveTo>
                  <a:lnTo>
                    <a:pt x="909587" y="924450"/>
                  </a:lnTo>
                  <a:lnTo>
                    <a:pt x="902514" y="931066"/>
                  </a:lnTo>
                  <a:lnTo>
                    <a:pt x="884008" y="938086"/>
                  </a:lnTo>
                  <a:lnTo>
                    <a:pt x="867980" y="947883"/>
                  </a:lnTo>
                  <a:lnTo>
                    <a:pt x="853689" y="965105"/>
                  </a:lnTo>
                  <a:lnTo>
                    <a:pt x="848424" y="989717"/>
                  </a:lnTo>
                  <a:lnTo>
                    <a:pt x="859604" y="1007730"/>
                  </a:lnTo>
                  <a:lnTo>
                    <a:pt x="879938" y="1017595"/>
                  </a:lnTo>
                  <a:lnTo>
                    <a:pt x="885111" y="1051886"/>
                  </a:lnTo>
                  <a:lnTo>
                    <a:pt x="868324" y="1068805"/>
                  </a:lnTo>
                  <a:lnTo>
                    <a:pt x="825251" y="1085690"/>
                  </a:lnTo>
                  <a:lnTo>
                    <a:pt x="820728" y="1126446"/>
                  </a:lnTo>
                  <a:lnTo>
                    <a:pt x="822121" y="1158566"/>
                  </a:lnTo>
                  <a:lnTo>
                    <a:pt x="821343" y="1181916"/>
                  </a:lnTo>
                  <a:lnTo>
                    <a:pt x="817924" y="1214221"/>
                  </a:lnTo>
                  <a:lnTo>
                    <a:pt x="783082" y="1228951"/>
                  </a:lnTo>
                  <a:lnTo>
                    <a:pt x="760596" y="1179744"/>
                  </a:lnTo>
                  <a:lnTo>
                    <a:pt x="760397" y="1160048"/>
                  </a:lnTo>
                  <a:lnTo>
                    <a:pt x="753685" y="1137052"/>
                  </a:lnTo>
                  <a:lnTo>
                    <a:pt x="752419" y="1117457"/>
                  </a:lnTo>
                  <a:lnTo>
                    <a:pt x="744459" y="1086111"/>
                  </a:lnTo>
                  <a:lnTo>
                    <a:pt x="711499" y="1077626"/>
                  </a:lnTo>
                  <a:lnTo>
                    <a:pt x="698709" y="1076515"/>
                  </a:lnTo>
                  <a:lnTo>
                    <a:pt x="680818" y="1082340"/>
                  </a:lnTo>
                  <a:lnTo>
                    <a:pt x="676386" y="1080067"/>
                  </a:lnTo>
                  <a:lnTo>
                    <a:pt x="654967" y="1037257"/>
                  </a:lnTo>
                  <a:lnTo>
                    <a:pt x="658494" y="990020"/>
                  </a:lnTo>
                  <a:lnTo>
                    <a:pt x="647061" y="966182"/>
                  </a:lnTo>
                  <a:lnTo>
                    <a:pt x="645488" y="955391"/>
                  </a:lnTo>
                  <a:lnTo>
                    <a:pt x="645759" y="943439"/>
                  </a:lnTo>
                  <a:lnTo>
                    <a:pt x="636370" y="933591"/>
                  </a:lnTo>
                  <a:lnTo>
                    <a:pt x="624973" y="928372"/>
                  </a:lnTo>
                  <a:lnTo>
                    <a:pt x="619438" y="901791"/>
                  </a:lnTo>
                  <a:lnTo>
                    <a:pt x="632535" y="895343"/>
                  </a:lnTo>
                  <a:lnTo>
                    <a:pt x="664917" y="898457"/>
                  </a:lnTo>
                  <a:lnTo>
                    <a:pt x="674378" y="896639"/>
                  </a:lnTo>
                  <a:lnTo>
                    <a:pt x="683043" y="891101"/>
                  </a:lnTo>
                  <a:lnTo>
                    <a:pt x="709238" y="847398"/>
                  </a:lnTo>
                  <a:lnTo>
                    <a:pt x="708478" y="837769"/>
                  </a:lnTo>
                  <a:lnTo>
                    <a:pt x="711282" y="825278"/>
                  </a:lnTo>
                  <a:lnTo>
                    <a:pt x="739629" y="820649"/>
                  </a:lnTo>
                  <a:lnTo>
                    <a:pt x="752256" y="837533"/>
                  </a:lnTo>
                  <a:lnTo>
                    <a:pt x="749724" y="864570"/>
                  </a:lnTo>
                  <a:lnTo>
                    <a:pt x="751334" y="899215"/>
                  </a:lnTo>
                  <a:lnTo>
                    <a:pt x="768501" y="908642"/>
                  </a:lnTo>
                  <a:lnTo>
                    <a:pt x="775195" y="910023"/>
                  </a:lnTo>
                  <a:lnTo>
                    <a:pt x="782340" y="884434"/>
                  </a:lnTo>
                  <a:lnTo>
                    <a:pt x="787352" y="871994"/>
                  </a:lnTo>
                  <a:lnTo>
                    <a:pt x="794153" y="865058"/>
                  </a:lnTo>
                  <a:lnTo>
                    <a:pt x="796469" y="841675"/>
                  </a:lnTo>
                  <a:lnTo>
                    <a:pt x="792435" y="827399"/>
                  </a:lnTo>
                  <a:lnTo>
                    <a:pt x="783842" y="816760"/>
                  </a:lnTo>
                  <a:lnTo>
                    <a:pt x="815934" y="787805"/>
                  </a:lnTo>
                  <a:lnTo>
                    <a:pt x="849148" y="764876"/>
                  </a:lnTo>
                  <a:lnTo>
                    <a:pt x="868468" y="763681"/>
                  </a:lnTo>
                  <a:lnTo>
                    <a:pt x="887915" y="769287"/>
                  </a:lnTo>
                  <a:lnTo>
                    <a:pt x="905988" y="777030"/>
                  </a:lnTo>
                  <a:lnTo>
                    <a:pt x="915792" y="783697"/>
                  </a:lnTo>
                  <a:lnTo>
                    <a:pt x="921292" y="794404"/>
                  </a:lnTo>
                  <a:lnTo>
                    <a:pt x="909171" y="819925"/>
                  </a:lnTo>
                  <a:lnTo>
                    <a:pt x="905807" y="833897"/>
                  </a:lnTo>
                  <a:lnTo>
                    <a:pt x="913947" y="87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980006" y="2761217"/>
              <a:ext cx="1136910" cy="1010386"/>
            </a:xfrm>
            <a:custGeom>
              <a:avLst/>
              <a:pathLst>
                <a:path w="1136910" h="1010386">
                  <a:moveTo>
                    <a:pt x="914400" y="1003753"/>
                  </a:moveTo>
                  <a:lnTo>
                    <a:pt x="902587" y="1000706"/>
                  </a:lnTo>
                  <a:lnTo>
                    <a:pt x="894175" y="993450"/>
                  </a:lnTo>
                  <a:lnTo>
                    <a:pt x="872484" y="998618"/>
                  </a:lnTo>
                  <a:lnTo>
                    <a:pt x="843449" y="1010386"/>
                  </a:lnTo>
                  <a:lnTo>
                    <a:pt x="827331" y="1009796"/>
                  </a:lnTo>
                  <a:lnTo>
                    <a:pt x="814523" y="997154"/>
                  </a:lnTo>
                  <a:lnTo>
                    <a:pt x="762116" y="979141"/>
                  </a:lnTo>
                  <a:lnTo>
                    <a:pt x="753649" y="977693"/>
                  </a:lnTo>
                  <a:lnTo>
                    <a:pt x="719025" y="976902"/>
                  </a:lnTo>
                  <a:lnTo>
                    <a:pt x="717378" y="948452"/>
                  </a:lnTo>
                  <a:lnTo>
                    <a:pt x="713091" y="927897"/>
                  </a:lnTo>
                  <a:lnTo>
                    <a:pt x="700989" y="897309"/>
                  </a:lnTo>
                  <a:lnTo>
                    <a:pt x="718934" y="889935"/>
                  </a:lnTo>
                  <a:lnTo>
                    <a:pt x="715461" y="830325"/>
                  </a:lnTo>
                  <a:lnTo>
                    <a:pt x="708948" y="799416"/>
                  </a:lnTo>
                  <a:lnTo>
                    <a:pt x="658820" y="767667"/>
                  </a:lnTo>
                  <a:lnTo>
                    <a:pt x="619329" y="736809"/>
                  </a:lnTo>
                  <a:lnTo>
                    <a:pt x="628447" y="632907"/>
                  </a:lnTo>
                  <a:lnTo>
                    <a:pt x="632336" y="604911"/>
                  </a:lnTo>
                  <a:lnTo>
                    <a:pt x="617357" y="550603"/>
                  </a:lnTo>
                  <a:lnTo>
                    <a:pt x="618913" y="488097"/>
                  </a:lnTo>
                  <a:lnTo>
                    <a:pt x="625226" y="389599"/>
                  </a:lnTo>
                  <a:lnTo>
                    <a:pt x="637781" y="385744"/>
                  </a:lnTo>
                  <a:lnTo>
                    <a:pt x="646989" y="386215"/>
                  </a:lnTo>
                  <a:lnTo>
                    <a:pt x="682500" y="403891"/>
                  </a:lnTo>
                  <a:lnTo>
                    <a:pt x="697280" y="405659"/>
                  </a:lnTo>
                  <a:lnTo>
                    <a:pt x="707411" y="421450"/>
                  </a:lnTo>
                  <a:lnTo>
                    <a:pt x="719278" y="427948"/>
                  </a:lnTo>
                  <a:lnTo>
                    <a:pt x="727871" y="411181"/>
                  </a:lnTo>
                  <a:lnTo>
                    <a:pt x="731217" y="382512"/>
                  </a:lnTo>
                  <a:lnTo>
                    <a:pt x="759366" y="345409"/>
                  </a:lnTo>
                  <a:lnTo>
                    <a:pt x="779084" y="331705"/>
                  </a:lnTo>
                  <a:lnTo>
                    <a:pt x="792525" y="325140"/>
                  </a:lnTo>
                  <a:lnTo>
                    <a:pt x="806093" y="340106"/>
                  </a:lnTo>
                  <a:lnTo>
                    <a:pt x="816477" y="356923"/>
                  </a:lnTo>
                  <a:lnTo>
                    <a:pt x="818937" y="320123"/>
                  </a:lnTo>
                  <a:lnTo>
                    <a:pt x="827313" y="250025"/>
                  </a:lnTo>
                  <a:lnTo>
                    <a:pt x="800557" y="239015"/>
                  </a:lnTo>
                  <a:lnTo>
                    <a:pt x="778759" y="248509"/>
                  </a:lnTo>
                  <a:lnTo>
                    <a:pt x="757141" y="292936"/>
                  </a:lnTo>
                  <a:lnTo>
                    <a:pt x="737857" y="348775"/>
                  </a:lnTo>
                  <a:lnTo>
                    <a:pt x="706578" y="353910"/>
                  </a:lnTo>
                  <a:lnTo>
                    <a:pt x="681614" y="369717"/>
                  </a:lnTo>
                  <a:lnTo>
                    <a:pt x="659073" y="353321"/>
                  </a:lnTo>
                  <a:lnTo>
                    <a:pt x="644547" y="338877"/>
                  </a:lnTo>
                  <a:lnTo>
                    <a:pt x="644185" y="317733"/>
                  </a:lnTo>
                  <a:lnTo>
                    <a:pt x="647477" y="304972"/>
                  </a:lnTo>
                  <a:lnTo>
                    <a:pt x="673962" y="259435"/>
                  </a:lnTo>
                  <a:lnTo>
                    <a:pt x="709437" y="215699"/>
                  </a:lnTo>
                  <a:lnTo>
                    <a:pt x="745183" y="216120"/>
                  </a:lnTo>
                  <a:lnTo>
                    <a:pt x="771251" y="202147"/>
                  </a:lnTo>
                  <a:lnTo>
                    <a:pt x="786827" y="200481"/>
                  </a:lnTo>
                  <a:lnTo>
                    <a:pt x="835454" y="203545"/>
                  </a:lnTo>
                  <a:lnTo>
                    <a:pt x="860418" y="193966"/>
                  </a:lnTo>
                  <a:lnTo>
                    <a:pt x="882778" y="173916"/>
                  </a:lnTo>
                  <a:lnTo>
                    <a:pt x="931097" y="89121"/>
                  </a:lnTo>
                  <a:lnTo>
                    <a:pt x="958359" y="53769"/>
                  </a:lnTo>
                  <a:lnTo>
                    <a:pt x="1013335" y="41328"/>
                  </a:lnTo>
                  <a:lnTo>
                    <a:pt x="1064133" y="521"/>
                  </a:lnTo>
                  <a:lnTo>
                    <a:pt x="1078334" y="0"/>
                  </a:lnTo>
                  <a:lnTo>
                    <a:pt x="1054436" y="30419"/>
                  </a:lnTo>
                  <a:lnTo>
                    <a:pt x="1050601" y="42187"/>
                  </a:lnTo>
                  <a:lnTo>
                    <a:pt x="1047707" y="60233"/>
                  </a:lnTo>
                  <a:lnTo>
                    <a:pt x="1064838" y="99424"/>
                  </a:lnTo>
                  <a:lnTo>
                    <a:pt x="1061220" y="123278"/>
                  </a:lnTo>
                  <a:lnTo>
                    <a:pt x="1062432" y="170213"/>
                  </a:lnTo>
                  <a:lnTo>
                    <a:pt x="1046278" y="194673"/>
                  </a:lnTo>
                  <a:lnTo>
                    <a:pt x="1028043" y="246708"/>
                  </a:lnTo>
                  <a:lnTo>
                    <a:pt x="1020191" y="254368"/>
                  </a:lnTo>
                  <a:lnTo>
                    <a:pt x="1018509" y="315107"/>
                  </a:lnTo>
                  <a:lnTo>
                    <a:pt x="1020300" y="329601"/>
                  </a:lnTo>
                  <a:lnTo>
                    <a:pt x="1017713" y="384902"/>
                  </a:lnTo>
                  <a:lnTo>
                    <a:pt x="1036400" y="407544"/>
                  </a:lnTo>
                  <a:lnTo>
                    <a:pt x="1056155" y="419379"/>
                  </a:lnTo>
                  <a:lnTo>
                    <a:pt x="1122040" y="418958"/>
                  </a:lnTo>
                  <a:lnTo>
                    <a:pt x="1128878" y="428907"/>
                  </a:lnTo>
                  <a:lnTo>
                    <a:pt x="1136910" y="446011"/>
                  </a:lnTo>
                  <a:lnTo>
                    <a:pt x="1131031" y="475051"/>
                  </a:lnTo>
                  <a:lnTo>
                    <a:pt x="1123993" y="496952"/>
                  </a:lnTo>
                  <a:lnTo>
                    <a:pt x="1104908" y="515403"/>
                  </a:lnTo>
                  <a:lnTo>
                    <a:pt x="1080414" y="529156"/>
                  </a:lnTo>
                  <a:lnTo>
                    <a:pt x="1065182" y="529762"/>
                  </a:lnTo>
                  <a:lnTo>
                    <a:pt x="1044432" y="503619"/>
                  </a:lnTo>
                  <a:lnTo>
                    <a:pt x="1034573" y="512103"/>
                  </a:lnTo>
                  <a:lnTo>
                    <a:pt x="1024388" y="525436"/>
                  </a:lnTo>
                  <a:lnTo>
                    <a:pt x="1007329" y="596982"/>
                  </a:lnTo>
                  <a:lnTo>
                    <a:pt x="999243" y="645314"/>
                  </a:lnTo>
                  <a:lnTo>
                    <a:pt x="994865" y="649236"/>
                  </a:lnTo>
                  <a:lnTo>
                    <a:pt x="985223" y="642115"/>
                  </a:lnTo>
                  <a:lnTo>
                    <a:pt x="968562" y="641560"/>
                  </a:lnTo>
                  <a:lnTo>
                    <a:pt x="947505" y="653024"/>
                  </a:lnTo>
                  <a:lnTo>
                    <a:pt x="958305" y="663276"/>
                  </a:lnTo>
                  <a:lnTo>
                    <a:pt x="969720" y="681087"/>
                  </a:lnTo>
                  <a:lnTo>
                    <a:pt x="965161" y="690009"/>
                  </a:lnTo>
                  <a:lnTo>
                    <a:pt x="946636" y="699656"/>
                  </a:lnTo>
                  <a:lnTo>
                    <a:pt x="930210" y="719167"/>
                  </a:lnTo>
                  <a:lnTo>
                    <a:pt x="923336" y="733931"/>
                  </a:lnTo>
                  <a:lnTo>
                    <a:pt x="902623" y="751405"/>
                  </a:lnTo>
                  <a:lnTo>
                    <a:pt x="889598" y="773559"/>
                  </a:lnTo>
                  <a:lnTo>
                    <a:pt x="895984" y="801016"/>
                  </a:lnTo>
                  <a:lnTo>
                    <a:pt x="898697" y="825123"/>
                  </a:lnTo>
                  <a:lnTo>
                    <a:pt x="904396" y="851755"/>
                  </a:lnTo>
                  <a:lnTo>
                    <a:pt x="899258" y="873017"/>
                  </a:lnTo>
                  <a:lnTo>
                    <a:pt x="873606" y="903521"/>
                  </a:lnTo>
                  <a:lnTo>
                    <a:pt x="864145" y="929968"/>
                  </a:lnTo>
                  <a:lnTo>
                    <a:pt x="886124" y="929631"/>
                  </a:lnTo>
                  <a:lnTo>
                    <a:pt x="899656" y="935742"/>
                  </a:lnTo>
                  <a:lnTo>
                    <a:pt x="907579" y="943553"/>
                  </a:lnTo>
                  <a:lnTo>
                    <a:pt x="915756" y="954630"/>
                  </a:lnTo>
                  <a:lnTo>
                    <a:pt x="910745" y="968316"/>
                  </a:lnTo>
                  <a:lnTo>
                    <a:pt x="917131" y="10037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2158177" y="2598171"/>
              <a:ext cx="938930" cy="1089831"/>
            </a:xfrm>
            <a:custGeom>
              <a:avLst/>
              <a:pathLst>
                <a:path w="938930" h="1089831">
                  <a:moveTo>
                    <a:pt x="914400" y="914400"/>
                  </a:moveTo>
                  <a:lnTo>
                    <a:pt x="923897" y="952765"/>
                  </a:lnTo>
                  <a:lnTo>
                    <a:pt x="938930" y="995676"/>
                  </a:lnTo>
                  <a:lnTo>
                    <a:pt x="932653" y="1013639"/>
                  </a:lnTo>
                  <a:lnTo>
                    <a:pt x="936922" y="1036651"/>
                  </a:lnTo>
                  <a:lnTo>
                    <a:pt x="932634" y="1060657"/>
                  </a:lnTo>
                  <a:lnTo>
                    <a:pt x="902731" y="1088569"/>
                  </a:lnTo>
                  <a:lnTo>
                    <a:pt x="869192" y="1089831"/>
                  </a:lnTo>
                  <a:lnTo>
                    <a:pt x="834332" y="1076347"/>
                  </a:lnTo>
                  <a:lnTo>
                    <a:pt x="785090" y="1050388"/>
                  </a:lnTo>
                  <a:lnTo>
                    <a:pt x="781128" y="1035809"/>
                  </a:lnTo>
                  <a:lnTo>
                    <a:pt x="774218" y="1027729"/>
                  </a:lnTo>
                  <a:lnTo>
                    <a:pt x="761048" y="983488"/>
                  </a:lnTo>
                  <a:lnTo>
                    <a:pt x="761356" y="928928"/>
                  </a:lnTo>
                  <a:lnTo>
                    <a:pt x="786103" y="922093"/>
                  </a:lnTo>
                  <a:lnTo>
                    <a:pt x="840175" y="896050"/>
                  </a:lnTo>
                  <a:lnTo>
                    <a:pt x="852675" y="900141"/>
                  </a:lnTo>
                  <a:lnTo>
                    <a:pt x="865719" y="913457"/>
                  </a:lnTo>
                  <a:lnTo>
                    <a:pt x="880733" y="914248"/>
                  </a:lnTo>
                  <a:lnTo>
                    <a:pt x="902532" y="895360"/>
                  </a:lnTo>
                  <a:lnTo>
                    <a:pt x="906675" y="896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2315924" y="2849173"/>
              <a:ext cx="956550" cy="983606"/>
            </a:xfrm>
            <a:custGeom>
              <a:avLst/>
              <a:pathLst>
                <a:path w="956550" h="983606">
                  <a:moveTo>
                    <a:pt x="914400" y="914400"/>
                  </a:moveTo>
                  <a:lnTo>
                    <a:pt x="936578" y="913171"/>
                  </a:lnTo>
                  <a:lnTo>
                    <a:pt x="951665" y="922042"/>
                  </a:lnTo>
                  <a:lnTo>
                    <a:pt x="955265" y="935746"/>
                  </a:lnTo>
                  <a:lnTo>
                    <a:pt x="956550" y="966165"/>
                  </a:lnTo>
                  <a:lnTo>
                    <a:pt x="940703" y="975037"/>
                  </a:lnTo>
                  <a:lnTo>
                    <a:pt x="923209" y="972024"/>
                  </a:lnTo>
                  <a:lnTo>
                    <a:pt x="899403" y="983606"/>
                  </a:lnTo>
                  <a:lnTo>
                    <a:pt x="821253" y="933877"/>
                  </a:lnTo>
                  <a:lnTo>
                    <a:pt x="822392" y="892414"/>
                  </a:lnTo>
                  <a:lnTo>
                    <a:pt x="825522" y="876135"/>
                  </a:lnTo>
                  <a:lnTo>
                    <a:pt x="862553" y="872263"/>
                  </a:lnTo>
                  <a:lnTo>
                    <a:pt x="881620" y="893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2158720" y="2878313"/>
              <a:ext cx="962809" cy="914399"/>
            </a:xfrm>
            <a:custGeom>
              <a:avLst/>
              <a:pathLst>
                <a:path w="962809" h="914399">
                  <a:moveTo>
                    <a:pt x="914400" y="914399"/>
                  </a:moveTo>
                  <a:lnTo>
                    <a:pt x="903238" y="886471"/>
                  </a:lnTo>
                  <a:lnTo>
                    <a:pt x="901791" y="877734"/>
                  </a:lnTo>
                  <a:lnTo>
                    <a:pt x="914906" y="859856"/>
                  </a:lnTo>
                  <a:lnTo>
                    <a:pt x="923390" y="839604"/>
                  </a:lnTo>
                  <a:lnTo>
                    <a:pt x="945334" y="808511"/>
                  </a:lnTo>
                  <a:lnTo>
                    <a:pt x="957979" y="772081"/>
                  </a:lnTo>
                  <a:lnTo>
                    <a:pt x="962809" y="772654"/>
                  </a:lnTo>
                  <a:lnTo>
                    <a:pt x="957201" y="805093"/>
                  </a:lnTo>
                  <a:lnTo>
                    <a:pt x="928383" y="895579"/>
                  </a:lnTo>
                  <a:lnTo>
                    <a:pt x="922612" y="912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2496103" y="2807356"/>
              <a:ext cx="921473" cy="934533"/>
            </a:xfrm>
            <a:custGeom>
              <a:avLst/>
              <a:pathLst>
                <a:path w="921473" h="934533">
                  <a:moveTo>
                    <a:pt x="914400" y="914400"/>
                  </a:moveTo>
                  <a:lnTo>
                    <a:pt x="885962" y="910629"/>
                  </a:lnTo>
                  <a:lnTo>
                    <a:pt x="853906" y="934533"/>
                  </a:lnTo>
                  <a:lnTo>
                    <a:pt x="841749" y="926975"/>
                  </a:lnTo>
                  <a:lnTo>
                    <a:pt x="846344" y="911706"/>
                  </a:lnTo>
                  <a:lnTo>
                    <a:pt x="849691" y="906151"/>
                  </a:lnTo>
                  <a:lnTo>
                    <a:pt x="860472" y="899669"/>
                  </a:lnTo>
                  <a:lnTo>
                    <a:pt x="867672" y="890192"/>
                  </a:lnTo>
                  <a:lnTo>
                    <a:pt x="870494" y="875360"/>
                  </a:lnTo>
                  <a:lnTo>
                    <a:pt x="877170" y="883357"/>
                  </a:lnTo>
                  <a:lnTo>
                    <a:pt x="897015" y="886707"/>
                  </a:lnTo>
                  <a:lnTo>
                    <a:pt x="906711" y="891437"/>
                  </a:lnTo>
                  <a:lnTo>
                    <a:pt x="914816" y="898390"/>
                  </a:lnTo>
                  <a:lnTo>
                    <a:pt x="921473" y="9092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2507319" y="2599417"/>
              <a:ext cx="931839" cy="914399"/>
            </a:xfrm>
            <a:custGeom>
              <a:avLst/>
              <a:pathLst>
                <a:path w="931839" h="914399">
                  <a:moveTo>
                    <a:pt x="914400" y="914399"/>
                  </a:moveTo>
                  <a:lnTo>
                    <a:pt x="910564" y="913625"/>
                  </a:lnTo>
                  <a:lnTo>
                    <a:pt x="904902" y="893508"/>
                  </a:lnTo>
                  <a:lnTo>
                    <a:pt x="914092" y="881269"/>
                  </a:lnTo>
                  <a:lnTo>
                    <a:pt x="919519" y="870882"/>
                  </a:lnTo>
                  <a:lnTo>
                    <a:pt x="923372" y="871185"/>
                  </a:lnTo>
                  <a:lnTo>
                    <a:pt x="928637" y="882414"/>
                  </a:lnTo>
                  <a:lnTo>
                    <a:pt x="931839" y="899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2108248" y="2846564"/>
              <a:ext cx="930626" cy="914400"/>
            </a:xfrm>
            <a:custGeom>
              <a:avLst/>
              <a:pathLst>
                <a:path w="930626" h="914400">
                  <a:moveTo>
                    <a:pt x="914400" y="914400"/>
                  </a:moveTo>
                  <a:lnTo>
                    <a:pt x="900181" y="906891"/>
                  </a:lnTo>
                  <a:lnTo>
                    <a:pt x="877043" y="878609"/>
                  </a:lnTo>
                  <a:lnTo>
                    <a:pt x="874131" y="871101"/>
                  </a:lnTo>
                  <a:lnTo>
                    <a:pt x="886287" y="875899"/>
                  </a:lnTo>
                  <a:lnTo>
                    <a:pt x="901375" y="890680"/>
                  </a:lnTo>
                  <a:lnTo>
                    <a:pt x="913730" y="893828"/>
                  </a:lnTo>
                  <a:lnTo>
                    <a:pt x="930626" y="906336"/>
                  </a:lnTo>
                  <a:lnTo>
                    <a:pt x="926828" y="910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2023007" y="2834392"/>
              <a:ext cx="933684" cy="914399"/>
            </a:xfrm>
            <a:custGeom>
              <a:avLst/>
              <a:pathLst>
                <a:path w="933684" h="914399">
                  <a:moveTo>
                    <a:pt x="914400" y="914399"/>
                  </a:moveTo>
                  <a:lnTo>
                    <a:pt x="904540" y="906066"/>
                  </a:lnTo>
                  <a:lnTo>
                    <a:pt x="886450" y="902834"/>
                  </a:lnTo>
                  <a:lnTo>
                    <a:pt x="879956" y="849772"/>
                  </a:lnTo>
                  <a:lnTo>
                    <a:pt x="881819" y="846624"/>
                  </a:lnTo>
                  <a:lnTo>
                    <a:pt x="890918" y="850344"/>
                  </a:lnTo>
                  <a:lnTo>
                    <a:pt x="922124" y="875091"/>
                  </a:lnTo>
                  <a:lnTo>
                    <a:pt x="933032" y="902178"/>
                  </a:lnTo>
                  <a:lnTo>
                    <a:pt x="933684" y="909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2140304" y="2526642"/>
              <a:ext cx="927623" cy="914400"/>
            </a:xfrm>
            <a:custGeom>
              <a:avLst/>
              <a:pathLst>
                <a:path w="927623" h="914400">
                  <a:moveTo>
                    <a:pt x="914400" y="914400"/>
                  </a:moveTo>
                  <a:lnTo>
                    <a:pt x="902659" y="907952"/>
                  </a:lnTo>
                  <a:lnTo>
                    <a:pt x="901429" y="885646"/>
                  </a:lnTo>
                  <a:lnTo>
                    <a:pt x="905879" y="865613"/>
                  </a:lnTo>
                  <a:lnTo>
                    <a:pt x="900651" y="847701"/>
                  </a:lnTo>
                  <a:lnTo>
                    <a:pt x="906404" y="836187"/>
                  </a:lnTo>
                  <a:lnTo>
                    <a:pt x="922920" y="863004"/>
                  </a:lnTo>
                  <a:lnTo>
                    <a:pt x="927623" y="875613"/>
                  </a:lnTo>
                  <a:lnTo>
                    <a:pt x="921256" y="890680"/>
                  </a:lnTo>
                  <a:lnTo>
                    <a:pt x="917547" y="908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2218309" y="2021895"/>
              <a:ext cx="944610" cy="914400"/>
            </a:xfrm>
            <a:custGeom>
              <a:avLst/>
              <a:pathLst>
                <a:path w="944610" h="914400">
                  <a:moveTo>
                    <a:pt x="914400" y="914400"/>
                  </a:moveTo>
                  <a:lnTo>
                    <a:pt x="888910" y="902969"/>
                  </a:lnTo>
                  <a:lnTo>
                    <a:pt x="900162" y="886993"/>
                  </a:lnTo>
                  <a:lnTo>
                    <a:pt x="928166" y="879636"/>
                  </a:lnTo>
                  <a:lnTo>
                    <a:pt x="944610" y="882061"/>
                  </a:lnTo>
                  <a:lnTo>
                    <a:pt x="926520" y="897919"/>
                  </a:lnTo>
                  <a:lnTo>
                    <a:pt x="921943" y="906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2966577" y="2788720"/>
              <a:ext cx="930391" cy="914400"/>
            </a:xfrm>
            <a:custGeom>
              <a:avLst/>
              <a:pathLst>
                <a:path w="930391" h="914400">
                  <a:moveTo>
                    <a:pt x="914400" y="914400"/>
                  </a:moveTo>
                  <a:lnTo>
                    <a:pt x="883791" y="904737"/>
                  </a:lnTo>
                  <a:lnTo>
                    <a:pt x="846489" y="880848"/>
                  </a:lnTo>
                  <a:lnTo>
                    <a:pt x="851952" y="834032"/>
                  </a:lnTo>
                  <a:lnTo>
                    <a:pt x="861522" y="813797"/>
                  </a:lnTo>
                  <a:lnTo>
                    <a:pt x="929559" y="866270"/>
                  </a:lnTo>
                  <a:lnTo>
                    <a:pt x="930391" y="886050"/>
                  </a:lnTo>
                  <a:lnTo>
                    <a:pt x="921238" y="9085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3359280" y="3233464"/>
              <a:ext cx="117405" cy="117405"/>
            </a:xfrm>
            <a:prstGeom prst="ellipse">
              <a:avLst/>
            </a:prstGeom>
            <a:solidFill>
              <a:srgbClr val="F986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3424205" y="3385721"/>
              <a:ext cx="117405" cy="117405"/>
            </a:xfrm>
            <a:prstGeom prst="ellipse">
              <a:avLst/>
            </a:prstGeom>
            <a:solidFill>
              <a:srgbClr val="F985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3177166" y="2593700"/>
              <a:ext cx="117405" cy="117405"/>
            </a:xfrm>
            <a:prstGeom prst="ellipse">
              <a:avLst/>
            </a:prstGeom>
            <a:solidFill>
              <a:srgbClr val="F67E5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3093313" y="2309346"/>
              <a:ext cx="117405" cy="117405"/>
            </a:xfrm>
            <a:prstGeom prst="ellipse">
              <a:avLst/>
            </a:prstGeom>
            <a:solidFill>
              <a:srgbClr val="FD975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4133456" y="2716913"/>
              <a:ext cx="117405" cy="117405"/>
            </a:xfrm>
            <a:prstGeom prst="ellipse">
              <a:avLst/>
            </a:prstGeom>
            <a:solidFill>
              <a:srgbClr val="FEA66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4568420" y="1979213"/>
              <a:ext cx="117405" cy="117405"/>
            </a:xfrm>
            <a:prstGeom prst="ellipse">
              <a:avLst/>
            </a:prstGeom>
            <a:solidFill>
              <a:srgbClr val="F8835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4063301" y="3075721"/>
              <a:ext cx="117405" cy="117405"/>
            </a:xfrm>
            <a:prstGeom prst="ellipse">
              <a:avLst/>
            </a:prstGeom>
            <a:solidFill>
              <a:srgbClr val="FFBA7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3439204" y="3509599"/>
              <a:ext cx="117405" cy="117405"/>
            </a:xfrm>
            <a:prstGeom prst="ellipse">
              <a:avLst/>
            </a:prstGeom>
            <a:solidFill>
              <a:srgbClr val="FD9C6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g9120"/>
            <p:cNvSpPr/>
            <p:nvPr/>
          </p:nvSpPr>
          <p:spPr>
            <a:xfrm>
              <a:off x="3555064" y="3323722"/>
              <a:ext cx="379475" cy="191749"/>
            </a:xfrm>
            <a:custGeom>
              <a:avLst/>
              <a:pathLst>
                <a:path w="379475" h="191749">
                  <a:moveTo>
                    <a:pt x="27431" y="191749"/>
                  </a:moveTo>
                  <a:lnTo>
                    <a:pt x="352044" y="191749"/>
                  </a:lnTo>
                  <a:lnTo>
                    <a:pt x="350939" y="191727"/>
                  </a:lnTo>
                  <a:lnTo>
                    <a:pt x="355350" y="191549"/>
                  </a:lnTo>
                  <a:lnTo>
                    <a:pt x="359676" y="190666"/>
                  </a:lnTo>
                  <a:lnTo>
                    <a:pt x="363803" y="189101"/>
                  </a:lnTo>
                  <a:lnTo>
                    <a:pt x="367627" y="186893"/>
                  </a:lnTo>
                  <a:lnTo>
                    <a:pt x="371046" y="184101"/>
                  </a:lnTo>
                  <a:lnTo>
                    <a:pt x="373974" y="180797"/>
                  </a:lnTo>
                  <a:lnTo>
                    <a:pt x="376333" y="177065"/>
                  </a:lnTo>
                  <a:lnTo>
                    <a:pt x="378064" y="173004"/>
                  </a:lnTo>
                  <a:lnTo>
                    <a:pt x="379120" y="168718"/>
                  </a:lnTo>
                  <a:lnTo>
                    <a:pt x="379475" y="164317"/>
                  </a:lnTo>
                  <a:lnTo>
                    <a:pt x="379475" y="27432"/>
                  </a:lnTo>
                  <a:lnTo>
                    <a:pt x="379120" y="23031"/>
                  </a:lnTo>
                  <a:lnTo>
                    <a:pt x="378064" y="18745"/>
                  </a:lnTo>
                  <a:lnTo>
                    <a:pt x="376333" y="14683"/>
                  </a:lnTo>
                  <a:lnTo>
                    <a:pt x="373974" y="10952"/>
                  </a:lnTo>
                  <a:lnTo>
                    <a:pt x="371046" y="7647"/>
                  </a:lnTo>
                  <a:lnTo>
                    <a:pt x="367627" y="4855"/>
                  </a:lnTo>
                  <a:lnTo>
                    <a:pt x="363803" y="2648"/>
                  </a:lnTo>
                  <a:lnTo>
                    <a:pt x="359676" y="1083"/>
                  </a:lnTo>
                  <a:lnTo>
                    <a:pt x="355350" y="200"/>
                  </a:lnTo>
                  <a:lnTo>
                    <a:pt x="35204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tx9121"/>
            <p:cNvSpPr/>
            <p:nvPr/>
          </p:nvSpPr>
          <p:spPr>
            <a:xfrm>
              <a:off x="3600784" y="3369442"/>
              <a:ext cx="28803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9122" name="pg9122"/>
            <p:cNvSpPr/>
            <p:nvPr/>
          </p:nvSpPr>
          <p:spPr>
            <a:xfrm>
              <a:off x="3210763" y="2401052"/>
              <a:ext cx="343082" cy="191749"/>
            </a:xfrm>
            <a:custGeom>
              <a:avLst/>
              <a:pathLst>
                <a:path w="343082" h="191749">
                  <a:moveTo>
                    <a:pt x="27431" y="191749"/>
                  </a:moveTo>
                  <a:lnTo>
                    <a:pt x="315650" y="191749"/>
                  </a:lnTo>
                  <a:lnTo>
                    <a:pt x="314546" y="191727"/>
                  </a:lnTo>
                  <a:lnTo>
                    <a:pt x="318957" y="191549"/>
                  </a:lnTo>
                  <a:lnTo>
                    <a:pt x="323282" y="190666"/>
                  </a:lnTo>
                  <a:lnTo>
                    <a:pt x="327410" y="189101"/>
                  </a:lnTo>
                  <a:lnTo>
                    <a:pt x="331234" y="186893"/>
                  </a:lnTo>
                  <a:lnTo>
                    <a:pt x="334653" y="184101"/>
                  </a:lnTo>
                  <a:lnTo>
                    <a:pt x="337581" y="180797"/>
                  </a:lnTo>
                  <a:lnTo>
                    <a:pt x="339940" y="177065"/>
                  </a:lnTo>
                  <a:lnTo>
                    <a:pt x="341671" y="173004"/>
                  </a:lnTo>
                  <a:lnTo>
                    <a:pt x="342727" y="168718"/>
                  </a:lnTo>
                  <a:lnTo>
                    <a:pt x="343082" y="164317"/>
                  </a:lnTo>
                  <a:lnTo>
                    <a:pt x="343082" y="27432"/>
                  </a:lnTo>
                  <a:lnTo>
                    <a:pt x="342727" y="23031"/>
                  </a:lnTo>
                  <a:lnTo>
                    <a:pt x="341671" y="18745"/>
                  </a:lnTo>
                  <a:lnTo>
                    <a:pt x="339940" y="14683"/>
                  </a:lnTo>
                  <a:lnTo>
                    <a:pt x="337581" y="10952"/>
                  </a:lnTo>
                  <a:lnTo>
                    <a:pt x="334653" y="7647"/>
                  </a:lnTo>
                  <a:lnTo>
                    <a:pt x="331234" y="4855"/>
                  </a:lnTo>
                  <a:lnTo>
                    <a:pt x="327410" y="2648"/>
                  </a:lnTo>
                  <a:lnTo>
                    <a:pt x="323282" y="1083"/>
                  </a:lnTo>
                  <a:lnTo>
                    <a:pt x="318957" y="200"/>
                  </a:lnTo>
                  <a:lnTo>
                    <a:pt x="31565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tx9123"/>
            <p:cNvSpPr/>
            <p:nvPr/>
          </p:nvSpPr>
          <p:spPr>
            <a:xfrm>
              <a:off x="3256483" y="2446772"/>
              <a:ext cx="251642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9124" name="pg9124"/>
            <p:cNvSpPr/>
            <p:nvPr/>
          </p:nvSpPr>
          <p:spPr>
            <a:xfrm>
              <a:off x="3136238" y="2116957"/>
              <a:ext cx="317296" cy="191749"/>
            </a:xfrm>
            <a:custGeom>
              <a:avLst/>
              <a:pathLst>
                <a:path w="317296" h="191749">
                  <a:moveTo>
                    <a:pt x="27431" y="191749"/>
                  </a:moveTo>
                  <a:lnTo>
                    <a:pt x="289864" y="191749"/>
                  </a:lnTo>
                  <a:lnTo>
                    <a:pt x="288760" y="191727"/>
                  </a:lnTo>
                  <a:lnTo>
                    <a:pt x="293171" y="191549"/>
                  </a:lnTo>
                  <a:lnTo>
                    <a:pt x="297496" y="190666"/>
                  </a:lnTo>
                  <a:lnTo>
                    <a:pt x="301624" y="189101"/>
                  </a:lnTo>
                  <a:lnTo>
                    <a:pt x="305447" y="186893"/>
                  </a:lnTo>
                  <a:lnTo>
                    <a:pt x="308867" y="184101"/>
                  </a:lnTo>
                  <a:lnTo>
                    <a:pt x="311795" y="180797"/>
                  </a:lnTo>
                  <a:lnTo>
                    <a:pt x="314154" y="177065"/>
                  </a:lnTo>
                  <a:lnTo>
                    <a:pt x="315885" y="173004"/>
                  </a:lnTo>
                  <a:lnTo>
                    <a:pt x="316941" y="168718"/>
                  </a:lnTo>
                  <a:lnTo>
                    <a:pt x="317296" y="164317"/>
                  </a:lnTo>
                  <a:lnTo>
                    <a:pt x="317296" y="27432"/>
                  </a:lnTo>
                  <a:lnTo>
                    <a:pt x="316941" y="23031"/>
                  </a:lnTo>
                  <a:lnTo>
                    <a:pt x="315885" y="18745"/>
                  </a:lnTo>
                  <a:lnTo>
                    <a:pt x="314154" y="14683"/>
                  </a:lnTo>
                  <a:lnTo>
                    <a:pt x="311795" y="10952"/>
                  </a:lnTo>
                  <a:lnTo>
                    <a:pt x="308867" y="7647"/>
                  </a:lnTo>
                  <a:lnTo>
                    <a:pt x="305447" y="4855"/>
                  </a:lnTo>
                  <a:lnTo>
                    <a:pt x="301624" y="2648"/>
                  </a:lnTo>
                  <a:lnTo>
                    <a:pt x="297496" y="1083"/>
                  </a:lnTo>
                  <a:lnTo>
                    <a:pt x="293171" y="200"/>
                  </a:lnTo>
                  <a:lnTo>
                    <a:pt x="28986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tx9125"/>
            <p:cNvSpPr/>
            <p:nvPr/>
          </p:nvSpPr>
          <p:spPr>
            <a:xfrm>
              <a:off x="3181958" y="2162677"/>
              <a:ext cx="22585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9126" name="pg9126"/>
            <p:cNvSpPr/>
            <p:nvPr/>
          </p:nvSpPr>
          <p:spPr>
            <a:xfrm>
              <a:off x="3069590" y="3040906"/>
              <a:ext cx="410565" cy="191749"/>
            </a:xfrm>
            <a:custGeom>
              <a:avLst/>
              <a:pathLst>
                <a:path w="410565" h="191749">
                  <a:moveTo>
                    <a:pt x="27431" y="191749"/>
                  </a:moveTo>
                  <a:lnTo>
                    <a:pt x="383133" y="191749"/>
                  </a:lnTo>
                  <a:lnTo>
                    <a:pt x="382029" y="191727"/>
                  </a:lnTo>
                  <a:lnTo>
                    <a:pt x="386440" y="191549"/>
                  </a:lnTo>
                  <a:lnTo>
                    <a:pt x="390765" y="190666"/>
                  </a:lnTo>
                  <a:lnTo>
                    <a:pt x="394893" y="189101"/>
                  </a:lnTo>
                  <a:lnTo>
                    <a:pt x="398716" y="186893"/>
                  </a:lnTo>
                  <a:lnTo>
                    <a:pt x="402136" y="184101"/>
                  </a:lnTo>
                  <a:lnTo>
                    <a:pt x="405063" y="180797"/>
                  </a:lnTo>
                  <a:lnTo>
                    <a:pt x="407423" y="177065"/>
                  </a:lnTo>
                  <a:lnTo>
                    <a:pt x="409153" y="173004"/>
                  </a:lnTo>
                  <a:lnTo>
                    <a:pt x="410210" y="168718"/>
                  </a:lnTo>
                  <a:lnTo>
                    <a:pt x="410565" y="164317"/>
                  </a:lnTo>
                  <a:lnTo>
                    <a:pt x="410565" y="27431"/>
                  </a:lnTo>
                  <a:lnTo>
                    <a:pt x="410210" y="23031"/>
                  </a:lnTo>
                  <a:lnTo>
                    <a:pt x="409153" y="18745"/>
                  </a:lnTo>
                  <a:lnTo>
                    <a:pt x="407423" y="14683"/>
                  </a:lnTo>
                  <a:lnTo>
                    <a:pt x="405063" y="10952"/>
                  </a:lnTo>
                  <a:lnTo>
                    <a:pt x="402136" y="7647"/>
                  </a:lnTo>
                  <a:lnTo>
                    <a:pt x="398716" y="4855"/>
                  </a:lnTo>
                  <a:lnTo>
                    <a:pt x="394893" y="2648"/>
                  </a:lnTo>
                  <a:lnTo>
                    <a:pt x="390765" y="1083"/>
                  </a:lnTo>
                  <a:lnTo>
                    <a:pt x="386440" y="200"/>
                  </a:lnTo>
                  <a:lnTo>
                    <a:pt x="38313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tx9127"/>
            <p:cNvSpPr/>
            <p:nvPr/>
          </p:nvSpPr>
          <p:spPr>
            <a:xfrm>
              <a:off x="3115310" y="3086626"/>
              <a:ext cx="319125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9128" name="pg9128"/>
            <p:cNvSpPr/>
            <p:nvPr/>
          </p:nvSpPr>
          <p:spPr>
            <a:xfrm>
              <a:off x="4086978" y="3193977"/>
              <a:ext cx="356250" cy="191749"/>
            </a:xfrm>
            <a:custGeom>
              <a:avLst/>
              <a:pathLst>
                <a:path w="356250" h="191749">
                  <a:moveTo>
                    <a:pt x="27431" y="191749"/>
                  </a:moveTo>
                  <a:lnTo>
                    <a:pt x="328818" y="191749"/>
                  </a:lnTo>
                  <a:lnTo>
                    <a:pt x="327713" y="191727"/>
                  </a:lnTo>
                  <a:lnTo>
                    <a:pt x="332124" y="191549"/>
                  </a:lnTo>
                  <a:lnTo>
                    <a:pt x="336450" y="190666"/>
                  </a:lnTo>
                  <a:lnTo>
                    <a:pt x="340578" y="189101"/>
                  </a:lnTo>
                  <a:lnTo>
                    <a:pt x="344401" y="186893"/>
                  </a:lnTo>
                  <a:lnTo>
                    <a:pt x="347821" y="184101"/>
                  </a:lnTo>
                  <a:lnTo>
                    <a:pt x="350748" y="180797"/>
                  </a:lnTo>
                  <a:lnTo>
                    <a:pt x="353108" y="177065"/>
                  </a:lnTo>
                  <a:lnTo>
                    <a:pt x="354838" y="173004"/>
                  </a:lnTo>
                  <a:lnTo>
                    <a:pt x="355895" y="168718"/>
                  </a:lnTo>
                  <a:lnTo>
                    <a:pt x="356250" y="164317"/>
                  </a:lnTo>
                  <a:lnTo>
                    <a:pt x="356250" y="27431"/>
                  </a:lnTo>
                  <a:lnTo>
                    <a:pt x="355895" y="23031"/>
                  </a:lnTo>
                  <a:lnTo>
                    <a:pt x="354838" y="18745"/>
                  </a:lnTo>
                  <a:lnTo>
                    <a:pt x="353108" y="14683"/>
                  </a:lnTo>
                  <a:lnTo>
                    <a:pt x="350748" y="10952"/>
                  </a:lnTo>
                  <a:lnTo>
                    <a:pt x="347821" y="7647"/>
                  </a:lnTo>
                  <a:lnTo>
                    <a:pt x="344401" y="4855"/>
                  </a:lnTo>
                  <a:lnTo>
                    <a:pt x="340578" y="2648"/>
                  </a:lnTo>
                  <a:lnTo>
                    <a:pt x="336450" y="1083"/>
                  </a:lnTo>
                  <a:lnTo>
                    <a:pt x="332124" y="200"/>
                  </a:lnTo>
                  <a:lnTo>
                    <a:pt x="32881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tx9129"/>
            <p:cNvSpPr/>
            <p:nvPr/>
          </p:nvSpPr>
          <p:spPr>
            <a:xfrm>
              <a:off x="4132698" y="3239697"/>
              <a:ext cx="264810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9130" name="pg9130"/>
            <p:cNvSpPr/>
            <p:nvPr/>
          </p:nvSpPr>
          <p:spPr>
            <a:xfrm>
              <a:off x="4134096" y="2524049"/>
              <a:ext cx="402701" cy="191749"/>
            </a:xfrm>
            <a:custGeom>
              <a:avLst/>
              <a:pathLst>
                <a:path w="402701" h="191749">
                  <a:moveTo>
                    <a:pt x="27431" y="191749"/>
                  </a:moveTo>
                  <a:lnTo>
                    <a:pt x="375269" y="191749"/>
                  </a:lnTo>
                  <a:lnTo>
                    <a:pt x="374165" y="191727"/>
                  </a:lnTo>
                  <a:lnTo>
                    <a:pt x="378576" y="191549"/>
                  </a:lnTo>
                  <a:lnTo>
                    <a:pt x="382901" y="190666"/>
                  </a:lnTo>
                  <a:lnTo>
                    <a:pt x="387029" y="189101"/>
                  </a:lnTo>
                  <a:lnTo>
                    <a:pt x="390852" y="186893"/>
                  </a:lnTo>
                  <a:lnTo>
                    <a:pt x="394272" y="184101"/>
                  </a:lnTo>
                  <a:lnTo>
                    <a:pt x="397200" y="180797"/>
                  </a:lnTo>
                  <a:lnTo>
                    <a:pt x="399559" y="177065"/>
                  </a:lnTo>
                  <a:lnTo>
                    <a:pt x="401290" y="173004"/>
                  </a:lnTo>
                  <a:lnTo>
                    <a:pt x="402346" y="168718"/>
                  </a:lnTo>
                  <a:lnTo>
                    <a:pt x="402701" y="164317"/>
                  </a:lnTo>
                  <a:lnTo>
                    <a:pt x="402701" y="27431"/>
                  </a:lnTo>
                  <a:lnTo>
                    <a:pt x="402346" y="23031"/>
                  </a:lnTo>
                  <a:lnTo>
                    <a:pt x="401290" y="18745"/>
                  </a:lnTo>
                  <a:lnTo>
                    <a:pt x="399559" y="14683"/>
                  </a:lnTo>
                  <a:lnTo>
                    <a:pt x="397200" y="10952"/>
                  </a:lnTo>
                  <a:lnTo>
                    <a:pt x="394272" y="7647"/>
                  </a:lnTo>
                  <a:lnTo>
                    <a:pt x="390852" y="4855"/>
                  </a:lnTo>
                  <a:lnTo>
                    <a:pt x="387029" y="2648"/>
                  </a:lnTo>
                  <a:lnTo>
                    <a:pt x="382901" y="1083"/>
                  </a:lnTo>
                  <a:lnTo>
                    <a:pt x="378576" y="200"/>
                  </a:lnTo>
                  <a:lnTo>
                    <a:pt x="37526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tx9131"/>
            <p:cNvSpPr/>
            <p:nvPr/>
          </p:nvSpPr>
          <p:spPr>
            <a:xfrm>
              <a:off x="4179816" y="2569769"/>
              <a:ext cx="31126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9132" name="pg9132"/>
            <p:cNvSpPr/>
            <p:nvPr/>
          </p:nvSpPr>
          <p:spPr>
            <a:xfrm>
              <a:off x="3447838" y="3628195"/>
              <a:ext cx="387156" cy="191749"/>
            </a:xfrm>
            <a:custGeom>
              <a:avLst/>
              <a:pathLst>
                <a:path w="387156" h="191749">
                  <a:moveTo>
                    <a:pt x="27432" y="191749"/>
                  </a:moveTo>
                  <a:lnTo>
                    <a:pt x="359724" y="191749"/>
                  </a:lnTo>
                  <a:lnTo>
                    <a:pt x="358620" y="191727"/>
                  </a:lnTo>
                  <a:lnTo>
                    <a:pt x="363031" y="191549"/>
                  </a:lnTo>
                  <a:lnTo>
                    <a:pt x="367357" y="190666"/>
                  </a:lnTo>
                  <a:lnTo>
                    <a:pt x="371484" y="189101"/>
                  </a:lnTo>
                  <a:lnTo>
                    <a:pt x="375308" y="186893"/>
                  </a:lnTo>
                  <a:lnTo>
                    <a:pt x="378727" y="184101"/>
                  </a:lnTo>
                  <a:lnTo>
                    <a:pt x="381655" y="180797"/>
                  </a:lnTo>
                  <a:lnTo>
                    <a:pt x="384014" y="177065"/>
                  </a:lnTo>
                  <a:lnTo>
                    <a:pt x="385745" y="173004"/>
                  </a:lnTo>
                  <a:lnTo>
                    <a:pt x="386801" y="168718"/>
                  </a:lnTo>
                  <a:lnTo>
                    <a:pt x="387156" y="164317"/>
                  </a:lnTo>
                  <a:lnTo>
                    <a:pt x="387156" y="27431"/>
                  </a:lnTo>
                  <a:lnTo>
                    <a:pt x="386801" y="23031"/>
                  </a:lnTo>
                  <a:lnTo>
                    <a:pt x="385745" y="18745"/>
                  </a:lnTo>
                  <a:lnTo>
                    <a:pt x="384014" y="14683"/>
                  </a:lnTo>
                  <a:lnTo>
                    <a:pt x="381655" y="10952"/>
                  </a:lnTo>
                  <a:lnTo>
                    <a:pt x="378727" y="7647"/>
                  </a:lnTo>
                  <a:lnTo>
                    <a:pt x="375308" y="4855"/>
                  </a:lnTo>
                  <a:lnTo>
                    <a:pt x="371484" y="2648"/>
                  </a:lnTo>
                  <a:lnTo>
                    <a:pt x="367357" y="1083"/>
                  </a:lnTo>
                  <a:lnTo>
                    <a:pt x="363031" y="200"/>
                  </a:lnTo>
                  <a:lnTo>
                    <a:pt x="359724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tx9133"/>
            <p:cNvSpPr/>
            <p:nvPr/>
          </p:nvSpPr>
          <p:spPr>
            <a:xfrm>
              <a:off x="3493558" y="3673915"/>
              <a:ext cx="29571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9134" name="pg9134"/>
            <p:cNvSpPr/>
            <p:nvPr/>
          </p:nvSpPr>
          <p:spPr>
            <a:xfrm>
              <a:off x="4499102" y="1786912"/>
              <a:ext cx="363931" cy="191749"/>
            </a:xfrm>
            <a:custGeom>
              <a:avLst/>
              <a:pathLst>
                <a:path w="363931" h="191749">
                  <a:moveTo>
                    <a:pt x="27432" y="191749"/>
                  </a:moveTo>
                  <a:lnTo>
                    <a:pt x="336499" y="191749"/>
                  </a:lnTo>
                  <a:lnTo>
                    <a:pt x="335394" y="191727"/>
                  </a:lnTo>
                  <a:lnTo>
                    <a:pt x="339805" y="191549"/>
                  </a:lnTo>
                  <a:lnTo>
                    <a:pt x="344131" y="190666"/>
                  </a:lnTo>
                  <a:lnTo>
                    <a:pt x="348259" y="189101"/>
                  </a:lnTo>
                  <a:lnTo>
                    <a:pt x="352082" y="186893"/>
                  </a:lnTo>
                  <a:lnTo>
                    <a:pt x="355502" y="184101"/>
                  </a:lnTo>
                  <a:lnTo>
                    <a:pt x="358429" y="180797"/>
                  </a:lnTo>
                  <a:lnTo>
                    <a:pt x="360789" y="177065"/>
                  </a:lnTo>
                  <a:lnTo>
                    <a:pt x="362519" y="173004"/>
                  </a:lnTo>
                  <a:lnTo>
                    <a:pt x="363575" y="168718"/>
                  </a:lnTo>
                  <a:lnTo>
                    <a:pt x="363931" y="164317"/>
                  </a:lnTo>
                  <a:lnTo>
                    <a:pt x="363931" y="27431"/>
                  </a:lnTo>
                  <a:lnTo>
                    <a:pt x="363575" y="23031"/>
                  </a:lnTo>
                  <a:lnTo>
                    <a:pt x="362519" y="18745"/>
                  </a:lnTo>
                  <a:lnTo>
                    <a:pt x="360789" y="14683"/>
                  </a:lnTo>
                  <a:lnTo>
                    <a:pt x="358429" y="10952"/>
                  </a:lnTo>
                  <a:lnTo>
                    <a:pt x="355502" y="7647"/>
                  </a:lnTo>
                  <a:lnTo>
                    <a:pt x="352082" y="4855"/>
                  </a:lnTo>
                  <a:lnTo>
                    <a:pt x="348259" y="2648"/>
                  </a:lnTo>
                  <a:lnTo>
                    <a:pt x="344131" y="1083"/>
                  </a:lnTo>
                  <a:lnTo>
                    <a:pt x="339805" y="200"/>
                  </a:lnTo>
                  <a:lnTo>
                    <a:pt x="33649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tx9135"/>
            <p:cNvSpPr/>
            <p:nvPr/>
          </p:nvSpPr>
          <p:spPr>
            <a:xfrm>
              <a:off x="4544822" y="1832632"/>
              <a:ext cx="27249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9136" name="tx91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7" name="tx91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38" name="tx91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9" name="tx91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0" name="tx91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1" name="tx91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2" name="tx91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3" name="tx91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4" name="tx91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5" name="tx91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6" name="tx91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7" name="tx91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8" name="tx91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9" name="tx91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0" name="tx91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1" name="tx91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2" name="tx91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3" name="tx91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4" name="tx91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5" name="tx91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6" name="tx91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7" name="tx91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8" name="tx91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9" name="tx91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0" name="tx91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1" name="tx91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2" name="tx91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3" name="tx91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4" name="tx91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5" name="tx91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6" name="tx91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7" name="tx91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8" name="tx91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9" name="tx91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0" name="tx91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1" name="tx91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2" name="tx91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3" name="tx91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4" name="tx91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5" name="tx91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6" name="tx91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7" name="tx91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8" name="tx91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9" name="tx91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0" name="tx91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1" name="tx91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2" name="tx91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3" name="tx91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4" name="tx91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5" name="tx91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6" name="tx91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7" name="tx91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8" name="tx91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9" name="tx91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0" name="tx91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1" name="tx91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2" name="tx91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3" name="tx91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4" name="tx91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5" name="tx91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6" name="tx91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7" name="tx91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8" name="tx91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9" name="tx91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0" name="tx92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1" name="tx92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2" name="tx92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3" name="tx92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4" name="tx92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5" name="tx92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6" name="tx92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7" name="tx92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8" name="tx92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9" name="tx92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0" name="tx92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1" name="tx92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2" name="tx92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3" name="tx92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4" name="tx92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5" name="tx92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6" name="tx92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7" name="tx92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8" name="tx92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9" name="tx92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0" name="tx92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1" name="tx92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2" name="tx92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3" name="tx92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4" name="tx92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5" name="tx92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6" name="tx92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7" name="tx92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8" name="tx92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9" name="tx92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0" name="tx92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1" name="tx92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2" name="tx92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3" name="tx92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4" name="tx92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5" name="tx92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6" name="tx92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7" name="tx92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8" name="tx92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9" name="tx92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0" name="tx92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1" name="tx92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2" name="tx92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3" name="tx92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4" name="tx92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5" name="tx92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6" name="tx92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7" name="tx92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8" name="tx92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9" name="tx92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0" name="tx92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1" name="tx92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2" name="tx92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3" name="tx92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4" name="tx92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5" name="tx92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6" name="tx92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7" name="tx92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8" name="tx92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9" name="tx92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0" name="tx92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1" name="tx92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2" name="tx92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3" name="tx92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4" name="tx92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5" name="tx92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6" name="tx92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7" name="tx92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8" name="tx92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9" name="tx92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0" name="tx92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1" name="tx92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2" name="tx92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3" name="tx92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4" name="tx92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5" name="tx92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6" name="tx92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7" name="tx92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8" name="tx92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9" name="tx92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0" name="tx92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1" name="tx92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2" name="tx92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3" name="tx92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4" name="tx92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5" name="tx92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6" name="tx92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7" name="tx92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8" name="tx92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9" name="tx92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0" name="tx92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1" name="tx92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2" name="tx92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3" name="tx92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4" name="tx92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5" name="tx92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6" name="tx92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7" name="tx92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8" name="tx92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9" name="tx92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0" name="tx93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1" name="tx93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2" name="tx93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3" name="tx93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4" name="tx93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5" name="tx93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6" name="tx93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7" name="tx93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8" name="tx93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9" name="tx93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0" name="tx93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1" name="tx93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2" name="tx93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3" name="tx93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4" name="tx93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5" name="tx93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6" name="tx93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7" name="tx93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8" name="tx93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9" name="tx93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0" name="tx93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1" name="tx93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2" name="tx93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3" name="tx93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4" name="tx93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5" name="tx93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6" name="tx93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7" name="tx93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8" name="tx93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9" name="tx93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0" name="tx93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1" name="tx93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2" name="tx93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3" name="tx93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4" name="tx93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5" name="tx93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6" name="tx93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7" name="tx93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8" name="tx93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9" name="tx93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0" name="tx93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1" name="tx93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2" name="tx93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3" name="tx93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4" name="tx93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5" name="tx93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6" name="tx93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7" name="tx93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8" name="tx93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9" name="tx93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0" name="tx93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1" name="tx93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2" name="tx93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3" name="tx93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4" name="tx93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5" name="tx93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6" name="tx93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7" name="tx93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8" name="tx93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9" name="tx93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0" name="tx93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1" name="tx93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2" name="tx93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3" name="tx93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4" name="tx93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5" name="tx93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6" name="tx93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7" name="tx93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8" name="tx93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9" name="tx93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0" name="tx93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1" name="tx93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2" name="tx93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3" name="tx93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4" name="tx93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5" name="tx93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6" name="tx93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7" name="tx93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8" name="tx93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9" name="tx93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0" name="tx93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1" name="tx93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2" name="tx93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3" name="tx93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4" name="tx93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5" name="tx93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6" name="tx93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7" name="tx93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8" name="tx93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9" name="tx93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0" name="tx93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1" name="tx93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2" name="tx93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3" name="tx93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4" name="tx93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5" name="tx93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6" name="tx93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7" name="tx93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8" name="tx93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9" name="tx93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0" name="tx94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1" name="tx94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2" name="tx94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3" name="tx94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4" name="tx94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5" name="tx94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6" name="tx94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7" name="tx94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8" name="tx94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9" name="tx94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0" name="tx94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1" name="tx94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2" name="tx94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3" name="tx94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4" name="tx94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5" name="tx94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6" name="tx94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7" name="tx94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8" name="tx94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9" name="tx94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0" name="tx94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1" name="tx94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2" name="tx94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3" name="tx94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4" name="tx94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5" name="tx94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6" name="tx94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7" name="tx94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8" name="tx94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9" name="tx94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0" name="tx94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1" name="tx94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2" name="tx94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3" name="tx94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4" name="tx94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5" name="tx94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6" name="tx94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7" name="tx94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8" name="tx94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9" name="tx94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0" name="tx94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1" name="tx94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2" name="tx94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3" name="tx94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4" name="tx94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5" name="tx94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6" name="tx94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7" name="tx94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8" name="tx94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9" name="tx94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0" name="tx94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1" name="tx94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2" name="tx94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3" name="tx94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4" name="tx94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5" name="tx94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6" name="tx94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7" name="tx94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8" name="tx94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9" name="tx94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0" name="tx94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1" name="tx94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2" name="tx94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3" name="tx94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4" name="tx94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5" name="tx94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6" name="tx94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7" name="tx94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8" name="tx94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9" name="tx94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0" name="tx94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1" name="tx94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2" name="tx94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3" name="tx94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4" name="tx94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5" name="tx94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6" name="tx94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7" name="tx94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8" name="tx94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9" name="tx94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0" name="tx94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1" name="tx94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2" name="tx94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3" name="tx94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4" name="tx94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5" name="tx94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6" name="tx94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7" name="tx94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8" name="tx94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9" name="tx94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0" name="tx94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1" name="tx94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2" name="tx94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3" name="tx94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4" name="tx94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5" name="tx94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6" name="tx94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7" name="tx94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8" name="tx94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9" name="tx94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0" name="tx95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1" name="tx95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2" name="tx95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3" name="tx95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4" name="tx95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5" name="tx95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6" name="tx95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7" name="tx95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8" name="tx95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9" name="tx95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0" name="tx95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1" name="tx95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2" name="tx95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3" name="tx95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4" name="tx95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5" name="tx95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6" name="tx95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7" name="tx95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8" name="tx95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9" name="tx95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0" name="tx95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1" name="tx95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2" name="tx95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3" name="tx95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4" name="tx95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5" name="tx95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6" name="tx95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7" name="tx95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8" name="tx95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9" name="tx95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0" name="tx95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1" name="tx95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2" name="tx95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3" name="tx95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4" name="tx95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5" name="tx95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6" name="tx95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7" name="tx95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8" name="tx95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9" name="tx95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0" name="tx95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1" name="tx95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2" name="tx95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3" name="tx95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4" name="tx95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5" name="tx95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6" name="tx95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7" name="tx95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8" name="tx95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9" name="tx95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0" name="tx95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1" name="tx95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2" name="tx95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3" name="tx95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4" name="tx95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5" name="tx95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6" name="tx95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7" name="tx95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8" name="tx95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9" name="tx95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0" name="tx95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1" name="tx95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2" name="tx95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3" name="tx95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4" name="tx95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5" name="tx95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6" name="tx95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7" name="tx95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8" name="tx95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9" name="tx95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0" name="tx95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1" name="tx95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2" name="tx95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3" name="tx95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4" name="tx95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5" name="tx95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6" name="tx95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7" name="tx95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8" name="tx95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9" name="tx95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0" name="tx95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1" name="tx95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2" name="tx95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3" name="tx95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4" name="tx95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5" name="tx95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6" name="tx95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7" name="tx95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8" name="tx95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9" name="tx95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0" name="tx95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1" name="tx95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2" name="tx95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3" name="tx95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4" name="tx95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5" name="tx95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6" name="tx95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7" name="tx95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8" name="tx95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9" name="tx95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0" name="tx96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1" name="tx96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2" name="tx96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3" name="tx96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4" name="tx96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5" name="tx96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6" name="tx96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7" name="tx96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8" name="tx96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9" name="tx96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0" name="tx96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1" name="tx96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2" name="tx96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3" name="tx96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4" name="tx96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5" name="tx96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6" name="tx96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7" name="tx96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8" name="tx96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9" name="tx96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0" name="tx96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1" name="tx96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2" name="tx96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3" name="tx96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4" name="tx96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5" name="tx96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6" name="tx96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7" name="tx96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8" name="tx96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9" name="tx96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0" name="tx96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1" name="tx96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2" name="tx96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3" name="tx96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4" name="tx96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5" name="tx96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6" name="tx96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7" name="tx96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8" name="tx96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9" name="tx96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0" name="tx96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1" name="tx96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2" name="tx96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3" name="tx96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4" name="tx96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5" name="tx96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6" name="tx96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7" name="tx96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8" name="tx96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9" name="tx96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0" name="tx96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1" name="tx96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2" name="tx96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3" name="tx96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4" name="tx96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5" name="tx96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6" name="tx96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7" name="tx96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8" name="tx96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9" name="tx96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0" name="tx96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1" name="tx96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2" name="tx96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3" name="tx96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4" name="tx96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5" name="tx96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6" name="tx96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7" name="tx96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8" name="tx96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9" name="tx96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0" name="tx96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1" name="tx96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3" name="tx96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4" name="tx96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5" name="tx96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6" name="tx96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7" name="tx96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8" name="tx96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9" name="tx96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0" name="tx96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1" name="tx96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2" name="tx96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3" name="tx96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4" name="tx96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5" name="tx96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6" name="tx96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7" name="tx96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8" name="tx96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9" name="tx96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0" name="tx96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1" name="tx96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2" name="tx96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3" name="tx96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4" name="tx96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5" name="tx96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6" name="tx96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7" name="tx96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8" name="tx96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9" name="tx96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0" name="tx97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1" name="tx97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2" name="tx97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3" name="tx97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4" name="tx97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5" name="tx97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6" name="tx97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7" name="tx97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8" name="tx97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9" name="tx97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0" name="tx97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1" name="tx97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2" name="tx97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3" name="tx97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4" name="tx97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5" name="tx97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6" name="tx97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7" name="tx97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8" name="tx97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9" name="tx97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0" name="tx97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1" name="tx97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2" name="tx97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3" name="tx97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4" name="tx97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5" name="tx97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6" name="tx97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7" name="tx97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8" name="tx97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9" name="tx97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0" name="tx97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1" name="tx97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2" name="tx97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3" name="tx97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4" name="tx97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5" name="tx97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6" name="tx97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7" name="tx97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8" name="tx97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9" name="tx97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0" name="tx97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1" name="tx97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2" name="tx97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3" name="tx97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4" name="tx97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5" name="tx97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6" name="tx97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7" name="tx97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8" name="tx97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9" name="tx97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0" name="tx97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1" name="tx97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2" name="tx97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3" name="tx97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4" name="tx97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5" name="tx97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6" name="tx97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7" name="tx97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8" name="tx97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9" name="tx97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0" name="tx97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1" name="tx97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2" name="tx97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3" name="tx97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4" name="tx97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5" name="tx97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6" name="tx97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7" name="tx97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8" name="tx97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9" name="tx97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0" name="tx97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1" name="tx97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2" name="tx97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3" name="tx97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4" name="tx97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5" name="tx97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6" name="tx97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7" name="tx97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8" name="tx97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9" name="tx97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0" name="tx97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1" name="tx97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2" name="tx97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3" name="tx97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4" name="tx97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5" name="tx97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6" name="tx97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7" name="tx97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8" name="tx97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9" name="tx97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0" name="tx97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1" name="tx97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2" name="tx97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3" name="tx97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4" name="tx97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5" name="tx97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6" name="tx97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7" name="tx97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8" name="tx97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9" name="tx97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0" name="tx98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1" name="tx98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2" name="tx98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3" name="tx98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4" name="tx98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5" name="tx98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6" name="tx98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7" name="tx98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8" name="tx98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9" name="tx98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0" name="tx98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1" name="tx98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2" name="tx98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3" name="tx98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4" name="tx98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5" name="tx98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6" name="tx98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7" name="tx98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8" name="tx98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9" name="tx98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0" name="tx98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1" name="tx98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2" name="tx98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3" name="tx98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4" name="tx98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5" name="tx98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6" name="tx98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7" name="tx98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8" name="tx98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9" name="tx98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0" name="tx98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1" name="tx98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2" name="tx98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3" name="tx98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4" name="tx98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5" name="tx98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6" name="tx98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7" name="tx98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8" name="tx98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9" name="tx98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0" name="tx98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1" name="tx98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2" name="tx98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3" name="tx98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4" name="tx98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5" name="tx98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6" name="tx98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7" name="tx98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8" name="tx98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9" name="tx98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0" name="tx98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1" name="tx98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2" name="tx98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3" name="tx98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4" name="tx98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5" name="tx98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6" name="tx98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7" name="tx98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8" name="tx98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9" name="tx98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0" name="tx98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1" name="tx98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2" name="tx98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3" name="tx98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4" name="tx98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5" name="tx98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6" name="tx98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7" name="tx98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8" name="tx98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9" name="tx98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0" name="tx98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1" name="tx98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2" name="tx98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3" name="tx98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4" name="tx98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5" name="tx98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6" name="tx98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7" name="tx98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8" name="tx98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9" name="tx98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0" name="tx98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1" name="tx98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2" name="tx98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3" name="tx98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4" name="tx98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5" name="tx98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6" name="tx98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7" name="tx98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8" name="tx98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9" name="tx98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0" name="tx98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1" name="tx98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2" name="tx98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3" name="tx98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4" name="tx98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5" name="tx98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6" name="tx98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7" name="tx98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8" name="tx98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9" name="tx98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0" name="tx99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1" name="tx99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2" name="tx99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3" name="tx99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4" name="tx99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5" name="tx99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6" name="tx99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7" name="tx99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8" name="tx99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9" name="tx99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0" name="tx99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1" name="tx99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2" name="tx99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3" name="tx99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4" name="tx99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5" name="tx99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6" name="tx99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7" name="tx99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8" name="tx99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9" name="tx99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0" name="tx99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1" name="tx99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2" name="tx99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3" name="tx99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4" name="tx99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5" name="tx99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6" name="tx99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7" name="tx99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8" name="tx99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9" name="tx99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0" name="tx99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1" name="tx99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2" name="tx99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3" name="tx99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4" name="tx99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5" name="tx99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6" name="tx99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7" name="tx99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8" name="tx99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9" name="tx99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0" name="tx99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1" name="tx99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2" name="tx99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3" name="tx99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4" name="tx99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5" name="tx99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6" name="tx99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7" name="tx99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8" name="tx99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9" name="tx99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0" name="tx99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1" name="tx99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2" name="tx99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3" name="tx99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4" name="tx99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5" name="tx99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6" name="tx99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7" name="tx99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8" name="tx99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9" name="tx99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0" name="tx99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1" name="tx99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2" name="tx99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3" name="tx99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4" name="tx99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5" name="tx99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6" name="tx99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7" name="tx99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8" name="tx99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9" name="tx99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0" name="tx99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1" name="tx99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2" name="tx99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3" name="tx99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4" name="tx99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5" name="tx99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6" name="tx99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7" name="tx99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8" name="tx99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9" name="tx99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0" name="tx99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1" name="tx99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2" name="tx99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3" name="tx99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4" name="tx99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5" name="tx99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6" name="tx99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7" name="tx99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8" name="tx99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9" name="tx99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0" name="tx99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1" name="tx99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2" name="tx99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3" name="tx99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4" name="tx99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5" name="tx99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6" name="tx99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7" name="tx99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8" name="tx99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9" name="tx99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0" name="tx100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1" name="tx100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2" name="tx100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3" name="tx100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4" name="tx100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5" name="tx100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6" name="tx100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7" name="tx100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8" name="tx100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9" name="tx100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0" name="tx100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1" name="tx100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2" name="tx100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3" name="tx100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4" name="tx100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5" name="tx100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6" name="tx100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7" name="tx100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8" name="tx100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9" name="tx100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0" name="tx100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1" name="tx100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2" name="tx100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3" name="tx100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4" name="tx100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5" name="tx100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6" name="tx100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7" name="tx100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8" name="tx100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9" name="tx100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0" name="tx100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1" name="tx100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2" name="tx100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3" name="tx100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4" name="tx100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5" name="tx100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6" name="tx100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7" name="tx100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8" name="tx100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9" name="tx100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0" name="tx100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1" name="tx100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2" name="tx100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3" name="tx100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4" name="tx100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5" name="tx100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6" name="tx100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7" name="tx100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8" name="tx100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9" name="tx100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0" name="tx100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1" name="tx100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2" name="tx100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3" name="tx100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4" name="tx100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5" name="tx100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6" name="tx100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7" name="tx100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8" name="tx100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9" name="tx100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0" name="tx100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1" name="tx100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2" name="tx100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3" name="tx100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4" name="tx100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5" name="tx100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6" name="tx100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7" name="tx100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8" name="tx100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9" name="tx100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0" name="tx100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1" name="tx100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2" name="tx100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3" name="tx100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4" name="tx100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5" name="tx100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6" name="tx100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7" name="tx100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8" name="tx100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9" name="tx100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0" name="tx100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1" name="tx100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2" name="tx100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3" name="tx100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4" name="tx100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5" name="tx100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6" name="tx100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7" name="tx100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8" name="tx100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9" name="tx100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0" name="tx100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1" name="tx100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2" name="tx100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3" name="tx100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4" name="tx100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5" name="tx100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6" name="tx100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7" name="tx100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8" name="tx100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9" name="tx100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0" name="tx101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1" name="tx101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2" name="tx101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3" name="tx101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4" name="rc10104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5" name="tx10105"/>
            <p:cNvSpPr/>
            <p:nvPr/>
          </p:nvSpPr>
          <p:spPr>
            <a:xfrm>
              <a:off x="2151360" y="400889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10106" name="tx10106"/>
            <p:cNvSpPr/>
            <p:nvPr/>
          </p:nvSpPr>
          <p:spPr>
            <a:xfrm>
              <a:off x="2275718" y="399042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07" name="tx10107"/>
            <p:cNvSpPr/>
            <p:nvPr/>
          </p:nvSpPr>
          <p:spPr>
            <a:xfrm>
              <a:off x="2320432" y="4008899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08" name="tx10108"/>
            <p:cNvSpPr/>
            <p:nvPr/>
          </p:nvSpPr>
          <p:spPr>
            <a:xfrm>
              <a:off x="2151360" y="366413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10109" name="tx10109"/>
            <p:cNvSpPr/>
            <p:nvPr/>
          </p:nvSpPr>
          <p:spPr>
            <a:xfrm>
              <a:off x="2275718" y="364565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0" name="tx10110"/>
            <p:cNvSpPr/>
            <p:nvPr/>
          </p:nvSpPr>
          <p:spPr>
            <a:xfrm>
              <a:off x="2320432" y="3664130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1" name="tx10111"/>
            <p:cNvSpPr/>
            <p:nvPr/>
          </p:nvSpPr>
          <p:spPr>
            <a:xfrm>
              <a:off x="2151360" y="331954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56</a:t>
              </a:r>
            </a:p>
          </p:txBody>
        </p:sp>
        <p:sp>
          <p:nvSpPr>
            <p:cNvPr id="10112" name="tx10112"/>
            <p:cNvSpPr/>
            <p:nvPr/>
          </p:nvSpPr>
          <p:spPr>
            <a:xfrm>
              <a:off x="2275718" y="3301073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3" name="tx10113"/>
            <p:cNvSpPr/>
            <p:nvPr/>
          </p:nvSpPr>
          <p:spPr>
            <a:xfrm>
              <a:off x="2320432" y="3319544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4" name="tx10114"/>
            <p:cNvSpPr/>
            <p:nvPr/>
          </p:nvSpPr>
          <p:spPr>
            <a:xfrm>
              <a:off x="2151360" y="297459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57</a:t>
              </a:r>
            </a:p>
          </p:txBody>
        </p:sp>
        <p:sp>
          <p:nvSpPr>
            <p:cNvPr id="10115" name="tx10115"/>
            <p:cNvSpPr/>
            <p:nvPr/>
          </p:nvSpPr>
          <p:spPr>
            <a:xfrm>
              <a:off x="2275718" y="295612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6" name="tx10116"/>
            <p:cNvSpPr/>
            <p:nvPr/>
          </p:nvSpPr>
          <p:spPr>
            <a:xfrm>
              <a:off x="2320432" y="297459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7" name="tx10117"/>
            <p:cNvSpPr/>
            <p:nvPr/>
          </p:nvSpPr>
          <p:spPr>
            <a:xfrm>
              <a:off x="2151360" y="263000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58</a:t>
              </a:r>
            </a:p>
          </p:txBody>
        </p:sp>
        <p:sp>
          <p:nvSpPr>
            <p:cNvPr id="10118" name="tx10118"/>
            <p:cNvSpPr/>
            <p:nvPr/>
          </p:nvSpPr>
          <p:spPr>
            <a:xfrm>
              <a:off x="2275718" y="261153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9" name="tx10119"/>
            <p:cNvSpPr/>
            <p:nvPr/>
          </p:nvSpPr>
          <p:spPr>
            <a:xfrm>
              <a:off x="2320432" y="263000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0" name="tx10120"/>
            <p:cNvSpPr/>
            <p:nvPr/>
          </p:nvSpPr>
          <p:spPr>
            <a:xfrm>
              <a:off x="2151360" y="228523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59</a:t>
              </a:r>
            </a:p>
          </p:txBody>
        </p:sp>
        <p:sp>
          <p:nvSpPr>
            <p:cNvPr id="10121" name="tx10121"/>
            <p:cNvSpPr/>
            <p:nvPr/>
          </p:nvSpPr>
          <p:spPr>
            <a:xfrm>
              <a:off x="2275718" y="226676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2" name="tx10122"/>
            <p:cNvSpPr/>
            <p:nvPr/>
          </p:nvSpPr>
          <p:spPr>
            <a:xfrm>
              <a:off x="2320432" y="228523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3" name="tx10123"/>
            <p:cNvSpPr/>
            <p:nvPr/>
          </p:nvSpPr>
          <p:spPr>
            <a:xfrm>
              <a:off x="2151360" y="194046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0124" name="tx10124"/>
            <p:cNvSpPr/>
            <p:nvPr/>
          </p:nvSpPr>
          <p:spPr>
            <a:xfrm>
              <a:off x="2275718" y="192199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5" name="tx10125"/>
            <p:cNvSpPr/>
            <p:nvPr/>
          </p:nvSpPr>
          <p:spPr>
            <a:xfrm>
              <a:off x="2320432" y="194046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6" name="tx10126"/>
            <p:cNvSpPr/>
            <p:nvPr/>
          </p:nvSpPr>
          <p:spPr>
            <a:xfrm>
              <a:off x="2151360" y="1595697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61</a:t>
              </a:r>
            </a:p>
          </p:txBody>
        </p:sp>
        <p:sp>
          <p:nvSpPr>
            <p:cNvPr id="10127" name="tx10127"/>
            <p:cNvSpPr/>
            <p:nvPr/>
          </p:nvSpPr>
          <p:spPr>
            <a:xfrm>
              <a:off x="2275718" y="157722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8" name="tx10128"/>
            <p:cNvSpPr/>
            <p:nvPr/>
          </p:nvSpPr>
          <p:spPr>
            <a:xfrm>
              <a:off x="2320432" y="1595697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9" name="pl10129"/>
            <p:cNvSpPr/>
            <p:nvPr/>
          </p:nvSpPr>
          <p:spPr>
            <a:xfrm>
              <a:off x="2428918" y="40495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0" name="pl10130"/>
            <p:cNvSpPr/>
            <p:nvPr/>
          </p:nvSpPr>
          <p:spPr>
            <a:xfrm>
              <a:off x="2428918" y="37048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1" name="pl10131"/>
            <p:cNvSpPr/>
            <p:nvPr/>
          </p:nvSpPr>
          <p:spPr>
            <a:xfrm>
              <a:off x="2428918" y="33600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2" name="pl10132"/>
            <p:cNvSpPr/>
            <p:nvPr/>
          </p:nvSpPr>
          <p:spPr>
            <a:xfrm>
              <a:off x="2428918" y="30152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3" name="pl10133"/>
            <p:cNvSpPr/>
            <p:nvPr/>
          </p:nvSpPr>
          <p:spPr>
            <a:xfrm>
              <a:off x="2428918" y="26705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4" name="pl10134"/>
            <p:cNvSpPr/>
            <p:nvPr/>
          </p:nvSpPr>
          <p:spPr>
            <a:xfrm>
              <a:off x="2428918" y="23257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5" name="pl10135"/>
            <p:cNvSpPr/>
            <p:nvPr/>
          </p:nvSpPr>
          <p:spPr>
            <a:xfrm>
              <a:off x="2428918" y="19809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6" name="pl10136"/>
            <p:cNvSpPr/>
            <p:nvPr/>
          </p:nvSpPr>
          <p:spPr>
            <a:xfrm>
              <a:off x="2428918" y="163620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7" name="pl10137"/>
            <p:cNvSpPr/>
            <p:nvPr/>
          </p:nvSpPr>
          <p:spPr>
            <a:xfrm>
              <a:off x="2574859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8" name="pl10138"/>
            <p:cNvSpPr/>
            <p:nvPr/>
          </p:nvSpPr>
          <p:spPr>
            <a:xfrm>
              <a:off x="2945348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9" name="pl10139"/>
            <p:cNvSpPr/>
            <p:nvPr/>
          </p:nvSpPr>
          <p:spPr>
            <a:xfrm>
              <a:off x="3315837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0" name="pl10140"/>
            <p:cNvSpPr/>
            <p:nvPr/>
          </p:nvSpPr>
          <p:spPr>
            <a:xfrm>
              <a:off x="3686326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1" name="pl10141"/>
            <p:cNvSpPr/>
            <p:nvPr/>
          </p:nvSpPr>
          <p:spPr>
            <a:xfrm>
              <a:off x="405681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2" name="pl10142"/>
            <p:cNvSpPr/>
            <p:nvPr/>
          </p:nvSpPr>
          <p:spPr>
            <a:xfrm>
              <a:off x="4427303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3" name="pl10143"/>
            <p:cNvSpPr/>
            <p:nvPr/>
          </p:nvSpPr>
          <p:spPr>
            <a:xfrm>
              <a:off x="4797792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4" name="tx10144"/>
            <p:cNvSpPr/>
            <p:nvPr/>
          </p:nvSpPr>
          <p:spPr>
            <a:xfrm>
              <a:off x="2468606" y="4233255"/>
              <a:ext cx="9326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</a:t>
              </a:r>
            </a:p>
          </p:txBody>
        </p:sp>
        <p:sp>
          <p:nvSpPr>
            <p:cNvPr id="10145" name="tx10145"/>
            <p:cNvSpPr/>
            <p:nvPr/>
          </p:nvSpPr>
          <p:spPr>
            <a:xfrm>
              <a:off x="25618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6" name="tx10146"/>
            <p:cNvSpPr/>
            <p:nvPr/>
          </p:nvSpPr>
          <p:spPr>
            <a:xfrm>
              <a:off x="26065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47" name="tx10147"/>
            <p:cNvSpPr/>
            <p:nvPr/>
          </p:nvSpPr>
          <p:spPr>
            <a:xfrm>
              <a:off x="2823550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148" name="tx10148"/>
            <p:cNvSpPr/>
            <p:nvPr/>
          </p:nvSpPr>
          <p:spPr>
            <a:xfrm>
              <a:off x="2947908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9" name="tx10149"/>
            <p:cNvSpPr/>
            <p:nvPr/>
          </p:nvSpPr>
          <p:spPr>
            <a:xfrm>
              <a:off x="2992623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0" name="tx10150"/>
            <p:cNvSpPr/>
            <p:nvPr/>
          </p:nvSpPr>
          <p:spPr>
            <a:xfrm>
              <a:off x="3194039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10151" name="tx10151"/>
            <p:cNvSpPr/>
            <p:nvPr/>
          </p:nvSpPr>
          <p:spPr>
            <a:xfrm>
              <a:off x="3318397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2" name="tx10152"/>
            <p:cNvSpPr/>
            <p:nvPr/>
          </p:nvSpPr>
          <p:spPr>
            <a:xfrm>
              <a:off x="3363111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3" name="tx10153"/>
            <p:cNvSpPr/>
            <p:nvPr/>
          </p:nvSpPr>
          <p:spPr>
            <a:xfrm>
              <a:off x="3564528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0154" name="tx10154"/>
            <p:cNvSpPr/>
            <p:nvPr/>
          </p:nvSpPr>
          <p:spPr>
            <a:xfrm>
              <a:off x="3688886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5" name="tx10155"/>
            <p:cNvSpPr/>
            <p:nvPr/>
          </p:nvSpPr>
          <p:spPr>
            <a:xfrm>
              <a:off x="3733600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6" name="tx10156"/>
            <p:cNvSpPr/>
            <p:nvPr/>
          </p:nvSpPr>
          <p:spPr>
            <a:xfrm>
              <a:off x="3935017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0157" name="tx10157"/>
            <p:cNvSpPr/>
            <p:nvPr/>
          </p:nvSpPr>
          <p:spPr>
            <a:xfrm>
              <a:off x="40593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8" name="tx10158"/>
            <p:cNvSpPr/>
            <p:nvPr/>
          </p:nvSpPr>
          <p:spPr>
            <a:xfrm>
              <a:off x="41040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9" name="tx10159"/>
            <p:cNvSpPr/>
            <p:nvPr/>
          </p:nvSpPr>
          <p:spPr>
            <a:xfrm>
              <a:off x="4305505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10160" name="tx10160"/>
            <p:cNvSpPr/>
            <p:nvPr/>
          </p:nvSpPr>
          <p:spPr>
            <a:xfrm>
              <a:off x="4429864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1" name="tx10161"/>
            <p:cNvSpPr/>
            <p:nvPr/>
          </p:nvSpPr>
          <p:spPr>
            <a:xfrm>
              <a:off x="4474578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2" name="tx10162"/>
            <p:cNvSpPr/>
            <p:nvPr/>
          </p:nvSpPr>
          <p:spPr>
            <a:xfrm>
              <a:off x="4675994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163" name="tx10163"/>
            <p:cNvSpPr/>
            <p:nvPr/>
          </p:nvSpPr>
          <p:spPr>
            <a:xfrm>
              <a:off x="4800353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4" name="tx10164"/>
            <p:cNvSpPr/>
            <p:nvPr/>
          </p:nvSpPr>
          <p:spPr>
            <a:xfrm>
              <a:off x="4845067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5" name="tx10165"/>
            <p:cNvSpPr/>
            <p:nvPr/>
          </p:nvSpPr>
          <p:spPr>
            <a:xfrm>
              <a:off x="3379362" y="4372931"/>
              <a:ext cx="61392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10166" name="tx10166"/>
            <p:cNvSpPr/>
            <p:nvPr/>
          </p:nvSpPr>
          <p:spPr>
            <a:xfrm rot="-5400000">
              <a:off x="1788433" y="2792880"/>
              <a:ext cx="49734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10167" name="rc10167"/>
            <p:cNvSpPr/>
            <p:nvPr/>
          </p:nvSpPr>
          <p:spPr>
            <a:xfrm>
              <a:off x="5048117" y="2049696"/>
              <a:ext cx="737195" cy="15864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68" name="tx10168"/>
            <p:cNvSpPr/>
            <p:nvPr/>
          </p:nvSpPr>
          <p:spPr>
            <a:xfrm>
              <a:off x="5117706" y="2134007"/>
              <a:ext cx="5980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</a:t>
              </a:r>
            </a:p>
          </p:txBody>
        </p:sp>
        <p:sp>
          <p:nvSpPr>
            <p:cNvPr id="10169" name="tx10169"/>
            <p:cNvSpPr/>
            <p:nvPr/>
          </p:nvSpPr>
          <p:spPr>
            <a:xfrm>
              <a:off x="5117706" y="2284883"/>
              <a:ext cx="3703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Offset</a:t>
              </a:r>
            </a:p>
          </p:txBody>
        </p:sp>
        <p:pic>
          <p:nvPicPr>
            <p:cNvPr id="10170" name="pic101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17706" y="2469230"/>
              <a:ext cx="219455" cy="1097280"/>
            </a:xfrm>
            <a:prstGeom prst="rect">
              <a:avLst/>
            </a:prstGeom>
          </p:spPr>
        </p:pic>
        <p:sp>
          <p:nvSpPr>
            <p:cNvPr id="10171" name="pl10171"/>
            <p:cNvSpPr/>
            <p:nvPr/>
          </p:nvSpPr>
          <p:spPr>
            <a:xfrm>
              <a:off x="5293271" y="356468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2" name="pl10172"/>
            <p:cNvSpPr/>
            <p:nvPr/>
          </p:nvSpPr>
          <p:spPr>
            <a:xfrm>
              <a:off x="5293271" y="329127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3" name="pl10173"/>
            <p:cNvSpPr/>
            <p:nvPr/>
          </p:nvSpPr>
          <p:spPr>
            <a:xfrm>
              <a:off x="5293271" y="301787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4" name="pl10174"/>
            <p:cNvSpPr/>
            <p:nvPr/>
          </p:nvSpPr>
          <p:spPr>
            <a:xfrm>
              <a:off x="5293271" y="274446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5" name="pl10175"/>
            <p:cNvSpPr/>
            <p:nvPr/>
          </p:nvSpPr>
          <p:spPr>
            <a:xfrm>
              <a:off x="5293271" y="2471058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6" name="pl10176"/>
            <p:cNvSpPr/>
            <p:nvPr/>
          </p:nvSpPr>
          <p:spPr>
            <a:xfrm>
              <a:off x="5117706" y="356468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7" name="pl10177"/>
            <p:cNvSpPr/>
            <p:nvPr/>
          </p:nvSpPr>
          <p:spPr>
            <a:xfrm>
              <a:off x="5117706" y="329127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8" name="pl10178"/>
            <p:cNvSpPr/>
            <p:nvPr/>
          </p:nvSpPr>
          <p:spPr>
            <a:xfrm>
              <a:off x="5117706" y="301787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9" name="pl10179"/>
            <p:cNvSpPr/>
            <p:nvPr/>
          </p:nvSpPr>
          <p:spPr>
            <a:xfrm>
              <a:off x="5117706" y="274446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0" name="pl10180"/>
            <p:cNvSpPr/>
            <p:nvPr/>
          </p:nvSpPr>
          <p:spPr>
            <a:xfrm>
              <a:off x="5117706" y="2471058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1" name="tx10181"/>
            <p:cNvSpPr/>
            <p:nvPr/>
          </p:nvSpPr>
          <p:spPr>
            <a:xfrm>
              <a:off x="5406751" y="3524676"/>
              <a:ext cx="279806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0.000</a:t>
              </a:r>
            </a:p>
          </p:txBody>
        </p:sp>
        <p:sp>
          <p:nvSpPr>
            <p:cNvPr id="10182" name="tx10182"/>
            <p:cNvSpPr/>
            <p:nvPr/>
          </p:nvSpPr>
          <p:spPr>
            <a:xfrm>
              <a:off x="5406751" y="3251270"/>
              <a:ext cx="279806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0.025</a:t>
              </a:r>
            </a:p>
          </p:txBody>
        </p:sp>
        <p:sp>
          <p:nvSpPr>
            <p:cNvPr id="10183" name="tx10183"/>
            <p:cNvSpPr/>
            <p:nvPr/>
          </p:nvSpPr>
          <p:spPr>
            <a:xfrm>
              <a:off x="5406751" y="2977865"/>
              <a:ext cx="279806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0.050</a:t>
              </a:r>
            </a:p>
          </p:txBody>
        </p:sp>
        <p:sp>
          <p:nvSpPr>
            <p:cNvPr id="10184" name="tx10184"/>
            <p:cNvSpPr/>
            <p:nvPr/>
          </p:nvSpPr>
          <p:spPr>
            <a:xfrm>
              <a:off x="5406751" y="2704459"/>
              <a:ext cx="279806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0.075</a:t>
              </a:r>
            </a:p>
          </p:txBody>
        </p:sp>
        <p:sp>
          <p:nvSpPr>
            <p:cNvPr id="10185" name="tx10185"/>
            <p:cNvSpPr/>
            <p:nvPr/>
          </p:nvSpPr>
          <p:spPr>
            <a:xfrm>
              <a:off x="5406751" y="2431053"/>
              <a:ext cx="279806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0.100</a:t>
              </a:r>
            </a:p>
          </p:txBody>
        </p:sp>
        <p:sp>
          <p:nvSpPr>
            <p:cNvPr id="10186" name="tx10186"/>
            <p:cNvSpPr/>
            <p:nvPr/>
          </p:nvSpPr>
          <p:spPr>
            <a:xfrm>
              <a:off x="2463713" y="1316468"/>
              <a:ext cx="107185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Future Treatment</a:t>
              </a:r>
            </a:p>
          </p:txBody>
        </p:sp>
        <p:sp>
          <p:nvSpPr>
            <p:cNvPr id="10187" name="tx10187"/>
            <p:cNvSpPr/>
            <p:nvPr/>
          </p:nvSpPr>
          <p:spPr>
            <a:xfrm>
              <a:off x="2463713" y="986823"/>
              <a:ext cx="1384675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(F) Predicted </a:t>
              </a:r>
            </a:p>
          </p:txBody>
        </p:sp>
        <p:sp>
          <p:nvSpPr>
            <p:cNvPr id="10188" name="tx10188"/>
            <p:cNvSpPr/>
            <p:nvPr/>
          </p:nvSpPr>
          <p:spPr>
            <a:xfrm>
              <a:off x="3848389" y="986823"/>
              <a:ext cx="177850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</a:t>
              </a:r>
            </a:p>
          </p:txBody>
        </p:sp>
        <p:sp>
          <p:nvSpPr>
            <p:cNvPr id="10189" name="tx10189"/>
            <p:cNvSpPr/>
            <p:nvPr/>
          </p:nvSpPr>
          <p:spPr>
            <a:xfrm>
              <a:off x="4026239" y="986823"/>
              <a:ext cx="139628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0" name="tx10190"/>
            <p:cNvSpPr/>
            <p:nvPr/>
          </p:nvSpPr>
          <p:spPr>
            <a:xfrm>
              <a:off x="4165868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10191" name="tx10191"/>
            <p:cNvSpPr/>
            <p:nvPr/>
          </p:nvSpPr>
          <p:spPr>
            <a:xfrm>
              <a:off x="4254839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2" name="tx10192"/>
            <p:cNvSpPr/>
            <p:nvPr/>
          </p:nvSpPr>
          <p:spPr>
            <a:xfrm>
              <a:off x="4299279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3" name="tx10193"/>
            <p:cNvSpPr/>
            <p:nvPr/>
          </p:nvSpPr>
          <p:spPr>
            <a:xfrm>
              <a:off x="4343719" y="1077527"/>
              <a:ext cx="80010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</a:t>
              </a:r>
            </a:p>
          </p:txBody>
        </p:sp>
        <p:sp>
          <p:nvSpPr>
            <p:cNvPr id="10194" name="tx10194"/>
            <p:cNvSpPr/>
            <p:nvPr/>
          </p:nvSpPr>
          <p:spPr>
            <a:xfrm>
              <a:off x="4423729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95" name="tx10195"/>
            <p:cNvSpPr/>
            <p:nvPr/>
          </p:nvSpPr>
          <p:spPr>
            <a:xfrm>
              <a:off x="4512700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914400" y="914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93999" y="914400"/>
              <a:ext cx="3984401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40214" y="1464512"/>
              <a:ext cx="2492223" cy="2705747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553497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31107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08716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6326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63935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441545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819155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440214" y="4047271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40214" y="3695875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40214" y="3344479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40214" y="2993084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0214" y="2641688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40214" y="2290292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40214" y="1938896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40214" y="1587501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2573701" y="2853013"/>
              <a:ext cx="914400" cy="914776"/>
            </a:xfrm>
            <a:custGeom>
              <a:avLst/>
              <a:pathLst>
                <a:path w="914400" h="914776">
                  <a:moveTo>
                    <a:pt x="914400" y="914400"/>
                  </a:moveTo>
                  <a:lnTo>
                    <a:pt x="914400" y="914776"/>
                  </a:lnTo>
                  <a:lnTo>
                    <a:pt x="913595" y="914554"/>
                  </a:lnTo>
                  <a:lnTo>
                    <a:pt x="913038" y="914400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2573701" y="2853013"/>
              <a:ext cx="923840" cy="917386"/>
            </a:xfrm>
            <a:custGeom>
              <a:avLst/>
              <a:pathLst>
                <a:path w="923840" h="917386">
                  <a:moveTo>
                    <a:pt x="914400" y="914400"/>
                  </a:moveTo>
                  <a:lnTo>
                    <a:pt x="923840" y="914400"/>
                  </a:lnTo>
                  <a:lnTo>
                    <a:pt x="923822" y="917386"/>
                  </a:lnTo>
                  <a:lnTo>
                    <a:pt x="922544" y="917032"/>
                  </a:lnTo>
                  <a:lnTo>
                    <a:pt x="921266" y="916677"/>
                  </a:lnTo>
                  <a:lnTo>
                    <a:pt x="919987" y="916323"/>
                  </a:lnTo>
                  <a:lnTo>
                    <a:pt x="918709" y="915969"/>
                  </a:lnTo>
                  <a:lnTo>
                    <a:pt x="917431" y="915615"/>
                  </a:lnTo>
                  <a:lnTo>
                    <a:pt x="916152" y="915261"/>
                  </a:lnTo>
                  <a:lnTo>
                    <a:pt x="914873" y="914907"/>
                  </a:lnTo>
                  <a:lnTo>
                    <a:pt x="914400" y="914776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2583141" y="2853013"/>
              <a:ext cx="923840" cy="920015"/>
            </a:xfrm>
            <a:custGeom>
              <a:avLst/>
              <a:pathLst>
                <a:path w="923840" h="92001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0015"/>
                  </a:lnTo>
                  <a:lnTo>
                    <a:pt x="923327" y="919872"/>
                  </a:lnTo>
                  <a:lnTo>
                    <a:pt x="922049" y="919516"/>
                  </a:lnTo>
                  <a:lnTo>
                    <a:pt x="920771" y="919161"/>
                  </a:lnTo>
                  <a:lnTo>
                    <a:pt x="919494" y="918806"/>
                  </a:lnTo>
                  <a:lnTo>
                    <a:pt x="918216" y="918451"/>
                  </a:lnTo>
                  <a:lnTo>
                    <a:pt x="916938" y="918096"/>
                  </a:lnTo>
                  <a:lnTo>
                    <a:pt x="915660" y="917741"/>
                  </a:lnTo>
                  <a:lnTo>
                    <a:pt x="914399" y="917391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2592581" y="2853013"/>
              <a:ext cx="923840" cy="922646"/>
            </a:xfrm>
            <a:custGeom>
              <a:avLst/>
              <a:pathLst>
                <a:path w="923840" h="922646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2646"/>
                  </a:lnTo>
                  <a:lnTo>
                    <a:pt x="922829" y="922364"/>
                  </a:lnTo>
                  <a:lnTo>
                    <a:pt x="921551" y="922007"/>
                  </a:lnTo>
                  <a:lnTo>
                    <a:pt x="920274" y="921651"/>
                  </a:lnTo>
                  <a:lnTo>
                    <a:pt x="918997" y="921295"/>
                  </a:lnTo>
                  <a:lnTo>
                    <a:pt x="917719" y="920939"/>
                  </a:lnTo>
                  <a:lnTo>
                    <a:pt x="916442" y="920583"/>
                  </a:lnTo>
                  <a:lnTo>
                    <a:pt x="915164" y="920227"/>
                  </a:lnTo>
                  <a:lnTo>
                    <a:pt x="914400" y="920015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2602022" y="2853013"/>
              <a:ext cx="923840" cy="925286"/>
            </a:xfrm>
            <a:custGeom>
              <a:avLst/>
              <a:pathLst>
                <a:path w="923840" h="925286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5286"/>
                  </a:lnTo>
                  <a:lnTo>
                    <a:pt x="923604" y="925220"/>
                  </a:lnTo>
                  <a:lnTo>
                    <a:pt x="922327" y="924862"/>
                  </a:lnTo>
                  <a:lnTo>
                    <a:pt x="921050" y="924505"/>
                  </a:lnTo>
                  <a:lnTo>
                    <a:pt x="919774" y="924148"/>
                  </a:lnTo>
                  <a:lnTo>
                    <a:pt x="918497" y="923791"/>
                  </a:lnTo>
                  <a:lnTo>
                    <a:pt x="917220" y="923434"/>
                  </a:lnTo>
                  <a:lnTo>
                    <a:pt x="915943" y="923077"/>
                  </a:lnTo>
                  <a:lnTo>
                    <a:pt x="914666" y="922720"/>
                  </a:lnTo>
                  <a:lnTo>
                    <a:pt x="914399" y="922646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2611462" y="2853013"/>
              <a:ext cx="923840" cy="927934"/>
            </a:xfrm>
            <a:custGeom>
              <a:avLst/>
              <a:pathLst>
                <a:path w="923840" h="927934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7934"/>
                  </a:lnTo>
                  <a:lnTo>
                    <a:pt x="923099" y="927726"/>
                  </a:lnTo>
                  <a:lnTo>
                    <a:pt x="921822" y="927367"/>
                  </a:lnTo>
                  <a:lnTo>
                    <a:pt x="920546" y="927009"/>
                  </a:lnTo>
                  <a:lnTo>
                    <a:pt x="919270" y="926651"/>
                  </a:lnTo>
                  <a:lnTo>
                    <a:pt x="917993" y="926293"/>
                  </a:lnTo>
                  <a:lnTo>
                    <a:pt x="916717" y="925935"/>
                  </a:lnTo>
                  <a:lnTo>
                    <a:pt x="915440" y="925577"/>
                  </a:lnTo>
                  <a:lnTo>
                    <a:pt x="914400" y="925286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2620902" y="2853013"/>
              <a:ext cx="923840" cy="930413"/>
            </a:xfrm>
            <a:custGeom>
              <a:avLst/>
              <a:pathLst>
                <a:path w="923840" h="930413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0413"/>
                  </a:lnTo>
                  <a:lnTo>
                    <a:pt x="920358" y="929609"/>
                  </a:lnTo>
                  <a:lnTo>
                    <a:pt x="920040" y="929520"/>
                  </a:lnTo>
                  <a:lnTo>
                    <a:pt x="918763" y="929160"/>
                  </a:lnTo>
                  <a:lnTo>
                    <a:pt x="917487" y="928801"/>
                  </a:lnTo>
                  <a:lnTo>
                    <a:pt x="916211" y="928443"/>
                  </a:lnTo>
                  <a:lnTo>
                    <a:pt x="914935" y="928084"/>
                  </a:lnTo>
                  <a:lnTo>
                    <a:pt x="914399" y="927934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2630342" y="2853013"/>
              <a:ext cx="923840" cy="931809"/>
            </a:xfrm>
            <a:custGeom>
              <a:avLst/>
              <a:pathLst>
                <a:path w="923840" h="93180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809"/>
                  </a:lnTo>
                  <a:lnTo>
                    <a:pt x="922946" y="931782"/>
                  </a:lnTo>
                  <a:lnTo>
                    <a:pt x="916917" y="930994"/>
                  </a:lnTo>
                  <a:lnTo>
                    <a:pt x="914400" y="930413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2639783" y="28530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676"/>
                  </a:lnTo>
                  <a:lnTo>
                    <a:pt x="919550" y="931969"/>
                  </a:lnTo>
                  <a:lnTo>
                    <a:pt x="914399" y="93180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2649223" y="2853013"/>
              <a:ext cx="923840" cy="931676"/>
            </a:xfrm>
            <a:custGeom>
              <a:avLst/>
              <a:pathLst>
                <a:path w="923840" h="931676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096"/>
                  </a:lnTo>
                  <a:lnTo>
                    <a:pt x="922170" y="930545"/>
                  </a:lnTo>
                  <a:lnTo>
                    <a:pt x="916150" y="931557"/>
                  </a:lnTo>
                  <a:lnTo>
                    <a:pt x="914400" y="931676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2658663" y="2853013"/>
              <a:ext cx="923840" cy="930096"/>
            </a:xfrm>
            <a:custGeom>
              <a:avLst/>
              <a:pathLst>
                <a:path w="923840" h="930096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7299"/>
                  </a:lnTo>
                  <a:lnTo>
                    <a:pt x="922976" y="927575"/>
                  </a:lnTo>
                  <a:lnTo>
                    <a:pt x="921556" y="928029"/>
                  </a:lnTo>
                  <a:lnTo>
                    <a:pt x="920136" y="928482"/>
                  </a:lnTo>
                  <a:lnTo>
                    <a:pt x="918712" y="928937"/>
                  </a:lnTo>
                  <a:lnTo>
                    <a:pt x="914399" y="930096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2668103" y="2853013"/>
              <a:ext cx="923840" cy="927299"/>
            </a:xfrm>
            <a:custGeom>
              <a:avLst/>
              <a:pathLst>
                <a:path w="923840" h="92729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4290"/>
                  </a:lnTo>
                  <a:lnTo>
                    <a:pt x="923478" y="924405"/>
                  </a:lnTo>
                  <a:lnTo>
                    <a:pt x="922058" y="924857"/>
                  </a:lnTo>
                  <a:lnTo>
                    <a:pt x="920637" y="925310"/>
                  </a:lnTo>
                  <a:lnTo>
                    <a:pt x="919217" y="925763"/>
                  </a:lnTo>
                  <a:lnTo>
                    <a:pt x="917796" y="926215"/>
                  </a:lnTo>
                  <a:lnTo>
                    <a:pt x="916376" y="926668"/>
                  </a:lnTo>
                  <a:lnTo>
                    <a:pt x="914956" y="927122"/>
                  </a:lnTo>
                  <a:lnTo>
                    <a:pt x="914400" y="92729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2677544" y="2853013"/>
              <a:ext cx="923840" cy="924290"/>
            </a:xfrm>
            <a:custGeom>
              <a:avLst/>
              <a:pathLst>
                <a:path w="923840" h="924290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1289"/>
                  </a:lnTo>
                  <a:lnTo>
                    <a:pt x="922564" y="921694"/>
                  </a:lnTo>
                  <a:lnTo>
                    <a:pt x="921143" y="922145"/>
                  </a:lnTo>
                  <a:lnTo>
                    <a:pt x="919722" y="922597"/>
                  </a:lnTo>
                  <a:lnTo>
                    <a:pt x="918301" y="923049"/>
                  </a:lnTo>
                  <a:lnTo>
                    <a:pt x="916880" y="923501"/>
                  </a:lnTo>
                  <a:lnTo>
                    <a:pt x="915459" y="923953"/>
                  </a:lnTo>
                  <a:lnTo>
                    <a:pt x="914399" y="924290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2686984" y="2853013"/>
              <a:ext cx="923840" cy="921289"/>
            </a:xfrm>
            <a:custGeom>
              <a:avLst/>
              <a:pathLst>
                <a:path w="923840" h="92128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8297"/>
                  </a:lnTo>
                  <a:lnTo>
                    <a:pt x="923075" y="918539"/>
                  </a:lnTo>
                  <a:lnTo>
                    <a:pt x="921653" y="918989"/>
                  </a:lnTo>
                  <a:lnTo>
                    <a:pt x="920231" y="919439"/>
                  </a:lnTo>
                  <a:lnTo>
                    <a:pt x="918810" y="919890"/>
                  </a:lnTo>
                  <a:lnTo>
                    <a:pt x="917388" y="920341"/>
                  </a:lnTo>
                  <a:lnTo>
                    <a:pt x="915967" y="920792"/>
                  </a:lnTo>
                  <a:lnTo>
                    <a:pt x="914545" y="921243"/>
                  </a:lnTo>
                  <a:lnTo>
                    <a:pt x="914400" y="92128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2696424" y="2853013"/>
              <a:ext cx="923840" cy="918297"/>
            </a:xfrm>
            <a:custGeom>
              <a:avLst/>
              <a:pathLst>
                <a:path w="923840" h="91829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5313"/>
                  </a:lnTo>
                  <a:lnTo>
                    <a:pt x="923591" y="915391"/>
                  </a:lnTo>
                  <a:lnTo>
                    <a:pt x="922168" y="915841"/>
                  </a:lnTo>
                  <a:lnTo>
                    <a:pt x="920746" y="916290"/>
                  </a:lnTo>
                  <a:lnTo>
                    <a:pt x="919323" y="916739"/>
                  </a:lnTo>
                  <a:lnTo>
                    <a:pt x="917901" y="917189"/>
                  </a:lnTo>
                  <a:lnTo>
                    <a:pt x="916479" y="917639"/>
                  </a:lnTo>
                  <a:lnTo>
                    <a:pt x="915057" y="918089"/>
                  </a:lnTo>
                  <a:lnTo>
                    <a:pt x="914400" y="918297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2705864" y="2853013"/>
              <a:ext cx="917295" cy="915313"/>
            </a:xfrm>
            <a:custGeom>
              <a:avLst/>
              <a:pathLst>
                <a:path w="917295" h="915313">
                  <a:moveTo>
                    <a:pt x="914400" y="914400"/>
                  </a:moveTo>
                  <a:lnTo>
                    <a:pt x="917295" y="914400"/>
                  </a:lnTo>
                  <a:lnTo>
                    <a:pt x="916996" y="914494"/>
                  </a:lnTo>
                  <a:lnTo>
                    <a:pt x="915573" y="914943"/>
                  </a:lnTo>
                  <a:lnTo>
                    <a:pt x="914400" y="915313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2781386" y="2853013"/>
              <a:ext cx="914400" cy="915533"/>
            </a:xfrm>
            <a:custGeom>
              <a:avLst/>
              <a:pathLst>
                <a:path w="914400" h="915533">
                  <a:moveTo>
                    <a:pt x="914400" y="914400"/>
                  </a:moveTo>
                  <a:lnTo>
                    <a:pt x="914400" y="915533"/>
                  </a:lnTo>
                  <a:lnTo>
                    <a:pt x="911778" y="915324"/>
                  </a:lnTo>
                  <a:lnTo>
                    <a:pt x="906980" y="914400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2781386" y="2853013"/>
              <a:ext cx="923840" cy="915869"/>
            </a:xfrm>
            <a:custGeom>
              <a:avLst/>
              <a:pathLst>
                <a:path w="923840" h="9158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5698"/>
                  </a:lnTo>
                  <a:lnTo>
                    <a:pt x="918607" y="915869"/>
                  </a:lnTo>
                  <a:lnTo>
                    <a:pt x="914400" y="915533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2790826" y="2853013"/>
              <a:ext cx="923840" cy="915698"/>
            </a:xfrm>
            <a:custGeom>
              <a:avLst/>
              <a:pathLst>
                <a:path w="923840" h="915698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4951"/>
                  </a:lnTo>
                  <a:lnTo>
                    <a:pt x="922611" y="915060"/>
                  </a:lnTo>
                  <a:lnTo>
                    <a:pt x="920409" y="915255"/>
                  </a:lnTo>
                  <a:lnTo>
                    <a:pt x="918208" y="915450"/>
                  </a:lnTo>
                  <a:lnTo>
                    <a:pt x="916001" y="915646"/>
                  </a:lnTo>
                  <a:lnTo>
                    <a:pt x="914400" y="91569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2800267" y="2853013"/>
              <a:ext cx="920667" cy="914951"/>
            </a:xfrm>
            <a:custGeom>
              <a:avLst/>
              <a:pathLst>
                <a:path w="920667" h="914951">
                  <a:moveTo>
                    <a:pt x="914400" y="914400"/>
                  </a:moveTo>
                  <a:lnTo>
                    <a:pt x="920667" y="914400"/>
                  </a:lnTo>
                  <a:lnTo>
                    <a:pt x="919776" y="914478"/>
                  </a:lnTo>
                  <a:lnTo>
                    <a:pt x="917574" y="914671"/>
                  </a:lnTo>
                  <a:lnTo>
                    <a:pt x="915372" y="914865"/>
                  </a:lnTo>
                  <a:lnTo>
                    <a:pt x="914400" y="914951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2526500" y="2835444"/>
              <a:ext cx="914399" cy="916302"/>
            </a:xfrm>
            <a:custGeom>
              <a:avLst/>
              <a:pathLst>
                <a:path w="914399" h="916302">
                  <a:moveTo>
                    <a:pt x="914399" y="914400"/>
                  </a:moveTo>
                  <a:lnTo>
                    <a:pt x="914399" y="916302"/>
                  </a:lnTo>
                  <a:lnTo>
                    <a:pt x="911402" y="914400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2526500" y="2835444"/>
              <a:ext cx="923840" cy="921175"/>
            </a:xfrm>
            <a:custGeom>
              <a:avLst/>
              <a:pathLst>
                <a:path w="923840" h="92117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1175"/>
                  </a:lnTo>
                  <a:lnTo>
                    <a:pt x="921386" y="920132"/>
                  </a:lnTo>
                  <a:lnTo>
                    <a:pt x="915703" y="917130"/>
                  </a:lnTo>
                  <a:lnTo>
                    <a:pt x="914399" y="916302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2535940" y="2835444"/>
              <a:ext cx="923840" cy="924550"/>
            </a:xfrm>
            <a:custGeom>
              <a:avLst/>
              <a:pathLst>
                <a:path w="923840" h="92455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4550"/>
                  </a:lnTo>
                  <a:lnTo>
                    <a:pt x="923526" y="924464"/>
                  </a:lnTo>
                  <a:lnTo>
                    <a:pt x="917706" y="922579"/>
                  </a:lnTo>
                  <a:lnTo>
                    <a:pt x="914400" y="921175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2545380" y="2835444"/>
              <a:ext cx="923840" cy="927140"/>
            </a:xfrm>
            <a:custGeom>
              <a:avLst/>
              <a:pathLst>
                <a:path w="923840" h="927140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7140"/>
                  </a:lnTo>
                  <a:lnTo>
                    <a:pt x="923048" y="926923"/>
                  </a:lnTo>
                  <a:lnTo>
                    <a:pt x="921769" y="926571"/>
                  </a:lnTo>
                  <a:lnTo>
                    <a:pt x="920489" y="926220"/>
                  </a:lnTo>
                  <a:lnTo>
                    <a:pt x="919209" y="925869"/>
                  </a:lnTo>
                  <a:lnTo>
                    <a:pt x="917929" y="925517"/>
                  </a:lnTo>
                  <a:lnTo>
                    <a:pt x="916649" y="925166"/>
                  </a:lnTo>
                  <a:lnTo>
                    <a:pt x="915369" y="924815"/>
                  </a:lnTo>
                  <a:lnTo>
                    <a:pt x="914399" y="924550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2554820" y="2835444"/>
              <a:ext cx="923840" cy="929739"/>
            </a:xfrm>
            <a:custGeom>
              <a:avLst/>
              <a:pathLst>
                <a:path w="923840" h="92973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9739"/>
                  </a:lnTo>
                  <a:lnTo>
                    <a:pt x="923522" y="929651"/>
                  </a:lnTo>
                  <a:lnTo>
                    <a:pt x="923203" y="929563"/>
                  </a:lnTo>
                  <a:lnTo>
                    <a:pt x="923044" y="929512"/>
                  </a:lnTo>
                  <a:lnTo>
                    <a:pt x="922884" y="929476"/>
                  </a:lnTo>
                  <a:lnTo>
                    <a:pt x="922565" y="929388"/>
                  </a:lnTo>
                  <a:lnTo>
                    <a:pt x="921285" y="929035"/>
                  </a:lnTo>
                  <a:lnTo>
                    <a:pt x="920005" y="928682"/>
                  </a:lnTo>
                  <a:lnTo>
                    <a:pt x="918726" y="928330"/>
                  </a:lnTo>
                  <a:lnTo>
                    <a:pt x="917447" y="927978"/>
                  </a:lnTo>
                  <a:lnTo>
                    <a:pt x="916167" y="927626"/>
                  </a:lnTo>
                  <a:lnTo>
                    <a:pt x="914888" y="927274"/>
                  </a:lnTo>
                  <a:lnTo>
                    <a:pt x="914400" y="927140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2564261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2478" y="931969"/>
                  </a:lnTo>
                  <a:lnTo>
                    <a:pt x="921756" y="931770"/>
                  </a:lnTo>
                  <a:lnTo>
                    <a:pt x="920478" y="931417"/>
                  </a:lnTo>
                  <a:lnTo>
                    <a:pt x="919199" y="931063"/>
                  </a:lnTo>
                  <a:lnTo>
                    <a:pt x="917920" y="930710"/>
                  </a:lnTo>
                  <a:lnTo>
                    <a:pt x="916641" y="930357"/>
                  </a:lnTo>
                  <a:lnTo>
                    <a:pt x="915362" y="930004"/>
                  </a:lnTo>
                  <a:lnTo>
                    <a:pt x="914399" y="92973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2573701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2583141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2592581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2602022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2611462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2620902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2630342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2639783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2649223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2658663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2668103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2677544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2686984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2696424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2705864" y="285301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338"/>
                  </a:lnTo>
                  <a:lnTo>
                    <a:pt x="922688" y="912700"/>
                  </a:lnTo>
                  <a:lnTo>
                    <a:pt x="921265" y="913148"/>
                  </a:lnTo>
                  <a:lnTo>
                    <a:pt x="919842" y="913597"/>
                  </a:lnTo>
                  <a:lnTo>
                    <a:pt x="918419" y="914045"/>
                  </a:lnTo>
                  <a:lnTo>
                    <a:pt x="917295" y="914400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2715305" y="2835444"/>
              <a:ext cx="923840" cy="929907"/>
            </a:xfrm>
            <a:custGeom>
              <a:avLst/>
              <a:pathLst>
                <a:path w="923840" h="929907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6940"/>
                  </a:lnTo>
                  <a:lnTo>
                    <a:pt x="923212" y="927138"/>
                  </a:lnTo>
                  <a:lnTo>
                    <a:pt x="921788" y="927585"/>
                  </a:lnTo>
                  <a:lnTo>
                    <a:pt x="920364" y="928032"/>
                  </a:lnTo>
                  <a:lnTo>
                    <a:pt x="918941" y="928479"/>
                  </a:lnTo>
                  <a:lnTo>
                    <a:pt x="917517" y="928927"/>
                  </a:lnTo>
                  <a:lnTo>
                    <a:pt x="916094" y="929374"/>
                  </a:lnTo>
                  <a:lnTo>
                    <a:pt x="914671" y="929822"/>
                  </a:lnTo>
                  <a:lnTo>
                    <a:pt x="914399" y="929907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2724745" y="2835444"/>
              <a:ext cx="923840" cy="926940"/>
            </a:xfrm>
            <a:custGeom>
              <a:avLst/>
              <a:pathLst>
                <a:path w="923840" h="926940">
                  <a:moveTo>
                    <a:pt x="914400" y="914400"/>
                  </a:moveTo>
                  <a:lnTo>
                    <a:pt x="923840" y="914400"/>
                  </a:lnTo>
                  <a:lnTo>
                    <a:pt x="923740" y="924013"/>
                  </a:lnTo>
                  <a:lnTo>
                    <a:pt x="922316" y="924459"/>
                  </a:lnTo>
                  <a:lnTo>
                    <a:pt x="920892" y="924905"/>
                  </a:lnTo>
                  <a:lnTo>
                    <a:pt x="919467" y="925351"/>
                  </a:lnTo>
                  <a:lnTo>
                    <a:pt x="918043" y="925798"/>
                  </a:lnTo>
                  <a:lnTo>
                    <a:pt x="916619" y="926244"/>
                  </a:lnTo>
                  <a:lnTo>
                    <a:pt x="915195" y="926691"/>
                  </a:lnTo>
                  <a:lnTo>
                    <a:pt x="914400" y="926940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2734185" y="2835444"/>
              <a:ext cx="923840" cy="924542"/>
            </a:xfrm>
            <a:custGeom>
              <a:avLst/>
              <a:pathLst>
                <a:path w="923840" h="924542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4542"/>
                  </a:lnTo>
                  <a:lnTo>
                    <a:pt x="923281" y="924404"/>
                  </a:lnTo>
                  <a:lnTo>
                    <a:pt x="921674" y="924007"/>
                  </a:lnTo>
                  <a:lnTo>
                    <a:pt x="920068" y="923611"/>
                  </a:lnTo>
                  <a:lnTo>
                    <a:pt x="918462" y="923214"/>
                  </a:lnTo>
                  <a:lnTo>
                    <a:pt x="917563" y="922993"/>
                  </a:lnTo>
                  <a:lnTo>
                    <a:pt x="917149" y="923122"/>
                  </a:lnTo>
                  <a:lnTo>
                    <a:pt x="915724" y="923568"/>
                  </a:lnTo>
                  <a:lnTo>
                    <a:pt x="914399" y="923982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2743625" y="2835444"/>
              <a:ext cx="923840" cy="926880"/>
            </a:xfrm>
            <a:custGeom>
              <a:avLst/>
              <a:pathLst>
                <a:path w="923840" h="92688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6880"/>
                  </a:lnTo>
                  <a:lnTo>
                    <a:pt x="923475" y="926790"/>
                  </a:lnTo>
                  <a:lnTo>
                    <a:pt x="921870" y="926391"/>
                  </a:lnTo>
                  <a:lnTo>
                    <a:pt x="920264" y="925994"/>
                  </a:lnTo>
                  <a:lnTo>
                    <a:pt x="918658" y="925596"/>
                  </a:lnTo>
                  <a:lnTo>
                    <a:pt x="917052" y="925198"/>
                  </a:lnTo>
                  <a:lnTo>
                    <a:pt x="915446" y="924801"/>
                  </a:lnTo>
                  <a:lnTo>
                    <a:pt x="914400" y="924542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2753065" y="2835444"/>
              <a:ext cx="923840" cy="929225"/>
            </a:xfrm>
            <a:custGeom>
              <a:avLst/>
              <a:pathLst>
                <a:path w="923840" h="92922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9225"/>
                  </a:lnTo>
                  <a:lnTo>
                    <a:pt x="923667" y="929182"/>
                  </a:lnTo>
                  <a:lnTo>
                    <a:pt x="922062" y="928783"/>
                  </a:lnTo>
                  <a:lnTo>
                    <a:pt x="920457" y="928384"/>
                  </a:lnTo>
                  <a:lnTo>
                    <a:pt x="918851" y="927985"/>
                  </a:lnTo>
                  <a:lnTo>
                    <a:pt x="917246" y="927586"/>
                  </a:lnTo>
                  <a:lnTo>
                    <a:pt x="915641" y="927188"/>
                  </a:lnTo>
                  <a:lnTo>
                    <a:pt x="914399" y="926880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2762506" y="2835444"/>
              <a:ext cx="923840" cy="931579"/>
            </a:xfrm>
            <a:custGeom>
              <a:avLst/>
              <a:pathLst>
                <a:path w="923840" h="93157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579"/>
                  </a:lnTo>
                  <a:lnTo>
                    <a:pt x="922251" y="931182"/>
                  </a:lnTo>
                  <a:lnTo>
                    <a:pt x="920646" y="930782"/>
                  </a:lnTo>
                  <a:lnTo>
                    <a:pt x="919041" y="930382"/>
                  </a:lnTo>
                  <a:lnTo>
                    <a:pt x="917436" y="929982"/>
                  </a:lnTo>
                  <a:lnTo>
                    <a:pt x="915832" y="929582"/>
                  </a:lnTo>
                  <a:lnTo>
                    <a:pt x="914400" y="929225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2771946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420" y="931969"/>
                  </a:lnTo>
                  <a:lnTo>
                    <a:pt x="914399" y="93157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2781386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2790826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2800267" y="285301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4121"/>
                  </a:lnTo>
                  <a:lnTo>
                    <a:pt x="921977" y="914285"/>
                  </a:lnTo>
                  <a:lnTo>
                    <a:pt x="920667" y="914400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2809707" y="2835444"/>
              <a:ext cx="923840" cy="931691"/>
            </a:xfrm>
            <a:custGeom>
              <a:avLst/>
              <a:pathLst>
                <a:path w="923840" h="931691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0110"/>
                  </a:lnTo>
                  <a:lnTo>
                    <a:pt x="920560" y="930872"/>
                  </a:lnTo>
                  <a:lnTo>
                    <a:pt x="914744" y="931661"/>
                  </a:lnTo>
                  <a:lnTo>
                    <a:pt x="914399" y="931691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2819147" y="2835444"/>
              <a:ext cx="923840" cy="930110"/>
            </a:xfrm>
            <a:custGeom>
              <a:avLst/>
              <a:pathLst>
                <a:path w="923840" h="93011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7117"/>
                  </a:lnTo>
                  <a:lnTo>
                    <a:pt x="922646" y="927630"/>
                  </a:lnTo>
                  <a:lnTo>
                    <a:pt x="916905" y="929527"/>
                  </a:lnTo>
                  <a:lnTo>
                    <a:pt x="914400" y="930110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2828587" y="2835444"/>
              <a:ext cx="923840" cy="927117"/>
            </a:xfrm>
            <a:custGeom>
              <a:avLst/>
              <a:pathLst>
                <a:path w="923840" h="92711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2549"/>
                  </a:lnTo>
                  <a:lnTo>
                    <a:pt x="918886" y="925186"/>
                  </a:lnTo>
                  <a:lnTo>
                    <a:pt x="914400" y="927117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2838028" y="2835444"/>
              <a:ext cx="923840" cy="922549"/>
            </a:xfrm>
            <a:custGeom>
              <a:avLst/>
              <a:pathLst>
                <a:path w="923840" h="92254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6240"/>
                  </a:lnTo>
                  <a:lnTo>
                    <a:pt x="920568" y="918683"/>
                  </a:lnTo>
                  <a:lnTo>
                    <a:pt x="915052" y="922201"/>
                  </a:lnTo>
                  <a:lnTo>
                    <a:pt x="914400" y="92254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2847468" y="2835444"/>
              <a:ext cx="916821" cy="916240"/>
            </a:xfrm>
            <a:custGeom>
              <a:avLst/>
              <a:pathLst>
                <a:path w="916821" h="916240">
                  <a:moveTo>
                    <a:pt x="914399" y="914400"/>
                  </a:moveTo>
                  <a:lnTo>
                    <a:pt x="916821" y="914400"/>
                  </a:lnTo>
                  <a:lnTo>
                    <a:pt x="916539" y="914642"/>
                  </a:lnTo>
                  <a:lnTo>
                    <a:pt x="914399" y="916240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2507619" y="2817874"/>
              <a:ext cx="914399" cy="918773"/>
            </a:xfrm>
            <a:custGeom>
              <a:avLst/>
              <a:pathLst>
                <a:path w="914399" h="918773">
                  <a:moveTo>
                    <a:pt x="914399" y="914400"/>
                  </a:moveTo>
                  <a:lnTo>
                    <a:pt x="914399" y="918773"/>
                  </a:lnTo>
                  <a:lnTo>
                    <a:pt x="912919" y="917321"/>
                  </a:lnTo>
                  <a:lnTo>
                    <a:pt x="910285" y="914400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2507619" y="2817874"/>
              <a:ext cx="923840" cy="927310"/>
            </a:xfrm>
            <a:custGeom>
              <a:avLst/>
              <a:pathLst>
                <a:path w="923840" h="927310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7310"/>
                  </a:lnTo>
                  <a:lnTo>
                    <a:pt x="923508" y="927063"/>
                  </a:lnTo>
                  <a:lnTo>
                    <a:pt x="918145" y="922449"/>
                  </a:lnTo>
                  <a:lnTo>
                    <a:pt x="914399" y="918773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2517059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0842" y="931969"/>
                  </a:lnTo>
                  <a:lnTo>
                    <a:pt x="919552" y="931150"/>
                  </a:lnTo>
                  <a:lnTo>
                    <a:pt x="914400" y="927310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2526500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2535940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2545380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2554820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2564261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2573701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2583141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2592581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2602022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2611462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2620902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2630342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2639783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2649223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2658663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2668103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2677544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2686984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2696424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2705864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2715305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2724745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2734185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2743625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2753065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2762506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2771946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2781386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2790826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2800267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2809707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2819147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2828587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2838028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2847468" y="2835444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8120"/>
                  </a:lnTo>
                  <a:lnTo>
                    <a:pt x="921831" y="910088"/>
                  </a:lnTo>
                  <a:lnTo>
                    <a:pt x="916821" y="914400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2856908" y="2817874"/>
              <a:ext cx="923840" cy="925690"/>
            </a:xfrm>
            <a:custGeom>
              <a:avLst/>
              <a:pathLst>
                <a:path w="923840" h="92569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5478"/>
                  </a:lnTo>
                  <a:lnTo>
                    <a:pt x="922563" y="917060"/>
                  </a:lnTo>
                  <a:lnTo>
                    <a:pt x="917550" y="922603"/>
                  </a:lnTo>
                  <a:lnTo>
                    <a:pt x="914400" y="925690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2866348" y="2817874"/>
              <a:ext cx="915269" cy="915478"/>
            </a:xfrm>
            <a:custGeom>
              <a:avLst/>
              <a:pathLst>
                <a:path w="915269" h="915478">
                  <a:moveTo>
                    <a:pt x="914399" y="914400"/>
                  </a:moveTo>
                  <a:lnTo>
                    <a:pt x="915269" y="914400"/>
                  </a:lnTo>
                  <a:lnTo>
                    <a:pt x="914399" y="91547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2498179" y="2800304"/>
              <a:ext cx="914400" cy="925671"/>
            </a:xfrm>
            <a:custGeom>
              <a:avLst/>
              <a:pathLst>
                <a:path w="914400" h="925671">
                  <a:moveTo>
                    <a:pt x="914400" y="914400"/>
                  </a:moveTo>
                  <a:lnTo>
                    <a:pt x="914400" y="925671"/>
                  </a:lnTo>
                  <a:lnTo>
                    <a:pt x="912374" y="923149"/>
                  </a:lnTo>
                  <a:lnTo>
                    <a:pt x="907641" y="916568"/>
                  </a:lnTo>
                  <a:lnTo>
                    <a:pt x="906240" y="914400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2498179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725" y="931969"/>
                  </a:lnTo>
                  <a:lnTo>
                    <a:pt x="917284" y="929262"/>
                  </a:lnTo>
                  <a:lnTo>
                    <a:pt x="914400" y="925671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2507619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2517059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2526500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2535940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2545380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2554820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2564261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2573701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2583141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2592581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2602022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2611462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2620902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2630342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2639783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2649223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2658663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2668103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2677544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2686984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2696424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2705864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2715305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2724745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2734185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2743625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2753065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2762506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2771946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2781386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2790826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2800267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2809707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2819147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2828587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2838028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2847468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2856908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2866348" y="2817874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2847"/>
                  </a:lnTo>
                  <a:lnTo>
                    <a:pt x="923638" y="903141"/>
                  </a:lnTo>
                  <a:lnTo>
                    <a:pt x="922656" y="904574"/>
                  </a:lnTo>
                  <a:lnTo>
                    <a:pt x="917976" y="911045"/>
                  </a:lnTo>
                  <a:lnTo>
                    <a:pt x="915269" y="914400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2875789" y="2800304"/>
              <a:ext cx="918528" cy="920417"/>
            </a:xfrm>
            <a:custGeom>
              <a:avLst/>
              <a:pathLst>
                <a:path w="918528" h="920417">
                  <a:moveTo>
                    <a:pt x="914400" y="914400"/>
                  </a:moveTo>
                  <a:lnTo>
                    <a:pt x="918528" y="914400"/>
                  </a:lnTo>
                  <a:lnTo>
                    <a:pt x="918106" y="915014"/>
                  </a:lnTo>
                  <a:lnTo>
                    <a:pt x="917129" y="916438"/>
                  </a:lnTo>
                  <a:lnTo>
                    <a:pt x="916151" y="917862"/>
                  </a:lnTo>
                  <a:lnTo>
                    <a:pt x="915175" y="919286"/>
                  </a:lnTo>
                  <a:lnTo>
                    <a:pt x="914400" y="920417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2488739" y="2782734"/>
              <a:ext cx="914399" cy="929987"/>
            </a:xfrm>
            <a:custGeom>
              <a:avLst/>
              <a:pathLst>
                <a:path w="914399" h="929987">
                  <a:moveTo>
                    <a:pt x="914399" y="914399"/>
                  </a:moveTo>
                  <a:lnTo>
                    <a:pt x="914399" y="929987"/>
                  </a:lnTo>
                  <a:lnTo>
                    <a:pt x="912539" y="927107"/>
                  </a:lnTo>
                  <a:lnTo>
                    <a:pt x="908200" y="919644"/>
                  </a:lnTo>
                  <a:lnTo>
                    <a:pt x="905453" y="91439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2488739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5680" y="931969"/>
                  </a:lnTo>
                  <a:lnTo>
                    <a:pt x="914399" y="929987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2498179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2507619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2517059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2526500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2535940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2545380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2554820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2564261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2573701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583141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592581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602022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611462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620902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630342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639783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649223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658663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668103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677544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686984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696424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705864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715305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724745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734185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743625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753065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762506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771946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781386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790826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800267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809707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819147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828587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838028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847468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856908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2866348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875789" y="2800304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6667"/>
                  </a:lnTo>
                  <a:lnTo>
                    <a:pt x="922996" y="907895"/>
                  </a:lnTo>
                  <a:lnTo>
                    <a:pt x="922017" y="909319"/>
                  </a:lnTo>
                  <a:lnTo>
                    <a:pt x="921039" y="910742"/>
                  </a:lnTo>
                  <a:lnTo>
                    <a:pt x="920061" y="912166"/>
                  </a:lnTo>
                  <a:lnTo>
                    <a:pt x="919083" y="913590"/>
                  </a:lnTo>
                  <a:lnTo>
                    <a:pt x="918528" y="914400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885229" y="2782734"/>
              <a:ext cx="921168" cy="924237"/>
            </a:xfrm>
            <a:custGeom>
              <a:avLst/>
              <a:pathLst>
                <a:path w="921168" h="924237">
                  <a:moveTo>
                    <a:pt x="914399" y="914399"/>
                  </a:moveTo>
                  <a:lnTo>
                    <a:pt x="921168" y="914399"/>
                  </a:lnTo>
                  <a:lnTo>
                    <a:pt x="920409" y="915502"/>
                  </a:lnTo>
                  <a:lnTo>
                    <a:pt x="919430" y="916925"/>
                  </a:lnTo>
                  <a:lnTo>
                    <a:pt x="918450" y="918348"/>
                  </a:lnTo>
                  <a:lnTo>
                    <a:pt x="917471" y="919771"/>
                  </a:lnTo>
                  <a:lnTo>
                    <a:pt x="916492" y="921194"/>
                  </a:lnTo>
                  <a:lnTo>
                    <a:pt x="915513" y="922618"/>
                  </a:lnTo>
                  <a:lnTo>
                    <a:pt x="914534" y="924041"/>
                  </a:lnTo>
                  <a:lnTo>
                    <a:pt x="914399" y="924237"/>
                  </a:lnTo>
                  <a:close/>
                </a:path>
              </a:pathLst>
            </a:custGeom>
            <a:solidFill>
              <a:srgbClr val="B6DF75">
                <a:alpha val="100000"/>
              </a:srgbClr>
            </a:solidFill>
            <a:ln w="5420" cap="flat">
              <a:solidFill>
                <a:srgbClr val="B6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479299" y="2765164"/>
              <a:ext cx="914400" cy="931026"/>
            </a:xfrm>
            <a:custGeom>
              <a:avLst/>
              <a:pathLst>
                <a:path w="914400" h="931026">
                  <a:moveTo>
                    <a:pt x="914400" y="914400"/>
                  </a:moveTo>
                  <a:lnTo>
                    <a:pt x="914400" y="931026"/>
                  </a:lnTo>
                  <a:lnTo>
                    <a:pt x="913517" y="929341"/>
                  </a:lnTo>
                  <a:lnTo>
                    <a:pt x="909619" y="921078"/>
                  </a:lnTo>
                  <a:lnTo>
                    <a:pt x="906786" y="914400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479299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893" y="931969"/>
                  </a:lnTo>
                  <a:lnTo>
                    <a:pt x="914400" y="931026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488739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498179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507619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517059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2526500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2535940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2545380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2554820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2564261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2573701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2583141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2592581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2602022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2611462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2620902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2630342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2639783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2649223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2658663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2668103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2677544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2686984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2696424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2705864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2715305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2724745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2734185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2743625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2753065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2762506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2771946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2781386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2790826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2800267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2809707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2819147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2828587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2838028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2847468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2856908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2866348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2875789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2885229" y="2782734"/>
              <a:ext cx="923840" cy="914399"/>
            </a:xfrm>
            <a:custGeom>
              <a:avLst/>
              <a:pathLst>
                <a:path w="923840" h="914399">
                  <a:moveTo>
                    <a:pt x="914399" y="914399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10522"/>
                  </a:lnTo>
                  <a:lnTo>
                    <a:pt x="923350" y="911233"/>
                  </a:lnTo>
                  <a:lnTo>
                    <a:pt x="922370" y="912656"/>
                  </a:lnTo>
                  <a:lnTo>
                    <a:pt x="921389" y="914079"/>
                  </a:lnTo>
                  <a:lnTo>
                    <a:pt x="921168" y="91439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2894669" y="2765164"/>
              <a:ext cx="923840" cy="928092"/>
            </a:xfrm>
            <a:custGeom>
              <a:avLst/>
              <a:pathLst>
                <a:path w="923840" h="928092">
                  <a:moveTo>
                    <a:pt x="914400" y="914400"/>
                  </a:moveTo>
                  <a:lnTo>
                    <a:pt x="923840" y="914412"/>
                  </a:lnTo>
                  <a:lnTo>
                    <a:pt x="923725" y="914578"/>
                  </a:lnTo>
                  <a:lnTo>
                    <a:pt x="922742" y="916000"/>
                  </a:lnTo>
                  <a:lnTo>
                    <a:pt x="921760" y="917422"/>
                  </a:lnTo>
                  <a:lnTo>
                    <a:pt x="920778" y="918845"/>
                  </a:lnTo>
                  <a:lnTo>
                    <a:pt x="919796" y="920267"/>
                  </a:lnTo>
                  <a:lnTo>
                    <a:pt x="918815" y="921689"/>
                  </a:lnTo>
                  <a:lnTo>
                    <a:pt x="917833" y="923112"/>
                  </a:lnTo>
                  <a:lnTo>
                    <a:pt x="916852" y="924534"/>
                  </a:lnTo>
                  <a:lnTo>
                    <a:pt x="915871" y="925957"/>
                  </a:lnTo>
                  <a:lnTo>
                    <a:pt x="914890" y="927380"/>
                  </a:lnTo>
                  <a:lnTo>
                    <a:pt x="914400" y="928092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2469858" y="2747595"/>
              <a:ext cx="914399" cy="927394"/>
            </a:xfrm>
            <a:custGeom>
              <a:avLst/>
              <a:pathLst>
                <a:path w="914399" h="927394">
                  <a:moveTo>
                    <a:pt x="914399" y="914400"/>
                  </a:moveTo>
                  <a:lnTo>
                    <a:pt x="914399" y="927394"/>
                  </a:lnTo>
                  <a:lnTo>
                    <a:pt x="911984" y="921045"/>
                  </a:lnTo>
                  <a:lnTo>
                    <a:pt x="909725" y="914400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2469858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226" y="931969"/>
                  </a:lnTo>
                  <a:lnTo>
                    <a:pt x="915398" y="930018"/>
                  </a:lnTo>
                  <a:lnTo>
                    <a:pt x="914399" y="927394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2479299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2488739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2498179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2507619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2517059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2526500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2535940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2545380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2554820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2564261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2573701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2583141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2592581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2602022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2611462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2620902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2630342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2639783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2649223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2658663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2668103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2677544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2686984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2696424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2705864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2715305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2724745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2734185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2743625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2753065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2762506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2771946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2781386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2790826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2800267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2809707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2819147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2828587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2838028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2847468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2856908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2866348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2875789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5">
                <a:alpha val="100000"/>
              </a:srgbClr>
            </a:solidFill>
            <a:ln w="5420" cap="flat">
              <a:solidFill>
                <a:srgbClr val="B6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2885229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2894669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2904109" y="2765164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899642"/>
                  </a:lnTo>
                  <a:lnTo>
                    <a:pt x="920790" y="904807"/>
                  </a:lnTo>
                  <a:lnTo>
                    <a:pt x="916256" y="911726"/>
                  </a:lnTo>
                  <a:lnTo>
                    <a:pt x="915267" y="913156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2913550" y="2747595"/>
              <a:ext cx="916023" cy="917211"/>
            </a:xfrm>
            <a:custGeom>
              <a:avLst/>
              <a:pathLst>
                <a:path w="916023" h="917211">
                  <a:moveTo>
                    <a:pt x="914400" y="914400"/>
                  </a:moveTo>
                  <a:lnTo>
                    <a:pt x="916023" y="914400"/>
                  </a:lnTo>
                  <a:lnTo>
                    <a:pt x="915687" y="915031"/>
                  </a:lnTo>
                  <a:lnTo>
                    <a:pt x="914400" y="917211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2460418" y="2730025"/>
              <a:ext cx="914400" cy="916080"/>
            </a:xfrm>
            <a:custGeom>
              <a:avLst/>
              <a:pathLst>
                <a:path w="914400" h="916080">
                  <a:moveTo>
                    <a:pt x="914400" y="914400"/>
                  </a:moveTo>
                  <a:lnTo>
                    <a:pt x="914400" y="916080"/>
                  </a:lnTo>
                  <a:lnTo>
                    <a:pt x="913952" y="914400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2460418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165" y="931969"/>
                  </a:lnTo>
                  <a:lnTo>
                    <a:pt x="918266" y="929323"/>
                  </a:lnTo>
                  <a:lnTo>
                    <a:pt x="915372" y="919737"/>
                  </a:lnTo>
                  <a:lnTo>
                    <a:pt x="914400" y="916080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2469858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2479299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2488739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2498179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2507619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2517059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2526500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2535940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2545380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2554820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2564261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2573701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2583141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2592581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2602022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2611462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2620902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2630342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2639783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2649223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2658663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2668103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2677544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2686984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2696424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2705864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2715305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2724745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2734185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2743625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2753065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2762506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2771946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2781386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2790826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2800267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2809707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2819147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2828587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2838028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2847468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2856908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2866348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2875789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2885229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2894669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2904109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2913550" y="2747595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898855"/>
                  </a:lnTo>
                  <a:lnTo>
                    <a:pt x="923718" y="899136"/>
                  </a:lnTo>
                  <a:lnTo>
                    <a:pt x="919813" y="907277"/>
                  </a:lnTo>
                  <a:lnTo>
                    <a:pt x="916023" y="914400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2922990" y="2730025"/>
              <a:ext cx="915274" cy="916425"/>
            </a:xfrm>
            <a:custGeom>
              <a:avLst/>
              <a:pathLst>
                <a:path w="915274" h="916425">
                  <a:moveTo>
                    <a:pt x="914399" y="914400"/>
                  </a:moveTo>
                  <a:lnTo>
                    <a:pt x="915274" y="914400"/>
                  </a:lnTo>
                  <a:lnTo>
                    <a:pt x="914399" y="916425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2460418" y="271245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3952" y="931969"/>
                  </a:lnTo>
                  <a:lnTo>
                    <a:pt x="912751" y="927453"/>
                  </a:lnTo>
                  <a:lnTo>
                    <a:pt x="910409" y="917358"/>
                  </a:lnTo>
                  <a:lnTo>
                    <a:pt x="909819" y="914400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2460418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2469858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2479299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2488739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2498179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2507619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2517059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2526500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2535940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2545380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2554820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2564261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2573701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2583141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2592581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2602022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2611462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2620902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2630342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2639783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2649223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2658663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2668103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2677544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2686984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2696424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2705864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2715305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2724745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2734185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2743625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2753065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2762506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2771946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2781386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2790826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2800267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2809707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2819147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2828587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2838028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2847468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2856908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2866348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5">
                <a:alpha val="100000"/>
              </a:srgbClr>
            </a:solidFill>
            <a:ln w="5420" cap="flat">
              <a:solidFill>
                <a:srgbClr val="B6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2875789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2885229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2894669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2904109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2913550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2922990" y="2730025"/>
              <a:ext cx="922259" cy="914400"/>
            </a:xfrm>
            <a:custGeom>
              <a:avLst/>
              <a:pathLst>
                <a:path w="922259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2259" y="896830"/>
                  </a:lnTo>
                  <a:lnTo>
                    <a:pt x="921384" y="899352"/>
                  </a:lnTo>
                  <a:lnTo>
                    <a:pt x="917952" y="908200"/>
                  </a:lnTo>
                  <a:lnTo>
                    <a:pt x="915274" y="914400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2460418" y="269488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819" y="931969"/>
                  </a:lnTo>
                  <a:lnTo>
                    <a:pt x="908353" y="924620"/>
                  </a:lnTo>
                  <a:lnTo>
                    <a:pt x="906635" y="914400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2460418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2469858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2479299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2488739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2498179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2507619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2517059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2526500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2535940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2545380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2554820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2564261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2573701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2583141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2592581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602022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611462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620902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630342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639783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649223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658663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668103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677544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686984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696424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705864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715305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724745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734185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743625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753065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2762506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2771946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2781386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2790826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800267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2809707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2819147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2828587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2838028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2847468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2856908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866348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875789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2885229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2894669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2904109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2913550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2922990" y="2712455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9846"/>
                  </a:lnTo>
                  <a:lnTo>
                    <a:pt x="922259" y="914400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2932430" y="2694885"/>
              <a:ext cx="918447" cy="927415"/>
            </a:xfrm>
            <a:custGeom>
              <a:avLst/>
              <a:pathLst>
                <a:path w="918447" h="927415">
                  <a:moveTo>
                    <a:pt x="914400" y="914400"/>
                  </a:moveTo>
                  <a:lnTo>
                    <a:pt x="918447" y="914400"/>
                  </a:lnTo>
                  <a:lnTo>
                    <a:pt x="918048" y="915863"/>
                  </a:lnTo>
                  <a:lnTo>
                    <a:pt x="915125" y="925324"/>
                  </a:lnTo>
                  <a:lnTo>
                    <a:pt x="914400" y="927415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2450978" y="2677316"/>
              <a:ext cx="914399" cy="919549"/>
            </a:xfrm>
            <a:custGeom>
              <a:avLst/>
              <a:pathLst>
                <a:path w="914399" h="919549">
                  <a:moveTo>
                    <a:pt x="914399" y="914400"/>
                  </a:moveTo>
                  <a:lnTo>
                    <a:pt x="914399" y="919549"/>
                  </a:lnTo>
                  <a:lnTo>
                    <a:pt x="913842" y="914400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2450978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075" y="931969"/>
                  </a:lnTo>
                  <a:lnTo>
                    <a:pt x="916029" y="931696"/>
                  </a:lnTo>
                  <a:lnTo>
                    <a:pt x="914562" y="921045"/>
                  </a:lnTo>
                  <a:lnTo>
                    <a:pt x="914399" y="91954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2460418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2469858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2479299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2488739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2498179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2507619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2517059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2526500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2535940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2545380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2554820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2564261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2573701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2583141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2592581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2602022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2611462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620902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630342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639783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649223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658663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668103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677544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686984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696424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705864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715305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724745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734185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743625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753065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762506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771946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781386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790826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800267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809707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819147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828587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838028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847468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856908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5">
                <a:alpha val="100000"/>
              </a:srgbClr>
            </a:solidFill>
            <a:ln w="5420" cap="flat">
              <a:solidFill>
                <a:srgbClr val="B6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866348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875789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885229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894669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904109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913550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922990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932430" y="2694885"/>
              <a:ext cx="922925" cy="914400"/>
            </a:xfrm>
            <a:custGeom>
              <a:avLst/>
              <a:pathLst>
                <a:path w="92292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925" y="896830"/>
                  </a:lnTo>
                  <a:lnTo>
                    <a:pt x="920703" y="906133"/>
                  </a:lnTo>
                  <a:lnTo>
                    <a:pt x="918447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450978" y="2659746"/>
              <a:ext cx="914399" cy="931969"/>
            </a:xfrm>
            <a:custGeom>
              <a:avLst/>
              <a:pathLst>
                <a:path w="914399" h="931969">
                  <a:moveTo>
                    <a:pt x="914399" y="914399"/>
                  </a:moveTo>
                  <a:lnTo>
                    <a:pt x="914399" y="931969"/>
                  </a:lnTo>
                  <a:lnTo>
                    <a:pt x="913842" y="931969"/>
                  </a:lnTo>
                  <a:lnTo>
                    <a:pt x="913394" y="927836"/>
                  </a:lnTo>
                  <a:lnTo>
                    <a:pt x="912530" y="916959"/>
                  </a:lnTo>
                  <a:lnTo>
                    <a:pt x="912399" y="91439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450978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460418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469858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79299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488739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498179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507619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517059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526500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535940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545380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54820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564261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73701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583141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592581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602022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611462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620902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630342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639783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649223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658663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668103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677544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686984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696424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705864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715305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724745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734185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743625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753065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762506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771946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781386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790826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800267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809707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819147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828587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838028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847468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856908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866348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875789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885229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894669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904109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913550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922990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932430" y="2677316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0069"/>
                  </a:lnTo>
                  <a:lnTo>
                    <a:pt x="923085" y="913730"/>
                  </a:lnTo>
                  <a:lnTo>
                    <a:pt x="922925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941870" y="2659746"/>
              <a:ext cx="916920" cy="927639"/>
            </a:xfrm>
            <a:custGeom>
              <a:avLst/>
              <a:pathLst>
                <a:path w="916920" h="927639">
                  <a:moveTo>
                    <a:pt x="914399" y="914399"/>
                  </a:moveTo>
                  <a:lnTo>
                    <a:pt x="916920" y="914399"/>
                  </a:lnTo>
                  <a:lnTo>
                    <a:pt x="915746" y="921111"/>
                  </a:lnTo>
                  <a:lnTo>
                    <a:pt x="914399" y="92763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450978" y="264217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2399" y="931969"/>
                  </a:lnTo>
                  <a:lnTo>
                    <a:pt x="911972" y="923583"/>
                  </a:lnTo>
                  <a:lnTo>
                    <a:pt x="911762" y="914400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450978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460418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469858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479299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488739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498179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07619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17059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26500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535940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545380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554820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64261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573701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583141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92581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602022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611462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620902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630342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639783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649223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658663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668103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677544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686984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696424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705864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715305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724745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734185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743625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753065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762506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771946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781386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790826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800267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809707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819147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828587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838028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847468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856908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866348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875789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885229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894669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904109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913550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922990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932430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941870" y="2659746"/>
              <a:ext cx="919472" cy="914399"/>
            </a:xfrm>
            <a:custGeom>
              <a:avLst/>
              <a:pathLst>
                <a:path w="919472" h="914399">
                  <a:moveTo>
                    <a:pt x="914399" y="914399"/>
                  </a:moveTo>
                  <a:lnTo>
                    <a:pt x="914399" y="896830"/>
                  </a:lnTo>
                  <a:lnTo>
                    <a:pt x="919472" y="896830"/>
                  </a:lnTo>
                  <a:lnTo>
                    <a:pt x="919085" y="900195"/>
                  </a:lnTo>
                  <a:lnTo>
                    <a:pt x="917561" y="910733"/>
                  </a:lnTo>
                  <a:lnTo>
                    <a:pt x="916920" y="91439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450978" y="262460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1762" y="931969"/>
                  </a:lnTo>
                  <a:lnTo>
                    <a:pt x="911721" y="930167"/>
                  </a:lnTo>
                  <a:lnTo>
                    <a:pt x="911778" y="919173"/>
                  </a:lnTo>
                  <a:lnTo>
                    <a:pt x="911937" y="914400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50978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460418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469858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479299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488739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498179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07619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17059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26500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35940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45380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54820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64261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73701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83141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592581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602022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611462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620902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630342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639783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649223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658663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668103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677544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686984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696424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705864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715305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724745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734185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743625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753065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762506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771946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781386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790826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800267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809707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819147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828587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838028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847468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856908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866348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875789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885229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894669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904109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913550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922990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932430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941870" y="2642176"/>
              <a:ext cx="921200" cy="914400"/>
            </a:xfrm>
            <a:custGeom>
              <a:avLst/>
              <a:pathLst>
                <a:path w="92120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1200" y="896830"/>
                  </a:lnTo>
                  <a:lnTo>
                    <a:pt x="920314" y="907094"/>
                  </a:lnTo>
                  <a:lnTo>
                    <a:pt x="919472" y="914400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450978" y="260703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1937" y="931969"/>
                  </a:lnTo>
                  <a:lnTo>
                    <a:pt x="912143" y="925768"/>
                  </a:lnTo>
                  <a:lnTo>
                    <a:pt x="912815" y="914844"/>
                  </a:lnTo>
                  <a:lnTo>
                    <a:pt x="912856" y="914400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50978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460418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469858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479299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488739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498179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07619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17059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526500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35940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45380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554820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64261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73701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3141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592581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602022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611462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620902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630342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639783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2649223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2658663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668103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677544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2686984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696424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705864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715305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2724745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2734185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743625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753065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2762506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771946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2781386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790826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2800267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2809707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2819147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2828587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2838028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2847468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2856908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2866348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2875789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2885229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2894669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2904109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2913550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2922990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2932430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2941870" y="2624606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7519"/>
                  </a:lnTo>
                  <a:lnTo>
                    <a:pt x="921532" y="908931"/>
                  </a:lnTo>
                  <a:lnTo>
                    <a:pt x="921244" y="913888"/>
                  </a:lnTo>
                  <a:lnTo>
                    <a:pt x="921200" y="914400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2951311" y="2607036"/>
              <a:ext cx="923840" cy="925089"/>
            </a:xfrm>
            <a:custGeom>
              <a:avLst/>
              <a:pathLst>
                <a:path w="923840" h="92508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8120"/>
                  </a:lnTo>
                  <a:lnTo>
                    <a:pt x="921337" y="920221"/>
                  </a:lnTo>
                  <a:lnTo>
                    <a:pt x="915742" y="924267"/>
                  </a:lnTo>
                  <a:lnTo>
                    <a:pt x="914400" y="92508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2960751" y="2607036"/>
              <a:ext cx="918648" cy="918120"/>
            </a:xfrm>
            <a:custGeom>
              <a:avLst/>
              <a:pathLst>
                <a:path w="918648" h="918120">
                  <a:moveTo>
                    <a:pt x="914399" y="914400"/>
                  </a:moveTo>
                  <a:lnTo>
                    <a:pt x="918648" y="914400"/>
                  </a:lnTo>
                  <a:lnTo>
                    <a:pt x="917368" y="915629"/>
                  </a:lnTo>
                  <a:lnTo>
                    <a:pt x="914399" y="918120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2450978" y="2607036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2856" y="914400"/>
                  </a:lnTo>
                  <a:lnTo>
                    <a:pt x="913793" y="904000"/>
                  </a:lnTo>
                  <a:lnTo>
                    <a:pt x="914399" y="89890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2460418" y="2589467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479"/>
                  </a:lnTo>
                  <a:lnTo>
                    <a:pt x="905207" y="91439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2460418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2469858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2479299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2488739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2498179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2507619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517059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2526500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535940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545380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2554820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2564261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2573701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583141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592581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602022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611462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620902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630342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639783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2649223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2658663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668103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677544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686984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696424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2705864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2715305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2724745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2734185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743625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753065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2762506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2771946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781386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2790826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800267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809707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819147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828587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2838028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847468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2856908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866348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875789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885229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2894669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904109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913550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2922990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2932430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2941870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951311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2960751" y="2607036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9264"/>
                  </a:lnTo>
                  <a:lnTo>
                    <a:pt x="922702" y="910504"/>
                  </a:lnTo>
                  <a:lnTo>
                    <a:pt x="918648" y="914400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2970191" y="2589467"/>
              <a:ext cx="923840" cy="926834"/>
            </a:xfrm>
            <a:custGeom>
              <a:avLst/>
              <a:pathLst>
                <a:path w="923840" h="926834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5753"/>
                  </a:lnTo>
                  <a:lnTo>
                    <a:pt x="923454" y="916283"/>
                  </a:lnTo>
                  <a:lnTo>
                    <a:pt x="918441" y="922430"/>
                  </a:lnTo>
                  <a:lnTo>
                    <a:pt x="914400" y="926834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2979631" y="2589467"/>
              <a:ext cx="915385" cy="915753"/>
            </a:xfrm>
            <a:custGeom>
              <a:avLst/>
              <a:pathLst>
                <a:path w="915385" h="915753">
                  <a:moveTo>
                    <a:pt x="914399" y="914399"/>
                  </a:moveTo>
                  <a:lnTo>
                    <a:pt x="915385" y="914399"/>
                  </a:lnTo>
                  <a:lnTo>
                    <a:pt x="914399" y="915753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3092914" y="2589467"/>
              <a:ext cx="914400" cy="917155"/>
            </a:xfrm>
            <a:custGeom>
              <a:avLst/>
              <a:pathLst>
                <a:path w="914400" h="917155">
                  <a:moveTo>
                    <a:pt x="914400" y="914399"/>
                  </a:moveTo>
                  <a:lnTo>
                    <a:pt x="914400" y="917155"/>
                  </a:lnTo>
                  <a:lnTo>
                    <a:pt x="909664" y="915098"/>
                  </a:lnTo>
                  <a:lnTo>
                    <a:pt x="908367" y="91439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3092914" y="2589467"/>
              <a:ext cx="923840" cy="920148"/>
            </a:xfrm>
            <a:custGeom>
              <a:avLst/>
              <a:pathLst>
                <a:path w="923840" h="920148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0148"/>
                  </a:lnTo>
                  <a:lnTo>
                    <a:pt x="921293" y="919555"/>
                  </a:lnTo>
                  <a:lnTo>
                    <a:pt x="915447" y="917610"/>
                  </a:lnTo>
                  <a:lnTo>
                    <a:pt x="914400" y="917155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3102354" y="2589467"/>
              <a:ext cx="923840" cy="921728"/>
            </a:xfrm>
            <a:custGeom>
              <a:avLst/>
              <a:pathLst>
                <a:path w="923840" h="921728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1728"/>
                  </a:lnTo>
                  <a:lnTo>
                    <a:pt x="923669" y="921722"/>
                  </a:lnTo>
                  <a:lnTo>
                    <a:pt x="917746" y="920927"/>
                  </a:lnTo>
                  <a:lnTo>
                    <a:pt x="914400" y="92014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3111795" y="2589467"/>
              <a:ext cx="923840" cy="921938"/>
            </a:xfrm>
            <a:custGeom>
              <a:avLst/>
              <a:pathLst>
                <a:path w="923840" h="921938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21713"/>
                  </a:lnTo>
                  <a:lnTo>
                    <a:pt x="920167" y="921938"/>
                  </a:lnTo>
                  <a:lnTo>
                    <a:pt x="914399" y="921728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3121235" y="2589467"/>
              <a:ext cx="923840" cy="921713"/>
            </a:xfrm>
            <a:custGeom>
              <a:avLst/>
              <a:pathLst>
                <a:path w="923840" h="921713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20308"/>
                  </a:lnTo>
                  <a:lnTo>
                    <a:pt x="922579" y="920633"/>
                  </a:lnTo>
                  <a:lnTo>
                    <a:pt x="916662" y="921574"/>
                  </a:lnTo>
                  <a:lnTo>
                    <a:pt x="914399" y="921713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3130675" y="2589467"/>
              <a:ext cx="923840" cy="920308"/>
            </a:xfrm>
            <a:custGeom>
              <a:avLst/>
              <a:pathLst>
                <a:path w="923840" h="920308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7389"/>
                  </a:lnTo>
                  <a:lnTo>
                    <a:pt x="919021" y="919115"/>
                  </a:lnTo>
                  <a:lnTo>
                    <a:pt x="914400" y="92030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3140115" y="2589467"/>
              <a:ext cx="921116" cy="917389"/>
            </a:xfrm>
            <a:custGeom>
              <a:avLst/>
              <a:pathLst>
                <a:path w="921116" h="917389">
                  <a:moveTo>
                    <a:pt x="914400" y="914399"/>
                  </a:moveTo>
                  <a:lnTo>
                    <a:pt x="921116" y="914399"/>
                  </a:lnTo>
                  <a:lnTo>
                    <a:pt x="915413" y="917026"/>
                  </a:lnTo>
                  <a:lnTo>
                    <a:pt x="914400" y="91738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450978" y="2571897"/>
              <a:ext cx="914399" cy="922216"/>
            </a:xfrm>
            <a:custGeom>
              <a:avLst/>
              <a:pathLst>
                <a:path w="914399" h="922216">
                  <a:moveTo>
                    <a:pt x="914399" y="914400"/>
                  </a:moveTo>
                  <a:lnTo>
                    <a:pt x="914399" y="922216"/>
                  </a:lnTo>
                  <a:lnTo>
                    <a:pt x="913069" y="919596"/>
                  </a:lnTo>
                  <a:lnTo>
                    <a:pt x="911661" y="916823"/>
                  </a:lnTo>
                  <a:lnTo>
                    <a:pt x="910429" y="914400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2450978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647" y="931969"/>
                  </a:lnTo>
                  <a:lnTo>
                    <a:pt x="915072" y="928405"/>
                  </a:lnTo>
                  <a:lnTo>
                    <a:pt x="915632" y="924645"/>
                  </a:lnTo>
                  <a:lnTo>
                    <a:pt x="914477" y="922369"/>
                  </a:lnTo>
                  <a:lnTo>
                    <a:pt x="914399" y="922216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2460418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2469858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479299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2488739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498179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507619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2517059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2526500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535940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2545380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554820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564261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2573701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583141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592581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2602022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611462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2620902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630342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2639783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649223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2658663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668103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677544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68698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69642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70586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2715305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724745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2734185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2743625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2753065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2762506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771946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2781386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790826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2800267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809707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2819147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828587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2838028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2847468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856908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2866348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875789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2885229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2894669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2904109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913550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922990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932430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941870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951311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960751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970191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979631" y="2589467"/>
              <a:ext cx="923840" cy="914399"/>
            </a:xfrm>
            <a:custGeom>
              <a:avLst/>
              <a:pathLst>
                <a:path w="923840" h="914399">
                  <a:moveTo>
                    <a:pt x="914399" y="914399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8640"/>
                  </a:lnTo>
                  <a:lnTo>
                    <a:pt x="922798" y="908490"/>
                  </a:lnTo>
                  <a:lnTo>
                    <a:pt x="921181" y="908256"/>
                  </a:lnTo>
                  <a:lnTo>
                    <a:pt x="919878" y="908068"/>
                  </a:lnTo>
                  <a:lnTo>
                    <a:pt x="918844" y="909652"/>
                  </a:lnTo>
                  <a:lnTo>
                    <a:pt x="915385" y="91439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989071" y="2571897"/>
              <a:ext cx="923840" cy="927579"/>
            </a:xfrm>
            <a:custGeom>
              <a:avLst/>
              <a:pathLst>
                <a:path w="923840" h="92757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7579"/>
                  </a:lnTo>
                  <a:lnTo>
                    <a:pt x="923057" y="927466"/>
                  </a:lnTo>
                  <a:lnTo>
                    <a:pt x="921441" y="927231"/>
                  </a:lnTo>
                  <a:lnTo>
                    <a:pt x="919824" y="926996"/>
                  </a:lnTo>
                  <a:lnTo>
                    <a:pt x="918208" y="926762"/>
                  </a:lnTo>
                  <a:lnTo>
                    <a:pt x="916591" y="926527"/>
                  </a:lnTo>
                  <a:lnTo>
                    <a:pt x="914975" y="926293"/>
                  </a:lnTo>
                  <a:lnTo>
                    <a:pt x="914400" y="926210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998512" y="2571897"/>
              <a:ext cx="923840" cy="928956"/>
            </a:xfrm>
            <a:custGeom>
              <a:avLst/>
              <a:pathLst>
                <a:path w="923840" h="928956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8956"/>
                  </a:lnTo>
                  <a:lnTo>
                    <a:pt x="923314" y="928879"/>
                  </a:lnTo>
                  <a:lnTo>
                    <a:pt x="921698" y="928643"/>
                  </a:lnTo>
                  <a:lnTo>
                    <a:pt x="920082" y="928407"/>
                  </a:lnTo>
                  <a:lnTo>
                    <a:pt x="918466" y="928172"/>
                  </a:lnTo>
                  <a:lnTo>
                    <a:pt x="916850" y="927936"/>
                  </a:lnTo>
                  <a:lnTo>
                    <a:pt x="915233" y="927701"/>
                  </a:lnTo>
                  <a:lnTo>
                    <a:pt x="914400" y="92757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3007952" y="2571897"/>
              <a:ext cx="923840" cy="930155"/>
            </a:xfrm>
            <a:custGeom>
              <a:avLst/>
              <a:pathLst>
                <a:path w="923840" h="930155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155"/>
                  </a:lnTo>
                  <a:lnTo>
                    <a:pt x="919937" y="929767"/>
                  </a:lnTo>
                  <a:lnTo>
                    <a:pt x="918723" y="929589"/>
                  </a:lnTo>
                  <a:lnTo>
                    <a:pt x="917106" y="929352"/>
                  </a:lnTo>
                  <a:lnTo>
                    <a:pt x="915490" y="929116"/>
                  </a:lnTo>
                  <a:lnTo>
                    <a:pt x="914400" y="928956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3017392" y="2571897"/>
              <a:ext cx="923840" cy="930364"/>
            </a:xfrm>
            <a:custGeom>
              <a:avLst/>
              <a:pathLst>
                <a:path w="923840" h="930364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197"/>
                  </a:lnTo>
                  <a:lnTo>
                    <a:pt x="921969" y="930364"/>
                  </a:lnTo>
                  <a:lnTo>
                    <a:pt x="916229" y="930336"/>
                  </a:lnTo>
                  <a:lnTo>
                    <a:pt x="914400" y="930155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3026832" y="2571897"/>
              <a:ext cx="923840" cy="930197"/>
            </a:xfrm>
            <a:custGeom>
              <a:avLst/>
              <a:pathLst>
                <a:path w="923840" h="93019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8822"/>
                  </a:lnTo>
                  <a:lnTo>
                    <a:pt x="918263" y="929851"/>
                  </a:lnTo>
                  <a:lnTo>
                    <a:pt x="914400" y="930197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3036273" y="2571897"/>
              <a:ext cx="923840" cy="928822"/>
            </a:xfrm>
            <a:custGeom>
              <a:avLst/>
              <a:pathLst>
                <a:path w="923840" h="928822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6015"/>
                  </a:lnTo>
                  <a:lnTo>
                    <a:pt x="922364" y="926499"/>
                  </a:lnTo>
                  <a:lnTo>
                    <a:pt x="920211" y="927207"/>
                  </a:lnTo>
                  <a:lnTo>
                    <a:pt x="914535" y="928797"/>
                  </a:lnTo>
                  <a:lnTo>
                    <a:pt x="914399" y="928822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3045713" y="2571897"/>
              <a:ext cx="923840" cy="926015"/>
            </a:xfrm>
            <a:custGeom>
              <a:avLst/>
              <a:pathLst>
                <a:path w="923840" h="92601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2919"/>
                  </a:lnTo>
                  <a:lnTo>
                    <a:pt x="923662" y="922977"/>
                  </a:lnTo>
                  <a:lnTo>
                    <a:pt x="921514" y="923681"/>
                  </a:lnTo>
                  <a:lnTo>
                    <a:pt x="919366" y="924385"/>
                  </a:lnTo>
                  <a:lnTo>
                    <a:pt x="917219" y="925089"/>
                  </a:lnTo>
                  <a:lnTo>
                    <a:pt x="915071" y="925794"/>
                  </a:lnTo>
                  <a:lnTo>
                    <a:pt x="914399" y="926015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3055153" y="2571897"/>
              <a:ext cx="923840" cy="922919"/>
            </a:xfrm>
            <a:custGeom>
              <a:avLst/>
              <a:pathLst>
                <a:path w="923840" h="92291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9832"/>
                  </a:lnTo>
                  <a:lnTo>
                    <a:pt x="922817" y="920166"/>
                  </a:lnTo>
                  <a:lnTo>
                    <a:pt x="920668" y="920868"/>
                  </a:lnTo>
                  <a:lnTo>
                    <a:pt x="918519" y="921571"/>
                  </a:lnTo>
                  <a:lnTo>
                    <a:pt x="916370" y="922274"/>
                  </a:lnTo>
                  <a:lnTo>
                    <a:pt x="914400" y="92291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3064593" y="2571897"/>
              <a:ext cx="923840" cy="923986"/>
            </a:xfrm>
            <a:custGeom>
              <a:avLst/>
              <a:pathLst>
                <a:path w="923840" h="923986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3986"/>
                  </a:lnTo>
                  <a:lnTo>
                    <a:pt x="923001" y="923398"/>
                  </a:lnTo>
                  <a:lnTo>
                    <a:pt x="921779" y="922542"/>
                  </a:lnTo>
                  <a:lnTo>
                    <a:pt x="920557" y="921686"/>
                  </a:lnTo>
                  <a:lnTo>
                    <a:pt x="919335" y="920830"/>
                  </a:lnTo>
                  <a:lnTo>
                    <a:pt x="918112" y="919974"/>
                  </a:lnTo>
                  <a:lnTo>
                    <a:pt x="916793" y="919051"/>
                  </a:lnTo>
                  <a:lnTo>
                    <a:pt x="915526" y="919464"/>
                  </a:lnTo>
                  <a:lnTo>
                    <a:pt x="914400" y="919832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3074034" y="2571897"/>
              <a:ext cx="923840" cy="930134"/>
            </a:xfrm>
            <a:custGeom>
              <a:avLst/>
              <a:pathLst>
                <a:path w="923840" h="930134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134"/>
                  </a:lnTo>
                  <a:lnTo>
                    <a:pt x="922840" y="929595"/>
                  </a:lnTo>
                  <a:lnTo>
                    <a:pt x="917230" y="925970"/>
                  </a:lnTo>
                  <a:lnTo>
                    <a:pt x="916004" y="925111"/>
                  </a:lnTo>
                  <a:lnTo>
                    <a:pt x="914782" y="924254"/>
                  </a:lnTo>
                  <a:lnTo>
                    <a:pt x="914400" y="923986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308347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807" y="931969"/>
                  </a:lnTo>
                  <a:lnTo>
                    <a:pt x="914400" y="930134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309291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310235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3111795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3121235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3130675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3140115" y="2589467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865"/>
                  </a:lnTo>
                  <a:lnTo>
                    <a:pt x="921116" y="91439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3149556" y="2571897"/>
              <a:ext cx="923840" cy="930435"/>
            </a:xfrm>
            <a:custGeom>
              <a:avLst/>
              <a:pathLst>
                <a:path w="923840" h="93043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4306"/>
                  </a:lnTo>
                  <a:lnTo>
                    <a:pt x="923003" y="924964"/>
                  </a:lnTo>
                  <a:lnTo>
                    <a:pt x="917419" y="928727"/>
                  </a:lnTo>
                  <a:lnTo>
                    <a:pt x="914399" y="930435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3158996" y="2571897"/>
              <a:ext cx="923840" cy="924306"/>
            </a:xfrm>
            <a:custGeom>
              <a:avLst/>
              <a:pathLst>
                <a:path w="923840" h="924306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16602"/>
                  </a:lnTo>
                  <a:lnTo>
                    <a:pt x="923417" y="916959"/>
                  </a:lnTo>
                  <a:lnTo>
                    <a:pt x="922322" y="917883"/>
                  </a:lnTo>
                  <a:lnTo>
                    <a:pt x="921227" y="918807"/>
                  </a:lnTo>
                  <a:lnTo>
                    <a:pt x="920133" y="919732"/>
                  </a:lnTo>
                  <a:lnTo>
                    <a:pt x="919033" y="920661"/>
                  </a:lnTo>
                  <a:lnTo>
                    <a:pt x="914399" y="924306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3168436" y="2571897"/>
              <a:ext cx="917010" cy="916602"/>
            </a:xfrm>
            <a:custGeom>
              <a:avLst/>
              <a:pathLst>
                <a:path w="917010" h="916602">
                  <a:moveTo>
                    <a:pt x="914399" y="914400"/>
                  </a:moveTo>
                  <a:lnTo>
                    <a:pt x="917010" y="914400"/>
                  </a:lnTo>
                  <a:lnTo>
                    <a:pt x="916168" y="915110"/>
                  </a:lnTo>
                  <a:lnTo>
                    <a:pt x="915072" y="916034"/>
                  </a:lnTo>
                  <a:lnTo>
                    <a:pt x="914399" y="916602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1538" y="2554327"/>
              <a:ext cx="914400" cy="921219"/>
            </a:xfrm>
            <a:custGeom>
              <a:avLst/>
              <a:pathLst>
                <a:path w="914400" h="921219">
                  <a:moveTo>
                    <a:pt x="914400" y="914400"/>
                  </a:moveTo>
                  <a:lnTo>
                    <a:pt x="914400" y="921219"/>
                  </a:lnTo>
                  <a:lnTo>
                    <a:pt x="914050" y="920532"/>
                  </a:lnTo>
                  <a:lnTo>
                    <a:pt x="912637" y="917760"/>
                  </a:lnTo>
                  <a:lnTo>
                    <a:pt x="911225" y="914989"/>
                  </a:lnTo>
                  <a:lnTo>
                    <a:pt x="910924" y="914400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41538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869" y="931969"/>
                  </a:lnTo>
                  <a:lnTo>
                    <a:pt x="919692" y="931621"/>
                  </a:lnTo>
                  <a:lnTo>
                    <a:pt x="918282" y="928848"/>
                  </a:lnTo>
                  <a:lnTo>
                    <a:pt x="916872" y="926076"/>
                  </a:lnTo>
                  <a:lnTo>
                    <a:pt x="915461" y="923304"/>
                  </a:lnTo>
                  <a:lnTo>
                    <a:pt x="914400" y="92121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50978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460418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69858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79299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88739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498179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07619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517059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526500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535940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545380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554820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564261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73701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583141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92581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602022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61146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620902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63034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639783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649223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658663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668103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677544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68698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69642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70586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715305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724745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734185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743625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753065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762506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771946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781386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790826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800267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809707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819147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828587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838028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847468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856908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866348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875789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885229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894669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904109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913550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922990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932430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941870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951311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960751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970191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979631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989071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99851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300795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301739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302683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3036273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3045713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3055153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3064593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307403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308347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309291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310235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3111795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3121235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3130675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3140115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3149556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3158996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3168436" y="2571897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39" y="908643"/>
                  </a:lnTo>
                  <a:lnTo>
                    <a:pt x="922743" y="909567"/>
                  </a:lnTo>
                  <a:lnTo>
                    <a:pt x="921647" y="910490"/>
                  </a:lnTo>
                  <a:lnTo>
                    <a:pt x="920550" y="911414"/>
                  </a:lnTo>
                  <a:lnTo>
                    <a:pt x="919455" y="912338"/>
                  </a:lnTo>
                  <a:lnTo>
                    <a:pt x="918359" y="913262"/>
                  </a:lnTo>
                  <a:lnTo>
                    <a:pt x="917263" y="914186"/>
                  </a:lnTo>
                  <a:lnTo>
                    <a:pt x="917010" y="914400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3177876" y="2554327"/>
              <a:ext cx="923840" cy="926213"/>
            </a:xfrm>
            <a:custGeom>
              <a:avLst/>
              <a:pathLst>
                <a:path w="923840" h="926213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17796"/>
                  </a:lnTo>
                  <a:lnTo>
                    <a:pt x="922848" y="918805"/>
                  </a:lnTo>
                  <a:lnTo>
                    <a:pt x="917694" y="923439"/>
                  </a:lnTo>
                  <a:lnTo>
                    <a:pt x="916592" y="924366"/>
                  </a:lnTo>
                  <a:lnTo>
                    <a:pt x="915496" y="925290"/>
                  </a:lnTo>
                  <a:lnTo>
                    <a:pt x="914399" y="926213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3187316" y="2554327"/>
              <a:ext cx="917736" cy="917796"/>
            </a:xfrm>
            <a:custGeom>
              <a:avLst/>
              <a:pathLst>
                <a:path w="917736" h="917796">
                  <a:moveTo>
                    <a:pt x="914400" y="914400"/>
                  </a:moveTo>
                  <a:lnTo>
                    <a:pt x="917736" y="914400"/>
                  </a:lnTo>
                  <a:lnTo>
                    <a:pt x="914400" y="917796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432097" y="2536757"/>
              <a:ext cx="914399" cy="920281"/>
            </a:xfrm>
            <a:custGeom>
              <a:avLst/>
              <a:pathLst>
                <a:path w="914399" h="920281">
                  <a:moveTo>
                    <a:pt x="914399" y="914399"/>
                  </a:moveTo>
                  <a:lnTo>
                    <a:pt x="914399" y="920281"/>
                  </a:lnTo>
                  <a:lnTo>
                    <a:pt x="913593" y="918703"/>
                  </a:lnTo>
                  <a:lnTo>
                    <a:pt x="912177" y="915932"/>
                  </a:lnTo>
                  <a:lnTo>
                    <a:pt x="911393" y="91439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432097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20365" y="931969"/>
                  </a:lnTo>
                  <a:lnTo>
                    <a:pt x="919252" y="929787"/>
                  </a:lnTo>
                  <a:lnTo>
                    <a:pt x="917838" y="927016"/>
                  </a:lnTo>
                  <a:lnTo>
                    <a:pt x="916424" y="924245"/>
                  </a:lnTo>
                  <a:lnTo>
                    <a:pt x="915009" y="921474"/>
                  </a:lnTo>
                  <a:lnTo>
                    <a:pt x="914399" y="920281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41538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50978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0418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69858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79299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488739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498179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507619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17059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526500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535940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45380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554820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64261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573701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583141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92581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602022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61146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620902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63034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639783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649223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658663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668103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677544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68698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69642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70586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715305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724745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734185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2743625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753065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762506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771946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781386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790826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800267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809707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819147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828587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838028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847468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856908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866348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875789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885229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894669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904109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913550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922990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932430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941870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951311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960751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970191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979631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989071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99851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300795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301739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302683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3036273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3045713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3055153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3064593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307403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308347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309291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310235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3111795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3121235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3130675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3140115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3149556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3158996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3168436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3177876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3187316" y="2554327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7434"/>
                  </a:lnTo>
                  <a:lnTo>
                    <a:pt x="923307" y="908115"/>
                  </a:lnTo>
                  <a:lnTo>
                    <a:pt x="918430" y="913693"/>
                  </a:lnTo>
                  <a:lnTo>
                    <a:pt x="917736" y="914400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3196757" y="2536757"/>
              <a:ext cx="922485" cy="925003"/>
            </a:xfrm>
            <a:custGeom>
              <a:avLst/>
              <a:pathLst>
                <a:path w="922485" h="925003">
                  <a:moveTo>
                    <a:pt x="914400" y="914399"/>
                  </a:moveTo>
                  <a:lnTo>
                    <a:pt x="922485" y="914399"/>
                  </a:lnTo>
                  <a:lnTo>
                    <a:pt x="922156" y="914843"/>
                  </a:lnTo>
                  <a:lnTo>
                    <a:pt x="920376" y="917242"/>
                  </a:lnTo>
                  <a:lnTo>
                    <a:pt x="918586" y="919655"/>
                  </a:lnTo>
                  <a:lnTo>
                    <a:pt x="914400" y="925003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422657" y="2519187"/>
              <a:ext cx="914400" cy="919217"/>
            </a:xfrm>
            <a:custGeom>
              <a:avLst/>
              <a:pathLst>
                <a:path w="914400" h="919217">
                  <a:moveTo>
                    <a:pt x="914400" y="914400"/>
                  </a:moveTo>
                  <a:lnTo>
                    <a:pt x="914400" y="919217"/>
                  </a:lnTo>
                  <a:lnTo>
                    <a:pt x="912074" y="914400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2422657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0833" y="931969"/>
                  </a:lnTo>
                  <a:lnTo>
                    <a:pt x="920201" y="930732"/>
                  </a:lnTo>
                  <a:lnTo>
                    <a:pt x="918783" y="927962"/>
                  </a:lnTo>
                  <a:lnTo>
                    <a:pt x="917365" y="925192"/>
                  </a:lnTo>
                  <a:lnTo>
                    <a:pt x="915938" y="922404"/>
                  </a:lnTo>
                  <a:lnTo>
                    <a:pt x="914400" y="919217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432097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441538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450978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460418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469858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479299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488739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498179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507619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517059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526500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535940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545380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554820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564261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573701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583141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592581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602022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61146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620902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63034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639783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649223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658663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668103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677544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68698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69642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70586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715305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724745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734185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743625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753065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762506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771946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781386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790826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800267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809707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819147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828587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838028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847468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856908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866348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875789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885229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894669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904109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913550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922990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932430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941870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951311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960751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970191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979631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989071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99851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300795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301739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302683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3036273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3045713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3055153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3064593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307403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308347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309291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310235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3111795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3121235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3130675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3140115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3149556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3158996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3168436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3177876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3187316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3196757" y="2536757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575"/>
                  </a:lnTo>
                  <a:lnTo>
                    <a:pt x="922485" y="91439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3206197" y="2519187"/>
              <a:ext cx="923840" cy="930145"/>
            </a:xfrm>
            <a:custGeom>
              <a:avLst/>
              <a:pathLst>
                <a:path w="923840" h="93014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17415"/>
                  </a:lnTo>
                  <a:lnTo>
                    <a:pt x="923422" y="918010"/>
                  </a:lnTo>
                  <a:lnTo>
                    <a:pt x="921627" y="920422"/>
                  </a:lnTo>
                  <a:lnTo>
                    <a:pt x="919844" y="922819"/>
                  </a:lnTo>
                  <a:lnTo>
                    <a:pt x="918061" y="925217"/>
                  </a:lnTo>
                  <a:lnTo>
                    <a:pt x="916278" y="927615"/>
                  </a:lnTo>
                  <a:lnTo>
                    <a:pt x="914497" y="930014"/>
                  </a:lnTo>
                  <a:lnTo>
                    <a:pt x="914399" y="930145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3215637" y="2519187"/>
              <a:ext cx="916518" cy="917415"/>
            </a:xfrm>
            <a:custGeom>
              <a:avLst/>
              <a:pathLst>
                <a:path w="916518" h="917415">
                  <a:moveTo>
                    <a:pt x="914399" y="914400"/>
                  </a:moveTo>
                  <a:lnTo>
                    <a:pt x="916518" y="914400"/>
                  </a:lnTo>
                  <a:lnTo>
                    <a:pt x="914399" y="917415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413217" y="2501618"/>
              <a:ext cx="914399" cy="914794"/>
            </a:xfrm>
            <a:custGeom>
              <a:avLst/>
              <a:pathLst>
                <a:path w="914399" h="914794">
                  <a:moveTo>
                    <a:pt x="914399" y="914400"/>
                  </a:moveTo>
                  <a:lnTo>
                    <a:pt x="914399" y="914794"/>
                  </a:lnTo>
                  <a:lnTo>
                    <a:pt x="914250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13217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1515" y="931969"/>
                  </a:lnTo>
                  <a:lnTo>
                    <a:pt x="920907" y="930710"/>
                  </a:lnTo>
                  <a:lnTo>
                    <a:pt x="916738" y="920972"/>
                  </a:lnTo>
                  <a:lnTo>
                    <a:pt x="914399" y="914794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22657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432097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41538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450978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460418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2469858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2479299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2488739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2498179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2507619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2517059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2526500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2535940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2545380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2554820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2564261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2573701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2583141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2592581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2602022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261146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2620902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263034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2639783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2649223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2658663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2668103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2677544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268698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269642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270586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715305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724745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734185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743625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753065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762506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771946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781386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790826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800267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809707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819147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828587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838028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847468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856908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866348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875789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885229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894669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904109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913550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922990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932430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941870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951311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960751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970191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979631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989071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99851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300795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301739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302683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3036273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3045713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3055153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3064593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307403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308347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309291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310235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3111795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3121235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3130675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3140115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3149556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3158996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3168436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3177876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3187316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3196757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3206197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3215637" y="2519187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3121"/>
                  </a:lnTo>
                  <a:lnTo>
                    <a:pt x="923728" y="903321"/>
                  </a:lnTo>
                  <a:lnTo>
                    <a:pt x="918964" y="910917"/>
                  </a:lnTo>
                  <a:lnTo>
                    <a:pt x="916518" y="914400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3225077" y="2501618"/>
              <a:ext cx="917929" cy="920691"/>
            </a:xfrm>
            <a:custGeom>
              <a:avLst/>
              <a:pathLst>
                <a:path w="917929" h="920691">
                  <a:moveTo>
                    <a:pt x="914400" y="914400"/>
                  </a:moveTo>
                  <a:lnTo>
                    <a:pt x="917929" y="914400"/>
                  </a:lnTo>
                  <a:lnTo>
                    <a:pt x="914400" y="920691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413217" y="2484048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4250" y="931969"/>
                  </a:lnTo>
                  <a:lnTo>
                    <a:pt x="912885" y="928363"/>
                  </a:lnTo>
                  <a:lnTo>
                    <a:pt x="912048" y="926007"/>
                  </a:lnTo>
                  <a:lnTo>
                    <a:pt x="911216" y="923666"/>
                  </a:lnTo>
                  <a:lnTo>
                    <a:pt x="910384" y="921325"/>
                  </a:lnTo>
                  <a:lnTo>
                    <a:pt x="909551" y="918984"/>
                  </a:lnTo>
                  <a:lnTo>
                    <a:pt x="908718" y="916643"/>
                  </a:lnTo>
                  <a:lnTo>
                    <a:pt x="907920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413217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422657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432097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441538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450978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460418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469858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479299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488739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498179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507619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517059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526500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535940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545380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554820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564261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573701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583141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592581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02022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61146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620902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63034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639783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649223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658663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668103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77544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68698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69642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0586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15305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24745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734185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43625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53065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762506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771946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781386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790826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800267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09707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819147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828587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838028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847468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856908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866348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875789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885229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894669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904109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913550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922990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932430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941870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951311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960751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970191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979631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989071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99851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300795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301739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2683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3036273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3045713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55153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3064593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307403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308347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309291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310235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3111795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3121235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3130675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3140115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3149556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3158996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3168436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3177876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3187316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3196757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3206197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3215637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3225077" y="250161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2642"/>
                  </a:lnTo>
                  <a:lnTo>
                    <a:pt x="923102" y="904286"/>
                  </a:lnTo>
                  <a:lnTo>
                    <a:pt x="918818" y="912815"/>
                  </a:lnTo>
                  <a:lnTo>
                    <a:pt x="917929" y="914400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3234518" y="2484048"/>
              <a:ext cx="917010" cy="920212"/>
            </a:xfrm>
            <a:custGeom>
              <a:avLst/>
              <a:pathLst>
                <a:path w="917010" h="920212">
                  <a:moveTo>
                    <a:pt x="914400" y="914400"/>
                  </a:moveTo>
                  <a:lnTo>
                    <a:pt x="917010" y="914400"/>
                  </a:lnTo>
                  <a:lnTo>
                    <a:pt x="914400" y="920212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403777" y="2466478"/>
              <a:ext cx="914400" cy="926054"/>
            </a:xfrm>
            <a:custGeom>
              <a:avLst/>
              <a:pathLst>
                <a:path w="914400" h="926054">
                  <a:moveTo>
                    <a:pt x="914400" y="914399"/>
                  </a:moveTo>
                  <a:lnTo>
                    <a:pt x="914400" y="926054"/>
                  </a:lnTo>
                  <a:lnTo>
                    <a:pt x="913765" y="924932"/>
                  </a:lnTo>
                  <a:lnTo>
                    <a:pt x="909713" y="916980"/>
                  </a:lnTo>
                  <a:lnTo>
                    <a:pt x="908528" y="91439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40377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7325" y="931872"/>
                  </a:lnTo>
                  <a:lnTo>
                    <a:pt x="916706" y="930132"/>
                  </a:lnTo>
                  <a:lnTo>
                    <a:pt x="914400" y="926054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413217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42265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432097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441538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450978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460418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469858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479299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488739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498179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507619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517059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526500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535940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545380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554820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564261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573701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583141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592581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602022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61146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620902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3034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639783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49223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58663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668103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677544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68698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69642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70586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5305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24745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734185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2743625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753065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62506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2771946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781386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790826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80026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809707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81914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82858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38028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847468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856908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866348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875789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885229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894669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904109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913550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922990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932430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941870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951311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960751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970191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79631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989071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99851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300795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301739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302683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3036273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3045713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3055153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3064593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307403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308347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309291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310235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3111795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3121235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3130675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3140115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3149556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3158996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3168436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3177876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3187316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319675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3206197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3215637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322507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234518" y="2484048"/>
              <a:ext cx="923826" cy="914400"/>
            </a:xfrm>
            <a:custGeom>
              <a:avLst/>
              <a:pathLst>
                <a:path w="92382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26" y="896830"/>
                  </a:lnTo>
                  <a:lnTo>
                    <a:pt x="921435" y="903539"/>
                  </a:lnTo>
                  <a:lnTo>
                    <a:pt x="917685" y="912898"/>
                  </a:lnTo>
                  <a:lnTo>
                    <a:pt x="917010" y="914400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394336" y="2448908"/>
              <a:ext cx="914399" cy="923967"/>
            </a:xfrm>
            <a:custGeom>
              <a:avLst/>
              <a:pathLst>
                <a:path w="914399" h="923967">
                  <a:moveTo>
                    <a:pt x="914399" y="914400"/>
                  </a:moveTo>
                  <a:lnTo>
                    <a:pt x="914399" y="923967"/>
                  </a:lnTo>
                  <a:lnTo>
                    <a:pt x="911740" y="917524"/>
                  </a:lnTo>
                  <a:lnTo>
                    <a:pt x="910584" y="914400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39433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968" y="931969"/>
                  </a:lnTo>
                  <a:lnTo>
                    <a:pt x="915328" y="926216"/>
                  </a:lnTo>
                  <a:lnTo>
                    <a:pt x="914399" y="923967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40377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413217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42265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432097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441538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450978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460418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469858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479299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488739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498179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507619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517059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526500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535940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545380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554820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564261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573701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583141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592581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602022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61146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620902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63034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39783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649223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58663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668103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677544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68698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69642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0586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715305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724745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734185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43625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53065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762506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7194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81386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90826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80026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809707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81914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82858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838028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847468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856908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866348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75789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85229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894669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904109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913550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922990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932430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941870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951311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960751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970191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979631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989071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99851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300795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301739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302683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3036273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3045713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3055153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3064593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307403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308347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309291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310235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3111795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3121235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3130675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3140115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314955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315899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316843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317787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3187316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319675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3206197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3215637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322507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3234518" y="2466478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26" y="91439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3243958" y="2448908"/>
              <a:ext cx="919955" cy="931930"/>
            </a:xfrm>
            <a:custGeom>
              <a:avLst/>
              <a:pathLst>
                <a:path w="919955" h="931930">
                  <a:moveTo>
                    <a:pt x="914400" y="914400"/>
                  </a:moveTo>
                  <a:lnTo>
                    <a:pt x="919955" y="914400"/>
                  </a:lnTo>
                  <a:lnTo>
                    <a:pt x="919530" y="915838"/>
                  </a:lnTo>
                  <a:lnTo>
                    <a:pt x="918633" y="918875"/>
                  </a:lnTo>
                  <a:lnTo>
                    <a:pt x="915462" y="928948"/>
                  </a:lnTo>
                  <a:lnTo>
                    <a:pt x="914400" y="931930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384896" y="2431338"/>
              <a:ext cx="914400" cy="915506"/>
            </a:xfrm>
            <a:custGeom>
              <a:avLst/>
              <a:pathLst>
                <a:path w="914400" h="915506">
                  <a:moveTo>
                    <a:pt x="914400" y="914400"/>
                  </a:moveTo>
                  <a:lnTo>
                    <a:pt x="914400" y="915506"/>
                  </a:lnTo>
                  <a:lnTo>
                    <a:pt x="914076" y="914400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384896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0025" y="931969"/>
                  </a:lnTo>
                  <a:lnTo>
                    <a:pt x="917841" y="926066"/>
                  </a:lnTo>
                  <a:lnTo>
                    <a:pt x="914757" y="916728"/>
                  </a:lnTo>
                  <a:lnTo>
                    <a:pt x="914400" y="915506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39433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240377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413217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42265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432097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441538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450978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460418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469858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479299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488739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2498179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507619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2517059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526500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535940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545380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554820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564261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573701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583141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592581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602022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61146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620902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63034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39783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649223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58663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668103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686984" y="244890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700" y="896830"/>
                  </a:lnTo>
                  <a:lnTo>
                    <a:pt x="909298" y="899301"/>
                  </a:lnTo>
                  <a:lnTo>
                    <a:pt x="909534" y="899227"/>
                  </a:lnTo>
                  <a:lnTo>
                    <a:pt x="909894" y="899114"/>
                  </a:lnTo>
                  <a:lnTo>
                    <a:pt x="910254" y="899001"/>
                  </a:lnTo>
                  <a:lnTo>
                    <a:pt x="910614" y="898887"/>
                  </a:lnTo>
                  <a:lnTo>
                    <a:pt x="910974" y="898774"/>
                  </a:lnTo>
                  <a:lnTo>
                    <a:pt x="911334" y="898661"/>
                  </a:lnTo>
                  <a:lnTo>
                    <a:pt x="911693" y="898548"/>
                  </a:lnTo>
                  <a:lnTo>
                    <a:pt x="912053" y="898435"/>
                  </a:lnTo>
                  <a:lnTo>
                    <a:pt x="912413" y="898322"/>
                  </a:lnTo>
                  <a:lnTo>
                    <a:pt x="912773" y="898209"/>
                  </a:lnTo>
                  <a:lnTo>
                    <a:pt x="913133" y="898096"/>
                  </a:lnTo>
                  <a:lnTo>
                    <a:pt x="913493" y="897983"/>
                  </a:lnTo>
                  <a:lnTo>
                    <a:pt x="913853" y="897870"/>
                  </a:lnTo>
                  <a:lnTo>
                    <a:pt x="914213" y="897757"/>
                  </a:lnTo>
                  <a:lnTo>
                    <a:pt x="914400" y="89769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696424" y="243133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5268"/>
                  </a:lnTo>
                  <a:lnTo>
                    <a:pt x="905132" y="915214"/>
                  </a:lnTo>
                  <a:lnTo>
                    <a:pt x="905492" y="915101"/>
                  </a:lnTo>
                  <a:lnTo>
                    <a:pt x="905852" y="914988"/>
                  </a:lnTo>
                  <a:lnTo>
                    <a:pt x="906212" y="914875"/>
                  </a:lnTo>
                  <a:lnTo>
                    <a:pt x="906572" y="914762"/>
                  </a:lnTo>
                  <a:lnTo>
                    <a:pt x="906932" y="914650"/>
                  </a:lnTo>
                  <a:lnTo>
                    <a:pt x="907292" y="914537"/>
                  </a:lnTo>
                  <a:lnTo>
                    <a:pt x="907729" y="914400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69642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70586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715305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24745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734185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743625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53065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762506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77194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781386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790826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80026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809707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81914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2858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838028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847468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856908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66348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875789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885229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94669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904109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913550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922990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932430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941870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951311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960751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970191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979631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989071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99851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300795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301739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302683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3036273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3045713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3055153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3064593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307403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308347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309291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310235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3111795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3121235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3130675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3140115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314955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315899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316843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317787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3187316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319675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3206197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3215637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322507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3234518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243958" y="244890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1260"/>
                  </a:lnTo>
                  <a:lnTo>
                    <a:pt x="923099" y="903762"/>
                  </a:lnTo>
                  <a:lnTo>
                    <a:pt x="922207" y="906781"/>
                  </a:lnTo>
                  <a:lnTo>
                    <a:pt x="921314" y="909800"/>
                  </a:lnTo>
                  <a:lnTo>
                    <a:pt x="920422" y="912819"/>
                  </a:lnTo>
                  <a:lnTo>
                    <a:pt x="919955" y="914400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3253398" y="2431338"/>
              <a:ext cx="915711" cy="918830"/>
            </a:xfrm>
            <a:custGeom>
              <a:avLst/>
              <a:pathLst>
                <a:path w="915711" h="918830">
                  <a:moveTo>
                    <a:pt x="914400" y="914400"/>
                  </a:moveTo>
                  <a:lnTo>
                    <a:pt x="915711" y="914400"/>
                  </a:lnTo>
                  <a:lnTo>
                    <a:pt x="915446" y="915294"/>
                  </a:lnTo>
                  <a:lnTo>
                    <a:pt x="914553" y="918313"/>
                  </a:lnTo>
                  <a:lnTo>
                    <a:pt x="914400" y="918830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384896" y="241376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4076" y="931969"/>
                  </a:lnTo>
                  <a:lnTo>
                    <a:pt x="911939" y="924674"/>
                  </a:lnTo>
                  <a:lnTo>
                    <a:pt x="909393" y="914791"/>
                  </a:lnTo>
                  <a:lnTo>
                    <a:pt x="909306" y="914400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384896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39433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40377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413217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42265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432097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44153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450978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46041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469858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479299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488739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498179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507619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517059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526500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535940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545380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554820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564261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573701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583141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592581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602022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61146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0902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63034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639783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649223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658663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677544" y="2431338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366" y="896830"/>
                  </a:lnTo>
                  <a:lnTo>
                    <a:pt x="913433" y="897055"/>
                  </a:lnTo>
                  <a:lnTo>
                    <a:pt x="913528" y="897377"/>
                  </a:lnTo>
                  <a:lnTo>
                    <a:pt x="913623" y="897699"/>
                  </a:lnTo>
                  <a:lnTo>
                    <a:pt x="913718" y="898021"/>
                  </a:lnTo>
                  <a:lnTo>
                    <a:pt x="913814" y="898342"/>
                  </a:lnTo>
                  <a:lnTo>
                    <a:pt x="913909" y="898664"/>
                  </a:lnTo>
                  <a:lnTo>
                    <a:pt x="914004" y="898986"/>
                  </a:lnTo>
                  <a:lnTo>
                    <a:pt x="914099" y="899308"/>
                  </a:lnTo>
                  <a:lnTo>
                    <a:pt x="914194" y="899630"/>
                  </a:lnTo>
                  <a:lnTo>
                    <a:pt x="914290" y="899951"/>
                  </a:lnTo>
                  <a:lnTo>
                    <a:pt x="914399" y="90034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677544" y="2431338"/>
              <a:ext cx="918140" cy="914400"/>
            </a:xfrm>
            <a:custGeom>
              <a:avLst/>
              <a:pathLst>
                <a:path w="918140" h="914400">
                  <a:moveTo>
                    <a:pt x="914399" y="914400"/>
                  </a:moveTo>
                  <a:lnTo>
                    <a:pt x="914399" y="900348"/>
                  </a:lnTo>
                  <a:lnTo>
                    <a:pt x="917069" y="909970"/>
                  </a:lnTo>
                  <a:lnTo>
                    <a:pt x="918140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696424" y="243133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729" y="914400"/>
                  </a:lnTo>
                  <a:lnTo>
                    <a:pt x="908012" y="914311"/>
                  </a:lnTo>
                  <a:lnTo>
                    <a:pt x="908372" y="914198"/>
                  </a:lnTo>
                  <a:lnTo>
                    <a:pt x="908732" y="914085"/>
                  </a:lnTo>
                  <a:lnTo>
                    <a:pt x="909092" y="913972"/>
                  </a:lnTo>
                  <a:lnTo>
                    <a:pt x="909452" y="913860"/>
                  </a:lnTo>
                  <a:lnTo>
                    <a:pt x="909812" y="913747"/>
                  </a:lnTo>
                  <a:lnTo>
                    <a:pt x="910172" y="913634"/>
                  </a:lnTo>
                  <a:lnTo>
                    <a:pt x="910532" y="913521"/>
                  </a:lnTo>
                  <a:lnTo>
                    <a:pt x="910892" y="913408"/>
                  </a:lnTo>
                  <a:lnTo>
                    <a:pt x="911252" y="913296"/>
                  </a:lnTo>
                  <a:lnTo>
                    <a:pt x="911612" y="913183"/>
                  </a:lnTo>
                  <a:lnTo>
                    <a:pt x="911972" y="913070"/>
                  </a:lnTo>
                  <a:lnTo>
                    <a:pt x="912332" y="912957"/>
                  </a:lnTo>
                  <a:lnTo>
                    <a:pt x="912692" y="912845"/>
                  </a:lnTo>
                  <a:lnTo>
                    <a:pt x="913052" y="912732"/>
                  </a:lnTo>
                  <a:lnTo>
                    <a:pt x="913412" y="912619"/>
                  </a:lnTo>
                  <a:lnTo>
                    <a:pt x="913772" y="912506"/>
                  </a:lnTo>
                  <a:lnTo>
                    <a:pt x="914132" y="912394"/>
                  </a:lnTo>
                  <a:lnTo>
                    <a:pt x="914400" y="912310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705864" y="243133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5052" y="912281"/>
                  </a:lnTo>
                  <a:lnTo>
                    <a:pt x="905412" y="912168"/>
                  </a:lnTo>
                  <a:lnTo>
                    <a:pt x="905772" y="912056"/>
                  </a:lnTo>
                  <a:lnTo>
                    <a:pt x="906132" y="911943"/>
                  </a:lnTo>
                  <a:lnTo>
                    <a:pt x="906492" y="911830"/>
                  </a:lnTo>
                  <a:lnTo>
                    <a:pt x="906852" y="911718"/>
                  </a:lnTo>
                  <a:lnTo>
                    <a:pt x="907212" y="911605"/>
                  </a:lnTo>
                  <a:lnTo>
                    <a:pt x="907572" y="911493"/>
                  </a:lnTo>
                  <a:lnTo>
                    <a:pt x="907932" y="911380"/>
                  </a:lnTo>
                  <a:lnTo>
                    <a:pt x="908292" y="911267"/>
                  </a:lnTo>
                  <a:lnTo>
                    <a:pt x="908653" y="911155"/>
                  </a:lnTo>
                  <a:lnTo>
                    <a:pt x="909013" y="911042"/>
                  </a:lnTo>
                  <a:lnTo>
                    <a:pt x="909373" y="910930"/>
                  </a:lnTo>
                  <a:lnTo>
                    <a:pt x="909733" y="910817"/>
                  </a:lnTo>
                  <a:lnTo>
                    <a:pt x="910093" y="910705"/>
                  </a:lnTo>
                  <a:lnTo>
                    <a:pt x="910453" y="910592"/>
                  </a:lnTo>
                  <a:lnTo>
                    <a:pt x="910813" y="910480"/>
                  </a:lnTo>
                  <a:lnTo>
                    <a:pt x="911174" y="910367"/>
                  </a:lnTo>
                  <a:lnTo>
                    <a:pt x="911534" y="910255"/>
                  </a:lnTo>
                  <a:lnTo>
                    <a:pt x="911894" y="910142"/>
                  </a:lnTo>
                  <a:lnTo>
                    <a:pt x="912254" y="910030"/>
                  </a:lnTo>
                  <a:lnTo>
                    <a:pt x="912614" y="909917"/>
                  </a:lnTo>
                  <a:lnTo>
                    <a:pt x="912847" y="909844"/>
                  </a:lnTo>
                  <a:lnTo>
                    <a:pt x="913925" y="903451"/>
                  </a:lnTo>
                  <a:lnTo>
                    <a:pt x="914400" y="901090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15305" y="2413769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18660"/>
                  </a:lnTo>
                  <a:lnTo>
                    <a:pt x="905815" y="914400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715305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724745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734185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5">
                <a:alpha val="100000"/>
              </a:srgbClr>
            </a:solidFill>
            <a:ln w="5420" cap="flat">
              <a:solidFill>
                <a:srgbClr val="B6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43625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53065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762506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77194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781386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790826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80026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09707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81914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82858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83802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847468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85690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866348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75789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885229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894669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904109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913550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922990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932430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941870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951311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960751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970191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979631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989071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99851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300795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301739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302683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3036273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3045713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3055153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3064593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3074034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3083474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3092914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3102354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3111795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3121235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3130675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3140115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314955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315899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316843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317787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3187316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319675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3206197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3215637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322507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323451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324395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3253398" y="2431338"/>
              <a:ext cx="920922" cy="914400"/>
            </a:xfrm>
            <a:custGeom>
              <a:avLst/>
              <a:pathLst>
                <a:path w="920922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922" y="896830"/>
                  </a:lnTo>
                  <a:lnTo>
                    <a:pt x="920817" y="897184"/>
                  </a:lnTo>
                  <a:lnTo>
                    <a:pt x="919921" y="900202"/>
                  </a:lnTo>
                  <a:lnTo>
                    <a:pt x="919025" y="903220"/>
                  </a:lnTo>
                  <a:lnTo>
                    <a:pt x="918130" y="906239"/>
                  </a:lnTo>
                  <a:lnTo>
                    <a:pt x="917235" y="909257"/>
                  </a:lnTo>
                  <a:lnTo>
                    <a:pt x="916340" y="912276"/>
                  </a:lnTo>
                  <a:lnTo>
                    <a:pt x="915711" y="91440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384896" y="239619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306" y="931969"/>
                  </a:lnTo>
                  <a:lnTo>
                    <a:pt x="907127" y="922244"/>
                  </a:lnTo>
                  <a:lnTo>
                    <a:pt x="905622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384896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39433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40377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413217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42265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432097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44153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450978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46041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469858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479299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488739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498179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507619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517059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526500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535940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545380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554820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564261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573701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583141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592581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02022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61146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620902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3034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39783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649223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658663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668103" y="2413769"/>
              <a:ext cx="922806" cy="914400"/>
            </a:xfrm>
            <a:custGeom>
              <a:avLst/>
              <a:pathLst>
                <a:path w="92280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7630" y="896932"/>
                  </a:lnTo>
                  <a:lnTo>
                    <a:pt x="917724" y="897250"/>
                  </a:lnTo>
                  <a:lnTo>
                    <a:pt x="917819" y="897572"/>
                  </a:lnTo>
                  <a:lnTo>
                    <a:pt x="917915" y="897894"/>
                  </a:lnTo>
                  <a:lnTo>
                    <a:pt x="918010" y="898215"/>
                  </a:lnTo>
                  <a:lnTo>
                    <a:pt x="918106" y="898537"/>
                  </a:lnTo>
                  <a:lnTo>
                    <a:pt x="918201" y="898859"/>
                  </a:lnTo>
                  <a:lnTo>
                    <a:pt x="918297" y="899181"/>
                  </a:lnTo>
                  <a:lnTo>
                    <a:pt x="918392" y="899502"/>
                  </a:lnTo>
                  <a:lnTo>
                    <a:pt x="918488" y="899824"/>
                  </a:lnTo>
                  <a:lnTo>
                    <a:pt x="918583" y="900146"/>
                  </a:lnTo>
                  <a:lnTo>
                    <a:pt x="918679" y="900468"/>
                  </a:lnTo>
                  <a:lnTo>
                    <a:pt x="918774" y="900789"/>
                  </a:lnTo>
                  <a:lnTo>
                    <a:pt x="918869" y="901111"/>
                  </a:lnTo>
                  <a:lnTo>
                    <a:pt x="918965" y="901433"/>
                  </a:lnTo>
                  <a:lnTo>
                    <a:pt x="919060" y="901755"/>
                  </a:lnTo>
                  <a:lnTo>
                    <a:pt x="919156" y="902076"/>
                  </a:lnTo>
                  <a:lnTo>
                    <a:pt x="919251" y="902398"/>
                  </a:lnTo>
                  <a:lnTo>
                    <a:pt x="919346" y="902720"/>
                  </a:lnTo>
                  <a:lnTo>
                    <a:pt x="919442" y="903042"/>
                  </a:lnTo>
                  <a:lnTo>
                    <a:pt x="919537" y="903363"/>
                  </a:lnTo>
                  <a:lnTo>
                    <a:pt x="919633" y="903685"/>
                  </a:lnTo>
                  <a:lnTo>
                    <a:pt x="919728" y="904007"/>
                  </a:lnTo>
                  <a:lnTo>
                    <a:pt x="919823" y="904329"/>
                  </a:lnTo>
                  <a:lnTo>
                    <a:pt x="919919" y="904650"/>
                  </a:lnTo>
                  <a:lnTo>
                    <a:pt x="920014" y="904972"/>
                  </a:lnTo>
                  <a:lnTo>
                    <a:pt x="920109" y="905294"/>
                  </a:lnTo>
                  <a:lnTo>
                    <a:pt x="920205" y="905616"/>
                  </a:lnTo>
                  <a:lnTo>
                    <a:pt x="920300" y="905938"/>
                  </a:lnTo>
                  <a:lnTo>
                    <a:pt x="920395" y="906259"/>
                  </a:lnTo>
                  <a:lnTo>
                    <a:pt x="920491" y="906581"/>
                  </a:lnTo>
                  <a:lnTo>
                    <a:pt x="920586" y="906903"/>
                  </a:lnTo>
                  <a:lnTo>
                    <a:pt x="920681" y="907225"/>
                  </a:lnTo>
                  <a:lnTo>
                    <a:pt x="920777" y="907546"/>
                  </a:lnTo>
                  <a:lnTo>
                    <a:pt x="920872" y="907868"/>
                  </a:lnTo>
                  <a:lnTo>
                    <a:pt x="920967" y="908190"/>
                  </a:lnTo>
                  <a:lnTo>
                    <a:pt x="921063" y="908512"/>
                  </a:lnTo>
                  <a:lnTo>
                    <a:pt x="921158" y="908833"/>
                  </a:lnTo>
                  <a:lnTo>
                    <a:pt x="921253" y="909155"/>
                  </a:lnTo>
                  <a:lnTo>
                    <a:pt x="921349" y="909477"/>
                  </a:lnTo>
                  <a:lnTo>
                    <a:pt x="921444" y="909799"/>
                  </a:lnTo>
                  <a:lnTo>
                    <a:pt x="921539" y="910120"/>
                  </a:lnTo>
                  <a:lnTo>
                    <a:pt x="921635" y="910442"/>
                  </a:lnTo>
                  <a:lnTo>
                    <a:pt x="921730" y="910764"/>
                  </a:lnTo>
                  <a:lnTo>
                    <a:pt x="921825" y="911086"/>
                  </a:lnTo>
                  <a:lnTo>
                    <a:pt x="921920" y="911407"/>
                  </a:lnTo>
                  <a:lnTo>
                    <a:pt x="922016" y="911729"/>
                  </a:lnTo>
                  <a:lnTo>
                    <a:pt x="922111" y="912051"/>
                  </a:lnTo>
                  <a:lnTo>
                    <a:pt x="922206" y="912373"/>
                  </a:lnTo>
                  <a:lnTo>
                    <a:pt x="922301" y="912695"/>
                  </a:lnTo>
                  <a:lnTo>
                    <a:pt x="922397" y="913016"/>
                  </a:lnTo>
                  <a:lnTo>
                    <a:pt x="922492" y="913338"/>
                  </a:lnTo>
                  <a:lnTo>
                    <a:pt x="922587" y="913660"/>
                  </a:lnTo>
                  <a:lnTo>
                    <a:pt x="922682" y="913982"/>
                  </a:lnTo>
                  <a:lnTo>
                    <a:pt x="922806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15305" y="2396199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5815" y="931969"/>
                  </a:lnTo>
                  <a:lnTo>
                    <a:pt x="906608" y="928019"/>
                  </a:lnTo>
                  <a:lnTo>
                    <a:pt x="909032" y="917675"/>
                  </a:lnTo>
                  <a:lnTo>
                    <a:pt x="909914" y="914400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715305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724745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34185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43625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753065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762506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77194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781386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790826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80026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809707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81914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2858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802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847468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85690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866348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875789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885229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894669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904109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913550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922990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932430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941870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951311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960751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970191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79631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989071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99851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300795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301739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302683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3036273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3045713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3055153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3064593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3074034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3083474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3092914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3102354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3111795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3121235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3130675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3140115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314955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315899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316843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317787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3187316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319675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3206197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3215637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322507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323451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324395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3253398" y="2413769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4584"/>
                  </a:lnTo>
                  <a:lnTo>
                    <a:pt x="923508" y="905700"/>
                  </a:lnTo>
                  <a:lnTo>
                    <a:pt x="922610" y="908718"/>
                  </a:lnTo>
                  <a:lnTo>
                    <a:pt x="921713" y="911736"/>
                  </a:lnTo>
                  <a:lnTo>
                    <a:pt x="920922" y="914400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3262838" y="2396199"/>
              <a:ext cx="916707" cy="922154"/>
            </a:xfrm>
            <a:custGeom>
              <a:avLst/>
              <a:pathLst>
                <a:path w="916707" h="922154">
                  <a:moveTo>
                    <a:pt x="914400" y="914400"/>
                  </a:moveTo>
                  <a:lnTo>
                    <a:pt x="916707" y="914400"/>
                  </a:lnTo>
                  <a:lnTo>
                    <a:pt x="915863" y="917234"/>
                  </a:lnTo>
                  <a:lnTo>
                    <a:pt x="914965" y="920252"/>
                  </a:lnTo>
                  <a:lnTo>
                    <a:pt x="914400" y="922154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375456" y="2378629"/>
              <a:ext cx="914399" cy="928331"/>
            </a:xfrm>
            <a:custGeom>
              <a:avLst/>
              <a:pathLst>
                <a:path w="914399" h="928331">
                  <a:moveTo>
                    <a:pt x="914399" y="914400"/>
                  </a:moveTo>
                  <a:lnTo>
                    <a:pt x="914399" y="928331"/>
                  </a:lnTo>
                  <a:lnTo>
                    <a:pt x="912896" y="918993"/>
                  </a:lnTo>
                  <a:lnTo>
                    <a:pt x="912295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37545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062" y="931969"/>
                  </a:lnTo>
                  <a:lnTo>
                    <a:pt x="914586" y="929492"/>
                  </a:lnTo>
                  <a:lnTo>
                    <a:pt x="914399" y="928331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384896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39433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40377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413217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42265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432097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44153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450978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46041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469858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479299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488739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498179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507619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517059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526500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535940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545380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554820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564261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2573701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583141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592581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02022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1146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620902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3034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639783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49223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68103" y="239619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1752" y="896830"/>
                  </a:lnTo>
                  <a:lnTo>
                    <a:pt x="914400" y="904355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668103" y="2396199"/>
              <a:ext cx="917597" cy="914400"/>
            </a:xfrm>
            <a:custGeom>
              <a:avLst/>
              <a:pathLst>
                <a:path w="917597" h="914400">
                  <a:moveTo>
                    <a:pt x="914400" y="914400"/>
                  </a:moveTo>
                  <a:lnTo>
                    <a:pt x="914400" y="904355"/>
                  </a:lnTo>
                  <a:lnTo>
                    <a:pt x="914764" y="905393"/>
                  </a:lnTo>
                  <a:lnTo>
                    <a:pt x="917597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15305" y="2396199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9914" y="914400"/>
                  </a:lnTo>
                  <a:lnTo>
                    <a:pt x="911750" y="907587"/>
                  </a:lnTo>
                  <a:lnTo>
                    <a:pt x="914399" y="898940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24745" y="237862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510"/>
                  </a:lnTo>
                  <a:lnTo>
                    <a:pt x="905313" y="915354"/>
                  </a:lnTo>
                  <a:lnTo>
                    <a:pt x="905643" y="914400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724745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34185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2743625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753065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762506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7194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781386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790826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80026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809707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81914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82858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83802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847468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85690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866348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875789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885229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894669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904109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913550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922990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932430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941870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951311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960751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970191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979631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989071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99851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300795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301739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302683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3036273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3045713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3055153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3064593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3074034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3083474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3092914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3102354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3111795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3121235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3130675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3140115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314955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315899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316843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317787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3187316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319675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3206197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3215637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322507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323451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324395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325339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3262838" y="2396199"/>
              <a:ext cx="921947" cy="914400"/>
            </a:xfrm>
            <a:custGeom>
              <a:avLst/>
              <a:pathLst>
                <a:path w="921947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947" y="896830"/>
                  </a:lnTo>
                  <a:lnTo>
                    <a:pt x="921261" y="899129"/>
                  </a:lnTo>
                  <a:lnTo>
                    <a:pt x="920360" y="902147"/>
                  </a:lnTo>
                  <a:lnTo>
                    <a:pt x="919460" y="905164"/>
                  </a:lnTo>
                  <a:lnTo>
                    <a:pt x="918560" y="908181"/>
                  </a:lnTo>
                  <a:lnTo>
                    <a:pt x="917661" y="911199"/>
                  </a:lnTo>
                  <a:lnTo>
                    <a:pt x="916762" y="914216"/>
                  </a:lnTo>
                  <a:lnTo>
                    <a:pt x="916707" y="914400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375456" y="2361059"/>
              <a:ext cx="914399" cy="931969"/>
            </a:xfrm>
            <a:custGeom>
              <a:avLst/>
              <a:pathLst>
                <a:path w="914399" h="931969">
                  <a:moveTo>
                    <a:pt x="914399" y="914399"/>
                  </a:moveTo>
                  <a:lnTo>
                    <a:pt x="914399" y="931969"/>
                  </a:lnTo>
                  <a:lnTo>
                    <a:pt x="912295" y="931969"/>
                  </a:lnTo>
                  <a:lnTo>
                    <a:pt x="911502" y="925914"/>
                  </a:lnTo>
                  <a:lnTo>
                    <a:pt x="910407" y="915144"/>
                  </a:lnTo>
                  <a:lnTo>
                    <a:pt x="910352" y="91439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37545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384896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39433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40377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413217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42265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432097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44153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450978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46041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469858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479299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488739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498179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07619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517059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526500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35940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45380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54820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564261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573701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583141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592581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02022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1146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620902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63034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39783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49223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58663" y="2378629"/>
              <a:ext cx="921192" cy="914400"/>
            </a:xfrm>
            <a:custGeom>
              <a:avLst/>
              <a:pathLst>
                <a:path w="921192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9576" y="896830"/>
                  </a:lnTo>
                  <a:lnTo>
                    <a:pt x="919316" y="897639"/>
                  </a:lnTo>
                  <a:lnTo>
                    <a:pt x="917038" y="903945"/>
                  </a:lnTo>
                  <a:lnTo>
                    <a:pt x="917758" y="905600"/>
                  </a:lnTo>
                  <a:lnTo>
                    <a:pt x="921098" y="914131"/>
                  </a:lnTo>
                  <a:lnTo>
                    <a:pt x="921192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724745" y="2361059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5643" y="931969"/>
                  </a:lnTo>
                  <a:lnTo>
                    <a:pt x="908595" y="923434"/>
                  </a:lnTo>
                  <a:lnTo>
                    <a:pt x="912100" y="91439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724745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734185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743625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753065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762506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77194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781386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790826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80026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809707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81914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82858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83802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847468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85690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C72">
                <a:alpha val="100000"/>
              </a:srgbClr>
            </a:solidFill>
            <a:ln w="5420" cap="flat">
              <a:solidFill>
                <a:srgbClr val="B0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866348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875789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885229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894669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904109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913550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922990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932430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941870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951311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960751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970191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979631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989071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99851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300795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301739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302683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3036273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3045713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3055153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3064593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3074034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3083474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3092914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3102354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3111795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3121235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3130675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3140115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314955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315899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316843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317787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3187316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319675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3206197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3215637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322507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323451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324395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325339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3262838" y="2378629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066"/>
                  </a:lnTo>
                  <a:lnTo>
                    <a:pt x="923063" y="910665"/>
                  </a:lnTo>
                  <a:lnTo>
                    <a:pt x="922162" y="913682"/>
                  </a:lnTo>
                  <a:lnTo>
                    <a:pt x="921947" y="914400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3272279" y="2361059"/>
              <a:ext cx="919260" cy="925636"/>
            </a:xfrm>
            <a:custGeom>
              <a:avLst/>
              <a:pathLst>
                <a:path w="919260" h="925636">
                  <a:moveTo>
                    <a:pt x="914400" y="914399"/>
                  </a:moveTo>
                  <a:lnTo>
                    <a:pt x="919260" y="914399"/>
                  </a:lnTo>
                  <a:lnTo>
                    <a:pt x="917798" y="916856"/>
                  </a:lnTo>
                  <a:lnTo>
                    <a:pt x="916910" y="918349"/>
                  </a:lnTo>
                  <a:lnTo>
                    <a:pt x="916685" y="918916"/>
                  </a:lnTo>
                  <a:lnTo>
                    <a:pt x="915919" y="920848"/>
                  </a:lnTo>
                  <a:lnTo>
                    <a:pt x="915563" y="921747"/>
                  </a:lnTo>
                  <a:lnTo>
                    <a:pt x="915427" y="922201"/>
                  </a:lnTo>
                  <a:lnTo>
                    <a:pt x="914525" y="925218"/>
                  </a:lnTo>
                  <a:lnTo>
                    <a:pt x="914400" y="925636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375456" y="2343490"/>
              <a:ext cx="914399" cy="931969"/>
            </a:xfrm>
            <a:custGeom>
              <a:avLst/>
              <a:pathLst>
                <a:path w="914399" h="931969">
                  <a:moveTo>
                    <a:pt x="914399" y="914399"/>
                  </a:moveTo>
                  <a:lnTo>
                    <a:pt x="914399" y="931969"/>
                  </a:lnTo>
                  <a:lnTo>
                    <a:pt x="910352" y="931969"/>
                  </a:lnTo>
                  <a:lnTo>
                    <a:pt x="909614" y="921854"/>
                  </a:lnTo>
                  <a:lnTo>
                    <a:pt x="909280" y="91439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37545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384896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39433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40377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413217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42265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432097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44153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450978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46041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469858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479299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488739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498179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507619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517059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526500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535940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45380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554820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564261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73701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83141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592581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02022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61146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20902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63034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39783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49223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658663" y="2361059"/>
              <a:ext cx="923840" cy="914399"/>
            </a:xfrm>
            <a:custGeom>
              <a:avLst/>
              <a:pathLst>
                <a:path w="923840" h="914399">
                  <a:moveTo>
                    <a:pt x="914399" y="914399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0536"/>
                  </a:lnTo>
                  <a:lnTo>
                    <a:pt x="922401" y="905608"/>
                  </a:lnTo>
                  <a:lnTo>
                    <a:pt x="919576" y="91439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668103" y="2343490"/>
              <a:ext cx="915451" cy="918106"/>
            </a:xfrm>
            <a:custGeom>
              <a:avLst/>
              <a:pathLst>
                <a:path w="915451" h="918106">
                  <a:moveTo>
                    <a:pt x="914400" y="914399"/>
                  </a:moveTo>
                  <a:lnTo>
                    <a:pt x="915451" y="914399"/>
                  </a:lnTo>
                  <a:lnTo>
                    <a:pt x="914400" y="918106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724745" y="236105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44" y="914284"/>
                  </a:lnTo>
                  <a:lnTo>
                    <a:pt x="914400" y="909082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734185" y="2343490"/>
              <a:ext cx="914399" cy="931969"/>
            </a:xfrm>
            <a:custGeom>
              <a:avLst/>
              <a:pathLst>
                <a:path w="914399" h="931969">
                  <a:moveTo>
                    <a:pt x="914399" y="914399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6652"/>
                  </a:lnTo>
                  <a:lnTo>
                    <a:pt x="906512" y="923071"/>
                  </a:lnTo>
                  <a:lnTo>
                    <a:pt x="906650" y="922769"/>
                  </a:lnTo>
                  <a:lnTo>
                    <a:pt x="906790" y="922464"/>
                  </a:lnTo>
                  <a:lnTo>
                    <a:pt x="906930" y="922158"/>
                  </a:lnTo>
                  <a:lnTo>
                    <a:pt x="907069" y="921853"/>
                  </a:lnTo>
                  <a:lnTo>
                    <a:pt x="907209" y="921547"/>
                  </a:lnTo>
                  <a:lnTo>
                    <a:pt x="907349" y="921242"/>
                  </a:lnTo>
                  <a:lnTo>
                    <a:pt x="907489" y="920936"/>
                  </a:lnTo>
                  <a:lnTo>
                    <a:pt x="907629" y="920631"/>
                  </a:lnTo>
                  <a:lnTo>
                    <a:pt x="907769" y="920325"/>
                  </a:lnTo>
                  <a:lnTo>
                    <a:pt x="907909" y="920020"/>
                  </a:lnTo>
                  <a:lnTo>
                    <a:pt x="908049" y="919714"/>
                  </a:lnTo>
                  <a:lnTo>
                    <a:pt x="908189" y="919408"/>
                  </a:lnTo>
                  <a:lnTo>
                    <a:pt x="908329" y="919103"/>
                  </a:lnTo>
                  <a:lnTo>
                    <a:pt x="908469" y="918797"/>
                  </a:lnTo>
                  <a:lnTo>
                    <a:pt x="908609" y="918492"/>
                  </a:lnTo>
                  <a:lnTo>
                    <a:pt x="908749" y="918186"/>
                  </a:lnTo>
                  <a:lnTo>
                    <a:pt x="908889" y="917881"/>
                  </a:lnTo>
                  <a:lnTo>
                    <a:pt x="909029" y="917575"/>
                  </a:lnTo>
                  <a:lnTo>
                    <a:pt x="909169" y="917270"/>
                  </a:lnTo>
                  <a:lnTo>
                    <a:pt x="909309" y="916964"/>
                  </a:lnTo>
                  <a:lnTo>
                    <a:pt x="909449" y="916659"/>
                  </a:lnTo>
                  <a:lnTo>
                    <a:pt x="909589" y="916353"/>
                  </a:lnTo>
                  <a:lnTo>
                    <a:pt x="909729" y="916048"/>
                  </a:lnTo>
                  <a:lnTo>
                    <a:pt x="909869" y="915742"/>
                  </a:lnTo>
                  <a:lnTo>
                    <a:pt x="910009" y="915437"/>
                  </a:lnTo>
                  <a:lnTo>
                    <a:pt x="910149" y="915131"/>
                  </a:lnTo>
                  <a:lnTo>
                    <a:pt x="910289" y="914826"/>
                  </a:lnTo>
                  <a:lnTo>
                    <a:pt x="910484" y="91439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734185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43625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753065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762506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77194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81386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790826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80026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809707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81914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82858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83802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847468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85690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866348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875789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885229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894669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904109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913550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922990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932430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941870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951311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960751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970191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979631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989071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99851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300795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301739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302683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3036273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3045713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3055153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3064593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3074034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3083474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3092914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3102354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3111795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3121235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3130675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3140115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314955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315899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316843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317787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3187316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319675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3206197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3215637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322507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323451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324395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325339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326283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3272279" y="2361059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6711"/>
                  </a:lnTo>
                  <a:lnTo>
                    <a:pt x="922419" y="909095"/>
                  </a:lnTo>
                  <a:lnTo>
                    <a:pt x="920878" y="911682"/>
                  </a:lnTo>
                  <a:lnTo>
                    <a:pt x="919337" y="914269"/>
                  </a:lnTo>
                  <a:lnTo>
                    <a:pt x="919260" y="91439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3281719" y="2343490"/>
              <a:ext cx="920295" cy="924281"/>
            </a:xfrm>
            <a:custGeom>
              <a:avLst/>
              <a:pathLst>
                <a:path w="920295" h="924281">
                  <a:moveTo>
                    <a:pt x="914400" y="914399"/>
                  </a:moveTo>
                  <a:lnTo>
                    <a:pt x="920295" y="914399"/>
                  </a:lnTo>
                  <a:lnTo>
                    <a:pt x="919149" y="916320"/>
                  </a:lnTo>
                  <a:lnTo>
                    <a:pt x="917605" y="918906"/>
                  </a:lnTo>
                  <a:lnTo>
                    <a:pt x="916062" y="921492"/>
                  </a:lnTo>
                  <a:lnTo>
                    <a:pt x="914520" y="924078"/>
                  </a:lnTo>
                  <a:lnTo>
                    <a:pt x="914400" y="924281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75456" y="2325920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9280" y="931969"/>
                  </a:lnTo>
                  <a:lnTo>
                    <a:pt x="909125" y="928501"/>
                  </a:lnTo>
                  <a:lnTo>
                    <a:pt x="908942" y="917545"/>
                  </a:lnTo>
                  <a:lnTo>
                    <a:pt x="908977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7545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384896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39433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40377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13217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242265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2432097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244153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2450978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246041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2469858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247929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2488739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249817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2507619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251705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2526500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2535940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2545380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2554820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2564261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2573701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2583141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2592581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2602022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261146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2620902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263034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2639783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2649223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2658663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2668103" y="2343490"/>
              <a:ext cx="919639" cy="914399"/>
            </a:xfrm>
            <a:custGeom>
              <a:avLst/>
              <a:pathLst>
                <a:path w="919639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9639" y="896830"/>
                  </a:lnTo>
                  <a:lnTo>
                    <a:pt x="918287" y="903132"/>
                  </a:lnTo>
                  <a:lnTo>
                    <a:pt x="915767" y="913287"/>
                  </a:lnTo>
                  <a:lnTo>
                    <a:pt x="915451" y="91439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2734185" y="2343490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10484" y="914399"/>
                  </a:lnTo>
                  <a:lnTo>
                    <a:pt x="910569" y="914215"/>
                  </a:lnTo>
                  <a:lnTo>
                    <a:pt x="910709" y="913909"/>
                  </a:lnTo>
                  <a:lnTo>
                    <a:pt x="910849" y="913604"/>
                  </a:lnTo>
                  <a:lnTo>
                    <a:pt x="910989" y="913298"/>
                  </a:lnTo>
                  <a:lnTo>
                    <a:pt x="911129" y="912993"/>
                  </a:lnTo>
                  <a:lnTo>
                    <a:pt x="911269" y="912687"/>
                  </a:lnTo>
                  <a:lnTo>
                    <a:pt x="911409" y="912382"/>
                  </a:lnTo>
                  <a:lnTo>
                    <a:pt x="911549" y="912076"/>
                  </a:lnTo>
                  <a:lnTo>
                    <a:pt x="911689" y="911771"/>
                  </a:lnTo>
                  <a:lnTo>
                    <a:pt x="911830" y="911465"/>
                  </a:lnTo>
                  <a:lnTo>
                    <a:pt x="911970" y="911160"/>
                  </a:lnTo>
                  <a:lnTo>
                    <a:pt x="912110" y="910854"/>
                  </a:lnTo>
                  <a:lnTo>
                    <a:pt x="912250" y="910549"/>
                  </a:lnTo>
                  <a:lnTo>
                    <a:pt x="912390" y="910243"/>
                  </a:lnTo>
                  <a:lnTo>
                    <a:pt x="912530" y="909938"/>
                  </a:lnTo>
                  <a:lnTo>
                    <a:pt x="912670" y="909632"/>
                  </a:lnTo>
                  <a:lnTo>
                    <a:pt x="912810" y="909327"/>
                  </a:lnTo>
                  <a:lnTo>
                    <a:pt x="912951" y="909021"/>
                  </a:lnTo>
                  <a:lnTo>
                    <a:pt x="913091" y="908716"/>
                  </a:lnTo>
                  <a:lnTo>
                    <a:pt x="913231" y="908410"/>
                  </a:lnTo>
                  <a:lnTo>
                    <a:pt x="913371" y="908105"/>
                  </a:lnTo>
                  <a:lnTo>
                    <a:pt x="913511" y="907799"/>
                  </a:lnTo>
                  <a:lnTo>
                    <a:pt x="913652" y="907494"/>
                  </a:lnTo>
                  <a:lnTo>
                    <a:pt x="913792" y="907188"/>
                  </a:lnTo>
                  <a:lnTo>
                    <a:pt x="913932" y="906883"/>
                  </a:lnTo>
                  <a:lnTo>
                    <a:pt x="914072" y="906577"/>
                  </a:lnTo>
                  <a:lnTo>
                    <a:pt x="914212" y="906272"/>
                  </a:lnTo>
                  <a:lnTo>
                    <a:pt x="914399" y="905864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2743625" y="232592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3434"/>
                  </a:lnTo>
                  <a:lnTo>
                    <a:pt x="905053" y="923231"/>
                  </a:lnTo>
                  <a:lnTo>
                    <a:pt x="905193" y="922925"/>
                  </a:lnTo>
                  <a:lnTo>
                    <a:pt x="905333" y="922620"/>
                  </a:lnTo>
                  <a:lnTo>
                    <a:pt x="905473" y="922314"/>
                  </a:lnTo>
                  <a:lnTo>
                    <a:pt x="905613" y="922009"/>
                  </a:lnTo>
                  <a:lnTo>
                    <a:pt x="905754" y="921703"/>
                  </a:lnTo>
                  <a:lnTo>
                    <a:pt x="905894" y="921398"/>
                  </a:lnTo>
                  <a:lnTo>
                    <a:pt x="906034" y="921092"/>
                  </a:lnTo>
                  <a:lnTo>
                    <a:pt x="909264" y="914400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2743625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2753065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2762506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277194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2781386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2790826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280026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2809707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281914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282858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283802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2847468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285690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2866348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287578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2885229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289466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2904109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2913550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2922990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2932430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2941870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2951311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2960751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2970191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2979631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2989071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299851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00795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01739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02683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036273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045713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055153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064593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074034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083474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092914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102354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111795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121235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130675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140115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14955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15899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16843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17787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187316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19675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206197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215637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22507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23451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24395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25339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26283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27227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281719" y="2343490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792" y="908546"/>
                  </a:lnTo>
                  <a:lnTo>
                    <a:pt x="922237" y="911148"/>
                  </a:lnTo>
                  <a:lnTo>
                    <a:pt x="920693" y="913734"/>
                  </a:lnTo>
                  <a:lnTo>
                    <a:pt x="920295" y="91439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291159" y="2325920"/>
              <a:ext cx="920769" cy="926033"/>
            </a:xfrm>
            <a:custGeom>
              <a:avLst/>
              <a:pathLst>
                <a:path w="920769" h="926033">
                  <a:moveTo>
                    <a:pt x="914400" y="914400"/>
                  </a:moveTo>
                  <a:lnTo>
                    <a:pt x="920769" y="914400"/>
                  </a:lnTo>
                  <a:lnTo>
                    <a:pt x="918515" y="918789"/>
                  </a:lnTo>
                  <a:lnTo>
                    <a:pt x="914400" y="926033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2375456" y="2308350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8977" y="931969"/>
                  </a:lnTo>
                  <a:lnTo>
                    <a:pt x="909065" y="924157"/>
                  </a:lnTo>
                  <a:lnTo>
                    <a:pt x="909447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237545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2384896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239433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40377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413217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42265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432097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44153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450978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46041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69858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47929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488739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49817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07619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51705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526500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535940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545380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554820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64261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73701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83141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92581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602022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61146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620902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63034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639783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649223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658663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668103" y="2325920"/>
              <a:ext cx="922879" cy="914400"/>
            </a:xfrm>
            <a:custGeom>
              <a:avLst/>
              <a:pathLst>
                <a:path w="922879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879" y="896830"/>
                  </a:lnTo>
                  <a:lnTo>
                    <a:pt x="922443" y="899719"/>
                  </a:lnTo>
                  <a:lnTo>
                    <a:pt x="920515" y="910313"/>
                  </a:lnTo>
                  <a:lnTo>
                    <a:pt x="919639" y="914400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743625" y="232592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264" y="914400"/>
                  </a:lnTo>
                  <a:lnTo>
                    <a:pt x="909755" y="913382"/>
                  </a:lnTo>
                  <a:lnTo>
                    <a:pt x="913675" y="906021"/>
                  </a:lnTo>
                  <a:lnTo>
                    <a:pt x="914400" y="90478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753065" y="2308350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2358"/>
                  </a:lnTo>
                  <a:lnTo>
                    <a:pt x="908344" y="916597"/>
                  </a:lnTo>
                  <a:lnTo>
                    <a:pt x="909770" y="914400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753065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762506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77194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781386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790826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80026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809707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81914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82858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83802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847468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85690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866348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87578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885229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89466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904109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913550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922990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932430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941870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951311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960751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970191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979631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989071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99851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300795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301739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302683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3036273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3045713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3055153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3064593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3074034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3083474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3092914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3102354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3111795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3121235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3130675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3140115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314955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315899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316843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317787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3187316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319675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3206197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3215637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322507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323451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324395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325339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326283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327227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328171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3291159" y="232592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133"/>
                  </a:lnTo>
                  <a:lnTo>
                    <a:pt x="922473" y="911080"/>
                  </a:lnTo>
                  <a:lnTo>
                    <a:pt x="920769" y="914400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3300599" y="2308350"/>
              <a:ext cx="919361" cy="925702"/>
            </a:xfrm>
            <a:custGeom>
              <a:avLst/>
              <a:pathLst>
                <a:path w="919361" h="925702">
                  <a:moveTo>
                    <a:pt x="914400" y="914400"/>
                  </a:moveTo>
                  <a:lnTo>
                    <a:pt x="919361" y="914400"/>
                  </a:lnTo>
                  <a:lnTo>
                    <a:pt x="916776" y="920578"/>
                  </a:lnTo>
                  <a:lnTo>
                    <a:pt x="914400" y="925702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2375456" y="2290780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9447" y="931969"/>
                  </a:lnTo>
                  <a:lnTo>
                    <a:pt x="909493" y="930796"/>
                  </a:lnTo>
                  <a:lnTo>
                    <a:pt x="910227" y="919920"/>
                  </a:lnTo>
                  <a:lnTo>
                    <a:pt x="910757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237545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2384896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239433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240377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2413217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242265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2432097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244153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2450978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246041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2469858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247929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2488739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249817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2507619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251705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2526500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2535940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2545380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2554820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2564261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2573701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2583141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2592581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2602022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261146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2620902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263034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2639783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2649223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2658663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2668103" y="230835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029"/>
                  </a:lnTo>
                  <a:lnTo>
                    <a:pt x="922879" y="914400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2677544" y="2290780"/>
              <a:ext cx="915794" cy="925599"/>
            </a:xfrm>
            <a:custGeom>
              <a:avLst/>
              <a:pathLst>
                <a:path w="915794" h="925599">
                  <a:moveTo>
                    <a:pt x="914399" y="914400"/>
                  </a:moveTo>
                  <a:lnTo>
                    <a:pt x="915794" y="914400"/>
                  </a:lnTo>
                  <a:lnTo>
                    <a:pt x="914627" y="924089"/>
                  </a:lnTo>
                  <a:lnTo>
                    <a:pt x="914399" y="92559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2753065" y="230835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9770" y="914400"/>
                  </a:lnTo>
                  <a:lnTo>
                    <a:pt x="912634" y="909988"/>
                  </a:lnTo>
                  <a:lnTo>
                    <a:pt x="914399" y="90752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2762506" y="229078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5098"/>
                  </a:lnTo>
                  <a:lnTo>
                    <a:pt x="907652" y="921348"/>
                  </a:lnTo>
                  <a:lnTo>
                    <a:pt x="912269" y="915555"/>
                  </a:lnTo>
                  <a:lnTo>
                    <a:pt x="912475" y="915309"/>
                  </a:lnTo>
                  <a:lnTo>
                    <a:pt x="912683" y="915062"/>
                  </a:lnTo>
                  <a:lnTo>
                    <a:pt x="912892" y="914814"/>
                  </a:lnTo>
                  <a:lnTo>
                    <a:pt x="913100" y="914566"/>
                  </a:lnTo>
                  <a:lnTo>
                    <a:pt x="913240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2762506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277194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2781386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2790826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280026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2809707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281914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282858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283802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2847468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285690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2866348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287578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2885229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289466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2904109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2913550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2922990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2932430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2941870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2951311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2960751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2970191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2979631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2989071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299851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300795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301739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302683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3036273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3045713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3055153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3064593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3074034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3083474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3092914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3102354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3111795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3121235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3130675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3140115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314955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315899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316843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317787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3187316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319675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3206197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3215637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322507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323451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324395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25339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26283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7227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8171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29115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300599" y="230835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2666"/>
                  </a:lnTo>
                  <a:lnTo>
                    <a:pt x="923582" y="903431"/>
                  </a:lnTo>
                  <a:lnTo>
                    <a:pt x="920296" y="912165"/>
                  </a:lnTo>
                  <a:lnTo>
                    <a:pt x="919361" y="914400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310040" y="2290780"/>
              <a:ext cx="916367" cy="920236"/>
            </a:xfrm>
            <a:custGeom>
              <a:avLst/>
              <a:pathLst>
                <a:path w="916367" h="920236">
                  <a:moveTo>
                    <a:pt x="914400" y="914400"/>
                  </a:moveTo>
                  <a:lnTo>
                    <a:pt x="916367" y="914400"/>
                  </a:lnTo>
                  <a:lnTo>
                    <a:pt x="914400" y="920236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2375456" y="2273210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0757" y="931969"/>
                  </a:lnTo>
                  <a:lnTo>
                    <a:pt x="911263" y="926701"/>
                  </a:lnTo>
                  <a:lnTo>
                    <a:pt x="912599" y="916026"/>
                  </a:lnTo>
                  <a:lnTo>
                    <a:pt x="912851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237545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2384896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239433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240377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2413217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242265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2432097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244153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2450978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46041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69858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47929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88739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49817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507619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51705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26500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535940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545380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554820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4261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73701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583141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92581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602022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61146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620902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63034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639783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49223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658663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668103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677544" y="2290780"/>
              <a:ext cx="917272" cy="914400"/>
            </a:xfrm>
            <a:custGeom>
              <a:avLst/>
              <a:pathLst>
                <a:path w="917272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272" y="896830"/>
                  </a:lnTo>
                  <a:lnTo>
                    <a:pt x="916944" y="902145"/>
                  </a:lnTo>
                  <a:lnTo>
                    <a:pt x="915942" y="913174"/>
                  </a:lnTo>
                  <a:lnTo>
                    <a:pt x="915794" y="914400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762506" y="229078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308" y="914319"/>
                  </a:lnTo>
                  <a:lnTo>
                    <a:pt x="913516" y="914071"/>
                  </a:lnTo>
                  <a:lnTo>
                    <a:pt x="913725" y="913823"/>
                  </a:lnTo>
                  <a:lnTo>
                    <a:pt x="913933" y="913576"/>
                  </a:lnTo>
                  <a:lnTo>
                    <a:pt x="914141" y="913328"/>
                  </a:lnTo>
                  <a:lnTo>
                    <a:pt x="914400" y="913021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771946" y="229078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13021"/>
                  </a:lnTo>
                  <a:lnTo>
                    <a:pt x="905118" y="912833"/>
                  </a:lnTo>
                  <a:lnTo>
                    <a:pt x="905326" y="912585"/>
                  </a:lnTo>
                  <a:lnTo>
                    <a:pt x="905534" y="912337"/>
                  </a:lnTo>
                  <a:lnTo>
                    <a:pt x="905743" y="912090"/>
                  </a:lnTo>
                  <a:lnTo>
                    <a:pt x="905951" y="911842"/>
                  </a:lnTo>
                  <a:lnTo>
                    <a:pt x="906159" y="911595"/>
                  </a:lnTo>
                  <a:lnTo>
                    <a:pt x="906368" y="911347"/>
                  </a:lnTo>
                  <a:lnTo>
                    <a:pt x="906576" y="911099"/>
                  </a:lnTo>
                  <a:lnTo>
                    <a:pt x="906785" y="910852"/>
                  </a:lnTo>
                  <a:lnTo>
                    <a:pt x="906993" y="910604"/>
                  </a:lnTo>
                  <a:lnTo>
                    <a:pt x="907201" y="910356"/>
                  </a:lnTo>
                  <a:lnTo>
                    <a:pt x="907410" y="910109"/>
                  </a:lnTo>
                  <a:lnTo>
                    <a:pt x="907618" y="909861"/>
                  </a:lnTo>
                  <a:lnTo>
                    <a:pt x="907827" y="909614"/>
                  </a:lnTo>
                  <a:lnTo>
                    <a:pt x="908035" y="909366"/>
                  </a:lnTo>
                  <a:lnTo>
                    <a:pt x="908244" y="909118"/>
                  </a:lnTo>
                  <a:lnTo>
                    <a:pt x="908452" y="908871"/>
                  </a:lnTo>
                  <a:lnTo>
                    <a:pt x="908660" y="908623"/>
                  </a:lnTo>
                  <a:lnTo>
                    <a:pt x="908869" y="908376"/>
                  </a:lnTo>
                  <a:lnTo>
                    <a:pt x="909077" y="908128"/>
                  </a:lnTo>
                  <a:lnTo>
                    <a:pt x="909286" y="907880"/>
                  </a:lnTo>
                  <a:lnTo>
                    <a:pt x="909494" y="907633"/>
                  </a:lnTo>
                  <a:lnTo>
                    <a:pt x="909703" y="907385"/>
                  </a:lnTo>
                  <a:lnTo>
                    <a:pt x="909911" y="907138"/>
                  </a:lnTo>
                  <a:lnTo>
                    <a:pt x="910120" y="906890"/>
                  </a:lnTo>
                  <a:lnTo>
                    <a:pt x="910328" y="906643"/>
                  </a:lnTo>
                  <a:lnTo>
                    <a:pt x="910537" y="906395"/>
                  </a:lnTo>
                  <a:lnTo>
                    <a:pt x="910745" y="906148"/>
                  </a:lnTo>
                  <a:lnTo>
                    <a:pt x="910954" y="905900"/>
                  </a:lnTo>
                  <a:lnTo>
                    <a:pt x="911162" y="905652"/>
                  </a:lnTo>
                  <a:lnTo>
                    <a:pt x="911371" y="905405"/>
                  </a:lnTo>
                  <a:lnTo>
                    <a:pt x="911579" y="905157"/>
                  </a:lnTo>
                  <a:lnTo>
                    <a:pt x="911788" y="904910"/>
                  </a:lnTo>
                  <a:lnTo>
                    <a:pt x="911997" y="904662"/>
                  </a:lnTo>
                  <a:lnTo>
                    <a:pt x="912205" y="904415"/>
                  </a:lnTo>
                  <a:lnTo>
                    <a:pt x="912414" y="904167"/>
                  </a:lnTo>
                  <a:lnTo>
                    <a:pt x="912622" y="903920"/>
                  </a:lnTo>
                  <a:lnTo>
                    <a:pt x="912831" y="903672"/>
                  </a:lnTo>
                  <a:lnTo>
                    <a:pt x="913040" y="903425"/>
                  </a:lnTo>
                  <a:lnTo>
                    <a:pt x="913248" y="903177"/>
                  </a:lnTo>
                  <a:lnTo>
                    <a:pt x="913457" y="902930"/>
                  </a:lnTo>
                  <a:lnTo>
                    <a:pt x="913665" y="902682"/>
                  </a:lnTo>
                  <a:lnTo>
                    <a:pt x="913874" y="902435"/>
                  </a:lnTo>
                  <a:lnTo>
                    <a:pt x="914083" y="902187"/>
                  </a:lnTo>
                  <a:lnTo>
                    <a:pt x="914291" y="901940"/>
                  </a:lnTo>
                  <a:lnTo>
                    <a:pt x="914399" y="901811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781386" y="227321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5060" y="919262"/>
                  </a:lnTo>
                  <a:lnTo>
                    <a:pt x="905268" y="919014"/>
                  </a:lnTo>
                  <a:lnTo>
                    <a:pt x="905477" y="918767"/>
                  </a:lnTo>
                  <a:lnTo>
                    <a:pt x="905686" y="918519"/>
                  </a:lnTo>
                  <a:lnTo>
                    <a:pt x="905894" y="918272"/>
                  </a:lnTo>
                  <a:lnTo>
                    <a:pt x="906103" y="918024"/>
                  </a:lnTo>
                  <a:lnTo>
                    <a:pt x="906312" y="917777"/>
                  </a:lnTo>
                  <a:lnTo>
                    <a:pt x="906521" y="917530"/>
                  </a:lnTo>
                  <a:lnTo>
                    <a:pt x="906729" y="917282"/>
                  </a:lnTo>
                  <a:lnTo>
                    <a:pt x="906938" y="917035"/>
                  </a:lnTo>
                  <a:lnTo>
                    <a:pt x="907147" y="916787"/>
                  </a:lnTo>
                  <a:lnTo>
                    <a:pt x="907356" y="916540"/>
                  </a:lnTo>
                  <a:lnTo>
                    <a:pt x="907564" y="916292"/>
                  </a:lnTo>
                  <a:lnTo>
                    <a:pt x="907773" y="916045"/>
                  </a:lnTo>
                  <a:lnTo>
                    <a:pt x="907982" y="915797"/>
                  </a:lnTo>
                  <a:lnTo>
                    <a:pt x="908191" y="915550"/>
                  </a:lnTo>
                  <a:lnTo>
                    <a:pt x="908399" y="915302"/>
                  </a:lnTo>
                  <a:lnTo>
                    <a:pt x="908608" y="915055"/>
                  </a:lnTo>
                  <a:lnTo>
                    <a:pt x="908817" y="914808"/>
                  </a:lnTo>
                  <a:lnTo>
                    <a:pt x="909026" y="914560"/>
                  </a:lnTo>
                  <a:lnTo>
                    <a:pt x="909161" y="914400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781386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790826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80026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809707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81914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82858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83802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847468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85690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866348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87578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885229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89466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904109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913550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922990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932430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941870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951311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960751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970191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979631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989071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99851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300795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301739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302683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3036273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3045713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3055153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3064593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3074034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3083474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3092914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3102354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3111795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3121235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3130675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3140115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314955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315899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316843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317787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3187316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319675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3206197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3215637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322507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323451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324395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325339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326283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327227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328171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329115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330059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3310040" y="2290780"/>
              <a:ext cx="922002" cy="914400"/>
            </a:xfrm>
            <a:custGeom>
              <a:avLst/>
              <a:pathLst>
                <a:path w="922002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002" y="896864"/>
                  </a:lnTo>
                  <a:lnTo>
                    <a:pt x="921314" y="899019"/>
                  </a:lnTo>
                  <a:lnTo>
                    <a:pt x="920627" y="901175"/>
                  </a:lnTo>
                  <a:lnTo>
                    <a:pt x="919939" y="903331"/>
                  </a:lnTo>
                  <a:lnTo>
                    <a:pt x="919252" y="905487"/>
                  </a:lnTo>
                  <a:lnTo>
                    <a:pt x="918565" y="907643"/>
                  </a:lnTo>
                  <a:lnTo>
                    <a:pt x="917878" y="909799"/>
                  </a:lnTo>
                  <a:lnTo>
                    <a:pt x="917187" y="911968"/>
                  </a:lnTo>
                  <a:lnTo>
                    <a:pt x="916367" y="914400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375456" y="227321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2851" y="914400"/>
                  </a:lnTo>
                  <a:lnTo>
                    <a:pt x="914231" y="905495"/>
                  </a:lnTo>
                  <a:lnTo>
                    <a:pt x="914399" y="90459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384896" y="225564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2159"/>
                  </a:lnTo>
                  <a:lnTo>
                    <a:pt x="906401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384896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394336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40377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413217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42265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432097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44153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450978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46041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469858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47929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488739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49817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507619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1705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526500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535940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545380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554820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564261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573701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583141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592581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602022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1146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620902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3034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639783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649223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658663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668103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677544" y="2273210"/>
              <a:ext cx="918001" cy="914400"/>
            </a:xfrm>
            <a:custGeom>
              <a:avLst/>
              <a:pathLst>
                <a:path w="918001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8001" y="896830"/>
                  </a:lnTo>
                  <a:lnTo>
                    <a:pt x="917998" y="897438"/>
                  </a:lnTo>
                  <a:lnTo>
                    <a:pt x="917630" y="908602"/>
                  </a:lnTo>
                  <a:lnTo>
                    <a:pt x="917272" y="914400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81386" y="22732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235" y="914313"/>
                  </a:lnTo>
                  <a:lnTo>
                    <a:pt x="909443" y="914065"/>
                  </a:lnTo>
                  <a:lnTo>
                    <a:pt x="909652" y="913818"/>
                  </a:lnTo>
                  <a:lnTo>
                    <a:pt x="909861" y="913570"/>
                  </a:lnTo>
                  <a:lnTo>
                    <a:pt x="910070" y="913323"/>
                  </a:lnTo>
                  <a:lnTo>
                    <a:pt x="910279" y="913076"/>
                  </a:lnTo>
                  <a:lnTo>
                    <a:pt x="910488" y="912828"/>
                  </a:lnTo>
                  <a:lnTo>
                    <a:pt x="910696" y="912581"/>
                  </a:lnTo>
                  <a:lnTo>
                    <a:pt x="910905" y="912333"/>
                  </a:lnTo>
                  <a:lnTo>
                    <a:pt x="911114" y="912086"/>
                  </a:lnTo>
                  <a:lnTo>
                    <a:pt x="911323" y="911839"/>
                  </a:lnTo>
                  <a:lnTo>
                    <a:pt x="911532" y="911591"/>
                  </a:lnTo>
                  <a:lnTo>
                    <a:pt x="911741" y="911344"/>
                  </a:lnTo>
                  <a:lnTo>
                    <a:pt x="911950" y="911097"/>
                  </a:lnTo>
                  <a:lnTo>
                    <a:pt x="912159" y="910849"/>
                  </a:lnTo>
                  <a:lnTo>
                    <a:pt x="912368" y="910602"/>
                  </a:lnTo>
                  <a:lnTo>
                    <a:pt x="912576" y="910354"/>
                  </a:lnTo>
                  <a:lnTo>
                    <a:pt x="912785" y="910107"/>
                  </a:lnTo>
                  <a:lnTo>
                    <a:pt x="912994" y="909860"/>
                  </a:lnTo>
                  <a:lnTo>
                    <a:pt x="913203" y="909612"/>
                  </a:lnTo>
                  <a:lnTo>
                    <a:pt x="913412" y="909365"/>
                  </a:lnTo>
                  <a:lnTo>
                    <a:pt x="913621" y="909118"/>
                  </a:lnTo>
                  <a:lnTo>
                    <a:pt x="913830" y="908870"/>
                  </a:lnTo>
                  <a:lnTo>
                    <a:pt x="914039" y="908623"/>
                  </a:lnTo>
                  <a:lnTo>
                    <a:pt x="914248" y="908376"/>
                  </a:lnTo>
                  <a:lnTo>
                    <a:pt x="914400" y="908197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2790826" y="22732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5017" y="908128"/>
                  </a:lnTo>
                  <a:lnTo>
                    <a:pt x="905226" y="907881"/>
                  </a:lnTo>
                  <a:lnTo>
                    <a:pt x="905435" y="907634"/>
                  </a:lnTo>
                  <a:lnTo>
                    <a:pt x="905644" y="907386"/>
                  </a:lnTo>
                  <a:lnTo>
                    <a:pt x="905853" y="907139"/>
                  </a:lnTo>
                  <a:lnTo>
                    <a:pt x="906062" y="906892"/>
                  </a:lnTo>
                  <a:lnTo>
                    <a:pt x="906271" y="906644"/>
                  </a:lnTo>
                  <a:lnTo>
                    <a:pt x="906480" y="906397"/>
                  </a:lnTo>
                  <a:lnTo>
                    <a:pt x="906689" y="906150"/>
                  </a:lnTo>
                  <a:lnTo>
                    <a:pt x="906898" y="905902"/>
                  </a:lnTo>
                  <a:lnTo>
                    <a:pt x="907107" y="905655"/>
                  </a:lnTo>
                  <a:lnTo>
                    <a:pt x="907316" y="905408"/>
                  </a:lnTo>
                  <a:lnTo>
                    <a:pt x="907525" y="905160"/>
                  </a:lnTo>
                  <a:lnTo>
                    <a:pt x="907735" y="904913"/>
                  </a:lnTo>
                  <a:lnTo>
                    <a:pt x="907944" y="904666"/>
                  </a:lnTo>
                  <a:lnTo>
                    <a:pt x="908153" y="904419"/>
                  </a:lnTo>
                  <a:lnTo>
                    <a:pt x="908362" y="904171"/>
                  </a:lnTo>
                  <a:lnTo>
                    <a:pt x="908571" y="903924"/>
                  </a:lnTo>
                  <a:lnTo>
                    <a:pt x="908780" y="903677"/>
                  </a:lnTo>
                  <a:lnTo>
                    <a:pt x="908989" y="903430"/>
                  </a:lnTo>
                  <a:lnTo>
                    <a:pt x="909198" y="903182"/>
                  </a:lnTo>
                  <a:lnTo>
                    <a:pt x="909408" y="902935"/>
                  </a:lnTo>
                  <a:lnTo>
                    <a:pt x="909617" y="902688"/>
                  </a:lnTo>
                  <a:lnTo>
                    <a:pt x="909826" y="902440"/>
                  </a:lnTo>
                  <a:lnTo>
                    <a:pt x="910035" y="902193"/>
                  </a:lnTo>
                  <a:lnTo>
                    <a:pt x="910244" y="901946"/>
                  </a:lnTo>
                  <a:lnTo>
                    <a:pt x="910453" y="901699"/>
                  </a:lnTo>
                  <a:lnTo>
                    <a:pt x="910663" y="901451"/>
                  </a:lnTo>
                  <a:lnTo>
                    <a:pt x="914400" y="897227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2800267" y="225564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4797"/>
                  </a:lnTo>
                  <a:lnTo>
                    <a:pt x="905087" y="914653"/>
                  </a:lnTo>
                  <a:lnTo>
                    <a:pt x="905333" y="914400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280026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809707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1914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82858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83802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847468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85690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866348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87578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885229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89466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904109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913550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922990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932430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941870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951311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960751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970191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79631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989071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9851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300795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301739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302683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3036273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3045713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3055153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3064593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3074034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83474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3092914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3102354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3111795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3121235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3130675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3140115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3149556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3158996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3168436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177876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3187316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319675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3206197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3215637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322507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323451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324395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325339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326283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327227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328171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329115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330059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3310040" y="227321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680"/>
                  </a:lnTo>
                  <a:lnTo>
                    <a:pt x="923379" y="910122"/>
                  </a:lnTo>
                  <a:lnTo>
                    <a:pt x="922691" y="912278"/>
                  </a:lnTo>
                  <a:lnTo>
                    <a:pt x="922013" y="914400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3319480" y="2255641"/>
              <a:ext cx="918189" cy="926250"/>
            </a:xfrm>
            <a:custGeom>
              <a:avLst/>
              <a:pathLst>
                <a:path w="918189" h="926250">
                  <a:moveTo>
                    <a:pt x="914400" y="914400"/>
                  </a:moveTo>
                  <a:lnTo>
                    <a:pt x="918189" y="914400"/>
                  </a:lnTo>
                  <a:lnTo>
                    <a:pt x="918074" y="914760"/>
                  </a:lnTo>
                  <a:lnTo>
                    <a:pt x="917384" y="916915"/>
                  </a:lnTo>
                  <a:lnTo>
                    <a:pt x="916695" y="919070"/>
                  </a:lnTo>
                  <a:lnTo>
                    <a:pt x="916005" y="921226"/>
                  </a:lnTo>
                  <a:lnTo>
                    <a:pt x="915316" y="923381"/>
                  </a:lnTo>
                  <a:lnTo>
                    <a:pt x="914627" y="925537"/>
                  </a:lnTo>
                  <a:lnTo>
                    <a:pt x="914400" y="926250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384896" y="223807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6401" y="931969"/>
                  </a:lnTo>
                  <a:lnTo>
                    <a:pt x="906715" y="930276"/>
                  </a:lnTo>
                  <a:lnTo>
                    <a:pt x="908926" y="920117"/>
                  </a:lnTo>
                  <a:lnTo>
                    <a:pt x="910360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384896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394336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40377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413217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42265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432097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44153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450978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46041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469858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47929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488739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49817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507619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51705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526500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535940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2545380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554820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564261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573701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583141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592581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602022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61146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620902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63034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2639783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649223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2658663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2668103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677544" y="2255641"/>
              <a:ext cx="918048" cy="914400"/>
            </a:xfrm>
            <a:custGeom>
              <a:avLst/>
              <a:pathLst>
                <a:path w="918048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880" y="896830"/>
                  </a:lnTo>
                  <a:lnTo>
                    <a:pt x="918048" y="903822"/>
                  </a:lnTo>
                  <a:lnTo>
                    <a:pt x="918001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800267" y="22556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333" y="914400"/>
                  </a:lnTo>
                  <a:lnTo>
                    <a:pt x="909042" y="910575"/>
                  </a:lnTo>
                  <a:lnTo>
                    <a:pt x="909463" y="910161"/>
                  </a:lnTo>
                  <a:lnTo>
                    <a:pt x="909887" y="909744"/>
                  </a:lnTo>
                  <a:lnTo>
                    <a:pt x="910311" y="909328"/>
                  </a:lnTo>
                  <a:lnTo>
                    <a:pt x="910735" y="908911"/>
                  </a:lnTo>
                  <a:lnTo>
                    <a:pt x="911160" y="908494"/>
                  </a:lnTo>
                  <a:lnTo>
                    <a:pt x="911584" y="908077"/>
                  </a:lnTo>
                  <a:lnTo>
                    <a:pt x="912008" y="907660"/>
                  </a:lnTo>
                  <a:lnTo>
                    <a:pt x="912432" y="907243"/>
                  </a:lnTo>
                  <a:lnTo>
                    <a:pt x="912857" y="906826"/>
                  </a:lnTo>
                  <a:lnTo>
                    <a:pt x="913281" y="906410"/>
                  </a:lnTo>
                  <a:lnTo>
                    <a:pt x="913706" y="905993"/>
                  </a:lnTo>
                  <a:lnTo>
                    <a:pt x="914130" y="905576"/>
                  </a:lnTo>
                  <a:lnTo>
                    <a:pt x="914400" y="905311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809707" y="2238071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2881"/>
                  </a:lnTo>
                  <a:lnTo>
                    <a:pt x="905114" y="922729"/>
                  </a:lnTo>
                  <a:lnTo>
                    <a:pt x="905539" y="922312"/>
                  </a:lnTo>
                  <a:lnTo>
                    <a:pt x="905963" y="921896"/>
                  </a:lnTo>
                  <a:lnTo>
                    <a:pt x="906388" y="921479"/>
                  </a:lnTo>
                  <a:lnTo>
                    <a:pt x="906812" y="921062"/>
                  </a:lnTo>
                  <a:lnTo>
                    <a:pt x="907237" y="920645"/>
                  </a:lnTo>
                  <a:lnTo>
                    <a:pt x="907661" y="920229"/>
                  </a:lnTo>
                  <a:lnTo>
                    <a:pt x="908086" y="919812"/>
                  </a:lnTo>
                  <a:lnTo>
                    <a:pt x="908511" y="919395"/>
                  </a:lnTo>
                  <a:lnTo>
                    <a:pt x="908935" y="918979"/>
                  </a:lnTo>
                  <a:lnTo>
                    <a:pt x="909360" y="918562"/>
                  </a:lnTo>
                  <a:lnTo>
                    <a:pt x="909785" y="918146"/>
                  </a:lnTo>
                  <a:lnTo>
                    <a:pt x="910210" y="917729"/>
                  </a:lnTo>
                  <a:lnTo>
                    <a:pt x="910634" y="917312"/>
                  </a:lnTo>
                  <a:lnTo>
                    <a:pt x="911059" y="916896"/>
                  </a:lnTo>
                  <a:lnTo>
                    <a:pt x="911484" y="916479"/>
                  </a:lnTo>
                  <a:lnTo>
                    <a:pt x="911909" y="916063"/>
                  </a:lnTo>
                  <a:lnTo>
                    <a:pt x="912334" y="915646"/>
                  </a:lnTo>
                  <a:lnTo>
                    <a:pt x="912759" y="915230"/>
                  </a:lnTo>
                  <a:lnTo>
                    <a:pt x="913184" y="914813"/>
                  </a:lnTo>
                  <a:lnTo>
                    <a:pt x="913633" y="914400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809707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281914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2858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C72">
                <a:alpha val="100000"/>
              </a:srgbClr>
            </a:solidFill>
            <a:ln w="5420" cap="flat">
              <a:solidFill>
                <a:srgbClr val="B0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3802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847468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5690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866348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87578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885229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89466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904109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913550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922990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932430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941870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951311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960751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970191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979631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989071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99851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300795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301739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302683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3036273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3045713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3055153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3064593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3074034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3083474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3092914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3102354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3111795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121235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3130675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3140115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3149556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3158996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3168436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3177876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3187316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319675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3206197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3215637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22507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323451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324395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325339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326283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327227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28171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329115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330059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3310040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3319480" y="2255641"/>
              <a:ext cx="923318" cy="914400"/>
            </a:xfrm>
            <a:custGeom>
              <a:avLst/>
              <a:pathLst>
                <a:path w="92331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318" y="896830"/>
                  </a:lnTo>
                  <a:lnTo>
                    <a:pt x="921370" y="904016"/>
                  </a:lnTo>
                  <a:lnTo>
                    <a:pt x="918769" y="912590"/>
                  </a:lnTo>
                  <a:lnTo>
                    <a:pt x="918189" y="914400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375456" y="2220501"/>
              <a:ext cx="914399" cy="915010"/>
            </a:xfrm>
            <a:custGeom>
              <a:avLst/>
              <a:pathLst>
                <a:path w="914399" h="915010">
                  <a:moveTo>
                    <a:pt x="914399" y="914400"/>
                  </a:moveTo>
                  <a:lnTo>
                    <a:pt x="914399" y="915010"/>
                  </a:lnTo>
                  <a:lnTo>
                    <a:pt x="914125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37545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800" y="931969"/>
                  </a:lnTo>
                  <a:lnTo>
                    <a:pt x="920594" y="928805"/>
                  </a:lnTo>
                  <a:lnTo>
                    <a:pt x="920353" y="928266"/>
                  </a:lnTo>
                  <a:lnTo>
                    <a:pt x="919573" y="926529"/>
                  </a:lnTo>
                  <a:lnTo>
                    <a:pt x="918793" y="924791"/>
                  </a:lnTo>
                  <a:lnTo>
                    <a:pt x="918013" y="923053"/>
                  </a:lnTo>
                  <a:lnTo>
                    <a:pt x="917233" y="921316"/>
                  </a:lnTo>
                  <a:lnTo>
                    <a:pt x="916453" y="919579"/>
                  </a:lnTo>
                  <a:lnTo>
                    <a:pt x="915672" y="917841"/>
                  </a:lnTo>
                  <a:lnTo>
                    <a:pt x="914891" y="916104"/>
                  </a:lnTo>
                  <a:lnTo>
                    <a:pt x="914399" y="91501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384896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39433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403777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413217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422657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432097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44153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2450978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46041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469858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47929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488739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49817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507619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51705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526500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535940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545380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554820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64261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573701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583141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92581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602022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261146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620902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3034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639783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649223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658663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668103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677544" y="2238071"/>
              <a:ext cx="917880" cy="914400"/>
            </a:xfrm>
            <a:custGeom>
              <a:avLst/>
              <a:pathLst>
                <a:path w="91788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008" y="896830"/>
                  </a:lnTo>
                  <a:lnTo>
                    <a:pt x="917192" y="899085"/>
                  </a:lnTo>
                  <a:lnTo>
                    <a:pt x="917779" y="910217"/>
                  </a:lnTo>
                  <a:lnTo>
                    <a:pt x="917880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809707" y="223807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3633" y="914400"/>
                  </a:lnTo>
                  <a:lnTo>
                    <a:pt x="914399" y="913694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819147" y="2238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3694"/>
                  </a:lnTo>
                  <a:lnTo>
                    <a:pt x="908934" y="910037"/>
                  </a:lnTo>
                  <a:lnTo>
                    <a:pt x="914249" y="905761"/>
                  </a:lnTo>
                  <a:lnTo>
                    <a:pt x="914400" y="90564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828587" y="2238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5060" y="905573"/>
                  </a:lnTo>
                  <a:lnTo>
                    <a:pt x="905314" y="905383"/>
                  </a:lnTo>
                  <a:lnTo>
                    <a:pt x="905567" y="905193"/>
                  </a:lnTo>
                  <a:lnTo>
                    <a:pt x="905821" y="905003"/>
                  </a:lnTo>
                  <a:lnTo>
                    <a:pt x="906074" y="904813"/>
                  </a:lnTo>
                  <a:lnTo>
                    <a:pt x="906328" y="904623"/>
                  </a:lnTo>
                  <a:lnTo>
                    <a:pt x="906581" y="904434"/>
                  </a:lnTo>
                  <a:lnTo>
                    <a:pt x="906835" y="904244"/>
                  </a:lnTo>
                  <a:lnTo>
                    <a:pt x="907089" y="904054"/>
                  </a:lnTo>
                  <a:lnTo>
                    <a:pt x="907342" y="903864"/>
                  </a:lnTo>
                  <a:lnTo>
                    <a:pt x="907596" y="903674"/>
                  </a:lnTo>
                  <a:lnTo>
                    <a:pt x="907850" y="903485"/>
                  </a:lnTo>
                  <a:lnTo>
                    <a:pt x="908103" y="903295"/>
                  </a:lnTo>
                  <a:lnTo>
                    <a:pt x="908357" y="903105"/>
                  </a:lnTo>
                  <a:lnTo>
                    <a:pt x="908611" y="902915"/>
                  </a:lnTo>
                  <a:lnTo>
                    <a:pt x="908864" y="902725"/>
                  </a:lnTo>
                  <a:lnTo>
                    <a:pt x="909118" y="902536"/>
                  </a:lnTo>
                  <a:lnTo>
                    <a:pt x="909372" y="902346"/>
                  </a:lnTo>
                  <a:lnTo>
                    <a:pt x="909625" y="902156"/>
                  </a:lnTo>
                  <a:lnTo>
                    <a:pt x="909879" y="901966"/>
                  </a:lnTo>
                  <a:lnTo>
                    <a:pt x="910133" y="901777"/>
                  </a:lnTo>
                  <a:lnTo>
                    <a:pt x="910386" y="901587"/>
                  </a:lnTo>
                  <a:lnTo>
                    <a:pt x="910640" y="901397"/>
                  </a:lnTo>
                  <a:lnTo>
                    <a:pt x="910894" y="901208"/>
                  </a:lnTo>
                  <a:lnTo>
                    <a:pt x="911147" y="901018"/>
                  </a:lnTo>
                  <a:lnTo>
                    <a:pt x="911401" y="900828"/>
                  </a:lnTo>
                  <a:lnTo>
                    <a:pt x="911655" y="900638"/>
                  </a:lnTo>
                  <a:lnTo>
                    <a:pt x="911909" y="900449"/>
                  </a:lnTo>
                  <a:lnTo>
                    <a:pt x="912162" y="900259"/>
                  </a:lnTo>
                  <a:lnTo>
                    <a:pt x="912416" y="900069"/>
                  </a:lnTo>
                  <a:lnTo>
                    <a:pt x="912670" y="899880"/>
                  </a:lnTo>
                  <a:lnTo>
                    <a:pt x="912924" y="899690"/>
                  </a:lnTo>
                  <a:lnTo>
                    <a:pt x="913178" y="899500"/>
                  </a:lnTo>
                  <a:lnTo>
                    <a:pt x="913431" y="899310"/>
                  </a:lnTo>
                  <a:lnTo>
                    <a:pt x="913685" y="899121"/>
                  </a:lnTo>
                  <a:lnTo>
                    <a:pt x="913939" y="898931"/>
                  </a:lnTo>
                  <a:lnTo>
                    <a:pt x="914193" y="898741"/>
                  </a:lnTo>
                  <a:lnTo>
                    <a:pt x="914400" y="898587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38028" y="222050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5006" y="916122"/>
                  </a:lnTo>
                  <a:lnTo>
                    <a:pt x="905260" y="915932"/>
                  </a:lnTo>
                  <a:lnTo>
                    <a:pt x="905514" y="915742"/>
                  </a:lnTo>
                  <a:lnTo>
                    <a:pt x="905768" y="915553"/>
                  </a:lnTo>
                  <a:lnTo>
                    <a:pt x="906022" y="915363"/>
                  </a:lnTo>
                  <a:lnTo>
                    <a:pt x="906276" y="915173"/>
                  </a:lnTo>
                  <a:lnTo>
                    <a:pt x="906529" y="914984"/>
                  </a:lnTo>
                  <a:lnTo>
                    <a:pt x="906783" y="914794"/>
                  </a:lnTo>
                  <a:lnTo>
                    <a:pt x="907037" y="914605"/>
                  </a:lnTo>
                  <a:lnTo>
                    <a:pt x="907312" y="914400"/>
                  </a:lnTo>
                  <a:close/>
                </a:path>
              </a:pathLst>
            </a:custGeom>
            <a:solidFill>
              <a:srgbClr val="B0DC72">
                <a:alpha val="100000"/>
              </a:srgbClr>
            </a:solidFill>
            <a:ln w="5420" cap="flat">
              <a:solidFill>
                <a:srgbClr val="B0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83802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847468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690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66348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87578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885229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89466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904109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913550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922990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932430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941870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951311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960751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970191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979631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989071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99851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300795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301739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02683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036273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045713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055153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064593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074034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083474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092914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102354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111795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121235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130675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140115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14955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15899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16843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17787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187316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196757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206197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215637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225077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23451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24395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25339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26283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27227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28171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29115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30059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310040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319480" y="2238071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435"/>
                  </a:lnTo>
                  <a:lnTo>
                    <a:pt x="923753" y="912796"/>
                  </a:lnTo>
                  <a:lnTo>
                    <a:pt x="923318" y="914400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328920" y="2220501"/>
              <a:ext cx="918047" cy="930005"/>
            </a:xfrm>
            <a:custGeom>
              <a:avLst/>
              <a:pathLst>
                <a:path w="918047" h="930005">
                  <a:moveTo>
                    <a:pt x="914400" y="914400"/>
                  </a:moveTo>
                  <a:lnTo>
                    <a:pt x="918047" y="914400"/>
                  </a:lnTo>
                  <a:lnTo>
                    <a:pt x="917633" y="916231"/>
                  </a:lnTo>
                  <a:lnTo>
                    <a:pt x="917055" y="918797"/>
                  </a:lnTo>
                  <a:lnTo>
                    <a:pt x="916473" y="921377"/>
                  </a:lnTo>
                  <a:lnTo>
                    <a:pt x="914400" y="930005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2375456" y="2202931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4110" y="931936"/>
                  </a:lnTo>
                  <a:lnTo>
                    <a:pt x="913329" y="930199"/>
                  </a:lnTo>
                  <a:lnTo>
                    <a:pt x="912547" y="928462"/>
                  </a:lnTo>
                  <a:lnTo>
                    <a:pt x="911766" y="926725"/>
                  </a:lnTo>
                  <a:lnTo>
                    <a:pt x="910984" y="924988"/>
                  </a:lnTo>
                  <a:lnTo>
                    <a:pt x="910202" y="923251"/>
                  </a:lnTo>
                  <a:lnTo>
                    <a:pt x="909420" y="921514"/>
                  </a:lnTo>
                  <a:lnTo>
                    <a:pt x="908637" y="919777"/>
                  </a:lnTo>
                  <a:lnTo>
                    <a:pt x="907854" y="918040"/>
                  </a:lnTo>
                  <a:lnTo>
                    <a:pt x="907071" y="916303"/>
                  </a:lnTo>
                  <a:lnTo>
                    <a:pt x="906288" y="914567"/>
                  </a:lnTo>
                  <a:lnTo>
                    <a:pt x="906213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237545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2384896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239433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2403777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2413217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2422657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2432097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244153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2450978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246041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2469858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247929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2488739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249817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2507619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251705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2526500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253594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2545380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255482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2564261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2573701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2583141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2592581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2602022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261146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2620902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263034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2639783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2649223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2658663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2668103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2677544" y="2220501"/>
              <a:ext cx="917008" cy="914400"/>
            </a:xfrm>
            <a:custGeom>
              <a:avLst/>
              <a:pathLst>
                <a:path w="917008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5315" y="896830"/>
                  </a:lnTo>
                  <a:lnTo>
                    <a:pt x="916289" y="905596"/>
                  </a:lnTo>
                  <a:lnTo>
                    <a:pt x="917008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2838028" y="222050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312" y="914400"/>
                  </a:lnTo>
                  <a:lnTo>
                    <a:pt x="907545" y="914225"/>
                  </a:lnTo>
                  <a:lnTo>
                    <a:pt x="907799" y="914036"/>
                  </a:lnTo>
                  <a:lnTo>
                    <a:pt x="908053" y="913846"/>
                  </a:lnTo>
                  <a:lnTo>
                    <a:pt x="908307" y="913657"/>
                  </a:lnTo>
                  <a:lnTo>
                    <a:pt x="908561" y="913467"/>
                  </a:lnTo>
                  <a:lnTo>
                    <a:pt x="908814" y="913277"/>
                  </a:lnTo>
                  <a:lnTo>
                    <a:pt x="909068" y="913088"/>
                  </a:lnTo>
                  <a:lnTo>
                    <a:pt x="909322" y="912898"/>
                  </a:lnTo>
                  <a:lnTo>
                    <a:pt x="909576" y="912709"/>
                  </a:lnTo>
                  <a:lnTo>
                    <a:pt x="909830" y="912519"/>
                  </a:lnTo>
                  <a:lnTo>
                    <a:pt x="910084" y="912330"/>
                  </a:lnTo>
                  <a:lnTo>
                    <a:pt x="910338" y="912140"/>
                  </a:lnTo>
                  <a:lnTo>
                    <a:pt x="910592" y="911950"/>
                  </a:lnTo>
                  <a:lnTo>
                    <a:pt x="910846" y="911761"/>
                  </a:lnTo>
                  <a:lnTo>
                    <a:pt x="911100" y="911571"/>
                  </a:lnTo>
                  <a:lnTo>
                    <a:pt x="911354" y="911382"/>
                  </a:lnTo>
                  <a:lnTo>
                    <a:pt x="911608" y="911192"/>
                  </a:lnTo>
                  <a:lnTo>
                    <a:pt x="914400" y="909215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2847468" y="222050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9215"/>
                  </a:lnTo>
                  <a:lnTo>
                    <a:pt x="905162" y="908913"/>
                  </a:lnTo>
                  <a:lnTo>
                    <a:pt x="909969" y="902483"/>
                  </a:lnTo>
                  <a:lnTo>
                    <a:pt x="914399" y="897187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2856908" y="220293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4757"/>
                  </a:lnTo>
                  <a:lnTo>
                    <a:pt x="905258" y="914400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285690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2866348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287578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2885229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289466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2904109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291355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2922990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293243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2941870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2951311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2960751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2970191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2979631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2989071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299851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00795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01739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02683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036273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045713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055153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064593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074034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083474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092914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102354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111795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121235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130675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140115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14955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15899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16843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17787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187316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196757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206197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215637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225077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23451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24395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25339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26283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27227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28171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29115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30059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31004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31948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328920" y="2220501"/>
              <a:ext cx="922016" cy="914400"/>
            </a:xfrm>
            <a:custGeom>
              <a:avLst/>
              <a:pathLst>
                <a:path w="92201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016" y="896830"/>
                  </a:lnTo>
                  <a:lnTo>
                    <a:pt x="921691" y="898269"/>
                  </a:lnTo>
                  <a:lnTo>
                    <a:pt x="921110" y="900834"/>
                  </a:lnTo>
                  <a:lnTo>
                    <a:pt x="920530" y="903400"/>
                  </a:lnTo>
                  <a:lnTo>
                    <a:pt x="919951" y="905966"/>
                  </a:lnTo>
                  <a:lnTo>
                    <a:pt x="919371" y="908532"/>
                  </a:lnTo>
                  <a:lnTo>
                    <a:pt x="918792" y="911098"/>
                  </a:lnTo>
                  <a:lnTo>
                    <a:pt x="918212" y="913665"/>
                  </a:lnTo>
                  <a:lnTo>
                    <a:pt x="918047" y="914400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2366016" y="2185361"/>
              <a:ext cx="914400" cy="929190"/>
            </a:xfrm>
            <a:custGeom>
              <a:avLst/>
              <a:pathLst>
                <a:path w="914400" h="929190">
                  <a:moveTo>
                    <a:pt x="914400" y="914400"/>
                  </a:moveTo>
                  <a:lnTo>
                    <a:pt x="914400" y="929190"/>
                  </a:lnTo>
                  <a:lnTo>
                    <a:pt x="914162" y="928663"/>
                  </a:lnTo>
                  <a:lnTo>
                    <a:pt x="913378" y="926927"/>
                  </a:lnTo>
                  <a:lnTo>
                    <a:pt x="912594" y="925190"/>
                  </a:lnTo>
                  <a:lnTo>
                    <a:pt x="911810" y="923454"/>
                  </a:lnTo>
                  <a:lnTo>
                    <a:pt x="911025" y="921717"/>
                  </a:lnTo>
                  <a:lnTo>
                    <a:pt x="910241" y="919981"/>
                  </a:lnTo>
                  <a:lnTo>
                    <a:pt x="909456" y="918244"/>
                  </a:lnTo>
                  <a:lnTo>
                    <a:pt x="908671" y="916508"/>
                  </a:lnTo>
                  <a:lnTo>
                    <a:pt x="907886" y="914772"/>
                  </a:lnTo>
                  <a:lnTo>
                    <a:pt x="907717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2366016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653" y="931969"/>
                  </a:lnTo>
                  <a:lnTo>
                    <a:pt x="914945" y="930400"/>
                  </a:lnTo>
                  <a:lnTo>
                    <a:pt x="914400" y="92919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237545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2384896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239433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2403777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2413217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2422657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2432097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244153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2450978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246041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2469858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247929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2488739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249817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2507619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251705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2526500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253594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2545380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255482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2564261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2573701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2583141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2592581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2602022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261146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2620902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263034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2639783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2649223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2658663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2677544" y="220293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758" y="896830"/>
                  </a:lnTo>
                  <a:lnTo>
                    <a:pt x="913544" y="901394"/>
                  </a:lnTo>
                  <a:lnTo>
                    <a:pt x="914399" y="907454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2677544" y="2202931"/>
              <a:ext cx="915315" cy="914400"/>
            </a:xfrm>
            <a:custGeom>
              <a:avLst/>
              <a:pathLst>
                <a:path w="915315" h="914400">
                  <a:moveTo>
                    <a:pt x="914399" y="914400"/>
                  </a:moveTo>
                  <a:lnTo>
                    <a:pt x="914399" y="907454"/>
                  </a:lnTo>
                  <a:lnTo>
                    <a:pt x="915071" y="912212"/>
                  </a:lnTo>
                  <a:lnTo>
                    <a:pt x="915315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2856908" y="220293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258" y="914400"/>
                  </a:lnTo>
                  <a:lnTo>
                    <a:pt x="905509" y="914099"/>
                  </a:lnTo>
                  <a:lnTo>
                    <a:pt x="910650" y="908638"/>
                  </a:lnTo>
                  <a:lnTo>
                    <a:pt x="914400" y="905125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2866348" y="220293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5125"/>
                  </a:lnTo>
                  <a:lnTo>
                    <a:pt x="906497" y="903683"/>
                  </a:lnTo>
                  <a:lnTo>
                    <a:pt x="911917" y="899250"/>
                  </a:lnTo>
                  <a:lnTo>
                    <a:pt x="912318" y="898945"/>
                  </a:lnTo>
                  <a:lnTo>
                    <a:pt x="912723" y="898637"/>
                  </a:lnTo>
                  <a:lnTo>
                    <a:pt x="913127" y="898329"/>
                  </a:lnTo>
                  <a:lnTo>
                    <a:pt x="913532" y="898022"/>
                  </a:lnTo>
                  <a:lnTo>
                    <a:pt x="913936" y="897714"/>
                  </a:lnTo>
                  <a:lnTo>
                    <a:pt x="914399" y="897362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875789" y="218536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4931"/>
                  </a:lnTo>
                  <a:lnTo>
                    <a:pt x="905305" y="914668"/>
                  </a:lnTo>
                  <a:lnTo>
                    <a:pt x="905659" y="914400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87578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885229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89466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904109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91355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922990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93243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941870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951311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960751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970191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979631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989071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99851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300795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301739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302683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3036273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3045713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3055153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3064593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3074034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3083474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3092914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3102354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3111795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3121235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3130675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3140115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314955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315899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316843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317787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3187316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3196757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3206197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3215637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3225077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323451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324395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325339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326283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327227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328171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329115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330059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331004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331948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3328920" y="2202931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6345"/>
                  </a:lnTo>
                  <a:lnTo>
                    <a:pt x="923433" y="908141"/>
                  </a:lnTo>
                  <a:lnTo>
                    <a:pt x="922852" y="910707"/>
                  </a:lnTo>
                  <a:lnTo>
                    <a:pt x="922271" y="913272"/>
                  </a:lnTo>
                  <a:lnTo>
                    <a:pt x="922016" y="914400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3338360" y="2185361"/>
              <a:ext cx="916838" cy="923915"/>
            </a:xfrm>
            <a:custGeom>
              <a:avLst/>
              <a:pathLst>
                <a:path w="916838" h="923915">
                  <a:moveTo>
                    <a:pt x="914400" y="914400"/>
                  </a:moveTo>
                  <a:lnTo>
                    <a:pt x="916838" y="914400"/>
                  </a:lnTo>
                  <a:lnTo>
                    <a:pt x="916710" y="914876"/>
                  </a:lnTo>
                  <a:lnTo>
                    <a:pt x="915891" y="917944"/>
                  </a:lnTo>
                  <a:lnTo>
                    <a:pt x="915072" y="921012"/>
                  </a:lnTo>
                  <a:lnTo>
                    <a:pt x="914974" y="921382"/>
                  </a:lnTo>
                  <a:lnTo>
                    <a:pt x="914574" y="923145"/>
                  </a:lnTo>
                  <a:lnTo>
                    <a:pt x="914400" y="923915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2356575" y="2167792"/>
              <a:ext cx="914399" cy="925876"/>
            </a:xfrm>
            <a:custGeom>
              <a:avLst/>
              <a:pathLst>
                <a:path w="914399" h="925876">
                  <a:moveTo>
                    <a:pt x="914399" y="914400"/>
                  </a:moveTo>
                  <a:lnTo>
                    <a:pt x="914399" y="925876"/>
                  </a:lnTo>
                  <a:lnTo>
                    <a:pt x="914183" y="925397"/>
                  </a:lnTo>
                  <a:lnTo>
                    <a:pt x="913397" y="923661"/>
                  </a:lnTo>
                  <a:lnTo>
                    <a:pt x="912610" y="921926"/>
                  </a:lnTo>
                  <a:lnTo>
                    <a:pt x="911823" y="920190"/>
                  </a:lnTo>
                  <a:lnTo>
                    <a:pt x="911037" y="918454"/>
                  </a:lnTo>
                  <a:lnTo>
                    <a:pt x="910249" y="916718"/>
                  </a:lnTo>
                  <a:lnTo>
                    <a:pt x="909462" y="914983"/>
                  </a:lnTo>
                  <a:lnTo>
                    <a:pt x="909198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356575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157" y="931969"/>
                  </a:lnTo>
                  <a:lnTo>
                    <a:pt x="916540" y="930606"/>
                  </a:lnTo>
                  <a:lnTo>
                    <a:pt x="915755" y="928869"/>
                  </a:lnTo>
                  <a:lnTo>
                    <a:pt x="914969" y="927133"/>
                  </a:lnTo>
                  <a:lnTo>
                    <a:pt x="914399" y="925876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366016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237545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384896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39433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403777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2413217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2422657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2432097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244153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2450978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246041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2469858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247929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2488739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249817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2507619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251705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2526500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253594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2545380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255482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2564261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2573701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2583141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2592581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2602022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261146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2620902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263034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2639783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2649223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2658663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2668103" y="2185361"/>
              <a:ext cx="922198" cy="914400"/>
            </a:xfrm>
            <a:custGeom>
              <a:avLst/>
              <a:pathLst>
                <a:path w="92219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990" y="896830"/>
                  </a:lnTo>
                  <a:lnTo>
                    <a:pt x="919019" y="896987"/>
                  </a:lnTo>
                  <a:lnTo>
                    <a:pt x="919126" y="897554"/>
                  </a:lnTo>
                  <a:lnTo>
                    <a:pt x="919233" y="898120"/>
                  </a:lnTo>
                  <a:lnTo>
                    <a:pt x="919339" y="898686"/>
                  </a:lnTo>
                  <a:lnTo>
                    <a:pt x="919446" y="899252"/>
                  </a:lnTo>
                  <a:lnTo>
                    <a:pt x="919553" y="899818"/>
                  </a:lnTo>
                  <a:lnTo>
                    <a:pt x="919659" y="900385"/>
                  </a:lnTo>
                  <a:lnTo>
                    <a:pt x="919766" y="900951"/>
                  </a:lnTo>
                  <a:lnTo>
                    <a:pt x="919872" y="901517"/>
                  </a:lnTo>
                  <a:lnTo>
                    <a:pt x="919979" y="902083"/>
                  </a:lnTo>
                  <a:lnTo>
                    <a:pt x="920085" y="902649"/>
                  </a:lnTo>
                  <a:lnTo>
                    <a:pt x="920192" y="903216"/>
                  </a:lnTo>
                  <a:lnTo>
                    <a:pt x="920298" y="903782"/>
                  </a:lnTo>
                  <a:lnTo>
                    <a:pt x="920405" y="904348"/>
                  </a:lnTo>
                  <a:lnTo>
                    <a:pt x="920511" y="904914"/>
                  </a:lnTo>
                  <a:lnTo>
                    <a:pt x="920618" y="905480"/>
                  </a:lnTo>
                  <a:lnTo>
                    <a:pt x="920724" y="906047"/>
                  </a:lnTo>
                  <a:lnTo>
                    <a:pt x="920831" y="906613"/>
                  </a:lnTo>
                  <a:lnTo>
                    <a:pt x="920937" y="907179"/>
                  </a:lnTo>
                  <a:lnTo>
                    <a:pt x="921044" y="907745"/>
                  </a:lnTo>
                  <a:lnTo>
                    <a:pt x="921150" y="908311"/>
                  </a:lnTo>
                  <a:lnTo>
                    <a:pt x="922198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2875789" y="218536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710" y="914361"/>
                  </a:lnTo>
                  <a:lnTo>
                    <a:pt x="906115" y="914053"/>
                  </a:lnTo>
                  <a:lnTo>
                    <a:pt x="906519" y="913746"/>
                  </a:lnTo>
                  <a:lnTo>
                    <a:pt x="906924" y="913438"/>
                  </a:lnTo>
                  <a:lnTo>
                    <a:pt x="907329" y="913130"/>
                  </a:lnTo>
                  <a:lnTo>
                    <a:pt x="907733" y="912823"/>
                  </a:lnTo>
                  <a:lnTo>
                    <a:pt x="908138" y="912515"/>
                  </a:lnTo>
                  <a:lnTo>
                    <a:pt x="908543" y="912208"/>
                  </a:lnTo>
                  <a:lnTo>
                    <a:pt x="908948" y="911900"/>
                  </a:lnTo>
                  <a:lnTo>
                    <a:pt x="909353" y="911593"/>
                  </a:lnTo>
                  <a:lnTo>
                    <a:pt x="909757" y="911285"/>
                  </a:lnTo>
                  <a:lnTo>
                    <a:pt x="910162" y="910978"/>
                  </a:lnTo>
                  <a:lnTo>
                    <a:pt x="910567" y="910670"/>
                  </a:lnTo>
                  <a:lnTo>
                    <a:pt x="910972" y="910363"/>
                  </a:lnTo>
                  <a:lnTo>
                    <a:pt x="911377" y="910055"/>
                  </a:lnTo>
                  <a:lnTo>
                    <a:pt x="911782" y="909748"/>
                  </a:lnTo>
                  <a:lnTo>
                    <a:pt x="912187" y="909440"/>
                  </a:lnTo>
                  <a:lnTo>
                    <a:pt x="912592" y="909133"/>
                  </a:lnTo>
                  <a:lnTo>
                    <a:pt x="912997" y="908826"/>
                  </a:lnTo>
                  <a:lnTo>
                    <a:pt x="913402" y="908518"/>
                  </a:lnTo>
                  <a:lnTo>
                    <a:pt x="913807" y="908211"/>
                  </a:lnTo>
                  <a:lnTo>
                    <a:pt x="914212" y="907903"/>
                  </a:lnTo>
                  <a:lnTo>
                    <a:pt x="914400" y="907761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2885229" y="218536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7761"/>
                  </a:lnTo>
                  <a:lnTo>
                    <a:pt x="905177" y="907596"/>
                  </a:lnTo>
                  <a:lnTo>
                    <a:pt x="905582" y="907289"/>
                  </a:lnTo>
                  <a:lnTo>
                    <a:pt x="905987" y="906981"/>
                  </a:lnTo>
                  <a:lnTo>
                    <a:pt x="911248" y="903271"/>
                  </a:lnTo>
                  <a:lnTo>
                    <a:pt x="914399" y="901375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2894669" y="2167792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8945"/>
                  </a:lnTo>
                  <a:lnTo>
                    <a:pt x="907162" y="917620"/>
                  </a:lnTo>
                  <a:lnTo>
                    <a:pt x="912595" y="914899"/>
                  </a:lnTo>
                  <a:lnTo>
                    <a:pt x="913835" y="914400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289466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2904109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291355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2922990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293243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2941870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2951311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2960751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2970191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2979631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2989071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299851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300795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301739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302683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3036273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3045713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3055153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3064593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3074034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3083474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3092914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3102354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3111795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3121235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3130675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3140115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314955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315899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316843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317787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3187316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3196757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3206197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3215637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3225077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323451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324395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325339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326283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327227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328171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329115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330059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331004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331948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332892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3338360" y="2185361"/>
              <a:ext cx="921538" cy="914400"/>
            </a:xfrm>
            <a:custGeom>
              <a:avLst/>
              <a:pathLst>
                <a:path w="92153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538" y="896830"/>
                  </a:lnTo>
                  <a:lnTo>
                    <a:pt x="920812" y="899538"/>
                  </a:lnTo>
                  <a:lnTo>
                    <a:pt x="919991" y="902606"/>
                  </a:lnTo>
                  <a:lnTo>
                    <a:pt x="919170" y="905673"/>
                  </a:lnTo>
                  <a:lnTo>
                    <a:pt x="918350" y="908741"/>
                  </a:lnTo>
                  <a:lnTo>
                    <a:pt x="917530" y="911808"/>
                  </a:lnTo>
                  <a:lnTo>
                    <a:pt x="916838" y="914400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2347135" y="2150222"/>
              <a:ext cx="914400" cy="922636"/>
            </a:xfrm>
            <a:custGeom>
              <a:avLst/>
              <a:pathLst>
                <a:path w="914400" h="922636">
                  <a:moveTo>
                    <a:pt x="914400" y="914400"/>
                  </a:moveTo>
                  <a:lnTo>
                    <a:pt x="914400" y="922636"/>
                  </a:lnTo>
                  <a:lnTo>
                    <a:pt x="914174" y="922139"/>
                  </a:lnTo>
                  <a:lnTo>
                    <a:pt x="913385" y="920404"/>
                  </a:lnTo>
                  <a:lnTo>
                    <a:pt x="912596" y="918669"/>
                  </a:lnTo>
                  <a:lnTo>
                    <a:pt x="911807" y="916934"/>
                  </a:lnTo>
                  <a:lnTo>
                    <a:pt x="911017" y="915198"/>
                  </a:lnTo>
                  <a:lnTo>
                    <a:pt x="910654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2347135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8638" y="931969"/>
                  </a:lnTo>
                  <a:lnTo>
                    <a:pt x="918115" y="930817"/>
                  </a:lnTo>
                  <a:lnTo>
                    <a:pt x="917327" y="929081"/>
                  </a:lnTo>
                  <a:lnTo>
                    <a:pt x="916539" y="927346"/>
                  </a:lnTo>
                  <a:lnTo>
                    <a:pt x="915751" y="925610"/>
                  </a:lnTo>
                  <a:lnTo>
                    <a:pt x="914962" y="923875"/>
                  </a:lnTo>
                  <a:lnTo>
                    <a:pt x="914400" y="922636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2356575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2366016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237545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2384896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239433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2403777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2413217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2422657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2432097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244153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2450978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246041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2469858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247929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2488739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249817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2507619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251705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2526500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2535940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2545380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2554820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2564261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2573701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2583141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2592581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2602022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2611462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2620902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2630342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2639783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2649223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2658663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2668103" y="2167792"/>
              <a:ext cx="918990" cy="914400"/>
            </a:xfrm>
            <a:custGeom>
              <a:avLst/>
              <a:pathLst>
                <a:path w="91899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5676" y="896830"/>
                  </a:lnTo>
                  <a:lnTo>
                    <a:pt x="915710" y="897005"/>
                  </a:lnTo>
                  <a:lnTo>
                    <a:pt x="915817" y="897571"/>
                  </a:lnTo>
                  <a:lnTo>
                    <a:pt x="915923" y="898138"/>
                  </a:lnTo>
                  <a:lnTo>
                    <a:pt x="916030" y="898704"/>
                  </a:lnTo>
                  <a:lnTo>
                    <a:pt x="916137" y="899270"/>
                  </a:lnTo>
                  <a:lnTo>
                    <a:pt x="916244" y="899836"/>
                  </a:lnTo>
                  <a:lnTo>
                    <a:pt x="916351" y="900402"/>
                  </a:lnTo>
                  <a:lnTo>
                    <a:pt x="916458" y="900969"/>
                  </a:lnTo>
                  <a:lnTo>
                    <a:pt x="916565" y="901535"/>
                  </a:lnTo>
                  <a:lnTo>
                    <a:pt x="916671" y="902101"/>
                  </a:lnTo>
                  <a:lnTo>
                    <a:pt x="916778" y="902667"/>
                  </a:lnTo>
                  <a:lnTo>
                    <a:pt x="916885" y="903233"/>
                  </a:lnTo>
                  <a:lnTo>
                    <a:pt x="916992" y="903800"/>
                  </a:lnTo>
                  <a:lnTo>
                    <a:pt x="917099" y="904366"/>
                  </a:lnTo>
                  <a:lnTo>
                    <a:pt x="917205" y="904932"/>
                  </a:lnTo>
                  <a:lnTo>
                    <a:pt x="917312" y="905498"/>
                  </a:lnTo>
                  <a:lnTo>
                    <a:pt x="917419" y="906064"/>
                  </a:lnTo>
                  <a:lnTo>
                    <a:pt x="917526" y="906631"/>
                  </a:lnTo>
                  <a:lnTo>
                    <a:pt x="917633" y="907197"/>
                  </a:lnTo>
                  <a:lnTo>
                    <a:pt x="917739" y="907763"/>
                  </a:lnTo>
                  <a:lnTo>
                    <a:pt x="917846" y="908329"/>
                  </a:lnTo>
                  <a:lnTo>
                    <a:pt x="917953" y="908895"/>
                  </a:lnTo>
                  <a:lnTo>
                    <a:pt x="918059" y="909461"/>
                  </a:lnTo>
                  <a:lnTo>
                    <a:pt x="918166" y="910028"/>
                  </a:lnTo>
                  <a:lnTo>
                    <a:pt x="918273" y="910594"/>
                  </a:lnTo>
                  <a:lnTo>
                    <a:pt x="918380" y="911160"/>
                  </a:lnTo>
                  <a:lnTo>
                    <a:pt x="918486" y="911726"/>
                  </a:lnTo>
                  <a:lnTo>
                    <a:pt x="918593" y="912292"/>
                  </a:lnTo>
                  <a:lnTo>
                    <a:pt x="918700" y="912859"/>
                  </a:lnTo>
                  <a:lnTo>
                    <a:pt x="918806" y="913425"/>
                  </a:lnTo>
                  <a:lnTo>
                    <a:pt x="918913" y="913991"/>
                  </a:lnTo>
                  <a:lnTo>
                    <a:pt x="918990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2894669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35" y="914400"/>
                  </a:lnTo>
                  <a:lnTo>
                    <a:pt x="914400" y="914172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2904109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14172"/>
                  </a:lnTo>
                  <a:lnTo>
                    <a:pt x="908654" y="912683"/>
                  </a:lnTo>
                  <a:lnTo>
                    <a:pt x="914206" y="910978"/>
                  </a:lnTo>
                  <a:lnTo>
                    <a:pt x="914399" y="910937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2913550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0937"/>
                  </a:lnTo>
                  <a:lnTo>
                    <a:pt x="910356" y="909789"/>
                  </a:lnTo>
                  <a:lnTo>
                    <a:pt x="914400" y="909305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2922990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9305"/>
                  </a:lnTo>
                  <a:lnTo>
                    <a:pt x="906530" y="909117"/>
                  </a:lnTo>
                  <a:lnTo>
                    <a:pt x="906927" y="909088"/>
                  </a:lnTo>
                  <a:lnTo>
                    <a:pt x="907326" y="909059"/>
                  </a:lnTo>
                  <a:lnTo>
                    <a:pt x="907725" y="909030"/>
                  </a:lnTo>
                  <a:lnTo>
                    <a:pt x="908124" y="909000"/>
                  </a:lnTo>
                  <a:lnTo>
                    <a:pt x="908523" y="908971"/>
                  </a:lnTo>
                  <a:lnTo>
                    <a:pt x="908921" y="908942"/>
                  </a:lnTo>
                  <a:lnTo>
                    <a:pt x="909320" y="908913"/>
                  </a:lnTo>
                  <a:lnTo>
                    <a:pt x="909719" y="908884"/>
                  </a:lnTo>
                  <a:lnTo>
                    <a:pt x="910118" y="908855"/>
                  </a:lnTo>
                  <a:lnTo>
                    <a:pt x="910517" y="908825"/>
                  </a:lnTo>
                  <a:lnTo>
                    <a:pt x="910916" y="908796"/>
                  </a:lnTo>
                  <a:lnTo>
                    <a:pt x="911315" y="908767"/>
                  </a:lnTo>
                  <a:lnTo>
                    <a:pt x="911713" y="908738"/>
                  </a:lnTo>
                  <a:lnTo>
                    <a:pt x="912112" y="908709"/>
                  </a:lnTo>
                  <a:lnTo>
                    <a:pt x="912511" y="908680"/>
                  </a:lnTo>
                  <a:lnTo>
                    <a:pt x="912910" y="908651"/>
                  </a:lnTo>
                  <a:lnTo>
                    <a:pt x="913309" y="908622"/>
                  </a:lnTo>
                  <a:lnTo>
                    <a:pt x="913708" y="908593"/>
                  </a:lnTo>
                  <a:lnTo>
                    <a:pt x="914106" y="908564"/>
                  </a:lnTo>
                  <a:lnTo>
                    <a:pt x="914399" y="908543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2932430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5065" y="908535"/>
                  </a:lnTo>
                  <a:lnTo>
                    <a:pt x="905464" y="908506"/>
                  </a:lnTo>
                  <a:lnTo>
                    <a:pt x="905863" y="908477"/>
                  </a:lnTo>
                  <a:lnTo>
                    <a:pt x="906262" y="908448"/>
                  </a:lnTo>
                  <a:lnTo>
                    <a:pt x="906660" y="908419"/>
                  </a:lnTo>
                  <a:lnTo>
                    <a:pt x="907059" y="908390"/>
                  </a:lnTo>
                  <a:lnTo>
                    <a:pt x="907458" y="908361"/>
                  </a:lnTo>
                  <a:lnTo>
                    <a:pt x="907857" y="908333"/>
                  </a:lnTo>
                  <a:lnTo>
                    <a:pt x="908256" y="908304"/>
                  </a:lnTo>
                  <a:lnTo>
                    <a:pt x="908655" y="908275"/>
                  </a:lnTo>
                  <a:lnTo>
                    <a:pt x="909054" y="908246"/>
                  </a:lnTo>
                  <a:lnTo>
                    <a:pt x="909453" y="908217"/>
                  </a:lnTo>
                  <a:lnTo>
                    <a:pt x="909851" y="908188"/>
                  </a:lnTo>
                  <a:lnTo>
                    <a:pt x="910250" y="908159"/>
                  </a:lnTo>
                  <a:lnTo>
                    <a:pt x="910649" y="908131"/>
                  </a:lnTo>
                  <a:lnTo>
                    <a:pt x="911048" y="908102"/>
                  </a:lnTo>
                  <a:lnTo>
                    <a:pt x="911447" y="908073"/>
                  </a:lnTo>
                  <a:lnTo>
                    <a:pt x="911846" y="908044"/>
                  </a:lnTo>
                  <a:lnTo>
                    <a:pt x="912245" y="908016"/>
                  </a:lnTo>
                  <a:lnTo>
                    <a:pt x="912644" y="907987"/>
                  </a:lnTo>
                  <a:lnTo>
                    <a:pt x="913043" y="907958"/>
                  </a:lnTo>
                  <a:lnTo>
                    <a:pt x="913441" y="907929"/>
                  </a:lnTo>
                  <a:lnTo>
                    <a:pt x="913840" y="907901"/>
                  </a:lnTo>
                  <a:lnTo>
                    <a:pt x="914239" y="907872"/>
                  </a:lnTo>
                  <a:lnTo>
                    <a:pt x="914400" y="907860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2941870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7860"/>
                  </a:lnTo>
                  <a:lnTo>
                    <a:pt x="905198" y="907843"/>
                  </a:lnTo>
                  <a:lnTo>
                    <a:pt x="905597" y="907815"/>
                  </a:lnTo>
                  <a:lnTo>
                    <a:pt x="905996" y="907786"/>
                  </a:lnTo>
                  <a:lnTo>
                    <a:pt x="906395" y="907757"/>
                  </a:lnTo>
                  <a:lnTo>
                    <a:pt x="906793" y="907729"/>
                  </a:lnTo>
                  <a:lnTo>
                    <a:pt x="907192" y="907700"/>
                  </a:lnTo>
                  <a:lnTo>
                    <a:pt x="907591" y="907671"/>
                  </a:lnTo>
                  <a:lnTo>
                    <a:pt x="907990" y="907643"/>
                  </a:lnTo>
                  <a:lnTo>
                    <a:pt x="908389" y="907614"/>
                  </a:lnTo>
                  <a:lnTo>
                    <a:pt x="908788" y="907586"/>
                  </a:lnTo>
                  <a:lnTo>
                    <a:pt x="909187" y="907557"/>
                  </a:lnTo>
                  <a:lnTo>
                    <a:pt x="909586" y="907529"/>
                  </a:lnTo>
                  <a:lnTo>
                    <a:pt x="909985" y="907500"/>
                  </a:lnTo>
                  <a:lnTo>
                    <a:pt x="910384" y="907472"/>
                  </a:lnTo>
                  <a:lnTo>
                    <a:pt x="910783" y="907443"/>
                  </a:lnTo>
                  <a:lnTo>
                    <a:pt x="911181" y="907415"/>
                  </a:lnTo>
                  <a:lnTo>
                    <a:pt x="911580" y="907386"/>
                  </a:lnTo>
                  <a:lnTo>
                    <a:pt x="911979" y="907358"/>
                  </a:lnTo>
                  <a:lnTo>
                    <a:pt x="912378" y="907329"/>
                  </a:lnTo>
                  <a:lnTo>
                    <a:pt x="912777" y="907301"/>
                  </a:lnTo>
                  <a:lnTo>
                    <a:pt x="913176" y="907272"/>
                  </a:lnTo>
                  <a:lnTo>
                    <a:pt x="913575" y="907244"/>
                  </a:lnTo>
                  <a:lnTo>
                    <a:pt x="913974" y="907216"/>
                  </a:lnTo>
                  <a:lnTo>
                    <a:pt x="914399" y="907185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2951311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7185"/>
                  </a:lnTo>
                  <a:lnTo>
                    <a:pt x="905332" y="907159"/>
                  </a:lnTo>
                  <a:lnTo>
                    <a:pt x="905731" y="907130"/>
                  </a:lnTo>
                  <a:lnTo>
                    <a:pt x="906129" y="907102"/>
                  </a:lnTo>
                  <a:lnTo>
                    <a:pt x="906528" y="907074"/>
                  </a:lnTo>
                  <a:lnTo>
                    <a:pt x="906927" y="907045"/>
                  </a:lnTo>
                  <a:lnTo>
                    <a:pt x="907326" y="907017"/>
                  </a:lnTo>
                  <a:lnTo>
                    <a:pt x="907725" y="906989"/>
                  </a:lnTo>
                  <a:lnTo>
                    <a:pt x="908124" y="906960"/>
                  </a:lnTo>
                  <a:lnTo>
                    <a:pt x="908523" y="906932"/>
                  </a:lnTo>
                  <a:lnTo>
                    <a:pt x="908922" y="906904"/>
                  </a:lnTo>
                  <a:lnTo>
                    <a:pt x="909321" y="906876"/>
                  </a:lnTo>
                  <a:lnTo>
                    <a:pt x="909720" y="906847"/>
                  </a:lnTo>
                  <a:lnTo>
                    <a:pt x="910119" y="906819"/>
                  </a:lnTo>
                  <a:lnTo>
                    <a:pt x="910518" y="906791"/>
                  </a:lnTo>
                  <a:lnTo>
                    <a:pt x="910917" y="906763"/>
                  </a:lnTo>
                  <a:lnTo>
                    <a:pt x="911316" y="906735"/>
                  </a:lnTo>
                  <a:lnTo>
                    <a:pt x="911715" y="906706"/>
                  </a:lnTo>
                  <a:lnTo>
                    <a:pt x="912114" y="906678"/>
                  </a:lnTo>
                  <a:lnTo>
                    <a:pt x="912513" y="906650"/>
                  </a:lnTo>
                  <a:lnTo>
                    <a:pt x="912912" y="906622"/>
                  </a:lnTo>
                  <a:lnTo>
                    <a:pt x="913311" y="906594"/>
                  </a:lnTo>
                  <a:lnTo>
                    <a:pt x="913710" y="906566"/>
                  </a:lnTo>
                  <a:lnTo>
                    <a:pt x="914109" y="906538"/>
                  </a:lnTo>
                  <a:lnTo>
                    <a:pt x="914400" y="906517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2960751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5067" y="906510"/>
                  </a:lnTo>
                  <a:lnTo>
                    <a:pt x="905466" y="906481"/>
                  </a:lnTo>
                  <a:lnTo>
                    <a:pt x="905865" y="906453"/>
                  </a:lnTo>
                  <a:lnTo>
                    <a:pt x="906264" y="906425"/>
                  </a:lnTo>
                  <a:lnTo>
                    <a:pt x="906663" y="906397"/>
                  </a:lnTo>
                  <a:lnTo>
                    <a:pt x="907062" y="906369"/>
                  </a:lnTo>
                  <a:lnTo>
                    <a:pt x="907461" y="906341"/>
                  </a:lnTo>
                  <a:lnTo>
                    <a:pt x="907860" y="906313"/>
                  </a:lnTo>
                  <a:lnTo>
                    <a:pt x="908259" y="906285"/>
                  </a:lnTo>
                  <a:lnTo>
                    <a:pt x="908658" y="906257"/>
                  </a:lnTo>
                  <a:lnTo>
                    <a:pt x="909057" y="906229"/>
                  </a:lnTo>
                  <a:lnTo>
                    <a:pt x="909456" y="906201"/>
                  </a:lnTo>
                  <a:lnTo>
                    <a:pt x="909855" y="906173"/>
                  </a:lnTo>
                  <a:lnTo>
                    <a:pt x="910254" y="906146"/>
                  </a:lnTo>
                  <a:lnTo>
                    <a:pt x="910653" y="906118"/>
                  </a:lnTo>
                  <a:lnTo>
                    <a:pt x="911052" y="906090"/>
                  </a:lnTo>
                  <a:lnTo>
                    <a:pt x="911451" y="906062"/>
                  </a:lnTo>
                  <a:lnTo>
                    <a:pt x="911850" y="906034"/>
                  </a:lnTo>
                  <a:lnTo>
                    <a:pt x="912249" y="906006"/>
                  </a:lnTo>
                  <a:lnTo>
                    <a:pt x="912648" y="905978"/>
                  </a:lnTo>
                  <a:lnTo>
                    <a:pt x="913047" y="905950"/>
                  </a:lnTo>
                  <a:lnTo>
                    <a:pt x="913446" y="905923"/>
                  </a:lnTo>
                  <a:lnTo>
                    <a:pt x="913845" y="905895"/>
                  </a:lnTo>
                  <a:lnTo>
                    <a:pt x="914244" y="905867"/>
                  </a:lnTo>
                  <a:lnTo>
                    <a:pt x="914399" y="905856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2970191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5856"/>
                  </a:lnTo>
                  <a:lnTo>
                    <a:pt x="905203" y="905839"/>
                  </a:lnTo>
                  <a:lnTo>
                    <a:pt x="905602" y="905811"/>
                  </a:lnTo>
                  <a:lnTo>
                    <a:pt x="906001" y="905784"/>
                  </a:lnTo>
                  <a:lnTo>
                    <a:pt x="906400" y="905756"/>
                  </a:lnTo>
                  <a:lnTo>
                    <a:pt x="906799" y="905728"/>
                  </a:lnTo>
                  <a:lnTo>
                    <a:pt x="907198" y="905700"/>
                  </a:lnTo>
                  <a:lnTo>
                    <a:pt x="907597" y="905673"/>
                  </a:lnTo>
                  <a:lnTo>
                    <a:pt x="907996" y="905645"/>
                  </a:lnTo>
                  <a:lnTo>
                    <a:pt x="908395" y="905617"/>
                  </a:lnTo>
                  <a:lnTo>
                    <a:pt x="908794" y="905590"/>
                  </a:lnTo>
                  <a:lnTo>
                    <a:pt x="909193" y="905562"/>
                  </a:lnTo>
                  <a:lnTo>
                    <a:pt x="909592" y="905534"/>
                  </a:lnTo>
                  <a:lnTo>
                    <a:pt x="909991" y="905507"/>
                  </a:lnTo>
                  <a:lnTo>
                    <a:pt x="910390" y="905479"/>
                  </a:lnTo>
                  <a:lnTo>
                    <a:pt x="914400" y="905411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2979631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5411"/>
                  </a:lnTo>
                  <a:lnTo>
                    <a:pt x="907297" y="905371"/>
                  </a:lnTo>
                  <a:lnTo>
                    <a:pt x="913638" y="905925"/>
                  </a:lnTo>
                  <a:lnTo>
                    <a:pt x="914399" y="906031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2989071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6031"/>
                  </a:lnTo>
                  <a:lnTo>
                    <a:pt x="914400" y="907350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2998512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7350"/>
                  </a:lnTo>
                  <a:lnTo>
                    <a:pt x="914400" y="90866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3007952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668"/>
                  </a:lnTo>
                  <a:lnTo>
                    <a:pt x="914400" y="909987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3017392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9987"/>
                  </a:lnTo>
                  <a:lnTo>
                    <a:pt x="914400" y="9112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3026832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1238"/>
                  </a:lnTo>
                  <a:lnTo>
                    <a:pt x="905451" y="911077"/>
                  </a:lnTo>
                  <a:lnTo>
                    <a:pt x="905994" y="910899"/>
                  </a:lnTo>
                  <a:lnTo>
                    <a:pt x="906538" y="910721"/>
                  </a:lnTo>
                  <a:lnTo>
                    <a:pt x="907081" y="910543"/>
                  </a:lnTo>
                  <a:lnTo>
                    <a:pt x="907624" y="910366"/>
                  </a:lnTo>
                  <a:lnTo>
                    <a:pt x="908167" y="910188"/>
                  </a:lnTo>
                  <a:lnTo>
                    <a:pt x="908710" y="910010"/>
                  </a:lnTo>
                  <a:lnTo>
                    <a:pt x="909254" y="909833"/>
                  </a:lnTo>
                  <a:lnTo>
                    <a:pt x="909797" y="909655"/>
                  </a:lnTo>
                  <a:lnTo>
                    <a:pt x="910340" y="909478"/>
                  </a:lnTo>
                  <a:lnTo>
                    <a:pt x="910883" y="909300"/>
                  </a:lnTo>
                  <a:lnTo>
                    <a:pt x="911426" y="909123"/>
                  </a:lnTo>
                  <a:lnTo>
                    <a:pt x="911970" y="908945"/>
                  </a:lnTo>
                  <a:lnTo>
                    <a:pt x="912513" y="908768"/>
                  </a:lnTo>
                  <a:lnTo>
                    <a:pt x="913056" y="908590"/>
                  </a:lnTo>
                  <a:lnTo>
                    <a:pt x="913600" y="908413"/>
                  </a:lnTo>
                  <a:lnTo>
                    <a:pt x="914143" y="908236"/>
                  </a:lnTo>
                  <a:lnTo>
                    <a:pt x="914400" y="908152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3036273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8152"/>
                  </a:lnTo>
                  <a:lnTo>
                    <a:pt x="905246" y="908058"/>
                  </a:lnTo>
                  <a:lnTo>
                    <a:pt x="905790" y="907881"/>
                  </a:lnTo>
                  <a:lnTo>
                    <a:pt x="906333" y="907704"/>
                  </a:lnTo>
                  <a:lnTo>
                    <a:pt x="906876" y="907526"/>
                  </a:lnTo>
                  <a:lnTo>
                    <a:pt x="907420" y="907349"/>
                  </a:lnTo>
                  <a:lnTo>
                    <a:pt x="907963" y="907172"/>
                  </a:lnTo>
                  <a:lnTo>
                    <a:pt x="908507" y="906995"/>
                  </a:lnTo>
                  <a:lnTo>
                    <a:pt x="909050" y="906817"/>
                  </a:lnTo>
                  <a:lnTo>
                    <a:pt x="909593" y="906640"/>
                  </a:lnTo>
                  <a:lnTo>
                    <a:pt x="910137" y="906463"/>
                  </a:lnTo>
                  <a:lnTo>
                    <a:pt x="910680" y="906286"/>
                  </a:lnTo>
                  <a:lnTo>
                    <a:pt x="911224" y="906109"/>
                  </a:lnTo>
                  <a:lnTo>
                    <a:pt x="911767" y="905932"/>
                  </a:lnTo>
                  <a:lnTo>
                    <a:pt x="912311" y="905755"/>
                  </a:lnTo>
                  <a:lnTo>
                    <a:pt x="912855" y="905578"/>
                  </a:lnTo>
                  <a:lnTo>
                    <a:pt x="913398" y="905401"/>
                  </a:lnTo>
                  <a:lnTo>
                    <a:pt x="913942" y="905224"/>
                  </a:lnTo>
                  <a:lnTo>
                    <a:pt x="914399" y="905075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3045713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5045" y="905047"/>
                  </a:lnTo>
                  <a:lnTo>
                    <a:pt x="905589" y="904870"/>
                  </a:lnTo>
                  <a:lnTo>
                    <a:pt x="906132" y="904693"/>
                  </a:lnTo>
                  <a:lnTo>
                    <a:pt x="911753" y="903133"/>
                  </a:lnTo>
                  <a:lnTo>
                    <a:pt x="914399" y="90264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3055153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2649"/>
                  </a:lnTo>
                  <a:lnTo>
                    <a:pt x="907968" y="902100"/>
                  </a:lnTo>
                  <a:lnTo>
                    <a:pt x="913645" y="901595"/>
                  </a:lnTo>
                  <a:lnTo>
                    <a:pt x="913989" y="901581"/>
                  </a:lnTo>
                  <a:lnTo>
                    <a:pt x="914400" y="901564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3064593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1564"/>
                  </a:lnTo>
                  <a:lnTo>
                    <a:pt x="905242" y="901552"/>
                  </a:lnTo>
                  <a:lnTo>
                    <a:pt x="905589" y="901537"/>
                  </a:lnTo>
                  <a:lnTo>
                    <a:pt x="905935" y="901523"/>
                  </a:lnTo>
                  <a:lnTo>
                    <a:pt x="906282" y="901508"/>
                  </a:lnTo>
                  <a:lnTo>
                    <a:pt x="906628" y="901494"/>
                  </a:lnTo>
                  <a:lnTo>
                    <a:pt x="906975" y="901479"/>
                  </a:lnTo>
                  <a:lnTo>
                    <a:pt x="907321" y="901465"/>
                  </a:lnTo>
                  <a:lnTo>
                    <a:pt x="907668" y="901450"/>
                  </a:lnTo>
                  <a:lnTo>
                    <a:pt x="908014" y="901436"/>
                  </a:lnTo>
                  <a:lnTo>
                    <a:pt x="908361" y="901421"/>
                  </a:lnTo>
                  <a:lnTo>
                    <a:pt x="908707" y="901407"/>
                  </a:lnTo>
                  <a:lnTo>
                    <a:pt x="909054" y="901392"/>
                  </a:lnTo>
                  <a:lnTo>
                    <a:pt x="909400" y="901378"/>
                  </a:lnTo>
                  <a:lnTo>
                    <a:pt x="909747" y="901363"/>
                  </a:lnTo>
                  <a:lnTo>
                    <a:pt x="910093" y="901349"/>
                  </a:lnTo>
                  <a:lnTo>
                    <a:pt x="910440" y="901335"/>
                  </a:lnTo>
                  <a:lnTo>
                    <a:pt x="910786" y="901320"/>
                  </a:lnTo>
                  <a:lnTo>
                    <a:pt x="911133" y="901306"/>
                  </a:lnTo>
                  <a:lnTo>
                    <a:pt x="911479" y="901291"/>
                  </a:lnTo>
                  <a:lnTo>
                    <a:pt x="911826" y="901277"/>
                  </a:lnTo>
                  <a:lnTo>
                    <a:pt x="912172" y="901263"/>
                  </a:lnTo>
                  <a:lnTo>
                    <a:pt x="912519" y="901248"/>
                  </a:lnTo>
                  <a:lnTo>
                    <a:pt x="912865" y="901234"/>
                  </a:lnTo>
                  <a:lnTo>
                    <a:pt x="913212" y="901220"/>
                  </a:lnTo>
                  <a:lnTo>
                    <a:pt x="913558" y="901205"/>
                  </a:lnTo>
                  <a:lnTo>
                    <a:pt x="913905" y="901191"/>
                  </a:lnTo>
                  <a:lnTo>
                    <a:pt x="914251" y="901177"/>
                  </a:lnTo>
                  <a:lnTo>
                    <a:pt x="914400" y="90117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3074034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1170"/>
                  </a:lnTo>
                  <a:lnTo>
                    <a:pt x="905158" y="901162"/>
                  </a:lnTo>
                  <a:lnTo>
                    <a:pt x="905504" y="901148"/>
                  </a:lnTo>
                  <a:lnTo>
                    <a:pt x="905851" y="901134"/>
                  </a:lnTo>
                  <a:lnTo>
                    <a:pt x="906197" y="901119"/>
                  </a:lnTo>
                  <a:lnTo>
                    <a:pt x="906544" y="901105"/>
                  </a:lnTo>
                  <a:lnTo>
                    <a:pt x="906890" y="901091"/>
                  </a:lnTo>
                  <a:lnTo>
                    <a:pt x="907237" y="901077"/>
                  </a:lnTo>
                  <a:lnTo>
                    <a:pt x="907583" y="901062"/>
                  </a:lnTo>
                  <a:lnTo>
                    <a:pt x="907930" y="901048"/>
                  </a:lnTo>
                  <a:lnTo>
                    <a:pt x="908276" y="901034"/>
                  </a:lnTo>
                  <a:lnTo>
                    <a:pt x="908623" y="901020"/>
                  </a:lnTo>
                  <a:lnTo>
                    <a:pt x="908970" y="901006"/>
                  </a:lnTo>
                  <a:lnTo>
                    <a:pt x="909316" y="900991"/>
                  </a:lnTo>
                  <a:lnTo>
                    <a:pt x="909663" y="900977"/>
                  </a:lnTo>
                  <a:lnTo>
                    <a:pt x="910009" y="900963"/>
                  </a:lnTo>
                  <a:lnTo>
                    <a:pt x="910356" y="900949"/>
                  </a:lnTo>
                  <a:lnTo>
                    <a:pt x="910702" y="900935"/>
                  </a:lnTo>
                  <a:lnTo>
                    <a:pt x="911049" y="900921"/>
                  </a:lnTo>
                  <a:lnTo>
                    <a:pt x="911395" y="900906"/>
                  </a:lnTo>
                  <a:lnTo>
                    <a:pt x="911742" y="900892"/>
                  </a:lnTo>
                  <a:lnTo>
                    <a:pt x="912088" y="900878"/>
                  </a:lnTo>
                  <a:lnTo>
                    <a:pt x="912435" y="900864"/>
                  </a:lnTo>
                  <a:lnTo>
                    <a:pt x="912781" y="900850"/>
                  </a:lnTo>
                  <a:lnTo>
                    <a:pt x="913128" y="900836"/>
                  </a:lnTo>
                  <a:lnTo>
                    <a:pt x="913474" y="900822"/>
                  </a:lnTo>
                  <a:lnTo>
                    <a:pt x="913821" y="900808"/>
                  </a:lnTo>
                  <a:lnTo>
                    <a:pt x="914168" y="900794"/>
                  </a:lnTo>
                  <a:lnTo>
                    <a:pt x="914400" y="900784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3083474" y="2150222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5074" y="918350"/>
                  </a:lnTo>
                  <a:lnTo>
                    <a:pt x="905420" y="918335"/>
                  </a:lnTo>
                  <a:lnTo>
                    <a:pt x="905767" y="918321"/>
                  </a:lnTo>
                  <a:lnTo>
                    <a:pt x="906113" y="918307"/>
                  </a:lnTo>
                  <a:lnTo>
                    <a:pt x="906460" y="918293"/>
                  </a:lnTo>
                  <a:lnTo>
                    <a:pt x="906807" y="918279"/>
                  </a:lnTo>
                  <a:lnTo>
                    <a:pt x="907153" y="918265"/>
                  </a:lnTo>
                  <a:lnTo>
                    <a:pt x="907500" y="918251"/>
                  </a:lnTo>
                  <a:lnTo>
                    <a:pt x="909169" y="918259"/>
                  </a:lnTo>
                  <a:lnTo>
                    <a:pt x="909282" y="917885"/>
                  </a:lnTo>
                  <a:lnTo>
                    <a:pt x="909397" y="917498"/>
                  </a:lnTo>
                  <a:lnTo>
                    <a:pt x="909513" y="917112"/>
                  </a:lnTo>
                  <a:lnTo>
                    <a:pt x="909629" y="916725"/>
                  </a:lnTo>
                  <a:lnTo>
                    <a:pt x="909745" y="916339"/>
                  </a:lnTo>
                  <a:lnTo>
                    <a:pt x="909861" y="915952"/>
                  </a:lnTo>
                  <a:lnTo>
                    <a:pt x="909976" y="915566"/>
                  </a:lnTo>
                  <a:lnTo>
                    <a:pt x="910352" y="914400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3083474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3092914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3102354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3111795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3121235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3130675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3140115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314955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315899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316843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317787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3187316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3196757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3206197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3215637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3225077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323451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324395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325339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326283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327227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328171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329115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330059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3310040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3319480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3328920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3338360" y="2167792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5811"/>
                  </a:lnTo>
                  <a:lnTo>
                    <a:pt x="923278" y="907906"/>
                  </a:lnTo>
                  <a:lnTo>
                    <a:pt x="922456" y="910973"/>
                  </a:lnTo>
                  <a:lnTo>
                    <a:pt x="921634" y="914041"/>
                  </a:lnTo>
                  <a:lnTo>
                    <a:pt x="921538" y="914400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3347801" y="2150222"/>
              <a:ext cx="916811" cy="923381"/>
            </a:xfrm>
            <a:custGeom>
              <a:avLst/>
              <a:pathLst>
                <a:path w="916811" h="923381">
                  <a:moveTo>
                    <a:pt x="914400" y="914400"/>
                  </a:moveTo>
                  <a:lnTo>
                    <a:pt x="916811" y="914400"/>
                  </a:lnTo>
                  <a:lnTo>
                    <a:pt x="916307" y="916275"/>
                  </a:lnTo>
                  <a:lnTo>
                    <a:pt x="915483" y="919342"/>
                  </a:lnTo>
                  <a:lnTo>
                    <a:pt x="914660" y="922409"/>
                  </a:lnTo>
                  <a:lnTo>
                    <a:pt x="914400" y="923381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2337695" y="2132652"/>
              <a:ext cx="914399" cy="919470"/>
            </a:xfrm>
            <a:custGeom>
              <a:avLst/>
              <a:pathLst>
                <a:path w="914399" h="919470">
                  <a:moveTo>
                    <a:pt x="914399" y="914400"/>
                  </a:moveTo>
                  <a:lnTo>
                    <a:pt x="914399" y="919470"/>
                  </a:lnTo>
                  <a:lnTo>
                    <a:pt x="914134" y="918889"/>
                  </a:lnTo>
                  <a:lnTo>
                    <a:pt x="913337" y="917142"/>
                  </a:lnTo>
                  <a:lnTo>
                    <a:pt x="912157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2337695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0094" y="931969"/>
                  </a:lnTo>
                  <a:lnTo>
                    <a:pt x="919668" y="931033"/>
                  </a:lnTo>
                  <a:lnTo>
                    <a:pt x="918878" y="929298"/>
                  </a:lnTo>
                  <a:lnTo>
                    <a:pt x="918088" y="927563"/>
                  </a:lnTo>
                  <a:lnTo>
                    <a:pt x="917298" y="925828"/>
                  </a:lnTo>
                  <a:lnTo>
                    <a:pt x="916507" y="924093"/>
                  </a:lnTo>
                  <a:lnTo>
                    <a:pt x="915716" y="922358"/>
                  </a:lnTo>
                  <a:lnTo>
                    <a:pt x="914925" y="920624"/>
                  </a:lnTo>
                  <a:lnTo>
                    <a:pt x="914399" y="91947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2347135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2356575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2366016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237545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2384896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239433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2403777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2413217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2422657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2432097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244153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2450978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246041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2469858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47929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88739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49817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507619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51705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526500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53594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545380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55482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564261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573701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2583141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2592581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2602022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2611462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2620902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2630342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2639783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2649223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2668103" y="215022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189" y="896830"/>
                  </a:lnTo>
                  <a:lnTo>
                    <a:pt x="914320" y="907220"/>
                  </a:lnTo>
                  <a:lnTo>
                    <a:pt x="914400" y="90764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2668103" y="2150222"/>
              <a:ext cx="915676" cy="914400"/>
            </a:xfrm>
            <a:custGeom>
              <a:avLst/>
              <a:pathLst>
                <a:path w="915676" h="914400">
                  <a:moveTo>
                    <a:pt x="914400" y="914400"/>
                  </a:moveTo>
                  <a:lnTo>
                    <a:pt x="914400" y="907640"/>
                  </a:lnTo>
                  <a:lnTo>
                    <a:pt x="914426" y="907781"/>
                  </a:lnTo>
                  <a:lnTo>
                    <a:pt x="914533" y="908347"/>
                  </a:lnTo>
                  <a:lnTo>
                    <a:pt x="914640" y="908913"/>
                  </a:lnTo>
                  <a:lnTo>
                    <a:pt x="914747" y="909479"/>
                  </a:lnTo>
                  <a:lnTo>
                    <a:pt x="914854" y="910046"/>
                  </a:lnTo>
                  <a:lnTo>
                    <a:pt x="914961" y="910612"/>
                  </a:lnTo>
                  <a:lnTo>
                    <a:pt x="915068" y="911178"/>
                  </a:lnTo>
                  <a:lnTo>
                    <a:pt x="915175" y="911744"/>
                  </a:lnTo>
                  <a:lnTo>
                    <a:pt x="915282" y="912310"/>
                  </a:lnTo>
                  <a:lnTo>
                    <a:pt x="915389" y="912876"/>
                  </a:lnTo>
                  <a:lnTo>
                    <a:pt x="915496" y="913443"/>
                  </a:lnTo>
                  <a:lnTo>
                    <a:pt x="915603" y="914009"/>
                  </a:lnTo>
                  <a:lnTo>
                    <a:pt x="915676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083474" y="215022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352" y="914400"/>
                  </a:lnTo>
                  <a:lnTo>
                    <a:pt x="913645" y="904182"/>
                  </a:lnTo>
                  <a:lnTo>
                    <a:pt x="914400" y="902144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092914" y="2132652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9714"/>
                  </a:lnTo>
                  <a:lnTo>
                    <a:pt x="906926" y="914400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092914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102354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111795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121235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130675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140115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14955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15899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16843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17787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187316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196757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206197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215637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225077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23451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24395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25339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26283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27227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6">
                <a:alpha val="100000"/>
              </a:srgbClr>
            </a:solidFill>
            <a:ln w="5420" cap="flat">
              <a:solidFill>
                <a:srgbClr val="9A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28171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29115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30059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31004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31948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32892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33836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347801" y="2150222"/>
              <a:ext cx="921032" cy="914400"/>
            </a:xfrm>
            <a:custGeom>
              <a:avLst/>
              <a:pathLst>
                <a:path w="921032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032" y="896830"/>
                  </a:lnTo>
                  <a:lnTo>
                    <a:pt x="919658" y="903146"/>
                  </a:lnTo>
                  <a:lnTo>
                    <a:pt x="917136" y="913189"/>
                  </a:lnTo>
                  <a:lnTo>
                    <a:pt x="916811" y="914400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2337695" y="2115082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2157" y="931969"/>
                  </a:lnTo>
                  <a:lnTo>
                    <a:pt x="909304" y="925343"/>
                  </a:lnTo>
                  <a:lnTo>
                    <a:pt x="905564" y="915562"/>
                  </a:lnTo>
                  <a:lnTo>
                    <a:pt x="905171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2337695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2347135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2356575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2366016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237545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2384896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239433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2403777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2413217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2422657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2432097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244153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2450978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246041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2469858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247929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2488739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249817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2507619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251705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2526500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253594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2545380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255482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2564261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2573701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2583141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2592581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2602022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2611462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2620902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2630342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2639783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2649223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2658663" y="2132652"/>
              <a:ext cx="921629" cy="914400"/>
            </a:xfrm>
            <a:custGeom>
              <a:avLst/>
              <a:pathLst>
                <a:path w="921629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185" y="896830"/>
                  </a:lnTo>
                  <a:lnTo>
                    <a:pt x="919202" y="904216"/>
                  </a:lnTo>
                  <a:lnTo>
                    <a:pt x="921629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092914" y="2115082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6926" y="931969"/>
                  </a:lnTo>
                  <a:lnTo>
                    <a:pt x="908251" y="928390"/>
                  </a:lnTo>
                  <a:lnTo>
                    <a:pt x="908445" y="927900"/>
                  </a:lnTo>
                  <a:lnTo>
                    <a:pt x="908641" y="927404"/>
                  </a:lnTo>
                  <a:lnTo>
                    <a:pt x="908838" y="926908"/>
                  </a:lnTo>
                  <a:lnTo>
                    <a:pt x="909034" y="926412"/>
                  </a:lnTo>
                  <a:lnTo>
                    <a:pt x="909230" y="925916"/>
                  </a:lnTo>
                  <a:lnTo>
                    <a:pt x="909427" y="925420"/>
                  </a:lnTo>
                  <a:lnTo>
                    <a:pt x="909623" y="924924"/>
                  </a:lnTo>
                  <a:lnTo>
                    <a:pt x="909819" y="924428"/>
                  </a:lnTo>
                  <a:lnTo>
                    <a:pt x="910016" y="923932"/>
                  </a:lnTo>
                  <a:lnTo>
                    <a:pt x="910212" y="923436"/>
                  </a:lnTo>
                  <a:lnTo>
                    <a:pt x="910408" y="922939"/>
                  </a:lnTo>
                  <a:lnTo>
                    <a:pt x="910605" y="922443"/>
                  </a:lnTo>
                  <a:lnTo>
                    <a:pt x="910801" y="921947"/>
                  </a:lnTo>
                  <a:lnTo>
                    <a:pt x="910998" y="921451"/>
                  </a:lnTo>
                  <a:lnTo>
                    <a:pt x="911194" y="920955"/>
                  </a:lnTo>
                  <a:lnTo>
                    <a:pt x="911391" y="920459"/>
                  </a:lnTo>
                  <a:lnTo>
                    <a:pt x="911587" y="919963"/>
                  </a:lnTo>
                  <a:lnTo>
                    <a:pt x="911784" y="919467"/>
                  </a:lnTo>
                  <a:lnTo>
                    <a:pt x="911980" y="918971"/>
                  </a:lnTo>
                  <a:lnTo>
                    <a:pt x="912177" y="918475"/>
                  </a:lnTo>
                  <a:lnTo>
                    <a:pt x="912374" y="917979"/>
                  </a:lnTo>
                  <a:lnTo>
                    <a:pt x="912570" y="917483"/>
                  </a:lnTo>
                  <a:lnTo>
                    <a:pt x="912767" y="916987"/>
                  </a:lnTo>
                  <a:lnTo>
                    <a:pt x="912963" y="916491"/>
                  </a:lnTo>
                  <a:lnTo>
                    <a:pt x="913160" y="915995"/>
                  </a:lnTo>
                  <a:lnTo>
                    <a:pt x="913357" y="915499"/>
                  </a:lnTo>
                  <a:lnTo>
                    <a:pt x="913553" y="915003"/>
                  </a:lnTo>
                  <a:lnTo>
                    <a:pt x="913792" y="91440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092914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102354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111795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121235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130675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140115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14955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15899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16843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17787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187316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196757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206197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215637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225077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23451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24395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25339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26283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27227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28171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467">
                <a:alpha val="100000"/>
              </a:srgbClr>
            </a:solidFill>
            <a:ln w="5420" cap="flat">
              <a:solidFill>
                <a:srgbClr val="9E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29115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30059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31004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31948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32892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33836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347801" y="2132652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36" y="899957"/>
                  </a:lnTo>
                  <a:lnTo>
                    <a:pt x="921894" y="910439"/>
                  </a:lnTo>
                  <a:lnTo>
                    <a:pt x="921032" y="914400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357241" y="2115082"/>
              <a:ext cx="914879" cy="917505"/>
            </a:xfrm>
            <a:custGeom>
              <a:avLst/>
              <a:pathLst>
                <a:path w="914879" h="917505">
                  <a:moveTo>
                    <a:pt x="914400" y="914400"/>
                  </a:moveTo>
                  <a:lnTo>
                    <a:pt x="914879" y="914400"/>
                  </a:lnTo>
                  <a:lnTo>
                    <a:pt x="914400" y="917505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2328255" y="2097513"/>
              <a:ext cx="914400" cy="931343"/>
            </a:xfrm>
            <a:custGeom>
              <a:avLst/>
              <a:pathLst>
                <a:path w="914400" h="931343">
                  <a:moveTo>
                    <a:pt x="914400" y="914400"/>
                  </a:moveTo>
                  <a:lnTo>
                    <a:pt x="914400" y="931343"/>
                  </a:lnTo>
                  <a:lnTo>
                    <a:pt x="911569" y="922970"/>
                  </a:lnTo>
                  <a:lnTo>
                    <a:pt x="911438" y="922527"/>
                  </a:lnTo>
                  <a:lnTo>
                    <a:pt x="907999" y="918269"/>
                  </a:lnTo>
                  <a:lnTo>
                    <a:pt x="905203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2328255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611" y="931969"/>
                  </a:lnTo>
                  <a:lnTo>
                    <a:pt x="914400" y="931343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2337695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2347135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2356575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2366016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237545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2384896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239433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2403777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2413217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2422657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2432097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244153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2450978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246041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2469858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247929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2488739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249817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2507619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251705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2526500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253594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2545380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255482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2564261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2573701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2583141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2592581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h3196"/>
            <p:cNvSpPr/>
            <p:nvPr/>
          </p:nvSpPr>
          <p:spPr>
            <a:xfrm>
              <a:off x="2602022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h3197"/>
            <p:cNvSpPr/>
            <p:nvPr/>
          </p:nvSpPr>
          <p:spPr>
            <a:xfrm>
              <a:off x="2611462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h3198"/>
            <p:cNvSpPr/>
            <p:nvPr/>
          </p:nvSpPr>
          <p:spPr>
            <a:xfrm>
              <a:off x="2620902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h3199"/>
            <p:cNvSpPr/>
            <p:nvPr/>
          </p:nvSpPr>
          <p:spPr>
            <a:xfrm>
              <a:off x="2630342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h3200"/>
            <p:cNvSpPr/>
            <p:nvPr/>
          </p:nvSpPr>
          <p:spPr>
            <a:xfrm>
              <a:off x="2639783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h3201"/>
            <p:cNvSpPr/>
            <p:nvPr/>
          </p:nvSpPr>
          <p:spPr>
            <a:xfrm>
              <a:off x="2658663" y="211508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1624" y="896830"/>
                  </a:lnTo>
                  <a:lnTo>
                    <a:pt x="913504" y="902220"/>
                  </a:lnTo>
                  <a:lnTo>
                    <a:pt x="914399" y="90510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h3202"/>
            <p:cNvSpPr/>
            <p:nvPr/>
          </p:nvSpPr>
          <p:spPr>
            <a:xfrm>
              <a:off x="2658663" y="2115082"/>
              <a:ext cx="917185" cy="914400"/>
            </a:xfrm>
            <a:custGeom>
              <a:avLst/>
              <a:pathLst>
                <a:path w="917185" h="914400">
                  <a:moveTo>
                    <a:pt x="914399" y="914400"/>
                  </a:moveTo>
                  <a:lnTo>
                    <a:pt x="914399" y="905109"/>
                  </a:lnTo>
                  <a:lnTo>
                    <a:pt x="916492" y="911863"/>
                  </a:lnTo>
                  <a:lnTo>
                    <a:pt x="917185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h3203"/>
            <p:cNvSpPr/>
            <p:nvPr/>
          </p:nvSpPr>
          <p:spPr>
            <a:xfrm>
              <a:off x="3092914" y="211508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792" y="914400"/>
                  </a:lnTo>
                  <a:lnTo>
                    <a:pt x="913947" y="914011"/>
                  </a:lnTo>
                  <a:lnTo>
                    <a:pt x="914143" y="913515"/>
                  </a:lnTo>
                  <a:lnTo>
                    <a:pt x="914340" y="913019"/>
                  </a:lnTo>
                  <a:lnTo>
                    <a:pt x="914400" y="9128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h3204"/>
            <p:cNvSpPr/>
            <p:nvPr/>
          </p:nvSpPr>
          <p:spPr>
            <a:xfrm>
              <a:off x="3102354" y="209751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30439"/>
                  </a:lnTo>
                  <a:lnTo>
                    <a:pt x="905096" y="930093"/>
                  </a:lnTo>
                  <a:lnTo>
                    <a:pt x="905293" y="929597"/>
                  </a:lnTo>
                  <a:lnTo>
                    <a:pt x="905490" y="929101"/>
                  </a:lnTo>
                  <a:lnTo>
                    <a:pt x="905687" y="928605"/>
                  </a:lnTo>
                  <a:lnTo>
                    <a:pt x="905884" y="928109"/>
                  </a:lnTo>
                  <a:lnTo>
                    <a:pt x="906080" y="927613"/>
                  </a:lnTo>
                  <a:lnTo>
                    <a:pt x="906277" y="927117"/>
                  </a:lnTo>
                  <a:lnTo>
                    <a:pt x="906474" y="926621"/>
                  </a:lnTo>
                  <a:lnTo>
                    <a:pt x="906671" y="926125"/>
                  </a:lnTo>
                  <a:lnTo>
                    <a:pt x="906868" y="925629"/>
                  </a:lnTo>
                  <a:lnTo>
                    <a:pt x="907065" y="925133"/>
                  </a:lnTo>
                  <a:lnTo>
                    <a:pt x="907261" y="924637"/>
                  </a:lnTo>
                  <a:lnTo>
                    <a:pt x="907458" y="924141"/>
                  </a:lnTo>
                  <a:lnTo>
                    <a:pt x="907655" y="923645"/>
                  </a:lnTo>
                  <a:lnTo>
                    <a:pt x="907852" y="923149"/>
                  </a:lnTo>
                  <a:lnTo>
                    <a:pt x="908049" y="922653"/>
                  </a:lnTo>
                  <a:lnTo>
                    <a:pt x="908246" y="922157"/>
                  </a:lnTo>
                  <a:lnTo>
                    <a:pt x="908443" y="921661"/>
                  </a:lnTo>
                  <a:lnTo>
                    <a:pt x="908640" y="921165"/>
                  </a:lnTo>
                  <a:lnTo>
                    <a:pt x="908837" y="920669"/>
                  </a:lnTo>
                  <a:lnTo>
                    <a:pt x="909034" y="920173"/>
                  </a:lnTo>
                  <a:lnTo>
                    <a:pt x="909231" y="919677"/>
                  </a:lnTo>
                  <a:lnTo>
                    <a:pt x="909428" y="919181"/>
                  </a:lnTo>
                  <a:lnTo>
                    <a:pt x="909625" y="918685"/>
                  </a:lnTo>
                  <a:lnTo>
                    <a:pt x="909822" y="918190"/>
                  </a:lnTo>
                  <a:lnTo>
                    <a:pt x="910019" y="917694"/>
                  </a:lnTo>
                  <a:lnTo>
                    <a:pt x="910217" y="917198"/>
                  </a:lnTo>
                  <a:lnTo>
                    <a:pt x="910414" y="916702"/>
                  </a:lnTo>
                  <a:lnTo>
                    <a:pt x="910611" y="916206"/>
                  </a:lnTo>
                  <a:lnTo>
                    <a:pt x="910808" y="915710"/>
                  </a:lnTo>
                  <a:lnTo>
                    <a:pt x="911005" y="915214"/>
                  </a:lnTo>
                  <a:lnTo>
                    <a:pt x="911202" y="914718"/>
                  </a:lnTo>
                  <a:lnTo>
                    <a:pt x="911329" y="914400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h3205"/>
            <p:cNvSpPr/>
            <p:nvPr/>
          </p:nvSpPr>
          <p:spPr>
            <a:xfrm>
              <a:off x="3102354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h3206"/>
            <p:cNvSpPr/>
            <p:nvPr/>
          </p:nvSpPr>
          <p:spPr>
            <a:xfrm>
              <a:off x="3111795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h3207"/>
            <p:cNvSpPr/>
            <p:nvPr/>
          </p:nvSpPr>
          <p:spPr>
            <a:xfrm>
              <a:off x="3121235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h3208"/>
            <p:cNvSpPr/>
            <p:nvPr/>
          </p:nvSpPr>
          <p:spPr>
            <a:xfrm>
              <a:off x="3130675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h3209"/>
            <p:cNvSpPr/>
            <p:nvPr/>
          </p:nvSpPr>
          <p:spPr>
            <a:xfrm>
              <a:off x="3140115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h3210"/>
            <p:cNvSpPr/>
            <p:nvPr/>
          </p:nvSpPr>
          <p:spPr>
            <a:xfrm>
              <a:off x="314955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h3211"/>
            <p:cNvSpPr/>
            <p:nvPr/>
          </p:nvSpPr>
          <p:spPr>
            <a:xfrm>
              <a:off x="315899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h3212"/>
            <p:cNvSpPr/>
            <p:nvPr/>
          </p:nvSpPr>
          <p:spPr>
            <a:xfrm>
              <a:off x="316843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h3213"/>
            <p:cNvSpPr/>
            <p:nvPr/>
          </p:nvSpPr>
          <p:spPr>
            <a:xfrm>
              <a:off x="317787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h3214"/>
            <p:cNvSpPr/>
            <p:nvPr/>
          </p:nvSpPr>
          <p:spPr>
            <a:xfrm>
              <a:off x="3187316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h3215"/>
            <p:cNvSpPr/>
            <p:nvPr/>
          </p:nvSpPr>
          <p:spPr>
            <a:xfrm>
              <a:off x="3196757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h3216"/>
            <p:cNvSpPr/>
            <p:nvPr/>
          </p:nvSpPr>
          <p:spPr>
            <a:xfrm>
              <a:off x="3206197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h3217"/>
            <p:cNvSpPr/>
            <p:nvPr/>
          </p:nvSpPr>
          <p:spPr>
            <a:xfrm>
              <a:off x="3215637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h3218"/>
            <p:cNvSpPr/>
            <p:nvPr/>
          </p:nvSpPr>
          <p:spPr>
            <a:xfrm>
              <a:off x="3225077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h3219"/>
            <p:cNvSpPr/>
            <p:nvPr/>
          </p:nvSpPr>
          <p:spPr>
            <a:xfrm>
              <a:off x="323451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h3220"/>
            <p:cNvSpPr/>
            <p:nvPr/>
          </p:nvSpPr>
          <p:spPr>
            <a:xfrm>
              <a:off x="324395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h3221"/>
            <p:cNvSpPr/>
            <p:nvPr/>
          </p:nvSpPr>
          <p:spPr>
            <a:xfrm>
              <a:off x="325339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h3222"/>
            <p:cNvSpPr/>
            <p:nvPr/>
          </p:nvSpPr>
          <p:spPr>
            <a:xfrm>
              <a:off x="326283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h3223"/>
            <p:cNvSpPr/>
            <p:nvPr/>
          </p:nvSpPr>
          <p:spPr>
            <a:xfrm>
              <a:off x="327227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h3224"/>
            <p:cNvSpPr/>
            <p:nvPr/>
          </p:nvSpPr>
          <p:spPr>
            <a:xfrm>
              <a:off x="328171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h3225"/>
            <p:cNvSpPr/>
            <p:nvPr/>
          </p:nvSpPr>
          <p:spPr>
            <a:xfrm>
              <a:off x="329115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h3226"/>
            <p:cNvSpPr/>
            <p:nvPr/>
          </p:nvSpPr>
          <p:spPr>
            <a:xfrm>
              <a:off x="330059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h3227"/>
            <p:cNvSpPr/>
            <p:nvPr/>
          </p:nvSpPr>
          <p:spPr>
            <a:xfrm>
              <a:off x="331004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h3228"/>
            <p:cNvSpPr/>
            <p:nvPr/>
          </p:nvSpPr>
          <p:spPr>
            <a:xfrm>
              <a:off x="331948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h3229"/>
            <p:cNvSpPr/>
            <p:nvPr/>
          </p:nvSpPr>
          <p:spPr>
            <a:xfrm>
              <a:off x="332892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h3230"/>
            <p:cNvSpPr/>
            <p:nvPr/>
          </p:nvSpPr>
          <p:spPr>
            <a:xfrm>
              <a:off x="333836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h3231"/>
            <p:cNvSpPr/>
            <p:nvPr/>
          </p:nvSpPr>
          <p:spPr>
            <a:xfrm>
              <a:off x="3347801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h3232"/>
            <p:cNvSpPr/>
            <p:nvPr/>
          </p:nvSpPr>
          <p:spPr>
            <a:xfrm>
              <a:off x="3357241" y="2115082"/>
              <a:ext cx="917285" cy="914400"/>
            </a:xfrm>
            <a:custGeom>
              <a:avLst/>
              <a:pathLst>
                <a:path w="91728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7285" y="896830"/>
                  </a:lnTo>
                  <a:lnTo>
                    <a:pt x="916040" y="906870"/>
                  </a:lnTo>
                  <a:lnTo>
                    <a:pt x="914879" y="914400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h3233"/>
            <p:cNvSpPr/>
            <p:nvPr/>
          </p:nvSpPr>
          <p:spPr>
            <a:xfrm>
              <a:off x="2309374" y="2079943"/>
              <a:ext cx="914400" cy="916806"/>
            </a:xfrm>
            <a:custGeom>
              <a:avLst/>
              <a:pathLst>
                <a:path w="914400" h="916806">
                  <a:moveTo>
                    <a:pt x="914400" y="914400"/>
                  </a:moveTo>
                  <a:lnTo>
                    <a:pt x="914400" y="916806"/>
                  </a:lnTo>
                  <a:lnTo>
                    <a:pt x="913190" y="914734"/>
                  </a:lnTo>
                  <a:lnTo>
                    <a:pt x="913014" y="914400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h3234"/>
            <p:cNvSpPr/>
            <p:nvPr/>
          </p:nvSpPr>
          <p:spPr>
            <a:xfrm>
              <a:off x="2309374" y="2079943"/>
              <a:ext cx="923840" cy="931632"/>
            </a:xfrm>
            <a:custGeom>
              <a:avLst/>
              <a:pathLst>
                <a:path w="923840" h="931632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632"/>
                  </a:lnTo>
                  <a:lnTo>
                    <a:pt x="922120" y="929252"/>
                  </a:lnTo>
                  <a:lnTo>
                    <a:pt x="917553" y="922210"/>
                  </a:lnTo>
                  <a:lnTo>
                    <a:pt x="914400" y="916806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h3235"/>
            <p:cNvSpPr/>
            <p:nvPr/>
          </p:nvSpPr>
          <p:spPr>
            <a:xfrm>
              <a:off x="2318814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643" y="931969"/>
                  </a:lnTo>
                  <a:lnTo>
                    <a:pt x="914400" y="931632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h3236"/>
            <p:cNvSpPr/>
            <p:nvPr/>
          </p:nvSpPr>
          <p:spPr>
            <a:xfrm>
              <a:off x="2328255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h3237"/>
            <p:cNvSpPr/>
            <p:nvPr/>
          </p:nvSpPr>
          <p:spPr>
            <a:xfrm>
              <a:off x="2337695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2347135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2356575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2366016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237545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2384896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239433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2403777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2413217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2422657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2432097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244153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2450978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246041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2469858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247929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2488739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249817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2507619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251705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2526500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253594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2545380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255482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2564261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2573701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2583141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2592581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2602022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2611462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2620902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2630342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2649223" y="209751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4156" y="896830"/>
                  </a:lnTo>
                  <a:lnTo>
                    <a:pt x="914400" y="89738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2649223" y="2097513"/>
              <a:ext cx="921064" cy="914400"/>
            </a:xfrm>
            <a:custGeom>
              <a:avLst/>
              <a:pathLst>
                <a:path w="921064" h="914400">
                  <a:moveTo>
                    <a:pt x="914400" y="914400"/>
                  </a:moveTo>
                  <a:lnTo>
                    <a:pt x="914400" y="897388"/>
                  </a:lnTo>
                  <a:lnTo>
                    <a:pt x="916170" y="901451"/>
                  </a:lnTo>
                  <a:lnTo>
                    <a:pt x="919688" y="910454"/>
                  </a:lnTo>
                  <a:lnTo>
                    <a:pt x="921064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3102354" y="209751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329" y="914400"/>
                  </a:lnTo>
                  <a:lnTo>
                    <a:pt x="911400" y="914222"/>
                  </a:lnTo>
                  <a:lnTo>
                    <a:pt x="914400" y="907053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3111795" y="2079943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4623"/>
                  </a:lnTo>
                  <a:lnTo>
                    <a:pt x="905382" y="923613"/>
                  </a:lnTo>
                  <a:lnTo>
                    <a:pt x="909016" y="915758"/>
                  </a:lnTo>
                  <a:lnTo>
                    <a:pt x="909710" y="914400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3111795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3121235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3130675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3140115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314955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315899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316843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317787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3187316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3196757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3206197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3215637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3225077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323451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324395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325339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326283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327227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328171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329115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330059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331004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331948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332892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333836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3347801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3357241" y="2097513"/>
              <a:ext cx="918801" cy="914400"/>
            </a:xfrm>
            <a:custGeom>
              <a:avLst/>
              <a:pathLst>
                <a:path w="91880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801" y="896830"/>
                  </a:lnTo>
                  <a:lnTo>
                    <a:pt x="918413" y="902718"/>
                  </a:lnTo>
                  <a:lnTo>
                    <a:pt x="917380" y="913637"/>
                  </a:lnTo>
                  <a:lnTo>
                    <a:pt x="917285" y="914400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2299934" y="2062373"/>
              <a:ext cx="914400" cy="915741"/>
            </a:xfrm>
            <a:custGeom>
              <a:avLst/>
              <a:pathLst>
                <a:path w="914400" h="915741">
                  <a:moveTo>
                    <a:pt x="914400" y="914400"/>
                  </a:moveTo>
                  <a:lnTo>
                    <a:pt x="914400" y="915741"/>
                  </a:lnTo>
                  <a:lnTo>
                    <a:pt x="913829" y="914400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2299934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2455" y="931969"/>
                  </a:lnTo>
                  <a:lnTo>
                    <a:pt x="918483" y="924412"/>
                  </a:lnTo>
                  <a:lnTo>
                    <a:pt x="914564" y="916128"/>
                  </a:lnTo>
                  <a:lnTo>
                    <a:pt x="914400" y="915741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2309374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2318814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2328255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2337695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2347135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2356575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2366016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237545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2384896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239433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2403777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2413217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2422657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2432097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244153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2450978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246041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2469858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247929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2488739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249817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2507619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251705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2526500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253594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2545380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255482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2564261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2573701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2583141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2592581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2602022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2611462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2620902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2630342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2639783" y="2079943"/>
              <a:ext cx="923596" cy="914400"/>
            </a:xfrm>
            <a:custGeom>
              <a:avLst/>
              <a:pathLst>
                <a:path w="923596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4987" y="896830"/>
                  </a:lnTo>
                  <a:lnTo>
                    <a:pt x="917835" y="902114"/>
                  </a:lnTo>
                  <a:lnTo>
                    <a:pt x="921843" y="910376"/>
                  </a:lnTo>
                  <a:lnTo>
                    <a:pt x="923596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3111795" y="207994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9710" y="914400"/>
                  </a:lnTo>
                  <a:lnTo>
                    <a:pt x="912854" y="908244"/>
                  </a:lnTo>
                  <a:lnTo>
                    <a:pt x="914399" y="905501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3121235" y="2062373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3071"/>
                  </a:lnTo>
                  <a:lnTo>
                    <a:pt x="907445" y="918661"/>
                  </a:lnTo>
                  <a:lnTo>
                    <a:pt x="909967" y="914400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3121235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3130675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3140115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314955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315899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316843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317787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3187316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3196757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3206197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3215637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3225077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323451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324395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325339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326283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327227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328171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329115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330059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331004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331948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332892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333836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3347801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3357241" y="2079943"/>
              <a:ext cx="919561" cy="914400"/>
            </a:xfrm>
            <a:custGeom>
              <a:avLst/>
              <a:pathLst>
                <a:path w="91956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9561" y="896830"/>
                  </a:lnTo>
                  <a:lnTo>
                    <a:pt x="919549" y="898222"/>
                  </a:lnTo>
                  <a:lnTo>
                    <a:pt x="919137" y="909283"/>
                  </a:lnTo>
                  <a:lnTo>
                    <a:pt x="918801" y="914400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2299934" y="204480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3829" y="931969"/>
                  </a:lnTo>
                  <a:lnTo>
                    <a:pt x="910883" y="925043"/>
                  </a:lnTo>
                  <a:lnTo>
                    <a:pt x="907451" y="916042"/>
                  </a:lnTo>
                  <a:lnTo>
                    <a:pt x="906892" y="914400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2299934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2309374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2318814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2328255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2337695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2347135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2356575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2366016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237545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2384896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239433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2403777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2413217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2422657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2432097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244153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2450978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246041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2469858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247929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2488739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249817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2507619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251705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2526500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253594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2545380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255482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2564261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2573701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2583141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2592581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2602022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2611462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2630342" y="206237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495" y="896830"/>
                  </a:lnTo>
                  <a:lnTo>
                    <a:pt x="913929" y="897413"/>
                  </a:lnTo>
                  <a:lnTo>
                    <a:pt x="914400" y="89811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2639783" y="206237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8118"/>
                  </a:lnTo>
                  <a:lnTo>
                    <a:pt x="909146" y="904395"/>
                  </a:lnTo>
                  <a:lnTo>
                    <a:pt x="913599" y="911826"/>
                  </a:lnTo>
                  <a:lnTo>
                    <a:pt x="914399" y="91331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2639783" y="2062373"/>
              <a:ext cx="914987" cy="914400"/>
            </a:xfrm>
            <a:custGeom>
              <a:avLst/>
              <a:pathLst>
                <a:path w="914987" h="914400">
                  <a:moveTo>
                    <a:pt x="914399" y="914400"/>
                  </a:moveTo>
                  <a:lnTo>
                    <a:pt x="914399" y="913310"/>
                  </a:lnTo>
                  <a:lnTo>
                    <a:pt x="914987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3121235" y="206237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9967" y="914400"/>
                  </a:lnTo>
                  <a:lnTo>
                    <a:pt x="914399" y="906913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3130675" y="204480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4483"/>
                  </a:lnTo>
                  <a:lnTo>
                    <a:pt x="909787" y="916250"/>
                  </a:lnTo>
                  <a:lnTo>
                    <a:pt x="909861" y="915922"/>
                  </a:lnTo>
                  <a:lnTo>
                    <a:pt x="909935" y="915595"/>
                  </a:lnTo>
                  <a:lnTo>
                    <a:pt x="910009" y="915267"/>
                  </a:lnTo>
                  <a:lnTo>
                    <a:pt x="910083" y="914939"/>
                  </a:lnTo>
                  <a:lnTo>
                    <a:pt x="910157" y="914611"/>
                  </a:lnTo>
                  <a:lnTo>
                    <a:pt x="910205" y="914400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3130675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3140115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314955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315899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316843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317787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3187316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3196757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3206197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3215637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3225077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323451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324395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325339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326283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327227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328171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329115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330059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331004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331948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332892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333836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3347801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3357241" y="2062373"/>
              <a:ext cx="919910" cy="914400"/>
            </a:xfrm>
            <a:custGeom>
              <a:avLst/>
              <a:pathLst>
                <a:path w="91991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9910" y="896830"/>
                  </a:lnTo>
                  <a:lnTo>
                    <a:pt x="919517" y="897955"/>
                  </a:lnTo>
                  <a:lnTo>
                    <a:pt x="919647" y="904706"/>
                  </a:lnTo>
                  <a:lnTo>
                    <a:pt x="919561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2290494" y="2027233"/>
              <a:ext cx="914400" cy="926294"/>
            </a:xfrm>
            <a:custGeom>
              <a:avLst/>
              <a:pathLst>
                <a:path w="914400" h="926294">
                  <a:moveTo>
                    <a:pt x="914400" y="914400"/>
                  </a:moveTo>
                  <a:lnTo>
                    <a:pt x="914400" y="926294"/>
                  </a:lnTo>
                  <a:lnTo>
                    <a:pt x="913717" y="924288"/>
                  </a:lnTo>
                  <a:lnTo>
                    <a:pt x="910808" y="914668"/>
                  </a:lnTo>
                  <a:lnTo>
                    <a:pt x="910737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2290494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332" y="931969"/>
                  </a:lnTo>
                  <a:lnTo>
                    <a:pt x="914400" y="926294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2299934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2309374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2318814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2328255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2337695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2347135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2356575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2366016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237545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2384896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239433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2403777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2413217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2422657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2432097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244153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2450978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246041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2469858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247929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2488739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249817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2507619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251705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2526500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253594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2545380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255482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2564261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2573701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2583141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2592581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2602022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2620902" y="204480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302" y="896909"/>
                  </a:lnTo>
                  <a:lnTo>
                    <a:pt x="913493" y="902437"/>
                  </a:lnTo>
                  <a:lnTo>
                    <a:pt x="914399" y="903525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2620902" y="2044803"/>
              <a:ext cx="922935" cy="914400"/>
            </a:xfrm>
            <a:custGeom>
              <a:avLst/>
              <a:pathLst>
                <a:path w="922935" h="914400">
                  <a:moveTo>
                    <a:pt x="914399" y="914400"/>
                  </a:moveTo>
                  <a:lnTo>
                    <a:pt x="914399" y="903525"/>
                  </a:lnTo>
                  <a:lnTo>
                    <a:pt x="918520" y="908467"/>
                  </a:lnTo>
                  <a:lnTo>
                    <a:pt x="922935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3130675" y="202723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231" y="931853"/>
                  </a:lnTo>
                  <a:lnTo>
                    <a:pt x="910305" y="931526"/>
                  </a:lnTo>
                  <a:lnTo>
                    <a:pt x="910380" y="931198"/>
                  </a:lnTo>
                  <a:lnTo>
                    <a:pt x="910454" y="930870"/>
                  </a:lnTo>
                  <a:lnTo>
                    <a:pt x="910528" y="930542"/>
                  </a:lnTo>
                  <a:lnTo>
                    <a:pt x="910602" y="930214"/>
                  </a:lnTo>
                  <a:lnTo>
                    <a:pt x="910676" y="929887"/>
                  </a:lnTo>
                  <a:lnTo>
                    <a:pt x="910750" y="929559"/>
                  </a:lnTo>
                  <a:lnTo>
                    <a:pt x="910824" y="929231"/>
                  </a:lnTo>
                  <a:lnTo>
                    <a:pt x="910898" y="928903"/>
                  </a:lnTo>
                  <a:lnTo>
                    <a:pt x="910973" y="928576"/>
                  </a:lnTo>
                  <a:lnTo>
                    <a:pt x="911047" y="928248"/>
                  </a:lnTo>
                  <a:lnTo>
                    <a:pt x="911121" y="927920"/>
                  </a:lnTo>
                  <a:lnTo>
                    <a:pt x="911195" y="927592"/>
                  </a:lnTo>
                  <a:lnTo>
                    <a:pt x="911269" y="927264"/>
                  </a:lnTo>
                  <a:lnTo>
                    <a:pt x="911343" y="926937"/>
                  </a:lnTo>
                  <a:lnTo>
                    <a:pt x="911445" y="926486"/>
                  </a:lnTo>
                  <a:lnTo>
                    <a:pt x="911021" y="919941"/>
                  </a:lnTo>
                  <a:lnTo>
                    <a:pt x="910811" y="914400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3130675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3140115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314955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315899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316843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317787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3187316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3196757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3206197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3215637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3225077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323451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324395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C72">
                <a:alpha val="100000"/>
              </a:srgbClr>
            </a:solidFill>
            <a:ln w="5420" cap="flat">
              <a:solidFill>
                <a:srgbClr val="B0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325339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326283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327227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328171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329115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330059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331004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331948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332892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333836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3347801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3357241" y="204480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2622"/>
                  </a:lnTo>
                  <a:lnTo>
                    <a:pt x="922335" y="907456"/>
                  </a:lnTo>
                  <a:lnTo>
                    <a:pt x="919910" y="914400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3366681" y="2027233"/>
              <a:ext cx="916157" cy="920191"/>
            </a:xfrm>
            <a:custGeom>
              <a:avLst/>
              <a:pathLst>
                <a:path w="916157" h="920191">
                  <a:moveTo>
                    <a:pt x="914400" y="914400"/>
                  </a:moveTo>
                  <a:lnTo>
                    <a:pt x="916157" y="914400"/>
                  </a:lnTo>
                  <a:lnTo>
                    <a:pt x="915810" y="915659"/>
                  </a:lnTo>
                  <a:lnTo>
                    <a:pt x="914400" y="920191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2290494" y="200966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737" y="931969"/>
                  </a:lnTo>
                  <a:lnTo>
                    <a:pt x="908175" y="922348"/>
                  </a:lnTo>
                  <a:lnTo>
                    <a:pt x="907654" y="920255"/>
                  </a:lnTo>
                  <a:lnTo>
                    <a:pt x="907135" y="918175"/>
                  </a:lnTo>
                  <a:lnTo>
                    <a:pt x="906617" y="916094"/>
                  </a:lnTo>
                  <a:lnTo>
                    <a:pt x="906195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2290494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2299934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2309374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2318814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2328255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2337695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2347135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2356575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2366016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237545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2384896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239433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2403777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2413217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2422657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2432097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244153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2450978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246041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2469858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247929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2488739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249817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2507619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251705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2526500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253594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2545380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255482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2564261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2573701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2592581" y="20272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759" y="896878"/>
                  </a:lnTo>
                  <a:lnTo>
                    <a:pt x="914028" y="897052"/>
                  </a:lnTo>
                  <a:lnTo>
                    <a:pt x="914400" y="897293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2602022" y="202723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7293"/>
                  </a:lnTo>
                  <a:lnTo>
                    <a:pt x="905126" y="897400"/>
                  </a:lnTo>
                  <a:lnTo>
                    <a:pt x="905394" y="897574"/>
                  </a:lnTo>
                  <a:lnTo>
                    <a:pt x="905663" y="897748"/>
                  </a:lnTo>
                  <a:lnTo>
                    <a:pt x="905932" y="897922"/>
                  </a:lnTo>
                  <a:lnTo>
                    <a:pt x="906201" y="898096"/>
                  </a:lnTo>
                  <a:lnTo>
                    <a:pt x="906470" y="898270"/>
                  </a:lnTo>
                  <a:lnTo>
                    <a:pt x="906739" y="898444"/>
                  </a:lnTo>
                  <a:lnTo>
                    <a:pt x="907008" y="898618"/>
                  </a:lnTo>
                  <a:lnTo>
                    <a:pt x="907277" y="898792"/>
                  </a:lnTo>
                  <a:lnTo>
                    <a:pt x="907546" y="898966"/>
                  </a:lnTo>
                  <a:lnTo>
                    <a:pt x="907814" y="899140"/>
                  </a:lnTo>
                  <a:lnTo>
                    <a:pt x="908083" y="899314"/>
                  </a:lnTo>
                  <a:lnTo>
                    <a:pt x="908352" y="899488"/>
                  </a:lnTo>
                  <a:lnTo>
                    <a:pt x="908621" y="899663"/>
                  </a:lnTo>
                  <a:lnTo>
                    <a:pt x="908890" y="899837"/>
                  </a:lnTo>
                  <a:lnTo>
                    <a:pt x="909159" y="900011"/>
                  </a:lnTo>
                  <a:lnTo>
                    <a:pt x="909428" y="900185"/>
                  </a:lnTo>
                  <a:lnTo>
                    <a:pt x="909696" y="900359"/>
                  </a:lnTo>
                  <a:lnTo>
                    <a:pt x="909965" y="900533"/>
                  </a:lnTo>
                  <a:lnTo>
                    <a:pt x="910234" y="900707"/>
                  </a:lnTo>
                  <a:lnTo>
                    <a:pt x="910503" y="900881"/>
                  </a:lnTo>
                  <a:lnTo>
                    <a:pt x="910772" y="901055"/>
                  </a:lnTo>
                  <a:lnTo>
                    <a:pt x="914399" y="903607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2611462" y="20272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3607"/>
                  </a:lnTo>
                  <a:lnTo>
                    <a:pt x="906926" y="904990"/>
                  </a:lnTo>
                  <a:lnTo>
                    <a:pt x="912401" y="909468"/>
                  </a:lnTo>
                  <a:lnTo>
                    <a:pt x="914400" y="911343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2611462" y="2027233"/>
              <a:ext cx="917657" cy="914400"/>
            </a:xfrm>
            <a:custGeom>
              <a:avLst/>
              <a:pathLst>
                <a:path w="917657" h="914400">
                  <a:moveTo>
                    <a:pt x="914400" y="914400"/>
                  </a:moveTo>
                  <a:lnTo>
                    <a:pt x="914400" y="911343"/>
                  </a:lnTo>
                  <a:lnTo>
                    <a:pt x="917657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3130675" y="200966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811" y="931969"/>
                  </a:lnTo>
                  <a:lnTo>
                    <a:pt x="910623" y="927008"/>
                  </a:lnTo>
                  <a:lnTo>
                    <a:pt x="910541" y="923609"/>
                  </a:lnTo>
                  <a:lnTo>
                    <a:pt x="910458" y="920213"/>
                  </a:lnTo>
                  <a:lnTo>
                    <a:pt x="910375" y="916816"/>
                  </a:lnTo>
                  <a:lnTo>
                    <a:pt x="910316" y="914400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3130675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3140115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314955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315899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316843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317787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3187316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3196757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3206197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3215637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3225077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323451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324395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325339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326283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327227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328171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329115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330059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331004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331948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332892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333836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3347801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3357241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3366681" y="2027233"/>
              <a:ext cx="920685" cy="914400"/>
            </a:xfrm>
            <a:custGeom>
              <a:avLst/>
              <a:pathLst>
                <a:path w="92068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685" y="896830"/>
                  </a:lnTo>
                  <a:lnTo>
                    <a:pt x="918464" y="906027"/>
                  </a:lnTo>
                  <a:lnTo>
                    <a:pt x="916157" y="914400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2281053" y="1992094"/>
              <a:ext cx="914400" cy="927015"/>
            </a:xfrm>
            <a:custGeom>
              <a:avLst/>
              <a:pathLst>
                <a:path w="914400" h="927015">
                  <a:moveTo>
                    <a:pt x="914400" y="914400"/>
                  </a:moveTo>
                  <a:lnTo>
                    <a:pt x="914400" y="927015"/>
                  </a:lnTo>
                  <a:lnTo>
                    <a:pt x="913982" y="925342"/>
                  </a:lnTo>
                  <a:lnTo>
                    <a:pt x="913463" y="923262"/>
                  </a:lnTo>
                  <a:lnTo>
                    <a:pt x="913181" y="922132"/>
                  </a:lnTo>
                  <a:lnTo>
                    <a:pt x="911754" y="920336"/>
                  </a:lnTo>
                  <a:lnTo>
                    <a:pt x="907526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2281053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635" y="931969"/>
                  </a:lnTo>
                  <a:lnTo>
                    <a:pt x="915539" y="931584"/>
                  </a:lnTo>
                  <a:lnTo>
                    <a:pt x="915020" y="929503"/>
                  </a:lnTo>
                  <a:lnTo>
                    <a:pt x="914501" y="927423"/>
                  </a:lnTo>
                  <a:lnTo>
                    <a:pt x="914400" y="927015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2290494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2299934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2309374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2318814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2328255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2337695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2347135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2356575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2366016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237545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2384896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239433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2403777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2413217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2422657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2432097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244153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2450978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246041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2469858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247929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2488739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249817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2507619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251705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2526500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253594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2545380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255482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2564261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2583141" y="200966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970" y="896830"/>
                  </a:lnTo>
                  <a:lnTo>
                    <a:pt x="914399" y="897656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2583141" y="2009664"/>
              <a:ext cx="923124" cy="914400"/>
            </a:xfrm>
            <a:custGeom>
              <a:avLst/>
              <a:pathLst>
                <a:path w="923124" h="914400">
                  <a:moveTo>
                    <a:pt x="914399" y="914400"/>
                  </a:moveTo>
                  <a:lnTo>
                    <a:pt x="914399" y="897656"/>
                  </a:lnTo>
                  <a:lnTo>
                    <a:pt x="917249" y="903143"/>
                  </a:lnTo>
                  <a:lnTo>
                    <a:pt x="922661" y="914100"/>
                  </a:lnTo>
                  <a:lnTo>
                    <a:pt x="922930" y="914274"/>
                  </a:lnTo>
                  <a:lnTo>
                    <a:pt x="923124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3130675" y="199209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316" y="931969"/>
                  </a:lnTo>
                  <a:lnTo>
                    <a:pt x="910292" y="930989"/>
                  </a:lnTo>
                  <a:lnTo>
                    <a:pt x="910210" y="927593"/>
                  </a:lnTo>
                  <a:lnTo>
                    <a:pt x="910127" y="924196"/>
                  </a:lnTo>
                  <a:lnTo>
                    <a:pt x="910044" y="920800"/>
                  </a:lnTo>
                  <a:lnTo>
                    <a:pt x="909961" y="917401"/>
                  </a:lnTo>
                  <a:lnTo>
                    <a:pt x="909930" y="914400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3130675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3140115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314955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315899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316843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317787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3187316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3196757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3206197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3215637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3225077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323451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324395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325339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326283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327227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328171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329115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330059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331004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331948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332892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333836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3347801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3357241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3366681" y="2009664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898671"/>
                  </a:lnTo>
                  <a:lnTo>
                    <a:pt x="922956" y="903636"/>
                  </a:lnTo>
                  <a:lnTo>
                    <a:pt x="920848" y="913724"/>
                  </a:lnTo>
                  <a:lnTo>
                    <a:pt x="920685" y="914400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3376121" y="1992094"/>
              <a:ext cx="914727" cy="916241"/>
            </a:xfrm>
            <a:custGeom>
              <a:avLst/>
              <a:pathLst>
                <a:path w="914727" h="916241">
                  <a:moveTo>
                    <a:pt x="914400" y="914400"/>
                  </a:moveTo>
                  <a:lnTo>
                    <a:pt x="914727" y="914400"/>
                  </a:lnTo>
                  <a:lnTo>
                    <a:pt x="914400" y="916241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2271613" y="1974524"/>
              <a:ext cx="914400" cy="928031"/>
            </a:xfrm>
            <a:custGeom>
              <a:avLst/>
              <a:pathLst>
                <a:path w="914400" h="928031">
                  <a:moveTo>
                    <a:pt x="914400" y="914400"/>
                  </a:moveTo>
                  <a:lnTo>
                    <a:pt x="914400" y="928031"/>
                  </a:lnTo>
                  <a:lnTo>
                    <a:pt x="912048" y="924361"/>
                  </a:lnTo>
                  <a:lnTo>
                    <a:pt x="907769" y="916948"/>
                  </a:lnTo>
                  <a:lnTo>
                    <a:pt x="906442" y="914400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2271613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966" y="931969"/>
                  </a:lnTo>
                  <a:lnTo>
                    <a:pt x="916528" y="931353"/>
                  </a:lnTo>
                  <a:lnTo>
                    <a:pt x="914400" y="928031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2281053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2290494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2299934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2309374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2318814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2328255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2337695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2347135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2356575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2366016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237545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2384896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239433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2403777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2413217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2422657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2432097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244153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2450978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246041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2469858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247929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2488739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249817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2507619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251705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2526500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253594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2545380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255482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2573701" y="1992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781" y="896830"/>
                  </a:lnTo>
                  <a:lnTo>
                    <a:pt x="913194" y="897401"/>
                  </a:lnTo>
                  <a:lnTo>
                    <a:pt x="914400" y="89926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2573701" y="1992094"/>
              <a:ext cx="923411" cy="914400"/>
            </a:xfrm>
            <a:custGeom>
              <a:avLst/>
              <a:pathLst>
                <a:path w="923411" h="914400">
                  <a:moveTo>
                    <a:pt x="914400" y="914400"/>
                  </a:moveTo>
                  <a:lnTo>
                    <a:pt x="914400" y="899268"/>
                  </a:lnTo>
                  <a:lnTo>
                    <a:pt x="917917" y="904714"/>
                  </a:lnTo>
                  <a:lnTo>
                    <a:pt x="922420" y="912492"/>
                  </a:lnTo>
                  <a:lnTo>
                    <a:pt x="923411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3130675" y="197452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930" y="931969"/>
                  </a:lnTo>
                  <a:lnTo>
                    <a:pt x="909847" y="923777"/>
                  </a:lnTo>
                  <a:lnTo>
                    <a:pt x="910019" y="914400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3130675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3140115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314955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315899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316843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317787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3187316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3196757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3206197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3215637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3225077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323451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324395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325339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326283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327227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328171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329115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330059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331004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331948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332892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333836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3347801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3357241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3366681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3376121" y="1992094"/>
              <a:ext cx="917640" cy="914400"/>
            </a:xfrm>
            <a:custGeom>
              <a:avLst/>
              <a:pathLst>
                <a:path w="9176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7640" y="896830"/>
                  </a:lnTo>
                  <a:lnTo>
                    <a:pt x="917346" y="898638"/>
                  </a:lnTo>
                  <a:lnTo>
                    <a:pt x="916845" y="901707"/>
                  </a:lnTo>
                  <a:lnTo>
                    <a:pt x="916345" y="904777"/>
                  </a:lnTo>
                  <a:lnTo>
                    <a:pt x="915846" y="907847"/>
                  </a:lnTo>
                  <a:lnTo>
                    <a:pt x="915344" y="910930"/>
                  </a:lnTo>
                  <a:lnTo>
                    <a:pt x="914727" y="914400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2262173" y="1956954"/>
              <a:ext cx="914400" cy="929122"/>
            </a:xfrm>
            <a:custGeom>
              <a:avLst/>
              <a:pathLst>
                <a:path w="914400" h="929122">
                  <a:moveTo>
                    <a:pt x="914400" y="914400"/>
                  </a:moveTo>
                  <a:lnTo>
                    <a:pt x="914400" y="929122"/>
                  </a:lnTo>
                  <a:lnTo>
                    <a:pt x="913141" y="926704"/>
                  </a:lnTo>
                  <a:lnTo>
                    <a:pt x="909294" y="918510"/>
                  </a:lnTo>
                  <a:lnTo>
                    <a:pt x="907558" y="914400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2262173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882" y="931969"/>
                  </a:lnTo>
                  <a:lnTo>
                    <a:pt x="914400" y="929122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2271613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2281053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2290494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2299934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2309374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2318814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2328255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2337695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2347135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2356575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2366016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237545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2384896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239433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2403777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2413217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2422657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2432097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244153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2450978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246041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2469858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247929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2488739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249817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2507619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251705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2526500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2535940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2545380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2564261" y="197452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013" y="896830"/>
                  </a:lnTo>
                  <a:lnTo>
                    <a:pt x="912584" y="901828"/>
                  </a:lnTo>
                  <a:lnTo>
                    <a:pt x="914399" y="90406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2564261" y="1974524"/>
              <a:ext cx="922221" cy="914400"/>
            </a:xfrm>
            <a:custGeom>
              <a:avLst/>
              <a:pathLst>
                <a:path w="922221" h="914400">
                  <a:moveTo>
                    <a:pt x="914399" y="914400"/>
                  </a:moveTo>
                  <a:lnTo>
                    <a:pt x="914399" y="904068"/>
                  </a:lnTo>
                  <a:lnTo>
                    <a:pt x="917705" y="908146"/>
                  </a:lnTo>
                  <a:lnTo>
                    <a:pt x="922221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3130675" y="195695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019" y="931969"/>
                  </a:lnTo>
                  <a:lnTo>
                    <a:pt x="910053" y="930157"/>
                  </a:lnTo>
                  <a:lnTo>
                    <a:pt x="910577" y="919004"/>
                  </a:lnTo>
                  <a:lnTo>
                    <a:pt x="910927" y="914400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3130675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3140115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314955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315899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316843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317787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3187316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3196757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3206197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3215637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3225077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323451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324395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325339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326283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327227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328171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329115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330059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3310040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3319480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3328920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3338360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3347801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3357241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3366681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3376121" y="1974524"/>
              <a:ext cx="920397" cy="914400"/>
            </a:xfrm>
            <a:custGeom>
              <a:avLst/>
              <a:pathLst>
                <a:path w="920397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397" y="896830"/>
                  </a:lnTo>
                  <a:lnTo>
                    <a:pt x="919351" y="903916"/>
                  </a:lnTo>
                  <a:lnTo>
                    <a:pt x="918847" y="906999"/>
                  </a:lnTo>
                  <a:lnTo>
                    <a:pt x="918347" y="910068"/>
                  </a:lnTo>
                  <a:lnTo>
                    <a:pt x="917846" y="913138"/>
                  </a:lnTo>
                  <a:lnTo>
                    <a:pt x="917640" y="914400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2252733" y="1939384"/>
              <a:ext cx="914400" cy="925626"/>
            </a:xfrm>
            <a:custGeom>
              <a:avLst/>
              <a:pathLst>
                <a:path w="914400" h="925626">
                  <a:moveTo>
                    <a:pt x="914400" y="914400"/>
                  </a:moveTo>
                  <a:lnTo>
                    <a:pt x="914400" y="925626"/>
                  </a:lnTo>
                  <a:lnTo>
                    <a:pt x="911749" y="918638"/>
                  </a:lnTo>
                  <a:lnTo>
                    <a:pt x="910310" y="914400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2252733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998" y="931969"/>
                  </a:lnTo>
                  <a:lnTo>
                    <a:pt x="915121" y="927527"/>
                  </a:lnTo>
                  <a:lnTo>
                    <a:pt x="914400" y="925626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2262173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2271613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2281053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2290494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2299934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2309374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2318814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2328255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2337695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2347135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2356575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2366016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237545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2384896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239433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2403777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2413217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2422657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2432097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244153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2450978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246041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2469858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247929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2488739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249817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2507619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251705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2526500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2545380" y="195695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243" y="896830"/>
                  </a:lnTo>
                  <a:lnTo>
                    <a:pt x="914399" y="89938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2554820" y="195695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9388"/>
                  </a:lnTo>
                  <a:lnTo>
                    <a:pt x="906834" y="903462"/>
                  </a:lnTo>
                  <a:lnTo>
                    <a:pt x="907059" y="903693"/>
                  </a:lnTo>
                  <a:lnTo>
                    <a:pt x="907284" y="903923"/>
                  </a:lnTo>
                  <a:lnTo>
                    <a:pt x="907509" y="904153"/>
                  </a:lnTo>
                  <a:lnTo>
                    <a:pt x="907734" y="904384"/>
                  </a:lnTo>
                  <a:lnTo>
                    <a:pt x="907959" y="904614"/>
                  </a:lnTo>
                  <a:lnTo>
                    <a:pt x="908184" y="904845"/>
                  </a:lnTo>
                  <a:lnTo>
                    <a:pt x="908409" y="905075"/>
                  </a:lnTo>
                  <a:lnTo>
                    <a:pt x="908634" y="905306"/>
                  </a:lnTo>
                  <a:lnTo>
                    <a:pt x="908859" y="905536"/>
                  </a:lnTo>
                  <a:lnTo>
                    <a:pt x="909084" y="905767"/>
                  </a:lnTo>
                  <a:lnTo>
                    <a:pt x="909309" y="905997"/>
                  </a:lnTo>
                  <a:lnTo>
                    <a:pt x="909534" y="906228"/>
                  </a:lnTo>
                  <a:lnTo>
                    <a:pt x="909759" y="906458"/>
                  </a:lnTo>
                  <a:lnTo>
                    <a:pt x="909984" y="906689"/>
                  </a:lnTo>
                  <a:lnTo>
                    <a:pt x="910209" y="906919"/>
                  </a:lnTo>
                  <a:lnTo>
                    <a:pt x="910433" y="907150"/>
                  </a:lnTo>
                  <a:lnTo>
                    <a:pt x="910658" y="907380"/>
                  </a:lnTo>
                  <a:lnTo>
                    <a:pt x="910883" y="907611"/>
                  </a:lnTo>
                  <a:lnTo>
                    <a:pt x="911108" y="907841"/>
                  </a:lnTo>
                  <a:lnTo>
                    <a:pt x="911333" y="908072"/>
                  </a:lnTo>
                  <a:lnTo>
                    <a:pt x="911558" y="908302"/>
                  </a:lnTo>
                  <a:lnTo>
                    <a:pt x="911783" y="908533"/>
                  </a:lnTo>
                  <a:lnTo>
                    <a:pt x="912007" y="908764"/>
                  </a:lnTo>
                  <a:lnTo>
                    <a:pt x="912232" y="908994"/>
                  </a:lnTo>
                  <a:lnTo>
                    <a:pt x="912457" y="909225"/>
                  </a:lnTo>
                  <a:lnTo>
                    <a:pt x="912682" y="909455"/>
                  </a:lnTo>
                  <a:lnTo>
                    <a:pt x="912907" y="909686"/>
                  </a:lnTo>
                  <a:lnTo>
                    <a:pt x="913131" y="909916"/>
                  </a:lnTo>
                  <a:lnTo>
                    <a:pt x="913356" y="910147"/>
                  </a:lnTo>
                  <a:lnTo>
                    <a:pt x="913581" y="910377"/>
                  </a:lnTo>
                  <a:lnTo>
                    <a:pt x="913806" y="910608"/>
                  </a:lnTo>
                  <a:lnTo>
                    <a:pt x="914031" y="910839"/>
                  </a:lnTo>
                  <a:lnTo>
                    <a:pt x="914255" y="911069"/>
                  </a:lnTo>
                  <a:lnTo>
                    <a:pt x="914400" y="911217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2554820" y="1956954"/>
              <a:ext cx="917453" cy="914400"/>
            </a:xfrm>
            <a:custGeom>
              <a:avLst/>
              <a:pathLst>
                <a:path w="917453" h="914400">
                  <a:moveTo>
                    <a:pt x="914400" y="914400"/>
                  </a:moveTo>
                  <a:lnTo>
                    <a:pt x="914480" y="911300"/>
                  </a:lnTo>
                  <a:lnTo>
                    <a:pt x="914705" y="911530"/>
                  </a:lnTo>
                  <a:lnTo>
                    <a:pt x="914929" y="911761"/>
                  </a:lnTo>
                  <a:lnTo>
                    <a:pt x="915154" y="911992"/>
                  </a:lnTo>
                  <a:lnTo>
                    <a:pt x="915379" y="912222"/>
                  </a:lnTo>
                  <a:lnTo>
                    <a:pt x="915604" y="912453"/>
                  </a:lnTo>
                  <a:lnTo>
                    <a:pt x="915828" y="912683"/>
                  </a:lnTo>
                  <a:lnTo>
                    <a:pt x="916053" y="912914"/>
                  </a:lnTo>
                  <a:lnTo>
                    <a:pt x="916278" y="913145"/>
                  </a:lnTo>
                  <a:lnTo>
                    <a:pt x="916502" y="913375"/>
                  </a:lnTo>
                  <a:lnTo>
                    <a:pt x="916727" y="913606"/>
                  </a:lnTo>
                  <a:lnTo>
                    <a:pt x="917453" y="914400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3130675" y="193938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927" y="931969"/>
                  </a:lnTo>
                  <a:lnTo>
                    <a:pt x="911419" y="925489"/>
                  </a:lnTo>
                  <a:lnTo>
                    <a:pt x="912590" y="914400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3130675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3140115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314955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315899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316843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317787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3187316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3196757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3206197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3215637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3225077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323451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324395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325339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326283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327227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328171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329115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330059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3310040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3319480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3328920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3338360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3347801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9E882">
                <a:alpha val="100000"/>
              </a:srgbClr>
            </a:solidFill>
            <a:ln w="5420" cap="flat">
              <a:solidFill>
                <a:srgbClr val="C9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3357241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3366681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3376121" y="1956954"/>
              <a:ext cx="922489" cy="914400"/>
            </a:xfrm>
            <a:custGeom>
              <a:avLst/>
              <a:pathLst>
                <a:path w="922489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489" y="896830"/>
                  </a:lnTo>
                  <a:lnTo>
                    <a:pt x="922244" y="899630"/>
                  </a:lnTo>
                  <a:lnTo>
                    <a:pt x="920954" y="910630"/>
                  </a:lnTo>
                  <a:lnTo>
                    <a:pt x="920397" y="914400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2243293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751" y="931969"/>
                  </a:lnTo>
                  <a:lnTo>
                    <a:pt x="918067" y="927008"/>
                  </a:lnTo>
                  <a:lnTo>
                    <a:pt x="915205" y="917520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2252733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2262173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2271613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2281053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2290494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2299934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2309374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2318814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2328255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2337695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2347135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2356575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2366016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237545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2384896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239433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2403777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2413217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2422657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2432097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244153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2450978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246041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2469858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247929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2488739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249817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2507619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251705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2526500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2535940" y="1939384"/>
              <a:ext cx="922684" cy="914400"/>
            </a:xfrm>
            <a:custGeom>
              <a:avLst/>
              <a:pathLst>
                <a:path w="922684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4743" y="896830"/>
                  </a:lnTo>
                  <a:lnTo>
                    <a:pt x="922684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3130675" y="193938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590" y="914400"/>
                  </a:lnTo>
                  <a:lnTo>
                    <a:pt x="914045" y="903645"/>
                  </a:lnTo>
                  <a:lnTo>
                    <a:pt x="914400" y="901509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3140115" y="192181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9079"/>
                  </a:lnTo>
                  <a:lnTo>
                    <a:pt x="905736" y="914400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3140115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314955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315899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316843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317787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3187316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3196757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3206197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3215637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3225077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323451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324395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325339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326283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327227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328171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329115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330059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3310040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3319480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3328920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3338360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3347801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3357241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3366681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3376121" y="1939384"/>
              <a:ext cx="923756" cy="914400"/>
            </a:xfrm>
            <a:custGeom>
              <a:avLst/>
              <a:pathLst>
                <a:path w="92375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756" y="896830"/>
                  </a:lnTo>
                  <a:lnTo>
                    <a:pt x="923217" y="906088"/>
                  </a:lnTo>
                  <a:lnTo>
                    <a:pt x="922489" y="914400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2243293" y="190424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375" y="931969"/>
                  </a:lnTo>
                  <a:lnTo>
                    <a:pt x="912610" y="925340"/>
                  </a:lnTo>
                  <a:lnTo>
                    <a:pt x="910289" y="915354"/>
                  </a:lnTo>
                  <a:lnTo>
                    <a:pt x="910097" y="914400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2243293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2252733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2262173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2271613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2281053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2290494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2299934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2309374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2318814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2328255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2337695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2347135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2356575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2366016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237545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2384896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239433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2403777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2413217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2422657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2432097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244153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2450978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246041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2469858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247929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2488739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249817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2507619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251705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2535940" y="192181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6843" y="896937"/>
                  </a:lnTo>
                  <a:lnTo>
                    <a:pt x="907045" y="897383"/>
                  </a:lnTo>
                  <a:lnTo>
                    <a:pt x="907247" y="897829"/>
                  </a:lnTo>
                  <a:lnTo>
                    <a:pt x="907449" y="898274"/>
                  </a:lnTo>
                  <a:lnTo>
                    <a:pt x="907651" y="898720"/>
                  </a:lnTo>
                  <a:lnTo>
                    <a:pt x="907853" y="899166"/>
                  </a:lnTo>
                  <a:lnTo>
                    <a:pt x="908055" y="899612"/>
                  </a:lnTo>
                  <a:lnTo>
                    <a:pt x="908257" y="900058"/>
                  </a:lnTo>
                  <a:lnTo>
                    <a:pt x="908458" y="900504"/>
                  </a:lnTo>
                  <a:lnTo>
                    <a:pt x="908660" y="900950"/>
                  </a:lnTo>
                  <a:lnTo>
                    <a:pt x="908862" y="901395"/>
                  </a:lnTo>
                  <a:lnTo>
                    <a:pt x="909064" y="901841"/>
                  </a:lnTo>
                  <a:lnTo>
                    <a:pt x="909266" y="902287"/>
                  </a:lnTo>
                  <a:lnTo>
                    <a:pt x="909468" y="902733"/>
                  </a:lnTo>
                  <a:lnTo>
                    <a:pt x="909670" y="903179"/>
                  </a:lnTo>
                  <a:lnTo>
                    <a:pt x="909871" y="903625"/>
                  </a:lnTo>
                  <a:lnTo>
                    <a:pt x="910073" y="904071"/>
                  </a:lnTo>
                  <a:lnTo>
                    <a:pt x="910275" y="904517"/>
                  </a:lnTo>
                  <a:lnTo>
                    <a:pt x="910477" y="904962"/>
                  </a:lnTo>
                  <a:lnTo>
                    <a:pt x="910678" y="905408"/>
                  </a:lnTo>
                  <a:lnTo>
                    <a:pt x="910880" y="905854"/>
                  </a:lnTo>
                  <a:lnTo>
                    <a:pt x="911082" y="906300"/>
                  </a:lnTo>
                  <a:lnTo>
                    <a:pt x="911284" y="906746"/>
                  </a:lnTo>
                  <a:lnTo>
                    <a:pt x="911485" y="907192"/>
                  </a:lnTo>
                  <a:lnTo>
                    <a:pt x="911687" y="907638"/>
                  </a:lnTo>
                  <a:lnTo>
                    <a:pt x="911889" y="908084"/>
                  </a:lnTo>
                  <a:lnTo>
                    <a:pt x="912090" y="908530"/>
                  </a:lnTo>
                  <a:lnTo>
                    <a:pt x="912292" y="908976"/>
                  </a:lnTo>
                  <a:lnTo>
                    <a:pt x="912493" y="909421"/>
                  </a:lnTo>
                  <a:lnTo>
                    <a:pt x="912695" y="909867"/>
                  </a:lnTo>
                  <a:lnTo>
                    <a:pt x="912897" y="910313"/>
                  </a:lnTo>
                  <a:lnTo>
                    <a:pt x="913098" y="910759"/>
                  </a:lnTo>
                  <a:lnTo>
                    <a:pt x="913300" y="911205"/>
                  </a:lnTo>
                  <a:lnTo>
                    <a:pt x="913501" y="911651"/>
                  </a:lnTo>
                  <a:lnTo>
                    <a:pt x="913703" y="912097"/>
                  </a:lnTo>
                  <a:lnTo>
                    <a:pt x="914400" y="913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2535940" y="1921815"/>
              <a:ext cx="914743" cy="914400"/>
            </a:xfrm>
            <a:custGeom>
              <a:avLst/>
              <a:pathLst>
                <a:path w="914743" h="914400">
                  <a:moveTo>
                    <a:pt x="914400" y="914400"/>
                  </a:moveTo>
                  <a:lnTo>
                    <a:pt x="914400" y="913638"/>
                  </a:lnTo>
                  <a:lnTo>
                    <a:pt x="914743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3140115" y="190424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736" y="931969"/>
                  </a:lnTo>
                  <a:lnTo>
                    <a:pt x="906381" y="928089"/>
                  </a:lnTo>
                  <a:lnTo>
                    <a:pt x="908459" y="917583"/>
                  </a:lnTo>
                  <a:lnTo>
                    <a:pt x="909195" y="914400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3140115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314955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315899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316843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317787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3187316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3196757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3206197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3215637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3">
                <a:alpha val="100000"/>
              </a:srgbClr>
            </a:solidFill>
            <a:ln w="5420" cap="flat">
              <a:solidFill>
                <a:srgbClr val="CDEA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3225077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323451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324395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325339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326283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327227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328171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329115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330059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3310040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3319480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3328920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3338360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3347801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3357241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3366681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3376121" y="1921815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966"/>
                  </a:lnTo>
                  <a:lnTo>
                    <a:pt x="923756" y="914400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3385562" y="1904245"/>
              <a:ext cx="914762" cy="930536"/>
            </a:xfrm>
            <a:custGeom>
              <a:avLst/>
              <a:pathLst>
                <a:path w="914762" h="930536">
                  <a:moveTo>
                    <a:pt x="914400" y="914400"/>
                  </a:moveTo>
                  <a:lnTo>
                    <a:pt x="914762" y="914400"/>
                  </a:lnTo>
                  <a:lnTo>
                    <a:pt x="914759" y="918794"/>
                  </a:lnTo>
                  <a:lnTo>
                    <a:pt x="914429" y="930035"/>
                  </a:lnTo>
                  <a:lnTo>
                    <a:pt x="914400" y="930536"/>
                  </a:lnTo>
                  <a:close/>
                </a:path>
              </a:pathLst>
            </a:custGeom>
            <a:solidFill>
              <a:srgbClr val="CDEA83">
                <a:alpha val="100000"/>
              </a:srgbClr>
            </a:solidFill>
            <a:ln w="5420" cap="flat">
              <a:solidFill>
                <a:srgbClr val="CDEA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2243293" y="188667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097" y="931969"/>
                  </a:lnTo>
                  <a:lnTo>
                    <a:pt x="908247" y="922728"/>
                  </a:lnTo>
                  <a:lnTo>
                    <a:pt x="906995" y="915332"/>
                  </a:lnTo>
                  <a:lnTo>
                    <a:pt x="906566" y="914684"/>
                  </a:lnTo>
                  <a:lnTo>
                    <a:pt x="906397" y="914400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2243293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2252733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2262173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2271613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2281053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2290494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2299934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2309374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2318814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2328255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2337695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2347135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2356575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2366016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237545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2384896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239433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2403777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2413217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2422657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2432097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244153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2450978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246041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2469858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247929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2488739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249817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2507619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2526500" y="1904245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262" y="896830"/>
                  </a:lnTo>
                  <a:lnTo>
                    <a:pt x="908395" y="897121"/>
                  </a:lnTo>
                  <a:lnTo>
                    <a:pt x="908597" y="897567"/>
                  </a:lnTo>
                  <a:lnTo>
                    <a:pt x="908800" y="898013"/>
                  </a:lnTo>
                  <a:lnTo>
                    <a:pt x="909002" y="898459"/>
                  </a:lnTo>
                  <a:lnTo>
                    <a:pt x="909205" y="898904"/>
                  </a:lnTo>
                  <a:lnTo>
                    <a:pt x="909407" y="899350"/>
                  </a:lnTo>
                  <a:lnTo>
                    <a:pt x="909610" y="899796"/>
                  </a:lnTo>
                  <a:lnTo>
                    <a:pt x="909812" y="900242"/>
                  </a:lnTo>
                  <a:lnTo>
                    <a:pt x="910015" y="900687"/>
                  </a:lnTo>
                  <a:lnTo>
                    <a:pt x="910217" y="901133"/>
                  </a:lnTo>
                  <a:lnTo>
                    <a:pt x="910419" y="901579"/>
                  </a:lnTo>
                  <a:lnTo>
                    <a:pt x="910622" y="902024"/>
                  </a:lnTo>
                  <a:lnTo>
                    <a:pt x="910824" y="902470"/>
                  </a:lnTo>
                  <a:lnTo>
                    <a:pt x="911027" y="902916"/>
                  </a:lnTo>
                  <a:lnTo>
                    <a:pt x="911229" y="903362"/>
                  </a:lnTo>
                  <a:lnTo>
                    <a:pt x="911431" y="903808"/>
                  </a:lnTo>
                  <a:lnTo>
                    <a:pt x="911634" y="904253"/>
                  </a:lnTo>
                  <a:lnTo>
                    <a:pt x="911836" y="904699"/>
                  </a:lnTo>
                  <a:lnTo>
                    <a:pt x="912038" y="905145"/>
                  </a:lnTo>
                  <a:lnTo>
                    <a:pt x="912241" y="905591"/>
                  </a:lnTo>
                  <a:lnTo>
                    <a:pt x="912443" y="906036"/>
                  </a:lnTo>
                  <a:lnTo>
                    <a:pt x="912645" y="906482"/>
                  </a:lnTo>
                  <a:lnTo>
                    <a:pt x="912847" y="906928"/>
                  </a:lnTo>
                  <a:lnTo>
                    <a:pt x="913049" y="907374"/>
                  </a:lnTo>
                  <a:lnTo>
                    <a:pt x="913252" y="907820"/>
                  </a:lnTo>
                  <a:lnTo>
                    <a:pt x="913454" y="908265"/>
                  </a:lnTo>
                  <a:lnTo>
                    <a:pt x="913656" y="908711"/>
                  </a:lnTo>
                  <a:lnTo>
                    <a:pt x="913858" y="909157"/>
                  </a:lnTo>
                  <a:lnTo>
                    <a:pt x="914060" y="909603"/>
                  </a:lnTo>
                  <a:lnTo>
                    <a:pt x="914263" y="910049"/>
                  </a:lnTo>
                  <a:lnTo>
                    <a:pt x="914399" y="910351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2526500" y="1904245"/>
              <a:ext cx="916235" cy="914400"/>
            </a:xfrm>
            <a:custGeom>
              <a:avLst/>
              <a:pathLst>
                <a:path w="916235" h="914400">
                  <a:moveTo>
                    <a:pt x="914399" y="914400"/>
                  </a:moveTo>
                  <a:lnTo>
                    <a:pt x="914399" y="910351"/>
                  </a:lnTo>
                  <a:lnTo>
                    <a:pt x="914465" y="910494"/>
                  </a:lnTo>
                  <a:lnTo>
                    <a:pt x="914667" y="910940"/>
                  </a:lnTo>
                  <a:lnTo>
                    <a:pt x="914869" y="911386"/>
                  </a:lnTo>
                  <a:lnTo>
                    <a:pt x="915071" y="911832"/>
                  </a:lnTo>
                  <a:lnTo>
                    <a:pt x="915273" y="912278"/>
                  </a:lnTo>
                  <a:lnTo>
                    <a:pt x="915475" y="912723"/>
                  </a:lnTo>
                  <a:lnTo>
                    <a:pt x="915677" y="913169"/>
                  </a:lnTo>
                  <a:lnTo>
                    <a:pt x="915879" y="913615"/>
                  </a:lnTo>
                  <a:lnTo>
                    <a:pt x="916081" y="914061"/>
                  </a:lnTo>
                  <a:lnTo>
                    <a:pt x="916235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3140115" y="188667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195" y="931969"/>
                  </a:lnTo>
                  <a:lnTo>
                    <a:pt x="910835" y="924867"/>
                  </a:lnTo>
                  <a:lnTo>
                    <a:pt x="913500" y="914830"/>
                  </a:lnTo>
                  <a:lnTo>
                    <a:pt x="913631" y="914400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3140115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314955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315899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316843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317787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3187316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3196757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3206197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3215637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3225077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323451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324395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325339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326283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327227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328171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329115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330059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3310040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3319480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3328920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3338360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3347801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3357241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3366681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3376121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3385562" y="1904245"/>
              <a:ext cx="914767" cy="914400"/>
            </a:xfrm>
            <a:custGeom>
              <a:avLst/>
              <a:pathLst>
                <a:path w="914767" h="914400">
                  <a:moveTo>
                    <a:pt x="914400" y="914400"/>
                  </a:moveTo>
                  <a:lnTo>
                    <a:pt x="914466" y="896830"/>
                  </a:lnTo>
                  <a:lnTo>
                    <a:pt x="914767" y="907535"/>
                  </a:lnTo>
                  <a:lnTo>
                    <a:pt x="914762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2233852" y="1869105"/>
              <a:ext cx="914400" cy="929550"/>
            </a:xfrm>
            <a:custGeom>
              <a:avLst/>
              <a:pathLst>
                <a:path w="914400" h="929550">
                  <a:moveTo>
                    <a:pt x="914400" y="914400"/>
                  </a:moveTo>
                  <a:lnTo>
                    <a:pt x="914400" y="929550"/>
                  </a:lnTo>
                  <a:lnTo>
                    <a:pt x="911558" y="924770"/>
                  </a:lnTo>
                  <a:lnTo>
                    <a:pt x="907329" y="916860"/>
                  </a:lnTo>
                  <a:lnTo>
                    <a:pt x="906146" y="914400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2233852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837" y="931969"/>
                  </a:lnTo>
                  <a:lnTo>
                    <a:pt x="914400" y="929550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2243293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2252733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2262173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2271613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2281053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2290494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2299934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2309374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2318814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2328255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2337695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2347135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2356575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2366016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237545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2384896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239433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2403777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2413217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2422657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2432097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244153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2450978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246041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2469858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247929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2488739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249817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2517059" y="188667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243" y="896830"/>
                  </a:lnTo>
                  <a:lnTo>
                    <a:pt x="914400" y="901607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2517059" y="1886675"/>
              <a:ext cx="917703" cy="914400"/>
            </a:xfrm>
            <a:custGeom>
              <a:avLst/>
              <a:pathLst>
                <a:path w="917703" h="914400">
                  <a:moveTo>
                    <a:pt x="914400" y="914400"/>
                  </a:moveTo>
                  <a:lnTo>
                    <a:pt x="914400" y="901607"/>
                  </a:lnTo>
                  <a:lnTo>
                    <a:pt x="917261" y="913428"/>
                  </a:lnTo>
                  <a:lnTo>
                    <a:pt x="917430" y="913800"/>
                  </a:lnTo>
                  <a:lnTo>
                    <a:pt x="917633" y="914245"/>
                  </a:lnTo>
                  <a:lnTo>
                    <a:pt x="917703" y="914400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3140115" y="188667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31" y="914400"/>
                  </a:lnTo>
                  <a:lnTo>
                    <a:pt x="914400" y="911854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3149556" y="1869105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9424"/>
                  </a:lnTo>
                  <a:lnTo>
                    <a:pt x="907008" y="922641"/>
                  </a:lnTo>
                  <a:lnTo>
                    <a:pt x="909817" y="914400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314955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AE982">
                <a:alpha val="100000"/>
              </a:srgbClr>
            </a:solidFill>
            <a:ln w="5420" cap="flat">
              <a:solidFill>
                <a:srgbClr val="CA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315899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316843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317787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3187316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3196757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3206197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3215637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3225077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323451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324395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325339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326283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327227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328171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329115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330059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3310040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3319480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3328920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3338360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3347801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3357241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3366681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3385562" y="188667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311" y="896830"/>
                  </a:lnTo>
                  <a:lnTo>
                    <a:pt x="913814" y="902666"/>
                  </a:lnTo>
                  <a:lnTo>
                    <a:pt x="914400" y="91295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3385562" y="1886675"/>
              <a:ext cx="914451" cy="914400"/>
            </a:xfrm>
            <a:custGeom>
              <a:avLst/>
              <a:pathLst>
                <a:path w="914451" h="914400">
                  <a:moveTo>
                    <a:pt x="914400" y="914400"/>
                  </a:moveTo>
                  <a:lnTo>
                    <a:pt x="914400" y="912950"/>
                  </a:lnTo>
                  <a:lnTo>
                    <a:pt x="914451" y="913862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2224412" y="1851536"/>
              <a:ext cx="914400" cy="929502"/>
            </a:xfrm>
            <a:custGeom>
              <a:avLst/>
              <a:pathLst>
                <a:path w="914400" h="929502">
                  <a:moveTo>
                    <a:pt x="914400" y="914400"/>
                  </a:moveTo>
                  <a:lnTo>
                    <a:pt x="914400" y="929502"/>
                  </a:lnTo>
                  <a:lnTo>
                    <a:pt x="912770" y="926114"/>
                  </a:lnTo>
                  <a:lnTo>
                    <a:pt x="911606" y="923558"/>
                  </a:lnTo>
                  <a:lnTo>
                    <a:pt x="910449" y="921021"/>
                  </a:lnTo>
                  <a:lnTo>
                    <a:pt x="909291" y="918483"/>
                  </a:lnTo>
                  <a:lnTo>
                    <a:pt x="908133" y="915946"/>
                  </a:lnTo>
                  <a:lnTo>
                    <a:pt x="907427" y="914400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2224412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586" y="931969"/>
                  </a:lnTo>
                  <a:lnTo>
                    <a:pt x="914400" y="929502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2233852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2243293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2252733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2262173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2271613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2281053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2290494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2299934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2309374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2318814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2328255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2337695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2347135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2356575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2366016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237545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2384896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239433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2403777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2413217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2422657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2432097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244153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2450978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246041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2469858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247929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2488739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249817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2507619" y="1869105"/>
              <a:ext cx="922683" cy="914400"/>
            </a:xfrm>
            <a:custGeom>
              <a:avLst/>
              <a:pathLst>
                <a:path w="922683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8430" y="896830"/>
                  </a:lnTo>
                  <a:lnTo>
                    <a:pt x="922683" y="914400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3149556" y="185153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9817" y="931969"/>
                  </a:lnTo>
                  <a:lnTo>
                    <a:pt x="910230" y="930757"/>
                  </a:lnTo>
                  <a:lnTo>
                    <a:pt x="911509" y="927412"/>
                  </a:lnTo>
                  <a:lnTo>
                    <a:pt x="911431" y="925423"/>
                  </a:lnTo>
                  <a:lnTo>
                    <a:pt x="911387" y="920411"/>
                  </a:lnTo>
                  <a:lnTo>
                    <a:pt x="910454" y="914964"/>
                  </a:lnTo>
                  <a:lnTo>
                    <a:pt x="910374" y="914400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314955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315899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316843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317787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3187316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3196757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3206197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3215637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3225077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323451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324395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325339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326283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327227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328171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329115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330059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3310040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3319480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3328920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3338360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3347801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3357241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3366681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3376121" y="1869105"/>
              <a:ext cx="922752" cy="914400"/>
            </a:xfrm>
            <a:custGeom>
              <a:avLst/>
              <a:pathLst>
                <a:path w="922752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834" y="896830"/>
                  </a:lnTo>
                  <a:lnTo>
                    <a:pt x="921022" y="898114"/>
                  </a:lnTo>
                  <a:lnTo>
                    <a:pt x="922297" y="909120"/>
                  </a:lnTo>
                  <a:lnTo>
                    <a:pt x="922752" y="91440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2214972" y="1833966"/>
              <a:ext cx="914400" cy="926568"/>
            </a:xfrm>
            <a:custGeom>
              <a:avLst/>
              <a:pathLst>
                <a:path w="914400" h="926568">
                  <a:moveTo>
                    <a:pt x="914400" y="914400"/>
                  </a:moveTo>
                  <a:lnTo>
                    <a:pt x="914400" y="926568"/>
                  </a:lnTo>
                  <a:lnTo>
                    <a:pt x="914096" y="925904"/>
                  </a:lnTo>
                  <a:lnTo>
                    <a:pt x="912936" y="923367"/>
                  </a:lnTo>
                  <a:lnTo>
                    <a:pt x="911776" y="920830"/>
                  </a:lnTo>
                  <a:lnTo>
                    <a:pt x="910615" y="918294"/>
                  </a:lnTo>
                  <a:lnTo>
                    <a:pt x="909453" y="915757"/>
                  </a:lnTo>
                  <a:lnTo>
                    <a:pt x="908831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2214972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867" y="931969"/>
                  </a:lnTo>
                  <a:lnTo>
                    <a:pt x="916415" y="930978"/>
                  </a:lnTo>
                  <a:lnTo>
                    <a:pt x="915255" y="928441"/>
                  </a:lnTo>
                  <a:lnTo>
                    <a:pt x="914400" y="92656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2224412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2233852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2243293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2252733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2262173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2271613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2281053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2290494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2299934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2309374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2318814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2328255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2337695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2347135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2356575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2366016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237545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2384896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239433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2403777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2413217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2422657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2432097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244153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2450978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246041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2469858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2479299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2488739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2507619" y="1851536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4159" y="896830"/>
                  </a:lnTo>
                  <a:lnTo>
                    <a:pt x="914399" y="897756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2507619" y="1851536"/>
              <a:ext cx="918430" cy="914400"/>
            </a:xfrm>
            <a:custGeom>
              <a:avLst/>
              <a:pathLst>
                <a:path w="918430" h="914400">
                  <a:moveTo>
                    <a:pt x="914399" y="914400"/>
                  </a:moveTo>
                  <a:lnTo>
                    <a:pt x="914410" y="897796"/>
                  </a:lnTo>
                  <a:lnTo>
                    <a:pt x="914556" y="898400"/>
                  </a:lnTo>
                  <a:lnTo>
                    <a:pt x="914704" y="899011"/>
                  </a:lnTo>
                  <a:lnTo>
                    <a:pt x="914852" y="899622"/>
                  </a:lnTo>
                  <a:lnTo>
                    <a:pt x="915000" y="900233"/>
                  </a:lnTo>
                  <a:lnTo>
                    <a:pt x="915148" y="900844"/>
                  </a:lnTo>
                  <a:lnTo>
                    <a:pt x="915296" y="901455"/>
                  </a:lnTo>
                  <a:lnTo>
                    <a:pt x="915444" y="902066"/>
                  </a:lnTo>
                  <a:lnTo>
                    <a:pt x="915592" y="902676"/>
                  </a:lnTo>
                  <a:lnTo>
                    <a:pt x="915740" y="903287"/>
                  </a:lnTo>
                  <a:lnTo>
                    <a:pt x="915888" y="903898"/>
                  </a:lnTo>
                  <a:lnTo>
                    <a:pt x="916036" y="904509"/>
                  </a:lnTo>
                  <a:lnTo>
                    <a:pt x="916184" y="905120"/>
                  </a:lnTo>
                  <a:lnTo>
                    <a:pt x="918430" y="914400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3149556" y="183396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0374" y="931969"/>
                  </a:lnTo>
                  <a:lnTo>
                    <a:pt x="908962" y="921965"/>
                  </a:lnTo>
                  <a:lnTo>
                    <a:pt x="908117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314955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315899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316843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317787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3187316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3196757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3206197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3215637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3225077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323451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324395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325339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326283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3272279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3281719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3291159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3300599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3310040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3319480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3328920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3338360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3347801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3357241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3366681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3376121" y="1851536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899022"/>
                  </a:lnTo>
                  <a:lnTo>
                    <a:pt x="921719" y="908110"/>
                  </a:lnTo>
                  <a:lnTo>
                    <a:pt x="920552" y="912474"/>
                  </a:lnTo>
                  <a:lnTo>
                    <a:pt x="920834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3385562" y="1833966"/>
              <a:ext cx="914870" cy="916591"/>
            </a:xfrm>
            <a:custGeom>
              <a:avLst/>
              <a:pathLst>
                <a:path w="914870" h="916591">
                  <a:moveTo>
                    <a:pt x="914400" y="914400"/>
                  </a:moveTo>
                  <a:lnTo>
                    <a:pt x="914870" y="914400"/>
                  </a:lnTo>
                  <a:lnTo>
                    <a:pt x="914617" y="915660"/>
                  </a:lnTo>
                  <a:lnTo>
                    <a:pt x="914400" y="916591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2205532" y="1816396"/>
              <a:ext cx="914400" cy="923523"/>
            </a:xfrm>
            <a:custGeom>
              <a:avLst/>
              <a:pathLst>
                <a:path w="914400" h="923523">
                  <a:moveTo>
                    <a:pt x="914400" y="914400"/>
                  </a:moveTo>
                  <a:lnTo>
                    <a:pt x="914400" y="923523"/>
                  </a:lnTo>
                  <a:lnTo>
                    <a:pt x="914243" y="923182"/>
                  </a:lnTo>
                  <a:lnTo>
                    <a:pt x="913071" y="920628"/>
                  </a:lnTo>
                  <a:lnTo>
                    <a:pt x="910361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2205532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8272" y="931969"/>
                  </a:lnTo>
                  <a:lnTo>
                    <a:pt x="917732" y="930791"/>
                  </a:lnTo>
                  <a:lnTo>
                    <a:pt x="916569" y="928254"/>
                  </a:lnTo>
                  <a:lnTo>
                    <a:pt x="915406" y="925718"/>
                  </a:lnTo>
                  <a:lnTo>
                    <a:pt x="914400" y="923523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2214972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2224412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2233852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2243293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2252733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2262173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2271613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2281053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2290494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2299934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2309374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2318814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2328255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2337695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2347135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2356575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2366016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237545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2384896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239433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2403777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2413217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2422657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2432097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244153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2450978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246041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2469858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2479299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2488739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2498179" y="1833966"/>
              <a:ext cx="923599" cy="914400"/>
            </a:xfrm>
            <a:custGeom>
              <a:avLst/>
              <a:pathLst>
                <a:path w="923599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732" y="896830"/>
                  </a:lnTo>
                  <a:lnTo>
                    <a:pt x="921252" y="905359"/>
                  </a:lnTo>
                  <a:lnTo>
                    <a:pt x="923599" y="914400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3149556" y="181639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8117" y="931969"/>
                  </a:lnTo>
                  <a:lnTo>
                    <a:pt x="907766" y="928836"/>
                  </a:lnTo>
                  <a:lnTo>
                    <a:pt x="906870" y="918037"/>
                  </a:lnTo>
                  <a:lnTo>
                    <a:pt x="906671" y="914400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314955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315899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316843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317787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3187316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3196757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3206197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3215637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3225077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323451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324395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325339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326283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3272279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3281719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3291159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3300599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3310040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3319480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3328920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3338360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3347801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3357241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3366681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3376121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3385562" y="1833966"/>
              <a:ext cx="918134" cy="914400"/>
            </a:xfrm>
            <a:custGeom>
              <a:avLst/>
              <a:pathLst>
                <a:path w="918134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134" y="896830"/>
                  </a:lnTo>
                  <a:lnTo>
                    <a:pt x="916673" y="905429"/>
                  </a:lnTo>
                  <a:lnTo>
                    <a:pt x="914870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2196091" y="1798826"/>
              <a:ext cx="914400" cy="918128"/>
            </a:xfrm>
            <a:custGeom>
              <a:avLst/>
              <a:pathLst>
                <a:path w="914400" h="918128">
                  <a:moveTo>
                    <a:pt x="914400" y="914400"/>
                  </a:moveTo>
                  <a:lnTo>
                    <a:pt x="914400" y="918128"/>
                  </a:lnTo>
                  <a:lnTo>
                    <a:pt x="913098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2196091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801" y="931969"/>
                  </a:lnTo>
                  <a:lnTo>
                    <a:pt x="918785" y="929633"/>
                  </a:lnTo>
                  <a:lnTo>
                    <a:pt x="915304" y="920718"/>
                  </a:lnTo>
                  <a:lnTo>
                    <a:pt x="914400" y="91812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2205532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2214972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2224412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2233852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2243293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2252733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2262173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2271613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2281053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2290494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2299934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2309374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2318814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2328255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2337695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2347135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2356575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2366016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237545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2384896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239433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2403777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2413217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2422657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2432097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244153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2450978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246041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2469858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2479299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2498179" y="181639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637" y="896830"/>
                  </a:lnTo>
                  <a:lnTo>
                    <a:pt x="914400" y="901540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2498179" y="1816396"/>
              <a:ext cx="918732" cy="914400"/>
            </a:xfrm>
            <a:custGeom>
              <a:avLst/>
              <a:pathLst>
                <a:path w="918732" h="914400">
                  <a:moveTo>
                    <a:pt x="914400" y="914400"/>
                  </a:moveTo>
                  <a:lnTo>
                    <a:pt x="914400" y="901540"/>
                  </a:lnTo>
                  <a:lnTo>
                    <a:pt x="915226" y="903748"/>
                  </a:lnTo>
                  <a:lnTo>
                    <a:pt x="918375" y="913191"/>
                  </a:lnTo>
                  <a:lnTo>
                    <a:pt x="918732" y="914400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3149556" y="179882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6671" y="931969"/>
                  </a:lnTo>
                  <a:lnTo>
                    <a:pt x="906276" y="924736"/>
                  </a:lnTo>
                  <a:lnTo>
                    <a:pt x="906000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314955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315899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316843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317787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3187316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3196757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3206197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3215637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3225077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323451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324395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325339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326283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3272279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3281719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3291159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3300599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3310040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3319480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3328920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3338360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3347801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3357241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3366681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3376121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3385562" y="1816396"/>
              <a:ext cx="920490" cy="914400"/>
            </a:xfrm>
            <a:custGeom>
              <a:avLst/>
              <a:pathLst>
                <a:path w="92049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490" y="896830"/>
                  </a:lnTo>
                  <a:lnTo>
                    <a:pt x="919919" y="902010"/>
                  </a:lnTo>
                  <a:lnTo>
                    <a:pt x="918442" y="912583"/>
                  </a:lnTo>
                  <a:lnTo>
                    <a:pt x="918134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2196091" y="1781256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3098" y="931969"/>
                  </a:lnTo>
                  <a:lnTo>
                    <a:pt x="912078" y="929047"/>
                  </a:lnTo>
                  <a:lnTo>
                    <a:pt x="909116" y="919504"/>
                  </a:lnTo>
                  <a:lnTo>
                    <a:pt x="907717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2196091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2205532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2214972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2224412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2233852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2243293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2252733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2262173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2271613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2281053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2290494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2299934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2309374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2318814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2328255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2337695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2347135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2356575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2366016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237545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2384896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239433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2403777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2413217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2422657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2432097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244153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2450978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246041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2469858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2479299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2488739" y="1798826"/>
              <a:ext cx="922078" cy="914400"/>
            </a:xfrm>
            <a:custGeom>
              <a:avLst/>
              <a:pathLst>
                <a:path w="922078" h="914400">
                  <a:moveTo>
                    <a:pt x="914399" y="914400"/>
                  </a:moveTo>
                  <a:lnTo>
                    <a:pt x="914520" y="896830"/>
                  </a:lnTo>
                  <a:lnTo>
                    <a:pt x="917588" y="903424"/>
                  </a:lnTo>
                  <a:lnTo>
                    <a:pt x="921254" y="912197"/>
                  </a:lnTo>
                  <a:lnTo>
                    <a:pt x="922078" y="914400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3149556" y="178125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6000" y="931969"/>
                  </a:lnTo>
                  <a:lnTo>
                    <a:pt x="905985" y="931392"/>
                  </a:lnTo>
                  <a:lnTo>
                    <a:pt x="905998" y="920465"/>
                  </a:lnTo>
                  <a:lnTo>
                    <a:pt x="906175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314955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315899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316843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317787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3187316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3196757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3206197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3215637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3225077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323451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324395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325339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326283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3272279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3281719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3291159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3300599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3310040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3319480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3328920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3338360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3347801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3357241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3366681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3376121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3385562" y="1798826"/>
              <a:ext cx="922047" cy="914400"/>
            </a:xfrm>
            <a:custGeom>
              <a:avLst/>
              <a:pathLst>
                <a:path w="922047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047" y="896830"/>
                  </a:lnTo>
                  <a:lnTo>
                    <a:pt x="921980" y="898079"/>
                  </a:lnTo>
                  <a:lnTo>
                    <a:pt x="921099" y="908879"/>
                  </a:lnTo>
                  <a:lnTo>
                    <a:pt x="920490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2186651" y="1763687"/>
              <a:ext cx="914400" cy="921135"/>
            </a:xfrm>
            <a:custGeom>
              <a:avLst/>
              <a:pathLst>
                <a:path w="914400" h="921135">
                  <a:moveTo>
                    <a:pt x="914400" y="914400"/>
                  </a:moveTo>
                  <a:lnTo>
                    <a:pt x="914400" y="921135"/>
                  </a:lnTo>
                  <a:lnTo>
                    <a:pt x="913971" y="919345"/>
                  </a:lnTo>
                  <a:lnTo>
                    <a:pt x="911812" y="916469"/>
                  </a:lnTo>
                  <a:lnTo>
                    <a:pt x="910418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218665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157" y="931969"/>
                  </a:lnTo>
                  <a:lnTo>
                    <a:pt x="915866" y="927257"/>
                  </a:lnTo>
                  <a:lnTo>
                    <a:pt x="914400" y="921135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219609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2205532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2214972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2224412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2233852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2243293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2252733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2262173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2271613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2281053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2290494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2299934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2309374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2318814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2328255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2337695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2347135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2356575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2366016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237545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2384896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239433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2403777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2413217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2422657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2432097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244153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2450978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246041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2469858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2488739" y="1781256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5069" y="896830"/>
                  </a:lnTo>
                  <a:lnTo>
                    <a:pt x="905175" y="896996"/>
                  </a:lnTo>
                  <a:lnTo>
                    <a:pt x="909537" y="904585"/>
                  </a:lnTo>
                  <a:lnTo>
                    <a:pt x="913679" y="912592"/>
                  </a:lnTo>
                  <a:lnTo>
                    <a:pt x="914399" y="914141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2488739" y="1781256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4399" y="914141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3149556" y="1763687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6175" y="931969"/>
                  </a:lnTo>
                  <a:lnTo>
                    <a:pt x="906316" y="927124"/>
                  </a:lnTo>
                  <a:lnTo>
                    <a:pt x="906936" y="916258"/>
                  </a:lnTo>
                  <a:lnTo>
                    <a:pt x="907095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314955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315899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316843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317787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3187316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3196757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3206197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3215637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3225077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323451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324395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325339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326283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3272279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3281719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3291159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3300599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3310040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3319480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3328920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3338360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334780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335724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336668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337612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3385562" y="1781256"/>
              <a:ext cx="922761" cy="914400"/>
            </a:xfrm>
            <a:custGeom>
              <a:avLst/>
              <a:pathLst>
                <a:path w="92276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761" y="896830"/>
                  </a:lnTo>
                  <a:lnTo>
                    <a:pt x="922559" y="904778"/>
                  </a:lnTo>
                  <a:lnTo>
                    <a:pt x="922047" y="91440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2177211" y="1746117"/>
              <a:ext cx="914400" cy="923493"/>
            </a:xfrm>
            <a:custGeom>
              <a:avLst/>
              <a:pathLst>
                <a:path w="914400" h="923493">
                  <a:moveTo>
                    <a:pt x="914400" y="914400"/>
                  </a:moveTo>
                  <a:lnTo>
                    <a:pt x="914400" y="923493"/>
                  </a:lnTo>
                  <a:lnTo>
                    <a:pt x="912200" y="919861"/>
                  </a:lnTo>
                  <a:lnTo>
                    <a:pt x="909222" y="914400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217721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858" y="931969"/>
                  </a:lnTo>
                  <a:lnTo>
                    <a:pt x="916627" y="927170"/>
                  </a:lnTo>
                  <a:lnTo>
                    <a:pt x="914400" y="923493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218665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219609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2205532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2214972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2224412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2233852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2243293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2252733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2262173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2271613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2281053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2290494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2299934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D">
                <a:alpha val="100000"/>
              </a:srgbClr>
            </a:solidFill>
            <a:ln w="5420" cap="flat">
              <a:solidFill>
                <a:srgbClr val="FEFF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2309374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D">
                <a:alpha val="100000"/>
              </a:srgbClr>
            </a:solidFill>
            <a:ln w="5420" cap="flat">
              <a:solidFill>
                <a:srgbClr val="FEFF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2318814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D">
                <a:alpha val="100000"/>
              </a:srgbClr>
            </a:solidFill>
            <a:ln w="5420" cap="flat">
              <a:solidFill>
                <a:srgbClr val="FEFF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2328255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2337695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2347135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2356575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2366016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237545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2384896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C">
                <a:alpha val="100000"/>
              </a:srgbClr>
            </a:solidFill>
            <a:ln w="5420" cap="flat">
              <a:solidFill>
                <a:srgbClr val="FC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239433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2403777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2413217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2422657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2432097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244153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2450978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246041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2479299" y="17636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947" y="896830"/>
                  </a:lnTo>
                  <a:lnTo>
                    <a:pt x="910149" y="905489"/>
                  </a:lnTo>
                  <a:lnTo>
                    <a:pt x="910853" y="908681"/>
                  </a:lnTo>
                  <a:lnTo>
                    <a:pt x="914400" y="91422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2479299" y="17636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22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3149556" y="1746117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7095" y="931969"/>
                  </a:lnTo>
                  <a:lnTo>
                    <a:pt x="907859" y="923036"/>
                  </a:lnTo>
                  <a:lnTo>
                    <a:pt x="908846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314955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315899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316843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317787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3187316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3196757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3206197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3215637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3225077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323451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324395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325339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326283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3272279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3281719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3291159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3300599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3310040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3319480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3328920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3338360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334780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335724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336668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337612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3385562" y="1763687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1294"/>
                  </a:lnTo>
                  <a:lnTo>
                    <a:pt x="923080" y="904042"/>
                  </a:lnTo>
                  <a:lnTo>
                    <a:pt x="922913" y="904574"/>
                  </a:lnTo>
                  <a:lnTo>
                    <a:pt x="922896" y="906096"/>
                  </a:lnTo>
                  <a:lnTo>
                    <a:pt x="922866" y="908766"/>
                  </a:lnTo>
                  <a:lnTo>
                    <a:pt x="922836" y="911436"/>
                  </a:lnTo>
                  <a:lnTo>
                    <a:pt x="922761" y="91440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3395002" y="1746117"/>
              <a:ext cx="915634" cy="918864"/>
            </a:xfrm>
            <a:custGeom>
              <a:avLst/>
              <a:pathLst>
                <a:path w="915634" h="918864">
                  <a:moveTo>
                    <a:pt x="914400" y="914400"/>
                  </a:moveTo>
                  <a:lnTo>
                    <a:pt x="915634" y="914400"/>
                  </a:lnTo>
                  <a:lnTo>
                    <a:pt x="914400" y="918864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2167771" y="1728547"/>
              <a:ext cx="914400" cy="923542"/>
            </a:xfrm>
            <a:custGeom>
              <a:avLst/>
              <a:pathLst>
                <a:path w="914400" h="923542">
                  <a:moveTo>
                    <a:pt x="914400" y="914400"/>
                  </a:moveTo>
                  <a:lnTo>
                    <a:pt x="914400" y="923542"/>
                  </a:lnTo>
                  <a:lnTo>
                    <a:pt x="913433" y="921573"/>
                  </a:lnTo>
                  <a:lnTo>
                    <a:pt x="910262" y="914400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216777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8662" y="931969"/>
                  </a:lnTo>
                  <a:lnTo>
                    <a:pt x="917425" y="929702"/>
                  </a:lnTo>
                  <a:lnTo>
                    <a:pt x="914400" y="923542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217721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218665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219609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2205532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2214972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2224412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2233852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2243293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2252733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2262173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2271613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2281053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2290494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2299934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2309374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2318814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2328255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2337695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2347135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2356575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2366016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237545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2384896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239433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2403777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2413217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2422657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2432097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2441538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2450978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2469858" y="174611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102" y="896830"/>
                  </a:lnTo>
                  <a:lnTo>
                    <a:pt x="914212" y="903274"/>
                  </a:lnTo>
                  <a:lnTo>
                    <a:pt x="914399" y="903922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2469858" y="1746117"/>
              <a:ext cx="917388" cy="914400"/>
            </a:xfrm>
            <a:custGeom>
              <a:avLst/>
              <a:pathLst>
                <a:path w="917388" h="914400">
                  <a:moveTo>
                    <a:pt x="914399" y="914400"/>
                  </a:moveTo>
                  <a:lnTo>
                    <a:pt x="914399" y="903922"/>
                  </a:lnTo>
                  <a:lnTo>
                    <a:pt x="917041" y="913034"/>
                  </a:lnTo>
                  <a:lnTo>
                    <a:pt x="917388" y="914400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3149556" y="1728547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8846" y="931969"/>
                  </a:lnTo>
                  <a:lnTo>
                    <a:pt x="909080" y="929918"/>
                  </a:lnTo>
                  <a:lnTo>
                    <a:pt x="910598" y="919362"/>
                  </a:lnTo>
                  <a:lnTo>
                    <a:pt x="911461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314955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315899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316843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317787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3187316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3196757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3206197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3215637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3225077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3234518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3243958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3253398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3262838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3272279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3281719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3291159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3300599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3310040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3319480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3328920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3338360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334780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335724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336668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337612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3385562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3395002" y="1746117"/>
              <a:ext cx="919810" cy="914400"/>
            </a:xfrm>
            <a:custGeom>
              <a:avLst/>
              <a:pathLst>
                <a:path w="91981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9810" y="896830"/>
                  </a:lnTo>
                  <a:lnTo>
                    <a:pt x="918763" y="901834"/>
                  </a:lnTo>
                  <a:lnTo>
                    <a:pt x="916340" y="911847"/>
                  </a:lnTo>
                  <a:lnTo>
                    <a:pt x="915634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2158330" y="1710977"/>
              <a:ext cx="914400" cy="918402"/>
            </a:xfrm>
            <a:custGeom>
              <a:avLst/>
              <a:pathLst>
                <a:path w="914400" h="918402">
                  <a:moveTo>
                    <a:pt x="914400" y="914400"/>
                  </a:moveTo>
                  <a:lnTo>
                    <a:pt x="914400" y="918402"/>
                  </a:lnTo>
                  <a:lnTo>
                    <a:pt x="912978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2158330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702" y="931969"/>
                  </a:lnTo>
                  <a:lnTo>
                    <a:pt x="919114" y="930638"/>
                  </a:lnTo>
                  <a:lnTo>
                    <a:pt x="915598" y="921779"/>
                  </a:lnTo>
                  <a:lnTo>
                    <a:pt x="914400" y="918402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216777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217721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218665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219609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2205532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2214972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2224412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2233852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2243293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2252733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2262173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2271613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2281053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2290494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2299934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2309374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2318814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2328255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2337695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2347135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2356575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2366016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2375456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2384896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2394336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2403777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2413217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2422657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2432097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2441538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2450978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2460418" y="1728547"/>
              <a:ext cx="921542" cy="914400"/>
            </a:xfrm>
            <a:custGeom>
              <a:avLst/>
              <a:pathLst>
                <a:path w="921542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4974" y="896830"/>
                  </a:lnTo>
                  <a:lnTo>
                    <a:pt x="917187" y="902219"/>
                  </a:lnTo>
                  <a:lnTo>
                    <a:pt x="920551" y="911373"/>
                  </a:lnTo>
                  <a:lnTo>
                    <a:pt x="921542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3149556" y="172854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1461" y="914400"/>
                  </a:lnTo>
                  <a:lnTo>
                    <a:pt x="912407" y="908966"/>
                  </a:lnTo>
                  <a:lnTo>
                    <a:pt x="914399" y="899263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3158996" y="1710977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16833"/>
                  </a:lnTo>
                  <a:lnTo>
                    <a:pt x="905063" y="916329"/>
                  </a:lnTo>
                  <a:lnTo>
                    <a:pt x="905185" y="915776"/>
                  </a:lnTo>
                  <a:lnTo>
                    <a:pt x="905309" y="915218"/>
                  </a:lnTo>
                  <a:lnTo>
                    <a:pt x="905433" y="914659"/>
                  </a:lnTo>
                  <a:lnTo>
                    <a:pt x="905490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3158996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3168436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3177876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3187316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3196757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3206197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3215637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3225077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3234518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3243958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3253398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3262838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3272279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3281719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3291159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3300599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3310040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3319480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3328920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3338360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334780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335724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336668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337612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3385562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3395002" y="1728547"/>
              <a:ext cx="923035" cy="914400"/>
            </a:xfrm>
            <a:custGeom>
              <a:avLst/>
              <a:pathLst>
                <a:path w="92303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035" y="896830"/>
                  </a:lnTo>
                  <a:lnTo>
                    <a:pt x="922754" y="898743"/>
                  </a:lnTo>
                  <a:lnTo>
                    <a:pt x="920903" y="909170"/>
                  </a:lnTo>
                  <a:lnTo>
                    <a:pt x="919810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2158330" y="1693407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978" y="931969"/>
                  </a:lnTo>
                  <a:lnTo>
                    <a:pt x="912336" y="930161"/>
                  </a:lnTo>
                  <a:lnTo>
                    <a:pt x="909337" y="920668"/>
                  </a:lnTo>
                  <a:lnTo>
                    <a:pt x="907586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2158330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216777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217721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218665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219609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2205532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2214972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2224412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2233852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2243293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2252733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2262173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2271613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2281053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2290494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2299934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2309374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2318814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2328255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2337695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2347135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2356575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2366016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237545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2384896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239433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2403777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2413217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2422657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2432097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2441538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2460418" y="171097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6809" y="896830"/>
                  </a:lnTo>
                  <a:lnTo>
                    <a:pt x="909707" y="902532"/>
                  </a:lnTo>
                  <a:lnTo>
                    <a:pt x="913569" y="910977"/>
                  </a:lnTo>
                  <a:lnTo>
                    <a:pt x="914400" y="91299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2460418" y="1710977"/>
              <a:ext cx="914974" cy="914400"/>
            </a:xfrm>
            <a:custGeom>
              <a:avLst/>
              <a:pathLst>
                <a:path w="914974" h="914400">
                  <a:moveTo>
                    <a:pt x="914400" y="914400"/>
                  </a:moveTo>
                  <a:lnTo>
                    <a:pt x="914400" y="912999"/>
                  </a:lnTo>
                  <a:lnTo>
                    <a:pt x="914974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3149556" y="1693407"/>
              <a:ext cx="914399" cy="921432"/>
            </a:xfrm>
            <a:custGeom>
              <a:avLst/>
              <a:pathLst>
                <a:path w="914399" h="921432">
                  <a:moveTo>
                    <a:pt x="914399" y="914400"/>
                  </a:moveTo>
                  <a:lnTo>
                    <a:pt x="914399" y="921432"/>
                  </a:lnTo>
                  <a:lnTo>
                    <a:pt x="911640" y="919468"/>
                  </a:lnTo>
                  <a:lnTo>
                    <a:pt x="906267" y="915037"/>
                  </a:lnTo>
                  <a:lnTo>
                    <a:pt x="905592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314955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930" y="931969"/>
                  </a:lnTo>
                  <a:lnTo>
                    <a:pt x="914997" y="931670"/>
                  </a:lnTo>
                  <a:lnTo>
                    <a:pt x="915120" y="931111"/>
                  </a:lnTo>
                  <a:lnTo>
                    <a:pt x="915244" y="930553"/>
                  </a:lnTo>
                  <a:lnTo>
                    <a:pt x="915368" y="929994"/>
                  </a:lnTo>
                  <a:lnTo>
                    <a:pt x="915492" y="929435"/>
                  </a:lnTo>
                  <a:lnTo>
                    <a:pt x="915616" y="928877"/>
                  </a:lnTo>
                  <a:lnTo>
                    <a:pt x="915740" y="928318"/>
                  </a:lnTo>
                  <a:lnTo>
                    <a:pt x="915863" y="927759"/>
                  </a:lnTo>
                  <a:lnTo>
                    <a:pt x="915987" y="927200"/>
                  </a:lnTo>
                  <a:lnTo>
                    <a:pt x="916111" y="926642"/>
                  </a:lnTo>
                  <a:lnTo>
                    <a:pt x="916235" y="926083"/>
                  </a:lnTo>
                  <a:lnTo>
                    <a:pt x="916359" y="925524"/>
                  </a:lnTo>
                  <a:lnTo>
                    <a:pt x="916483" y="924966"/>
                  </a:lnTo>
                  <a:lnTo>
                    <a:pt x="916607" y="924407"/>
                  </a:lnTo>
                  <a:lnTo>
                    <a:pt x="916731" y="923848"/>
                  </a:lnTo>
                  <a:lnTo>
                    <a:pt x="916876" y="923194"/>
                  </a:lnTo>
                  <a:lnTo>
                    <a:pt x="914399" y="921432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315899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316843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317787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3187316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3196757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3206197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3215637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3225077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3234518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3243958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3253398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3262838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3272279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3281719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3291159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3300599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3310040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3319480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3328920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3338360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334780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335724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336668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337612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3385562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3395002" y="1710977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920"/>
                  </a:lnTo>
                  <a:lnTo>
                    <a:pt x="923035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3404442" y="1693407"/>
              <a:ext cx="918988" cy="926490"/>
            </a:xfrm>
            <a:custGeom>
              <a:avLst/>
              <a:pathLst>
                <a:path w="918988" h="926490">
                  <a:moveTo>
                    <a:pt x="914400" y="914400"/>
                  </a:moveTo>
                  <a:lnTo>
                    <a:pt x="918988" y="914400"/>
                  </a:lnTo>
                  <a:lnTo>
                    <a:pt x="918867" y="914670"/>
                  </a:lnTo>
                  <a:lnTo>
                    <a:pt x="914965" y="922475"/>
                  </a:lnTo>
                  <a:lnTo>
                    <a:pt x="914870" y="923289"/>
                  </a:lnTo>
                  <a:lnTo>
                    <a:pt x="914400" y="92649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2148890" y="1675838"/>
              <a:ext cx="914400" cy="921728"/>
            </a:xfrm>
            <a:custGeom>
              <a:avLst/>
              <a:pathLst>
                <a:path w="914400" h="921728">
                  <a:moveTo>
                    <a:pt x="914400" y="914400"/>
                  </a:moveTo>
                  <a:lnTo>
                    <a:pt x="914400" y="921728"/>
                  </a:lnTo>
                  <a:lnTo>
                    <a:pt x="913596" y="918442"/>
                  </a:lnTo>
                  <a:lnTo>
                    <a:pt x="912741" y="914400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214889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026" y="931969"/>
                  </a:lnTo>
                  <a:lnTo>
                    <a:pt x="916047" y="928466"/>
                  </a:lnTo>
                  <a:lnTo>
                    <a:pt x="914400" y="92172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215833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216777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217721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218665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219609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220553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221497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222441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223385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2243293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2252733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2262173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2271613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2281053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D">
                <a:alpha val="100000"/>
              </a:srgbClr>
            </a:solidFill>
            <a:ln w="5420" cap="flat">
              <a:solidFill>
                <a:srgbClr val="FEFF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2290494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2299934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2309374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2318814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2328255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2337695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2347135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2356575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2366016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237545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2384896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239433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2403777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2413217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2422657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2432097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2450978" y="169340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0138" y="896830"/>
                  </a:lnTo>
                  <a:lnTo>
                    <a:pt x="910503" y="898961"/>
                  </a:lnTo>
                  <a:lnTo>
                    <a:pt x="911444" y="905656"/>
                  </a:lnTo>
                  <a:lnTo>
                    <a:pt x="914399" y="91088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2450978" y="1693407"/>
              <a:ext cx="916249" cy="914400"/>
            </a:xfrm>
            <a:custGeom>
              <a:avLst/>
              <a:pathLst>
                <a:path w="916249" h="914400">
                  <a:moveTo>
                    <a:pt x="914399" y="914400"/>
                  </a:moveTo>
                  <a:lnTo>
                    <a:pt x="914399" y="910889"/>
                  </a:lnTo>
                  <a:lnTo>
                    <a:pt x="915052" y="912045"/>
                  </a:lnTo>
                  <a:lnTo>
                    <a:pt x="916249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3130675" y="1675838"/>
              <a:ext cx="914400" cy="921729"/>
            </a:xfrm>
            <a:custGeom>
              <a:avLst/>
              <a:pathLst>
                <a:path w="914400" h="921729">
                  <a:moveTo>
                    <a:pt x="914400" y="914400"/>
                  </a:moveTo>
                  <a:lnTo>
                    <a:pt x="914400" y="921729"/>
                  </a:lnTo>
                  <a:lnTo>
                    <a:pt x="909869" y="916291"/>
                  </a:lnTo>
                  <a:lnTo>
                    <a:pt x="908459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3130675" y="1675838"/>
              <a:ext cx="923840" cy="931373"/>
            </a:xfrm>
            <a:custGeom>
              <a:avLst/>
              <a:pathLst>
                <a:path w="923840" h="931373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373"/>
                  </a:lnTo>
                  <a:lnTo>
                    <a:pt x="919905" y="927663"/>
                  </a:lnTo>
                  <a:lnTo>
                    <a:pt x="914808" y="922219"/>
                  </a:lnTo>
                  <a:lnTo>
                    <a:pt x="914400" y="92172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3140115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032" y="931969"/>
                  </a:lnTo>
                  <a:lnTo>
                    <a:pt x="914400" y="931373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314955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315899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316843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317787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3187316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3196757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3206197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3215637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3225077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3234518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3243958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3253398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3262838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3272279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3281719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3291159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3300599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331004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331948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332892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333836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334780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335724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336668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337612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338556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339500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3404442" y="1693407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3313"/>
                  </a:lnTo>
                  <a:lnTo>
                    <a:pt x="922708" y="906121"/>
                  </a:lnTo>
                  <a:lnTo>
                    <a:pt x="918988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3413882" y="1675838"/>
              <a:ext cx="916997" cy="920883"/>
            </a:xfrm>
            <a:custGeom>
              <a:avLst/>
              <a:pathLst>
                <a:path w="916997" h="920883">
                  <a:moveTo>
                    <a:pt x="914400" y="914400"/>
                  </a:moveTo>
                  <a:lnTo>
                    <a:pt x="916997" y="914400"/>
                  </a:lnTo>
                  <a:lnTo>
                    <a:pt x="916861" y="914775"/>
                  </a:lnTo>
                  <a:lnTo>
                    <a:pt x="914400" y="920883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2148890" y="165826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741" y="931969"/>
                  </a:lnTo>
                  <a:lnTo>
                    <a:pt x="911429" y="925764"/>
                  </a:lnTo>
                  <a:lnTo>
                    <a:pt x="909552" y="915320"/>
                  </a:lnTo>
                  <a:lnTo>
                    <a:pt x="909415" y="914400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214889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215833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216777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217721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218665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219609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220553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221497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222441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223385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2243293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EBA">
                <a:alpha val="100000"/>
              </a:srgbClr>
            </a:solidFill>
            <a:ln w="5420" cap="flat">
              <a:solidFill>
                <a:srgbClr val="FB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2252733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2262173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2271613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2281053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2290494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2299934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2309374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2318814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2328255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2337695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2347135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2356575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2366016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237545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2384896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239433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2403777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2413217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2422657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2432097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2441538" y="1675838"/>
              <a:ext cx="919578" cy="914400"/>
            </a:xfrm>
            <a:custGeom>
              <a:avLst/>
              <a:pathLst>
                <a:path w="91957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6278" y="896830"/>
                  </a:lnTo>
                  <a:lnTo>
                    <a:pt x="918127" y="905934"/>
                  </a:lnTo>
                  <a:lnTo>
                    <a:pt x="919578" y="914400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3121235" y="1658268"/>
              <a:ext cx="914399" cy="927252"/>
            </a:xfrm>
            <a:custGeom>
              <a:avLst/>
              <a:pathLst>
                <a:path w="914399" h="927252">
                  <a:moveTo>
                    <a:pt x="914399" y="914400"/>
                  </a:moveTo>
                  <a:lnTo>
                    <a:pt x="914399" y="927252"/>
                  </a:lnTo>
                  <a:lnTo>
                    <a:pt x="909959" y="920616"/>
                  </a:lnTo>
                  <a:lnTo>
                    <a:pt x="906215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3121235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899" y="931969"/>
                  </a:lnTo>
                  <a:lnTo>
                    <a:pt x="914542" y="927464"/>
                  </a:lnTo>
                  <a:lnTo>
                    <a:pt x="914399" y="927252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3130675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3140115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314955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315899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316843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317787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3187316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3196757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3206197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3215637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3225077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3234518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3243958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3253398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3262838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3272279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3281719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3291159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3300599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331004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331948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332892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333836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334780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335724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336668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337612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338556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339500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340444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3413882" y="167583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0519"/>
                  </a:lnTo>
                  <a:lnTo>
                    <a:pt x="922420" y="901269"/>
                  </a:lnTo>
                  <a:lnTo>
                    <a:pt x="921383" y="901817"/>
                  </a:lnTo>
                  <a:lnTo>
                    <a:pt x="920196" y="905519"/>
                  </a:lnTo>
                  <a:lnTo>
                    <a:pt x="916997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3423322" y="1658268"/>
              <a:ext cx="921388" cy="918088"/>
            </a:xfrm>
            <a:custGeom>
              <a:avLst/>
              <a:pathLst>
                <a:path w="921388" h="918088">
                  <a:moveTo>
                    <a:pt x="914400" y="914400"/>
                  </a:moveTo>
                  <a:lnTo>
                    <a:pt x="921388" y="914400"/>
                  </a:lnTo>
                  <a:lnTo>
                    <a:pt x="920163" y="915046"/>
                  </a:lnTo>
                  <a:lnTo>
                    <a:pt x="918726" y="915804"/>
                  </a:lnTo>
                  <a:lnTo>
                    <a:pt x="917289" y="916563"/>
                  </a:lnTo>
                  <a:lnTo>
                    <a:pt x="915852" y="917321"/>
                  </a:lnTo>
                  <a:lnTo>
                    <a:pt x="914400" y="91808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2148890" y="164069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415" y="931969"/>
                  </a:lnTo>
                  <a:lnTo>
                    <a:pt x="907972" y="922277"/>
                  </a:lnTo>
                  <a:lnTo>
                    <a:pt x="907033" y="914400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214889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215833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216777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217721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218665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219609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220553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221497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222441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223385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2243293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2252733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2262173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2271613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2281053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2290494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2299934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C">
                <a:alpha val="100000"/>
              </a:srgbClr>
            </a:solidFill>
            <a:ln w="5420" cap="flat">
              <a:solidFill>
                <a:srgbClr val="FC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2309374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2318814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2328255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2337695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2347135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2356575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2366016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EBA">
                <a:alpha val="100000"/>
              </a:srgbClr>
            </a:solidFill>
            <a:ln w="5420" cap="flat">
              <a:solidFill>
                <a:srgbClr val="FB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237545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2384896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239433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2403777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2413217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2422657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2441538" y="165826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1959" y="896830"/>
                  </a:lnTo>
                  <a:lnTo>
                    <a:pt x="913608" y="902919"/>
                  </a:lnTo>
                  <a:lnTo>
                    <a:pt x="914400" y="906267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2441538" y="1658268"/>
              <a:ext cx="916278" cy="914400"/>
            </a:xfrm>
            <a:custGeom>
              <a:avLst/>
              <a:pathLst>
                <a:path w="916278" h="914400">
                  <a:moveTo>
                    <a:pt x="914400" y="914400"/>
                  </a:moveTo>
                  <a:lnTo>
                    <a:pt x="914400" y="906267"/>
                  </a:lnTo>
                  <a:lnTo>
                    <a:pt x="916014" y="913100"/>
                  </a:lnTo>
                  <a:lnTo>
                    <a:pt x="916278" y="914400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3111795" y="1640698"/>
              <a:ext cx="914399" cy="929772"/>
            </a:xfrm>
            <a:custGeom>
              <a:avLst/>
              <a:pathLst>
                <a:path w="914399" h="929772">
                  <a:moveTo>
                    <a:pt x="914399" y="914400"/>
                  </a:moveTo>
                  <a:lnTo>
                    <a:pt x="914399" y="929772"/>
                  </a:lnTo>
                  <a:lnTo>
                    <a:pt x="910837" y="923210"/>
                  </a:lnTo>
                  <a:lnTo>
                    <a:pt x="906880" y="915122"/>
                  </a:lnTo>
                  <a:lnTo>
                    <a:pt x="906562" y="914400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3111795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655" y="931969"/>
                  </a:lnTo>
                  <a:lnTo>
                    <a:pt x="915014" y="930904"/>
                  </a:lnTo>
                  <a:lnTo>
                    <a:pt x="914399" y="929772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3121235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3130675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3140115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314955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315899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316843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317787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3187316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3196757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3206197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3215637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3225077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3234518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3243958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3253398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3262838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3272279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3281719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3291159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3300599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331004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331948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332892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333836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334780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335724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336668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337612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338556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339500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340444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341388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3423322" y="165826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3107"/>
                  </a:lnTo>
                  <a:lnTo>
                    <a:pt x="923037" y="913530"/>
                  </a:lnTo>
                  <a:lnTo>
                    <a:pt x="921600" y="914288"/>
                  </a:lnTo>
                  <a:lnTo>
                    <a:pt x="921388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3432763" y="1640698"/>
              <a:ext cx="923840" cy="930677"/>
            </a:xfrm>
            <a:custGeom>
              <a:avLst/>
              <a:pathLst>
                <a:path w="923840" h="93067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5127"/>
                  </a:lnTo>
                  <a:lnTo>
                    <a:pt x="921816" y="926502"/>
                  </a:lnTo>
                  <a:lnTo>
                    <a:pt x="916477" y="929582"/>
                  </a:lnTo>
                  <a:lnTo>
                    <a:pt x="915035" y="930342"/>
                  </a:lnTo>
                  <a:lnTo>
                    <a:pt x="914400" y="930677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3442203" y="1640698"/>
              <a:ext cx="923840" cy="925127"/>
            </a:xfrm>
            <a:custGeom>
              <a:avLst/>
              <a:pathLst>
                <a:path w="923840" h="92512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7938"/>
                  </a:lnTo>
                  <a:lnTo>
                    <a:pt x="922775" y="918892"/>
                  </a:lnTo>
                  <a:lnTo>
                    <a:pt x="917625" y="922936"/>
                  </a:lnTo>
                  <a:lnTo>
                    <a:pt x="914400" y="925127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3451643" y="1640698"/>
              <a:ext cx="918350" cy="917938"/>
            </a:xfrm>
            <a:custGeom>
              <a:avLst/>
              <a:pathLst>
                <a:path w="918350" h="917938">
                  <a:moveTo>
                    <a:pt x="914400" y="914400"/>
                  </a:moveTo>
                  <a:lnTo>
                    <a:pt x="918350" y="914400"/>
                  </a:lnTo>
                  <a:lnTo>
                    <a:pt x="914400" y="9179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2148890" y="162312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7033" y="931969"/>
                  </a:lnTo>
                  <a:lnTo>
                    <a:pt x="906691" y="929095"/>
                  </a:lnTo>
                  <a:lnTo>
                    <a:pt x="905713" y="918233"/>
                  </a:lnTo>
                  <a:lnTo>
                    <a:pt x="905478" y="914400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214889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215833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216777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217721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218665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219609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220553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221497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222441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223385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224329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225273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226217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227161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228105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2290494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2299934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2309374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2318814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2328255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2337695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2347135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2356575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2366016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237545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2384896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239433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2403777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2413217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2422657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2432097" y="1640698"/>
              <a:ext cx="921399" cy="914400"/>
            </a:xfrm>
            <a:custGeom>
              <a:avLst/>
              <a:pathLst>
                <a:path w="921399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5980" y="896830"/>
                  </a:lnTo>
                  <a:lnTo>
                    <a:pt x="917390" y="900903"/>
                  </a:lnTo>
                  <a:lnTo>
                    <a:pt x="920358" y="910557"/>
                  </a:lnTo>
                  <a:lnTo>
                    <a:pt x="921399" y="914400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3102354" y="1623128"/>
              <a:ext cx="914400" cy="928330"/>
            </a:xfrm>
            <a:custGeom>
              <a:avLst/>
              <a:pathLst>
                <a:path w="914400" h="928330">
                  <a:moveTo>
                    <a:pt x="914400" y="914400"/>
                  </a:moveTo>
                  <a:lnTo>
                    <a:pt x="914400" y="928330"/>
                  </a:lnTo>
                  <a:lnTo>
                    <a:pt x="912595" y="924233"/>
                  </a:lnTo>
                  <a:lnTo>
                    <a:pt x="909109" y="915426"/>
                  </a:lnTo>
                  <a:lnTo>
                    <a:pt x="908746" y="914400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3102354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003" y="931969"/>
                  </a:lnTo>
                  <a:lnTo>
                    <a:pt x="914400" y="928330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3111795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3121235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3130675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3140115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314955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315899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316843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317787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3187316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3196757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3206197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3215637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3225077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3234518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3243958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3253398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3262838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3272279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3281719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3291159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3300599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331004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331948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332892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333836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334780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335724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336668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337612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338556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339500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340444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341388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342332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343276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344220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3451643" y="164069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779"/>
                  </a:lnTo>
                  <a:lnTo>
                    <a:pt x="923281" y="909413"/>
                  </a:lnTo>
                  <a:lnTo>
                    <a:pt x="918350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3461083" y="1623128"/>
              <a:ext cx="923840" cy="926348"/>
            </a:xfrm>
            <a:custGeom>
              <a:avLst/>
              <a:pathLst>
                <a:path w="923840" h="926348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4921"/>
                  </a:lnTo>
                  <a:lnTo>
                    <a:pt x="923236" y="915726"/>
                  </a:lnTo>
                  <a:lnTo>
                    <a:pt x="918613" y="921570"/>
                  </a:lnTo>
                  <a:lnTo>
                    <a:pt x="914400" y="92634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3470524" y="1623128"/>
              <a:ext cx="914791" cy="914921"/>
            </a:xfrm>
            <a:custGeom>
              <a:avLst/>
              <a:pathLst>
                <a:path w="914791" h="914921">
                  <a:moveTo>
                    <a:pt x="914400" y="914400"/>
                  </a:moveTo>
                  <a:lnTo>
                    <a:pt x="914791" y="914400"/>
                  </a:lnTo>
                  <a:lnTo>
                    <a:pt x="914400" y="914921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2139450" y="1605559"/>
              <a:ext cx="914400" cy="922371"/>
            </a:xfrm>
            <a:custGeom>
              <a:avLst/>
              <a:pathLst>
                <a:path w="914400" h="922371">
                  <a:moveTo>
                    <a:pt x="914400" y="914400"/>
                  </a:moveTo>
                  <a:lnTo>
                    <a:pt x="914400" y="922371"/>
                  </a:lnTo>
                  <a:lnTo>
                    <a:pt x="914136" y="914400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213945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918" y="931969"/>
                  </a:lnTo>
                  <a:lnTo>
                    <a:pt x="914482" y="924861"/>
                  </a:lnTo>
                  <a:lnTo>
                    <a:pt x="914400" y="922371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214889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215833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216777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217721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218665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219609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220553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221497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222441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223385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224329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225273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226217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227161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228105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229049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229993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230937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231881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2328255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2337695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2347135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2356575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2366016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237545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2384896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239433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2403777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2413217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2432097" y="1623128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237" y="896830"/>
                  </a:lnTo>
                  <a:lnTo>
                    <a:pt x="910655" y="900106"/>
                  </a:lnTo>
                  <a:lnTo>
                    <a:pt x="914153" y="909124"/>
                  </a:lnTo>
                  <a:lnTo>
                    <a:pt x="914399" y="909837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2432097" y="1623128"/>
              <a:ext cx="915980" cy="914400"/>
            </a:xfrm>
            <a:custGeom>
              <a:avLst/>
              <a:pathLst>
                <a:path w="915980" h="914400">
                  <a:moveTo>
                    <a:pt x="914399" y="914400"/>
                  </a:moveTo>
                  <a:lnTo>
                    <a:pt x="914399" y="909837"/>
                  </a:lnTo>
                  <a:lnTo>
                    <a:pt x="915980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3092914" y="1605559"/>
              <a:ext cx="914400" cy="920965"/>
            </a:xfrm>
            <a:custGeom>
              <a:avLst/>
              <a:pathLst>
                <a:path w="914400" h="920965">
                  <a:moveTo>
                    <a:pt x="914400" y="914400"/>
                  </a:moveTo>
                  <a:lnTo>
                    <a:pt x="914400" y="920965"/>
                  </a:lnTo>
                  <a:lnTo>
                    <a:pt x="912329" y="914400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309291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8186" y="931969"/>
                  </a:lnTo>
                  <a:lnTo>
                    <a:pt x="915314" y="923864"/>
                  </a:lnTo>
                  <a:lnTo>
                    <a:pt x="914400" y="920965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310235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3111795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3121235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3130675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3140115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314955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315899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316843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317787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3187316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3196757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3206197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3215637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3225077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3234518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3243958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3253398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3262838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3272279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3281719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3291159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3300599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331004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331948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332892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333836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334780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335724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336668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337612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338556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339500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340444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341388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342332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343276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344220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345164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346108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3470524" y="162312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7378"/>
                  </a:lnTo>
                  <a:lnTo>
                    <a:pt x="923212" y="907695"/>
                  </a:lnTo>
                  <a:lnTo>
                    <a:pt x="921963" y="908325"/>
                  </a:lnTo>
                  <a:lnTo>
                    <a:pt x="920715" y="908956"/>
                  </a:lnTo>
                  <a:lnTo>
                    <a:pt x="919467" y="909586"/>
                  </a:lnTo>
                  <a:lnTo>
                    <a:pt x="918219" y="910217"/>
                  </a:lnTo>
                  <a:lnTo>
                    <a:pt x="917756" y="910451"/>
                  </a:lnTo>
                  <a:lnTo>
                    <a:pt x="917612" y="910643"/>
                  </a:lnTo>
                  <a:lnTo>
                    <a:pt x="916342" y="912334"/>
                  </a:lnTo>
                  <a:lnTo>
                    <a:pt x="915073" y="914025"/>
                  </a:lnTo>
                  <a:lnTo>
                    <a:pt x="914791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3479964" y="1605559"/>
              <a:ext cx="923840" cy="924948"/>
            </a:xfrm>
            <a:custGeom>
              <a:avLst/>
              <a:pathLst>
                <a:path w="923840" h="924948">
                  <a:moveTo>
                    <a:pt x="914400" y="914400"/>
                  </a:moveTo>
                  <a:lnTo>
                    <a:pt x="923840" y="914400"/>
                  </a:lnTo>
                  <a:lnTo>
                    <a:pt x="923764" y="920227"/>
                  </a:lnTo>
                  <a:lnTo>
                    <a:pt x="922514" y="920856"/>
                  </a:lnTo>
                  <a:lnTo>
                    <a:pt x="921265" y="921485"/>
                  </a:lnTo>
                  <a:lnTo>
                    <a:pt x="920016" y="922115"/>
                  </a:lnTo>
                  <a:lnTo>
                    <a:pt x="918767" y="922745"/>
                  </a:lnTo>
                  <a:lnTo>
                    <a:pt x="917518" y="923375"/>
                  </a:lnTo>
                  <a:lnTo>
                    <a:pt x="916269" y="924005"/>
                  </a:lnTo>
                  <a:lnTo>
                    <a:pt x="915020" y="924635"/>
                  </a:lnTo>
                  <a:lnTo>
                    <a:pt x="914400" y="92494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3489404" y="1605559"/>
              <a:ext cx="923840" cy="920188"/>
            </a:xfrm>
            <a:custGeom>
              <a:avLst/>
              <a:pathLst>
                <a:path w="923840" h="920188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5201"/>
                  </a:lnTo>
                  <a:lnTo>
                    <a:pt x="919327" y="917708"/>
                  </a:lnTo>
                  <a:lnTo>
                    <a:pt x="918073" y="918339"/>
                  </a:lnTo>
                  <a:lnTo>
                    <a:pt x="916823" y="918968"/>
                  </a:lnTo>
                  <a:lnTo>
                    <a:pt x="915573" y="919597"/>
                  </a:lnTo>
                  <a:lnTo>
                    <a:pt x="914400" y="92018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3498844" y="1605559"/>
              <a:ext cx="915793" cy="915201"/>
            </a:xfrm>
            <a:custGeom>
              <a:avLst/>
              <a:pathLst>
                <a:path w="915793" h="915201">
                  <a:moveTo>
                    <a:pt x="914400" y="914400"/>
                  </a:moveTo>
                  <a:lnTo>
                    <a:pt x="915793" y="914400"/>
                  </a:lnTo>
                  <a:lnTo>
                    <a:pt x="915535" y="914571"/>
                  </a:lnTo>
                  <a:lnTo>
                    <a:pt x="914400" y="915201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2139450" y="158798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4136" y="931969"/>
                  </a:lnTo>
                  <a:lnTo>
                    <a:pt x="914118" y="931438"/>
                  </a:lnTo>
                  <a:lnTo>
                    <a:pt x="914064" y="920426"/>
                  </a:lnTo>
                  <a:lnTo>
                    <a:pt x="914203" y="91440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213945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214889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215833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216777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217721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218665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219609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220553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221497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222441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223385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224329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225273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226217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227161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228105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229049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229993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230937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231881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2328255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2337695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2347135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2356575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2366016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237545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2384896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239433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2403777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2422657" y="160555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0269" y="896830"/>
                  </a:lnTo>
                  <a:lnTo>
                    <a:pt x="912358" y="900731"/>
                  </a:lnTo>
                  <a:lnTo>
                    <a:pt x="914400" y="904971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2422657" y="1605559"/>
              <a:ext cx="918677" cy="914400"/>
            </a:xfrm>
            <a:custGeom>
              <a:avLst/>
              <a:pathLst>
                <a:path w="918677" h="914400">
                  <a:moveTo>
                    <a:pt x="914400" y="914400"/>
                  </a:moveTo>
                  <a:lnTo>
                    <a:pt x="914400" y="904971"/>
                  </a:lnTo>
                  <a:lnTo>
                    <a:pt x="916346" y="909014"/>
                  </a:lnTo>
                  <a:lnTo>
                    <a:pt x="918677" y="914400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3092914" y="158798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329" y="931969"/>
                  </a:lnTo>
                  <a:lnTo>
                    <a:pt x="909628" y="922297"/>
                  </a:lnTo>
                  <a:lnTo>
                    <a:pt x="907696" y="914400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309291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310235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3111795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3121235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3130675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3140115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314955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315899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316843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317787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3187316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3196757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3206197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3215637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3225077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3234518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3243958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3253398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3262838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3272279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3281719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3291159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3300599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331004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331948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332892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333836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334780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335724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336668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337612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338556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339500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340444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341388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342332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343276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344220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345164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346108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347052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347996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348940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3498844" y="1605559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9984"/>
                  </a:lnTo>
                  <a:lnTo>
                    <a:pt x="922292" y="910365"/>
                  </a:lnTo>
                  <a:lnTo>
                    <a:pt x="921644" y="910460"/>
                  </a:lnTo>
                  <a:lnTo>
                    <a:pt x="921088" y="910891"/>
                  </a:lnTo>
                  <a:lnTo>
                    <a:pt x="915793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3508285" y="1587989"/>
              <a:ext cx="923840" cy="927553"/>
            </a:xfrm>
            <a:custGeom>
              <a:avLst/>
              <a:pathLst>
                <a:path w="923840" h="927553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4715"/>
                  </a:lnTo>
                  <a:lnTo>
                    <a:pt x="918875" y="926449"/>
                  </a:lnTo>
                  <a:lnTo>
                    <a:pt x="914400" y="927553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3517725" y="1587989"/>
              <a:ext cx="923840" cy="924715"/>
            </a:xfrm>
            <a:custGeom>
              <a:avLst/>
              <a:pathLst>
                <a:path w="923840" h="924715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0265"/>
                  </a:lnTo>
                  <a:lnTo>
                    <a:pt x="921309" y="921685"/>
                  </a:lnTo>
                  <a:lnTo>
                    <a:pt x="915406" y="924363"/>
                  </a:lnTo>
                  <a:lnTo>
                    <a:pt x="914400" y="924715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3527165" y="1587989"/>
              <a:ext cx="923840" cy="920265"/>
            </a:xfrm>
            <a:custGeom>
              <a:avLst/>
              <a:pathLst>
                <a:path w="923840" h="920265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4633"/>
                  </a:lnTo>
                  <a:lnTo>
                    <a:pt x="922803" y="915270"/>
                  </a:lnTo>
                  <a:lnTo>
                    <a:pt x="921099" y="916319"/>
                  </a:lnTo>
                  <a:lnTo>
                    <a:pt x="919395" y="917368"/>
                  </a:lnTo>
                  <a:lnTo>
                    <a:pt x="917686" y="918421"/>
                  </a:lnTo>
                  <a:lnTo>
                    <a:pt x="914400" y="920265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3536605" y="1587989"/>
              <a:ext cx="914779" cy="914633"/>
            </a:xfrm>
            <a:custGeom>
              <a:avLst/>
              <a:pathLst>
                <a:path w="914779" h="914633">
                  <a:moveTo>
                    <a:pt x="914400" y="914400"/>
                  </a:moveTo>
                  <a:lnTo>
                    <a:pt x="914779" y="914400"/>
                  </a:lnTo>
                  <a:lnTo>
                    <a:pt x="914400" y="914633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2139450" y="158798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203" y="914400"/>
                  </a:lnTo>
                  <a:lnTo>
                    <a:pt x="914318" y="909423"/>
                  </a:lnTo>
                  <a:lnTo>
                    <a:pt x="914340" y="908820"/>
                  </a:lnTo>
                  <a:lnTo>
                    <a:pt x="914363" y="908215"/>
                  </a:lnTo>
                  <a:lnTo>
                    <a:pt x="914385" y="907611"/>
                  </a:lnTo>
                  <a:lnTo>
                    <a:pt x="914400" y="907231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2148890" y="1570419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4801"/>
                  </a:lnTo>
                  <a:lnTo>
                    <a:pt x="904968" y="924576"/>
                  </a:lnTo>
                  <a:lnTo>
                    <a:pt x="904990" y="923971"/>
                  </a:lnTo>
                  <a:lnTo>
                    <a:pt x="905013" y="923367"/>
                  </a:lnTo>
                  <a:lnTo>
                    <a:pt x="905035" y="922762"/>
                  </a:lnTo>
                  <a:lnTo>
                    <a:pt x="905058" y="922157"/>
                  </a:lnTo>
                  <a:lnTo>
                    <a:pt x="905080" y="921553"/>
                  </a:lnTo>
                  <a:lnTo>
                    <a:pt x="905103" y="920948"/>
                  </a:lnTo>
                  <a:lnTo>
                    <a:pt x="905125" y="920343"/>
                  </a:lnTo>
                  <a:lnTo>
                    <a:pt x="905148" y="919739"/>
                  </a:lnTo>
                  <a:lnTo>
                    <a:pt x="905170" y="919134"/>
                  </a:lnTo>
                  <a:lnTo>
                    <a:pt x="905193" y="918530"/>
                  </a:lnTo>
                  <a:lnTo>
                    <a:pt x="905215" y="917925"/>
                  </a:lnTo>
                  <a:lnTo>
                    <a:pt x="905238" y="917320"/>
                  </a:lnTo>
                  <a:lnTo>
                    <a:pt x="905260" y="916716"/>
                  </a:lnTo>
                  <a:lnTo>
                    <a:pt x="905283" y="916111"/>
                  </a:lnTo>
                  <a:lnTo>
                    <a:pt x="905305" y="915506"/>
                  </a:lnTo>
                  <a:lnTo>
                    <a:pt x="905328" y="914902"/>
                  </a:lnTo>
                  <a:lnTo>
                    <a:pt x="905347" y="91439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214889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215833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216777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217721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218665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219609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220553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221497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222441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223385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224329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225273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226217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227161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228105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229049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229993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230937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231881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232825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2337695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234713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2356575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2366016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237545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2384896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239433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2413217" y="1587989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081" y="896830"/>
                  </a:lnTo>
                  <a:lnTo>
                    <a:pt x="913145" y="902967"/>
                  </a:lnTo>
                  <a:lnTo>
                    <a:pt x="914399" y="905076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2413217" y="1587989"/>
              <a:ext cx="919709" cy="914400"/>
            </a:xfrm>
            <a:custGeom>
              <a:avLst/>
              <a:pathLst>
                <a:path w="919709" h="914400">
                  <a:moveTo>
                    <a:pt x="914399" y="914400"/>
                  </a:moveTo>
                  <a:lnTo>
                    <a:pt x="914399" y="905076"/>
                  </a:lnTo>
                  <a:lnTo>
                    <a:pt x="917580" y="910422"/>
                  </a:lnTo>
                  <a:lnTo>
                    <a:pt x="919709" y="914400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3083474" y="1570419"/>
              <a:ext cx="914400" cy="919298"/>
            </a:xfrm>
            <a:custGeom>
              <a:avLst/>
              <a:pathLst>
                <a:path w="914400" h="919298">
                  <a:moveTo>
                    <a:pt x="914400" y="914399"/>
                  </a:moveTo>
                  <a:lnTo>
                    <a:pt x="914400" y="919298"/>
                  </a:lnTo>
                  <a:lnTo>
                    <a:pt x="913517" y="914399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308347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7137" y="931969"/>
                  </a:lnTo>
                  <a:lnTo>
                    <a:pt x="916633" y="929912"/>
                  </a:lnTo>
                  <a:lnTo>
                    <a:pt x="914478" y="919736"/>
                  </a:lnTo>
                  <a:lnTo>
                    <a:pt x="914400" y="91929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309291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310235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3111795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3121235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313067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314011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314955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315899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316843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317787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3187316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3196757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3206197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3215637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3225077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3234518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3243958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3253398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3262838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3272279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3281719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3291159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3300599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331004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331948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332892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333836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334780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335724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336668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337612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338556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339500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340444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341388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342332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343276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344220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345164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346108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347052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347996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348940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349884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350828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351772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352716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3536605" y="1587989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831"/>
                  </a:lnTo>
                  <a:lnTo>
                    <a:pt x="923594" y="908982"/>
                  </a:lnTo>
                  <a:lnTo>
                    <a:pt x="921889" y="910029"/>
                  </a:lnTo>
                  <a:lnTo>
                    <a:pt x="920183" y="911077"/>
                  </a:lnTo>
                  <a:lnTo>
                    <a:pt x="918478" y="912125"/>
                  </a:lnTo>
                  <a:lnTo>
                    <a:pt x="916772" y="913173"/>
                  </a:lnTo>
                  <a:lnTo>
                    <a:pt x="915068" y="914222"/>
                  </a:lnTo>
                  <a:lnTo>
                    <a:pt x="914779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3546046" y="1570419"/>
              <a:ext cx="923840" cy="926401"/>
            </a:xfrm>
            <a:custGeom>
              <a:avLst/>
              <a:pathLst>
                <a:path w="923840" h="926401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0612"/>
                  </a:lnTo>
                  <a:lnTo>
                    <a:pt x="922688" y="921317"/>
                  </a:lnTo>
                  <a:lnTo>
                    <a:pt x="920981" y="922364"/>
                  </a:lnTo>
                  <a:lnTo>
                    <a:pt x="919274" y="923410"/>
                  </a:lnTo>
                  <a:lnTo>
                    <a:pt x="917567" y="924457"/>
                  </a:lnTo>
                  <a:lnTo>
                    <a:pt x="915860" y="925504"/>
                  </a:lnTo>
                  <a:lnTo>
                    <a:pt x="914400" y="926401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3555486" y="1570419"/>
              <a:ext cx="923669" cy="920612"/>
            </a:xfrm>
            <a:custGeom>
              <a:avLst/>
              <a:pathLst>
                <a:path w="923669" h="920612">
                  <a:moveTo>
                    <a:pt x="914400" y="914399"/>
                  </a:moveTo>
                  <a:lnTo>
                    <a:pt x="923669" y="914399"/>
                  </a:lnTo>
                  <a:lnTo>
                    <a:pt x="921408" y="916102"/>
                  </a:lnTo>
                  <a:lnTo>
                    <a:pt x="916670" y="919222"/>
                  </a:lnTo>
                  <a:lnTo>
                    <a:pt x="914956" y="920271"/>
                  </a:lnTo>
                  <a:lnTo>
                    <a:pt x="914400" y="920612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2148890" y="1552849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5350" y="931867"/>
                  </a:lnTo>
                  <a:lnTo>
                    <a:pt x="905373" y="931262"/>
                  </a:lnTo>
                  <a:lnTo>
                    <a:pt x="905395" y="930658"/>
                  </a:lnTo>
                  <a:lnTo>
                    <a:pt x="905418" y="930053"/>
                  </a:lnTo>
                  <a:lnTo>
                    <a:pt x="905441" y="929448"/>
                  </a:lnTo>
                  <a:lnTo>
                    <a:pt x="905463" y="928844"/>
                  </a:lnTo>
                  <a:lnTo>
                    <a:pt x="905486" y="928239"/>
                  </a:lnTo>
                  <a:lnTo>
                    <a:pt x="905508" y="927635"/>
                  </a:lnTo>
                  <a:lnTo>
                    <a:pt x="905531" y="927030"/>
                  </a:lnTo>
                  <a:lnTo>
                    <a:pt x="905553" y="926425"/>
                  </a:lnTo>
                  <a:lnTo>
                    <a:pt x="905576" y="925821"/>
                  </a:lnTo>
                  <a:lnTo>
                    <a:pt x="905598" y="925216"/>
                  </a:lnTo>
                  <a:lnTo>
                    <a:pt x="905832" y="920589"/>
                  </a:lnTo>
                  <a:lnTo>
                    <a:pt x="905813" y="920436"/>
                  </a:lnTo>
                  <a:lnTo>
                    <a:pt x="905532" y="918209"/>
                  </a:lnTo>
                  <a:lnTo>
                    <a:pt x="905252" y="915983"/>
                  </a:lnTo>
                  <a:lnTo>
                    <a:pt x="905052" y="91439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214889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215833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216777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217721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218665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219609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220553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221497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222441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223385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224329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225273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226217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227161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228105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229049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229993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230937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231881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232825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2337695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234713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2356575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2366016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2375456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2384896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2403777" y="157041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6937" y="896830"/>
                  </a:lnTo>
                  <a:lnTo>
                    <a:pt x="907436" y="900211"/>
                  </a:lnTo>
                  <a:lnTo>
                    <a:pt x="908101" y="900925"/>
                  </a:lnTo>
                  <a:lnTo>
                    <a:pt x="913112" y="906985"/>
                  </a:lnTo>
                  <a:lnTo>
                    <a:pt x="914400" y="90872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2403777" y="1570419"/>
              <a:ext cx="918521" cy="914399"/>
            </a:xfrm>
            <a:custGeom>
              <a:avLst/>
              <a:pathLst>
                <a:path w="918521" h="914399">
                  <a:moveTo>
                    <a:pt x="914400" y="914399"/>
                  </a:moveTo>
                  <a:lnTo>
                    <a:pt x="914400" y="908728"/>
                  </a:lnTo>
                  <a:lnTo>
                    <a:pt x="917945" y="913529"/>
                  </a:lnTo>
                  <a:lnTo>
                    <a:pt x="918521" y="91439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3083474" y="1552849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13517" y="931969"/>
                  </a:lnTo>
                  <a:lnTo>
                    <a:pt x="912610" y="926935"/>
                  </a:lnTo>
                  <a:lnTo>
                    <a:pt x="911033" y="916398"/>
                  </a:lnTo>
                  <a:lnTo>
                    <a:pt x="910793" y="914399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308347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309291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310235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3111795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3121235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313067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314011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3149556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3158996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3168436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3177876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3187316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3196757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3206197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3215637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3225077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3234518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3243958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3253398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3262838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3272279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3281719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3291159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3300599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331004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331948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332892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333836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334780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335724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336668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337612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338556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339500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340444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341388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342332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343276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344220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345164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346108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347052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347996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348940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349884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350828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351772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352716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353660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3546046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3555486" y="1570419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4271"/>
                  </a:lnTo>
                  <a:lnTo>
                    <a:pt x="923669" y="91439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3564926" y="1552849"/>
              <a:ext cx="923840" cy="931841"/>
            </a:xfrm>
            <a:custGeom>
              <a:avLst/>
              <a:pathLst>
                <a:path w="923840" h="931841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3894"/>
                  </a:lnTo>
                  <a:lnTo>
                    <a:pt x="922645" y="924970"/>
                  </a:lnTo>
                  <a:lnTo>
                    <a:pt x="921196" y="926276"/>
                  </a:lnTo>
                  <a:lnTo>
                    <a:pt x="916626" y="930164"/>
                  </a:lnTo>
                  <a:lnTo>
                    <a:pt x="914400" y="931841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3574366" y="1552849"/>
              <a:ext cx="923840" cy="923894"/>
            </a:xfrm>
            <a:custGeom>
              <a:avLst/>
              <a:pathLst>
                <a:path w="923840" h="923894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5399"/>
                  </a:lnTo>
                  <a:lnTo>
                    <a:pt x="923306" y="915879"/>
                  </a:lnTo>
                  <a:lnTo>
                    <a:pt x="921862" y="917177"/>
                  </a:lnTo>
                  <a:lnTo>
                    <a:pt x="920418" y="918476"/>
                  </a:lnTo>
                  <a:lnTo>
                    <a:pt x="918975" y="919774"/>
                  </a:lnTo>
                  <a:lnTo>
                    <a:pt x="917532" y="921073"/>
                  </a:lnTo>
                  <a:lnTo>
                    <a:pt x="916089" y="922372"/>
                  </a:lnTo>
                  <a:lnTo>
                    <a:pt x="914647" y="923671"/>
                  </a:lnTo>
                  <a:lnTo>
                    <a:pt x="914400" y="923894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3583807" y="1552849"/>
              <a:ext cx="915873" cy="915399"/>
            </a:xfrm>
            <a:custGeom>
              <a:avLst/>
              <a:pathLst>
                <a:path w="915873" h="915399">
                  <a:moveTo>
                    <a:pt x="914400" y="914399"/>
                  </a:moveTo>
                  <a:lnTo>
                    <a:pt x="915873" y="914399"/>
                  </a:lnTo>
                  <a:lnTo>
                    <a:pt x="915119" y="914753"/>
                  </a:lnTo>
                  <a:lnTo>
                    <a:pt x="914400" y="91539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2139450" y="1535279"/>
              <a:ext cx="914400" cy="931229"/>
            </a:xfrm>
            <a:custGeom>
              <a:avLst/>
              <a:pathLst>
                <a:path w="914400" h="931229">
                  <a:moveTo>
                    <a:pt x="914400" y="914400"/>
                  </a:moveTo>
                  <a:lnTo>
                    <a:pt x="914400" y="931229"/>
                  </a:lnTo>
                  <a:lnTo>
                    <a:pt x="914131" y="929099"/>
                  </a:lnTo>
                  <a:lnTo>
                    <a:pt x="913850" y="926873"/>
                  </a:lnTo>
                  <a:lnTo>
                    <a:pt x="913570" y="924646"/>
                  </a:lnTo>
                  <a:lnTo>
                    <a:pt x="913289" y="922420"/>
                  </a:lnTo>
                  <a:lnTo>
                    <a:pt x="913008" y="920193"/>
                  </a:lnTo>
                  <a:lnTo>
                    <a:pt x="912726" y="917967"/>
                  </a:lnTo>
                  <a:lnTo>
                    <a:pt x="912444" y="915732"/>
                  </a:lnTo>
                  <a:lnTo>
                    <a:pt x="912294" y="914400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213945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93" y="931969"/>
                  </a:lnTo>
                  <a:lnTo>
                    <a:pt x="914400" y="93122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214889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215833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216777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217721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218665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219609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220553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221497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222441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223385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224329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225273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226217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227161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228105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229049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229993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230937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231881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232825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2337695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234713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2356575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236601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2375456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2394336" y="1552849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13407" y="896830"/>
                  </a:lnTo>
                  <a:lnTo>
                    <a:pt x="913575" y="897626"/>
                  </a:lnTo>
                  <a:lnTo>
                    <a:pt x="914399" y="902244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2394336" y="1552849"/>
              <a:ext cx="916377" cy="914399"/>
            </a:xfrm>
            <a:custGeom>
              <a:avLst/>
              <a:pathLst>
                <a:path w="916377" h="914399">
                  <a:moveTo>
                    <a:pt x="914399" y="914399"/>
                  </a:moveTo>
                  <a:lnTo>
                    <a:pt x="914399" y="902244"/>
                  </a:lnTo>
                  <a:lnTo>
                    <a:pt x="915461" y="908190"/>
                  </a:lnTo>
                  <a:lnTo>
                    <a:pt x="916377" y="91439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3083474" y="153527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793" y="931969"/>
                  </a:lnTo>
                  <a:lnTo>
                    <a:pt x="909752" y="923293"/>
                  </a:lnTo>
                  <a:lnTo>
                    <a:pt x="908942" y="914400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308347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309291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310235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3111795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3121235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313067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314011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3149556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3158996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3168436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3177876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318731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3196757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3206197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3215637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3225077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3234518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3243958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3253398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3262838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3272279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3281719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3291159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3300599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331004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331948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332892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333836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334780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335724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336668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337612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338556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339500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340444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341388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342332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343276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344220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345164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346108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347052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347996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348940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349884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350828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351772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352716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353660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354604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355548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356492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357436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3583807" y="1552849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748" y="910713"/>
                  </a:lnTo>
                  <a:lnTo>
                    <a:pt x="922650" y="911226"/>
                  </a:lnTo>
                  <a:lnTo>
                    <a:pt x="921552" y="911740"/>
                  </a:lnTo>
                  <a:lnTo>
                    <a:pt x="920455" y="912254"/>
                  </a:lnTo>
                  <a:lnTo>
                    <a:pt x="919357" y="912768"/>
                  </a:lnTo>
                  <a:lnTo>
                    <a:pt x="918260" y="913281"/>
                  </a:lnTo>
                  <a:lnTo>
                    <a:pt x="917162" y="913795"/>
                  </a:lnTo>
                  <a:lnTo>
                    <a:pt x="916065" y="914310"/>
                  </a:lnTo>
                  <a:lnTo>
                    <a:pt x="915873" y="91439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3593247" y="1535279"/>
              <a:ext cx="923840" cy="928240"/>
            </a:xfrm>
            <a:custGeom>
              <a:avLst/>
              <a:pathLst>
                <a:path w="923840" h="92824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3829"/>
                  </a:lnTo>
                  <a:lnTo>
                    <a:pt x="923093" y="924178"/>
                  </a:lnTo>
                  <a:lnTo>
                    <a:pt x="921995" y="924691"/>
                  </a:lnTo>
                  <a:lnTo>
                    <a:pt x="920896" y="925203"/>
                  </a:lnTo>
                  <a:lnTo>
                    <a:pt x="919798" y="925716"/>
                  </a:lnTo>
                  <a:lnTo>
                    <a:pt x="918700" y="926229"/>
                  </a:lnTo>
                  <a:lnTo>
                    <a:pt x="917601" y="926743"/>
                  </a:lnTo>
                  <a:lnTo>
                    <a:pt x="916503" y="927256"/>
                  </a:lnTo>
                  <a:lnTo>
                    <a:pt x="915405" y="927769"/>
                  </a:lnTo>
                  <a:lnTo>
                    <a:pt x="914400" y="92824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3602687" y="1535279"/>
              <a:ext cx="923840" cy="923829"/>
            </a:xfrm>
            <a:custGeom>
              <a:avLst/>
              <a:pathLst>
                <a:path w="923840" h="92382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9242"/>
                  </a:lnTo>
                  <a:lnTo>
                    <a:pt x="920250" y="921101"/>
                  </a:lnTo>
                  <a:lnTo>
                    <a:pt x="919147" y="921615"/>
                  </a:lnTo>
                  <a:lnTo>
                    <a:pt x="918048" y="922127"/>
                  </a:lnTo>
                  <a:lnTo>
                    <a:pt x="916949" y="922640"/>
                  </a:lnTo>
                  <a:lnTo>
                    <a:pt x="915851" y="923152"/>
                  </a:lnTo>
                  <a:lnTo>
                    <a:pt x="914752" y="923665"/>
                  </a:lnTo>
                  <a:lnTo>
                    <a:pt x="914400" y="92382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3612127" y="1535279"/>
              <a:ext cx="922453" cy="919242"/>
            </a:xfrm>
            <a:custGeom>
              <a:avLst/>
              <a:pathLst>
                <a:path w="922453" h="919242">
                  <a:moveTo>
                    <a:pt x="914400" y="914400"/>
                  </a:moveTo>
                  <a:lnTo>
                    <a:pt x="922453" y="914400"/>
                  </a:lnTo>
                  <a:lnTo>
                    <a:pt x="922098" y="914660"/>
                  </a:lnTo>
                  <a:lnTo>
                    <a:pt x="916499" y="918154"/>
                  </a:lnTo>
                  <a:lnTo>
                    <a:pt x="914400" y="919242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2139450" y="151771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294" y="931969"/>
                  </a:lnTo>
                  <a:lnTo>
                    <a:pt x="911312" y="923249"/>
                  </a:lnTo>
                  <a:lnTo>
                    <a:pt x="910556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213945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214889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215833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216777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217721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218665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219609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220553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221497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222441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223385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224329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225273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226217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227161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228105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229049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229993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230937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231881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232825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2337695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234713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2356575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236601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2375456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2384896" y="1535279"/>
              <a:ext cx="922848" cy="914400"/>
            </a:xfrm>
            <a:custGeom>
              <a:avLst/>
              <a:pathLst>
                <a:path w="92284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879" y="896830"/>
                  </a:lnTo>
                  <a:lnTo>
                    <a:pt x="920832" y="904832"/>
                  </a:lnTo>
                  <a:lnTo>
                    <a:pt x="922848" y="91440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3083474" y="151771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8942" y="931969"/>
                  </a:lnTo>
                  <a:lnTo>
                    <a:pt x="908770" y="930078"/>
                  </a:lnTo>
                  <a:lnTo>
                    <a:pt x="908090" y="919214"/>
                  </a:lnTo>
                  <a:lnTo>
                    <a:pt x="907924" y="914400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308347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309291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310235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3111795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3121235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313067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314011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3149556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3158996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3168436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3177876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318731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3196757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3206197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3215637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3225077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3234518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3243958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3253398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3262838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3272279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3281719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3291159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3300599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331004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331948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332892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333836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334780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335724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336668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337612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338556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339500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340444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341388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342332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343276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344220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345164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346108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347052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347996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348940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349884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350828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351772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352716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353660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354604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355548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356492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357436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3583807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3593247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3602687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3612127" y="1535279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3381"/>
                  </a:lnTo>
                  <a:lnTo>
                    <a:pt x="922453" y="914400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3621568" y="1517710"/>
              <a:ext cx="923840" cy="930951"/>
            </a:xfrm>
            <a:custGeom>
              <a:avLst/>
              <a:pathLst>
                <a:path w="923840" h="930951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3331"/>
                  </a:lnTo>
                  <a:lnTo>
                    <a:pt x="923525" y="923636"/>
                  </a:lnTo>
                  <a:lnTo>
                    <a:pt x="918152" y="928197"/>
                  </a:lnTo>
                  <a:lnTo>
                    <a:pt x="914400" y="930951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3631008" y="1517710"/>
              <a:ext cx="923121" cy="923331"/>
            </a:xfrm>
            <a:custGeom>
              <a:avLst/>
              <a:pathLst>
                <a:path w="923121" h="923331">
                  <a:moveTo>
                    <a:pt x="914400" y="914400"/>
                  </a:moveTo>
                  <a:lnTo>
                    <a:pt x="923121" y="914400"/>
                  </a:lnTo>
                  <a:lnTo>
                    <a:pt x="919323" y="918561"/>
                  </a:lnTo>
                  <a:lnTo>
                    <a:pt x="914400" y="923331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2130010" y="1500140"/>
              <a:ext cx="914400" cy="919531"/>
            </a:xfrm>
            <a:custGeom>
              <a:avLst/>
              <a:pathLst>
                <a:path w="914400" h="919531">
                  <a:moveTo>
                    <a:pt x="914400" y="914400"/>
                  </a:moveTo>
                  <a:lnTo>
                    <a:pt x="914400" y="919531"/>
                  </a:lnTo>
                  <a:lnTo>
                    <a:pt x="911974" y="917627"/>
                  </a:lnTo>
                  <a:lnTo>
                    <a:pt x="908386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213001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996" y="931969"/>
                  </a:lnTo>
                  <a:lnTo>
                    <a:pt x="919885" y="930675"/>
                  </a:lnTo>
                  <a:lnTo>
                    <a:pt x="919449" y="923260"/>
                  </a:lnTo>
                  <a:lnTo>
                    <a:pt x="917319" y="921822"/>
                  </a:lnTo>
                  <a:lnTo>
                    <a:pt x="914400" y="919531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213945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214889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215833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216777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217721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218665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219609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220553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221497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222441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223385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224329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225273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226217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227161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228105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229049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229993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230937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231881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232825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2337695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234713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2356575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236601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2384896" y="15177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843" y="896830"/>
                  </a:lnTo>
                  <a:lnTo>
                    <a:pt x="914400" y="89859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2384896" y="1517710"/>
              <a:ext cx="918879" cy="914400"/>
            </a:xfrm>
            <a:custGeom>
              <a:avLst/>
              <a:pathLst>
                <a:path w="918879" h="914400">
                  <a:moveTo>
                    <a:pt x="914400" y="914400"/>
                  </a:moveTo>
                  <a:lnTo>
                    <a:pt x="914400" y="898590"/>
                  </a:lnTo>
                  <a:lnTo>
                    <a:pt x="915601" y="902389"/>
                  </a:lnTo>
                  <a:lnTo>
                    <a:pt x="918359" y="912267"/>
                  </a:lnTo>
                  <a:lnTo>
                    <a:pt x="918879" y="914400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3083474" y="150014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7924" y="931969"/>
                  </a:lnTo>
                  <a:lnTo>
                    <a:pt x="907714" y="925868"/>
                  </a:lnTo>
                  <a:lnTo>
                    <a:pt x="907642" y="914931"/>
                  </a:lnTo>
                  <a:lnTo>
                    <a:pt x="907653" y="914400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308347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309291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310235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3111795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3121235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313067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314011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3149556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3158996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3168436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3177876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318731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319675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3206197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3215637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322507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3234518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3243958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3253398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3262838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3272279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3281719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3291159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3300599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331004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331948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332892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333836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334780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335724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336668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337612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338556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339500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340444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341388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342332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343276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344220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345164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346108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347052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347996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348940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349884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350828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351772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352716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353660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354604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355548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356492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357436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358380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359324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360268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361212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3621568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3631008" y="151771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3612"/>
                  </a:lnTo>
                  <a:lnTo>
                    <a:pt x="923121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3640448" y="1500140"/>
              <a:ext cx="923840" cy="931182"/>
            </a:xfrm>
            <a:custGeom>
              <a:avLst/>
              <a:pathLst>
                <a:path w="923840" h="931182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0130"/>
                  </a:lnTo>
                  <a:lnTo>
                    <a:pt x="921828" y="922592"/>
                  </a:lnTo>
                  <a:lnTo>
                    <a:pt x="920108" y="924588"/>
                  </a:lnTo>
                  <a:lnTo>
                    <a:pt x="918399" y="926573"/>
                  </a:lnTo>
                  <a:lnTo>
                    <a:pt x="916690" y="928558"/>
                  </a:lnTo>
                  <a:lnTo>
                    <a:pt x="914972" y="930554"/>
                  </a:lnTo>
                  <a:lnTo>
                    <a:pt x="914400" y="931182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3649888" y="1500140"/>
              <a:ext cx="918873" cy="920130"/>
            </a:xfrm>
            <a:custGeom>
              <a:avLst/>
              <a:pathLst>
                <a:path w="918873" h="920130">
                  <a:moveTo>
                    <a:pt x="914400" y="914400"/>
                  </a:moveTo>
                  <a:lnTo>
                    <a:pt x="918873" y="914400"/>
                  </a:lnTo>
                  <a:lnTo>
                    <a:pt x="916940" y="917021"/>
                  </a:lnTo>
                  <a:lnTo>
                    <a:pt x="914400" y="920130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2111129" y="1482570"/>
              <a:ext cx="914400" cy="918089"/>
            </a:xfrm>
            <a:custGeom>
              <a:avLst/>
              <a:pathLst>
                <a:path w="914400" h="918089">
                  <a:moveTo>
                    <a:pt x="914400" y="914400"/>
                  </a:moveTo>
                  <a:lnTo>
                    <a:pt x="914400" y="918089"/>
                  </a:lnTo>
                  <a:lnTo>
                    <a:pt x="911526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2111129" y="1482570"/>
              <a:ext cx="923840" cy="928670"/>
            </a:xfrm>
            <a:custGeom>
              <a:avLst/>
              <a:pathLst>
                <a:path w="923840" h="92867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8670"/>
                  </a:lnTo>
                  <a:lnTo>
                    <a:pt x="920545" y="925308"/>
                  </a:lnTo>
                  <a:lnTo>
                    <a:pt x="915608" y="919640"/>
                  </a:lnTo>
                  <a:lnTo>
                    <a:pt x="914400" y="91808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2120569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826" y="931969"/>
                  </a:lnTo>
                  <a:lnTo>
                    <a:pt x="916191" y="930498"/>
                  </a:lnTo>
                  <a:lnTo>
                    <a:pt x="914400" y="928670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213001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213945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214889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215833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216777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217721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218665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219609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220553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221497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222441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223385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224329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225273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226217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227161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228105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229049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229993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230937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231881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232825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2337695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234713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2356575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236601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2375456" y="1500140"/>
              <a:ext cx="923283" cy="914400"/>
            </a:xfrm>
            <a:custGeom>
              <a:avLst/>
              <a:pathLst>
                <a:path w="923283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012" y="896830"/>
                  </a:lnTo>
                  <a:lnTo>
                    <a:pt x="918705" y="901084"/>
                  </a:lnTo>
                  <a:lnTo>
                    <a:pt x="922007" y="910366"/>
                  </a:lnTo>
                  <a:lnTo>
                    <a:pt x="923283" y="914400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3083474" y="148257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7653" y="931969"/>
                  </a:lnTo>
                  <a:lnTo>
                    <a:pt x="907875" y="921571"/>
                  </a:lnTo>
                  <a:lnTo>
                    <a:pt x="908229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308347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309291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310235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3111795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3121235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313067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314011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3149556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3158996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3168436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3177876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318731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319675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3206197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3215637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322507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323451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324395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325339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326283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3272279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3281719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3291159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3300599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331004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331948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332892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333836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334780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335724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336668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337612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338556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339500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340444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341388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342332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343276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344220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345164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346108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347052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347996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348940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349884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350828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351772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352716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353660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354604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355548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356492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357436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358380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359324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360268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361212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362156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363100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364044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3649888" y="150014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7309"/>
                  </a:lnTo>
                  <a:lnTo>
                    <a:pt x="921343" y="911050"/>
                  </a:lnTo>
                  <a:lnTo>
                    <a:pt x="918873" y="914400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3659328" y="1482570"/>
              <a:ext cx="920873" cy="924879"/>
            </a:xfrm>
            <a:custGeom>
              <a:avLst/>
              <a:pathLst>
                <a:path w="920873" h="924879">
                  <a:moveTo>
                    <a:pt x="914400" y="914400"/>
                  </a:moveTo>
                  <a:lnTo>
                    <a:pt x="920873" y="914400"/>
                  </a:lnTo>
                  <a:lnTo>
                    <a:pt x="920220" y="915532"/>
                  </a:lnTo>
                  <a:lnTo>
                    <a:pt x="916146" y="922262"/>
                  </a:lnTo>
                  <a:lnTo>
                    <a:pt x="914400" y="92487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2101689" y="1465000"/>
              <a:ext cx="914400" cy="922478"/>
            </a:xfrm>
            <a:custGeom>
              <a:avLst/>
              <a:pathLst>
                <a:path w="914400" h="922478">
                  <a:moveTo>
                    <a:pt x="914400" y="914400"/>
                  </a:moveTo>
                  <a:lnTo>
                    <a:pt x="914400" y="922478"/>
                  </a:lnTo>
                  <a:lnTo>
                    <a:pt x="911260" y="917493"/>
                  </a:lnTo>
                  <a:lnTo>
                    <a:pt x="909503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210168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0967" y="931969"/>
                  </a:lnTo>
                  <a:lnTo>
                    <a:pt x="920273" y="931078"/>
                  </a:lnTo>
                  <a:lnTo>
                    <a:pt x="915673" y="924500"/>
                  </a:lnTo>
                  <a:lnTo>
                    <a:pt x="914400" y="92247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211112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212056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213001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213945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214889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215833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216777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217721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218665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219609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220553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221497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222441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223385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224329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225273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226217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227161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228105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229049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229993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230937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231881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232825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2337695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234713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2356575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2375456" y="148257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4399" y="896830"/>
                  </a:lnTo>
                  <a:lnTo>
                    <a:pt x="914399" y="904815"/>
                  </a:lnTo>
                  <a:lnTo>
                    <a:pt x="913804" y="906688"/>
                  </a:lnTo>
                  <a:lnTo>
                    <a:pt x="914399" y="908030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2375456" y="1482570"/>
              <a:ext cx="917012" cy="914400"/>
            </a:xfrm>
            <a:custGeom>
              <a:avLst/>
              <a:pathLst>
                <a:path w="917012" h="914400">
                  <a:moveTo>
                    <a:pt x="914399" y="914400"/>
                  </a:moveTo>
                  <a:lnTo>
                    <a:pt x="914399" y="908030"/>
                  </a:lnTo>
                  <a:lnTo>
                    <a:pt x="915145" y="909709"/>
                  </a:lnTo>
                  <a:lnTo>
                    <a:pt x="917012" y="914400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2375456" y="1465000"/>
              <a:ext cx="916914" cy="922385"/>
            </a:xfrm>
            <a:custGeom>
              <a:avLst/>
              <a:pathLst>
                <a:path w="916914" h="922385">
                  <a:moveTo>
                    <a:pt x="914399" y="914400"/>
                  </a:moveTo>
                  <a:lnTo>
                    <a:pt x="916914" y="914400"/>
                  </a:lnTo>
                  <a:lnTo>
                    <a:pt x="916719" y="915091"/>
                  </a:lnTo>
                  <a:lnTo>
                    <a:pt x="914399" y="922385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3083474" y="146500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8229" y="931969"/>
                  </a:lnTo>
                  <a:lnTo>
                    <a:pt x="908412" y="928249"/>
                  </a:lnTo>
                  <a:lnTo>
                    <a:pt x="909252" y="917423"/>
                  </a:lnTo>
                  <a:lnTo>
                    <a:pt x="909574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308347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309291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310235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3111795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3121235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313067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314011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3149556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3158996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3168436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3177876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3187316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319675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3206197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3215637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322507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323451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324395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325339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326283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327227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328171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329115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330059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331004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331948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332892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333836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334780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335724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336668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337612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338556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339500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340444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341388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342332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343276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344220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345164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346108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347052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347996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348940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349884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350828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351772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352716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353660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3546046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3555486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3564926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3574366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358380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359324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360268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361212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362156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363100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364044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364988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3659328" y="148257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792" y="909342"/>
                  </a:lnTo>
                  <a:lnTo>
                    <a:pt x="922604" y="911400"/>
                  </a:lnTo>
                  <a:lnTo>
                    <a:pt x="921416" y="913459"/>
                  </a:lnTo>
                  <a:lnTo>
                    <a:pt x="920873" y="914400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3668769" y="1465000"/>
              <a:ext cx="921520" cy="926829"/>
            </a:xfrm>
            <a:custGeom>
              <a:avLst/>
              <a:pathLst>
                <a:path w="921520" h="926829">
                  <a:moveTo>
                    <a:pt x="914400" y="914400"/>
                  </a:moveTo>
                  <a:lnTo>
                    <a:pt x="921520" y="914400"/>
                  </a:lnTo>
                  <a:lnTo>
                    <a:pt x="920307" y="916607"/>
                  </a:lnTo>
                  <a:lnTo>
                    <a:pt x="919109" y="918679"/>
                  </a:lnTo>
                  <a:lnTo>
                    <a:pt x="917919" y="920737"/>
                  </a:lnTo>
                  <a:lnTo>
                    <a:pt x="916729" y="922795"/>
                  </a:lnTo>
                  <a:lnTo>
                    <a:pt x="915540" y="924853"/>
                  </a:lnTo>
                  <a:lnTo>
                    <a:pt x="914400" y="92682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2092249" y="1447430"/>
              <a:ext cx="914400" cy="923575"/>
            </a:xfrm>
            <a:custGeom>
              <a:avLst/>
              <a:pathLst>
                <a:path w="914400" h="923575">
                  <a:moveTo>
                    <a:pt x="914400" y="914400"/>
                  </a:moveTo>
                  <a:lnTo>
                    <a:pt x="914400" y="923575"/>
                  </a:lnTo>
                  <a:lnTo>
                    <a:pt x="912481" y="919833"/>
                  </a:lnTo>
                  <a:lnTo>
                    <a:pt x="909967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209224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8943" y="931969"/>
                  </a:lnTo>
                  <a:lnTo>
                    <a:pt x="916486" y="927644"/>
                  </a:lnTo>
                  <a:lnTo>
                    <a:pt x="914400" y="923575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210168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211112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212056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213001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213945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214889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215833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216777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217721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218665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219609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220553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221497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222441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223385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224329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225273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226217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227161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228105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229049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229993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230937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231881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232825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2337695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234713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2356575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236601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2375456" y="1465000"/>
              <a:ext cx="921561" cy="914400"/>
            </a:xfrm>
            <a:custGeom>
              <a:avLst/>
              <a:pathLst>
                <a:path w="921561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1561" y="896830"/>
                  </a:lnTo>
                  <a:lnTo>
                    <a:pt x="919451" y="905383"/>
                  </a:lnTo>
                  <a:lnTo>
                    <a:pt x="916914" y="91440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3083474" y="144743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574" y="931969"/>
                  </a:lnTo>
                  <a:lnTo>
                    <a:pt x="910393" y="924263"/>
                  </a:lnTo>
                  <a:lnTo>
                    <a:pt x="911730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308347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309291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310235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3111795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3121235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313067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314011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3149556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3158996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3168436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3177876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318731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319675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3206197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3215637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322507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323451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324395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325339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326283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327227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328171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329115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330059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331004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331948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332892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333836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334780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335724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336668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337612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338556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339500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340444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341388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342332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343276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344220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345164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346108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347052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347996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348940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349884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350828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351772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352716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353660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354604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355548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356492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357436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358380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359324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360268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361212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362156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363100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364044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364988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365932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3668769" y="146500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1137"/>
                  </a:lnTo>
                  <a:lnTo>
                    <a:pt x="923051" y="911612"/>
                  </a:lnTo>
                  <a:lnTo>
                    <a:pt x="921520" y="914400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3678209" y="1447430"/>
              <a:ext cx="923840" cy="928707"/>
            </a:xfrm>
            <a:custGeom>
              <a:avLst/>
              <a:pathLst>
                <a:path w="923840" h="92870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2261"/>
                  </a:lnTo>
                  <a:lnTo>
                    <a:pt x="923109" y="922864"/>
                  </a:lnTo>
                  <a:lnTo>
                    <a:pt x="917573" y="926799"/>
                  </a:lnTo>
                  <a:lnTo>
                    <a:pt x="914400" y="928707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3687649" y="1447430"/>
              <a:ext cx="923319" cy="922261"/>
            </a:xfrm>
            <a:custGeom>
              <a:avLst/>
              <a:pathLst>
                <a:path w="923319" h="922261">
                  <a:moveTo>
                    <a:pt x="914400" y="914400"/>
                  </a:moveTo>
                  <a:lnTo>
                    <a:pt x="923319" y="914400"/>
                  </a:lnTo>
                  <a:lnTo>
                    <a:pt x="919086" y="918396"/>
                  </a:lnTo>
                  <a:lnTo>
                    <a:pt x="914400" y="922261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2082808" y="1429861"/>
              <a:ext cx="914400" cy="920717"/>
            </a:xfrm>
            <a:custGeom>
              <a:avLst/>
              <a:pathLst>
                <a:path w="914400" h="920717">
                  <a:moveTo>
                    <a:pt x="914400" y="914400"/>
                  </a:moveTo>
                  <a:lnTo>
                    <a:pt x="914400" y="920717"/>
                  </a:lnTo>
                  <a:lnTo>
                    <a:pt x="913864" y="919499"/>
                  </a:lnTo>
                  <a:lnTo>
                    <a:pt x="912797" y="917073"/>
                  </a:lnTo>
                  <a:lnTo>
                    <a:pt x="911729" y="914648"/>
                  </a:lnTo>
                  <a:lnTo>
                    <a:pt x="911620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208280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407" y="931969"/>
                  </a:lnTo>
                  <a:lnTo>
                    <a:pt x="918136" y="929221"/>
                  </a:lnTo>
                  <a:lnTo>
                    <a:pt x="917063" y="926777"/>
                  </a:lnTo>
                  <a:lnTo>
                    <a:pt x="915997" y="924351"/>
                  </a:lnTo>
                  <a:lnTo>
                    <a:pt x="914931" y="921925"/>
                  </a:lnTo>
                  <a:lnTo>
                    <a:pt x="914400" y="920717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209224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210168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211112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212056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213001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213945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214889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215833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216777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217721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218665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219609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220553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221497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222441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223385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224329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225273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226217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227161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228105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229049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229993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230937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231881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232825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2337695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234713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2356575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236601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2375456" y="1447430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3950"/>
                  </a:lnTo>
                  <a:lnTo>
                    <a:pt x="921908" y="912993"/>
                  </a:lnTo>
                  <a:lnTo>
                    <a:pt x="921561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2384896" y="1429861"/>
              <a:ext cx="915731" cy="921520"/>
            </a:xfrm>
            <a:custGeom>
              <a:avLst/>
              <a:pathLst>
                <a:path w="915731" h="921520">
                  <a:moveTo>
                    <a:pt x="914400" y="914400"/>
                  </a:moveTo>
                  <a:lnTo>
                    <a:pt x="915731" y="914400"/>
                  </a:lnTo>
                  <a:lnTo>
                    <a:pt x="914643" y="920380"/>
                  </a:lnTo>
                  <a:lnTo>
                    <a:pt x="914400" y="92152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3083474" y="144743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730" y="914400"/>
                  </a:lnTo>
                  <a:lnTo>
                    <a:pt x="911831" y="913657"/>
                  </a:lnTo>
                  <a:lnTo>
                    <a:pt x="913562" y="903205"/>
                  </a:lnTo>
                  <a:lnTo>
                    <a:pt x="914400" y="89895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3092914" y="142986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520"/>
                  </a:lnTo>
                  <a:lnTo>
                    <a:pt x="905376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309291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310235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3111795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3121235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313067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314011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3149556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3158996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3168436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3177876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318731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319675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3206197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3215637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322507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323451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324395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325339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326283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327227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328171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329115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330059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331004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331948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332892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333836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334780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335724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336668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337612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338556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339500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340444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341388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342332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343276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344220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345164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346108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347052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347996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348940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349884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350828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351772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352716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353660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354604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355548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356492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357436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358380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359324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360268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361212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362156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363100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364044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364988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365932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366876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367820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3687649" y="144743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3907"/>
                  </a:lnTo>
                  <a:lnTo>
                    <a:pt x="923319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3697089" y="1429861"/>
              <a:ext cx="923840" cy="931477"/>
            </a:xfrm>
            <a:custGeom>
              <a:avLst/>
              <a:pathLst>
                <a:path w="923840" h="93147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0939"/>
                  </a:lnTo>
                  <a:lnTo>
                    <a:pt x="920068" y="925479"/>
                  </a:lnTo>
                  <a:lnTo>
                    <a:pt x="914930" y="930976"/>
                  </a:lnTo>
                  <a:lnTo>
                    <a:pt x="914400" y="931477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3706530" y="1429861"/>
              <a:ext cx="919383" cy="920939"/>
            </a:xfrm>
            <a:custGeom>
              <a:avLst/>
              <a:pathLst>
                <a:path w="919383" h="920939">
                  <a:moveTo>
                    <a:pt x="914400" y="914400"/>
                  </a:moveTo>
                  <a:lnTo>
                    <a:pt x="919383" y="914400"/>
                  </a:lnTo>
                  <a:lnTo>
                    <a:pt x="915603" y="919490"/>
                  </a:lnTo>
                  <a:lnTo>
                    <a:pt x="914400" y="92093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2073368" y="1412291"/>
              <a:ext cx="914400" cy="917025"/>
            </a:xfrm>
            <a:custGeom>
              <a:avLst/>
              <a:pathLst>
                <a:path w="914400" h="917025">
                  <a:moveTo>
                    <a:pt x="914400" y="914399"/>
                  </a:moveTo>
                  <a:lnTo>
                    <a:pt x="914400" y="917025"/>
                  </a:lnTo>
                  <a:lnTo>
                    <a:pt x="913924" y="916179"/>
                  </a:lnTo>
                  <a:lnTo>
                    <a:pt x="912923" y="91439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207336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21060" y="931969"/>
                  </a:lnTo>
                  <a:lnTo>
                    <a:pt x="920102" y="929792"/>
                  </a:lnTo>
                  <a:lnTo>
                    <a:pt x="919033" y="927367"/>
                  </a:lnTo>
                  <a:lnTo>
                    <a:pt x="917964" y="924941"/>
                  </a:lnTo>
                  <a:lnTo>
                    <a:pt x="916895" y="922516"/>
                  </a:lnTo>
                  <a:lnTo>
                    <a:pt x="915825" y="920091"/>
                  </a:lnTo>
                  <a:lnTo>
                    <a:pt x="914738" y="917627"/>
                  </a:lnTo>
                  <a:lnTo>
                    <a:pt x="914400" y="917025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208280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209224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210168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211112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212056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213001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213945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214889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215833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216777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217721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218665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219609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220553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221497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222441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223385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224329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225273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226217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227161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228105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229049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229993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230937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231881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232825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2337695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234713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2356575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236601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2375456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2384896" y="1429861"/>
              <a:ext cx="918446" cy="914400"/>
            </a:xfrm>
            <a:custGeom>
              <a:avLst/>
              <a:pathLst>
                <a:path w="91844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446" y="896830"/>
                  </a:lnTo>
                  <a:lnTo>
                    <a:pt x="918127" y="899451"/>
                  </a:lnTo>
                  <a:lnTo>
                    <a:pt x="916531" y="910000"/>
                  </a:lnTo>
                  <a:lnTo>
                    <a:pt x="915731" y="914400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3092914" y="1412291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5376" y="931969"/>
                  </a:lnTo>
                  <a:lnTo>
                    <a:pt x="906143" y="928073"/>
                  </a:lnTo>
                  <a:lnTo>
                    <a:pt x="908447" y="918011"/>
                  </a:lnTo>
                  <a:lnTo>
                    <a:pt x="909396" y="91439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309291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310235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3111795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3121235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313067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314011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3149556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3158996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3168436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3177876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318731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319675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3206197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3215637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322507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323451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324395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325339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326283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327227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328171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329115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330059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331004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331948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332892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333836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334780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335724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336668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337612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338556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339500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340444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341388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342332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343276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344220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345164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346108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347052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347996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348940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349884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350828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351772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352716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353660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354604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355548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356492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357436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358380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359324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360268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361212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362156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363100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364044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364988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365932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366876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367820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368764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369708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3706530" y="1429861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7867"/>
                  </a:lnTo>
                  <a:lnTo>
                    <a:pt x="920404" y="913025"/>
                  </a:lnTo>
                  <a:lnTo>
                    <a:pt x="919383" y="914400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3715970" y="1412291"/>
              <a:ext cx="921017" cy="925437"/>
            </a:xfrm>
            <a:custGeom>
              <a:avLst/>
              <a:pathLst>
                <a:path w="921017" h="925437">
                  <a:moveTo>
                    <a:pt x="914400" y="914399"/>
                  </a:moveTo>
                  <a:lnTo>
                    <a:pt x="921017" y="914399"/>
                  </a:lnTo>
                  <a:lnTo>
                    <a:pt x="919987" y="916308"/>
                  </a:lnTo>
                  <a:lnTo>
                    <a:pt x="915576" y="923671"/>
                  </a:lnTo>
                  <a:lnTo>
                    <a:pt x="914400" y="925437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2063928" y="1394721"/>
              <a:ext cx="914400" cy="917829"/>
            </a:xfrm>
            <a:custGeom>
              <a:avLst/>
              <a:pathLst>
                <a:path w="914400" h="917829">
                  <a:moveTo>
                    <a:pt x="914400" y="914400"/>
                  </a:moveTo>
                  <a:lnTo>
                    <a:pt x="914400" y="917829"/>
                  </a:lnTo>
                  <a:lnTo>
                    <a:pt x="914270" y="917600"/>
                  </a:lnTo>
                  <a:lnTo>
                    <a:pt x="913132" y="915582"/>
                  </a:lnTo>
                  <a:lnTo>
                    <a:pt x="912465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206392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2364" y="931969"/>
                  </a:lnTo>
                  <a:lnTo>
                    <a:pt x="922229" y="931730"/>
                  </a:lnTo>
                  <a:lnTo>
                    <a:pt x="921093" y="929711"/>
                  </a:lnTo>
                  <a:lnTo>
                    <a:pt x="919957" y="927692"/>
                  </a:lnTo>
                  <a:lnTo>
                    <a:pt x="918820" y="925673"/>
                  </a:lnTo>
                  <a:lnTo>
                    <a:pt x="917683" y="923655"/>
                  </a:lnTo>
                  <a:lnTo>
                    <a:pt x="916546" y="921636"/>
                  </a:lnTo>
                  <a:lnTo>
                    <a:pt x="915408" y="919618"/>
                  </a:lnTo>
                  <a:lnTo>
                    <a:pt x="914400" y="91782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207336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208280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209224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210168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211112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212056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213001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213945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214889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215833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216777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217721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218665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219609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220553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221497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222441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223385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224329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225273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226217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227161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228105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229049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229993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230937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231881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232825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2337695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234713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2356575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236601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2375456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2384896" y="1412291"/>
              <a:ext cx="920306" cy="914399"/>
            </a:xfrm>
            <a:custGeom>
              <a:avLst/>
              <a:pathLst>
                <a:path w="920306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0306" y="896830"/>
                  </a:lnTo>
                  <a:lnTo>
                    <a:pt x="919427" y="906332"/>
                  </a:lnTo>
                  <a:lnTo>
                    <a:pt x="918446" y="91439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3092914" y="141229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9396" y="914399"/>
                  </a:lnTo>
                  <a:lnTo>
                    <a:pt x="911028" y="908185"/>
                  </a:lnTo>
                  <a:lnTo>
                    <a:pt x="913880" y="898621"/>
                  </a:lnTo>
                  <a:lnTo>
                    <a:pt x="914400" y="897073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3102354" y="139472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4643"/>
                  </a:lnTo>
                  <a:lnTo>
                    <a:pt x="905041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310235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3111795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3121235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313067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314011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3149556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3158996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3168436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3177876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318731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319675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3206197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3215637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322507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323451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324395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325339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326283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327227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328171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329115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330059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331004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331948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332892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333836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334780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335724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336668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337612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338556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339500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340444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341388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342332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343276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344220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345164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346108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347052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347996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348940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349884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350828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351772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352716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353660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354604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355548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356492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357436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358380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359324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360268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361212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362156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363100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364044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364988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365932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366876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367820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368764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369708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370653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3715970" y="1412291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9168"/>
                  </a:lnTo>
                  <a:lnTo>
                    <a:pt x="921017" y="91439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3725410" y="1394721"/>
              <a:ext cx="920257" cy="926738"/>
            </a:xfrm>
            <a:custGeom>
              <a:avLst/>
              <a:pathLst>
                <a:path w="920257" h="926738">
                  <a:moveTo>
                    <a:pt x="914400" y="914400"/>
                  </a:moveTo>
                  <a:lnTo>
                    <a:pt x="920257" y="914400"/>
                  </a:lnTo>
                  <a:lnTo>
                    <a:pt x="918720" y="917915"/>
                  </a:lnTo>
                  <a:lnTo>
                    <a:pt x="914746" y="926095"/>
                  </a:lnTo>
                  <a:lnTo>
                    <a:pt x="914400" y="9267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2054488" y="1377151"/>
              <a:ext cx="914400" cy="917764"/>
            </a:xfrm>
            <a:custGeom>
              <a:avLst/>
              <a:pathLst>
                <a:path w="914400" h="917764">
                  <a:moveTo>
                    <a:pt x="914400" y="914400"/>
                  </a:moveTo>
                  <a:lnTo>
                    <a:pt x="914400" y="917764"/>
                  </a:lnTo>
                  <a:lnTo>
                    <a:pt x="912775" y="914400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205448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1905" y="931969"/>
                  </a:lnTo>
                  <a:lnTo>
                    <a:pt x="921433" y="931134"/>
                  </a:lnTo>
                  <a:lnTo>
                    <a:pt x="920286" y="929101"/>
                  </a:lnTo>
                  <a:lnTo>
                    <a:pt x="916122" y="921332"/>
                  </a:lnTo>
                  <a:lnTo>
                    <a:pt x="914400" y="917764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206392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207336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208280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209224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210168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211112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212056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213001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213945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214889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215833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216777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217721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218665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219609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220553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221497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222441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223385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224329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225273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226217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227161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228105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229049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229993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230937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231881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232825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2337695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234713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2356575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236601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2375456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2384896" y="1394721"/>
              <a:ext cx="921315" cy="914400"/>
            </a:xfrm>
            <a:custGeom>
              <a:avLst/>
              <a:pathLst>
                <a:path w="92131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315" y="896830"/>
                  </a:lnTo>
                  <a:lnTo>
                    <a:pt x="921122" y="902220"/>
                  </a:lnTo>
                  <a:lnTo>
                    <a:pt x="920426" y="913102"/>
                  </a:lnTo>
                  <a:lnTo>
                    <a:pt x="920306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3102354" y="137715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041" y="931969"/>
                  </a:lnTo>
                  <a:lnTo>
                    <a:pt x="907554" y="924484"/>
                  </a:lnTo>
                  <a:lnTo>
                    <a:pt x="910923" y="915522"/>
                  </a:lnTo>
                  <a:lnTo>
                    <a:pt x="911393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310235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3111795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3121235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313067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314011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3149556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3158996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3168436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3177876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318731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319675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3206197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3215637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322507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323451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324395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325339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326283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327227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328171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329115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330059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331004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331948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332892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333836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334780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335724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336668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337612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338556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339500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340444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341388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342332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343276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344220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345164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346108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347052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347996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348940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349884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350828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351772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352716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353660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354604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355548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356492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357436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358380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359324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360268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361212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362156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363100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364044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364988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365932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366876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367820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368764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369708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370653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371597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3725410" y="1394721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5839"/>
                  </a:lnTo>
                  <a:lnTo>
                    <a:pt x="922459" y="909359"/>
                  </a:lnTo>
                  <a:lnTo>
                    <a:pt x="920257" y="914400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3734850" y="1377151"/>
              <a:ext cx="917782" cy="923409"/>
            </a:xfrm>
            <a:custGeom>
              <a:avLst/>
              <a:pathLst>
                <a:path w="917782" h="923409">
                  <a:moveTo>
                    <a:pt x="914400" y="914400"/>
                  </a:moveTo>
                  <a:lnTo>
                    <a:pt x="917782" y="914400"/>
                  </a:lnTo>
                  <a:lnTo>
                    <a:pt x="916513" y="918021"/>
                  </a:lnTo>
                  <a:lnTo>
                    <a:pt x="914400" y="92340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2054488" y="135958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775" y="931969"/>
                  </a:lnTo>
                  <a:lnTo>
                    <a:pt x="912181" y="930739"/>
                  </a:lnTo>
                  <a:lnTo>
                    <a:pt x="908473" y="922206"/>
                  </a:lnTo>
                  <a:lnTo>
                    <a:pt x="905428" y="914400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205448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206392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207336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208280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209224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210168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211112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212056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213001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213945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214889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215833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216777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217721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218665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219609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220553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221497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222441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223385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224329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225273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226217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227161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228105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229049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229993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230937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231881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232825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2337695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234713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2356575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236601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2375456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2384896" y="1377151"/>
              <a:ext cx="921600" cy="914400"/>
            </a:xfrm>
            <a:custGeom>
              <a:avLst/>
              <a:pathLst>
                <a:path w="92160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578" y="896830"/>
                  </a:lnTo>
                  <a:lnTo>
                    <a:pt x="921600" y="897898"/>
                  </a:lnTo>
                  <a:lnTo>
                    <a:pt x="921514" y="908855"/>
                  </a:lnTo>
                  <a:lnTo>
                    <a:pt x="921315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3102354" y="137715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393" y="914400"/>
                  </a:lnTo>
                  <a:lnTo>
                    <a:pt x="914400" y="907223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3111795" y="1359581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4793"/>
                  </a:lnTo>
                  <a:lnTo>
                    <a:pt x="905096" y="924466"/>
                  </a:lnTo>
                  <a:lnTo>
                    <a:pt x="908946" y="916201"/>
                  </a:lnTo>
                  <a:lnTo>
                    <a:pt x="909877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3111795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3121235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313067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314011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3149556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3158996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3168436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3177876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318731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319675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3206197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3215637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322507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323451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324395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325339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326283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327227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328171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329115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330059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331004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331948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332892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333836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334780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335724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336668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337612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338556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339500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340444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341388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342332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343276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344220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345164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346108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347052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347996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348940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349884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350828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351772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352716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353660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354604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355548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356492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357436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358380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359324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360268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361212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362156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363100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364044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364988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365932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366876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367820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368764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369708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370653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371597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372541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3734850" y="1377151"/>
              <a:ext cx="923391" cy="914400"/>
            </a:xfrm>
            <a:custGeom>
              <a:avLst/>
              <a:pathLst>
                <a:path w="92339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391" y="896830"/>
                  </a:lnTo>
                  <a:lnTo>
                    <a:pt x="922726" y="899247"/>
                  </a:lnTo>
                  <a:lnTo>
                    <a:pt x="919751" y="908785"/>
                  </a:lnTo>
                  <a:lnTo>
                    <a:pt x="917782" y="914400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2045047" y="1342012"/>
              <a:ext cx="914400" cy="930752"/>
            </a:xfrm>
            <a:custGeom>
              <a:avLst/>
              <a:pathLst>
                <a:path w="914400" h="930752">
                  <a:moveTo>
                    <a:pt x="914400" y="914399"/>
                  </a:moveTo>
                  <a:lnTo>
                    <a:pt x="914400" y="930752"/>
                  </a:lnTo>
                  <a:lnTo>
                    <a:pt x="912479" y="925248"/>
                  </a:lnTo>
                  <a:lnTo>
                    <a:pt x="910843" y="923002"/>
                  </a:lnTo>
                  <a:lnTo>
                    <a:pt x="906262" y="915992"/>
                  </a:lnTo>
                  <a:lnTo>
                    <a:pt x="905325" y="91439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204504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869" y="931969"/>
                  </a:lnTo>
                  <a:lnTo>
                    <a:pt x="914449" y="930895"/>
                  </a:lnTo>
                  <a:lnTo>
                    <a:pt x="914400" y="930752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205448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206392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207336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208280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209224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210168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211112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212056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213001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213945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214889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215833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216777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217721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218665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219609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220553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221497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222441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223385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224329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225273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226217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227161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228105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229049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229993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230937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231881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232825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2337695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234713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2356575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236601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2375456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2384896" y="1359581"/>
              <a:ext cx="921578" cy="914400"/>
            </a:xfrm>
            <a:custGeom>
              <a:avLst/>
              <a:pathLst>
                <a:path w="92157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117" y="896830"/>
                  </a:lnTo>
                  <a:lnTo>
                    <a:pt x="921127" y="897125"/>
                  </a:lnTo>
                  <a:lnTo>
                    <a:pt x="921138" y="897447"/>
                  </a:lnTo>
                  <a:lnTo>
                    <a:pt x="921149" y="897768"/>
                  </a:lnTo>
                  <a:lnTo>
                    <a:pt x="921160" y="898089"/>
                  </a:lnTo>
                  <a:lnTo>
                    <a:pt x="921171" y="898411"/>
                  </a:lnTo>
                  <a:lnTo>
                    <a:pt x="921182" y="898732"/>
                  </a:lnTo>
                  <a:lnTo>
                    <a:pt x="921193" y="899053"/>
                  </a:lnTo>
                  <a:lnTo>
                    <a:pt x="921204" y="899375"/>
                  </a:lnTo>
                  <a:lnTo>
                    <a:pt x="921215" y="899696"/>
                  </a:lnTo>
                  <a:lnTo>
                    <a:pt x="921226" y="900017"/>
                  </a:lnTo>
                  <a:lnTo>
                    <a:pt x="921237" y="900339"/>
                  </a:lnTo>
                  <a:lnTo>
                    <a:pt x="921248" y="900660"/>
                  </a:lnTo>
                  <a:lnTo>
                    <a:pt x="921259" y="900981"/>
                  </a:lnTo>
                  <a:lnTo>
                    <a:pt x="921270" y="901303"/>
                  </a:lnTo>
                  <a:lnTo>
                    <a:pt x="921281" y="901624"/>
                  </a:lnTo>
                  <a:lnTo>
                    <a:pt x="921292" y="901945"/>
                  </a:lnTo>
                  <a:lnTo>
                    <a:pt x="921303" y="902267"/>
                  </a:lnTo>
                  <a:lnTo>
                    <a:pt x="921314" y="902588"/>
                  </a:lnTo>
                  <a:lnTo>
                    <a:pt x="921325" y="902909"/>
                  </a:lnTo>
                  <a:lnTo>
                    <a:pt x="921336" y="903231"/>
                  </a:lnTo>
                  <a:lnTo>
                    <a:pt x="921346" y="903552"/>
                  </a:lnTo>
                  <a:lnTo>
                    <a:pt x="921357" y="903873"/>
                  </a:lnTo>
                  <a:lnTo>
                    <a:pt x="921368" y="904195"/>
                  </a:lnTo>
                  <a:lnTo>
                    <a:pt x="921379" y="904516"/>
                  </a:lnTo>
                  <a:lnTo>
                    <a:pt x="921578" y="914400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3111795" y="135958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9877" y="914400"/>
                  </a:lnTo>
                  <a:lnTo>
                    <a:pt x="913020" y="908318"/>
                  </a:lnTo>
                  <a:lnTo>
                    <a:pt x="914399" y="905913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3121235" y="1342012"/>
              <a:ext cx="914399" cy="931969"/>
            </a:xfrm>
            <a:custGeom>
              <a:avLst/>
              <a:pathLst>
                <a:path w="914399" h="931969">
                  <a:moveTo>
                    <a:pt x="914399" y="914399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3483"/>
                  </a:lnTo>
                  <a:lnTo>
                    <a:pt x="907869" y="918409"/>
                  </a:lnTo>
                  <a:lnTo>
                    <a:pt x="910421" y="91439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3121235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313067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314011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3149556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3158996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3168436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3177876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318731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319675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3206197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3215637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322507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323451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324395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325339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326283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327227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328171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329115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330059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331004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331948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332892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333836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334780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335724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336668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337612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338556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339500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340444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341388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342332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343276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344220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345164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346108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347052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347996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348940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349884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350828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351772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352716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353660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354604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355548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356492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357436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358380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359324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h6425"/>
            <p:cNvSpPr/>
            <p:nvPr/>
          </p:nvSpPr>
          <p:spPr>
            <a:xfrm>
              <a:off x="360268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h6426"/>
            <p:cNvSpPr/>
            <p:nvPr/>
          </p:nvSpPr>
          <p:spPr>
            <a:xfrm>
              <a:off x="361212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h6427"/>
            <p:cNvSpPr/>
            <p:nvPr/>
          </p:nvSpPr>
          <p:spPr>
            <a:xfrm>
              <a:off x="362156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h6428"/>
            <p:cNvSpPr/>
            <p:nvPr/>
          </p:nvSpPr>
          <p:spPr>
            <a:xfrm>
              <a:off x="363100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h6429"/>
            <p:cNvSpPr/>
            <p:nvPr/>
          </p:nvSpPr>
          <p:spPr>
            <a:xfrm>
              <a:off x="364044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h6430"/>
            <p:cNvSpPr/>
            <p:nvPr/>
          </p:nvSpPr>
          <p:spPr>
            <a:xfrm>
              <a:off x="364988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h6431"/>
            <p:cNvSpPr/>
            <p:nvPr/>
          </p:nvSpPr>
          <p:spPr>
            <a:xfrm>
              <a:off x="365932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h6432"/>
            <p:cNvSpPr/>
            <p:nvPr/>
          </p:nvSpPr>
          <p:spPr>
            <a:xfrm>
              <a:off x="366876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h6433"/>
            <p:cNvSpPr/>
            <p:nvPr/>
          </p:nvSpPr>
          <p:spPr>
            <a:xfrm>
              <a:off x="367820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h6434"/>
            <p:cNvSpPr/>
            <p:nvPr/>
          </p:nvSpPr>
          <p:spPr>
            <a:xfrm>
              <a:off x="368764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h6435"/>
            <p:cNvSpPr/>
            <p:nvPr/>
          </p:nvSpPr>
          <p:spPr>
            <a:xfrm>
              <a:off x="369708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h6436"/>
            <p:cNvSpPr/>
            <p:nvPr/>
          </p:nvSpPr>
          <p:spPr>
            <a:xfrm>
              <a:off x="370653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h6437"/>
            <p:cNvSpPr/>
            <p:nvPr/>
          </p:nvSpPr>
          <p:spPr>
            <a:xfrm>
              <a:off x="371597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h6438"/>
            <p:cNvSpPr/>
            <p:nvPr/>
          </p:nvSpPr>
          <p:spPr>
            <a:xfrm>
              <a:off x="372541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h6439"/>
            <p:cNvSpPr/>
            <p:nvPr/>
          </p:nvSpPr>
          <p:spPr>
            <a:xfrm>
              <a:off x="3734850" y="1359581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770"/>
                  </a:lnTo>
                  <a:lnTo>
                    <a:pt x="923391" y="914400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h6440"/>
            <p:cNvSpPr/>
            <p:nvPr/>
          </p:nvSpPr>
          <p:spPr>
            <a:xfrm>
              <a:off x="3744291" y="1342012"/>
              <a:ext cx="918411" cy="930340"/>
            </a:xfrm>
            <a:custGeom>
              <a:avLst/>
              <a:pathLst>
                <a:path w="918411" h="930340">
                  <a:moveTo>
                    <a:pt x="914400" y="914399"/>
                  </a:moveTo>
                  <a:lnTo>
                    <a:pt x="918411" y="914507"/>
                  </a:lnTo>
                  <a:lnTo>
                    <a:pt x="915988" y="924572"/>
                  </a:lnTo>
                  <a:lnTo>
                    <a:pt x="914400" y="93034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h6441"/>
            <p:cNvSpPr/>
            <p:nvPr/>
          </p:nvSpPr>
          <p:spPr>
            <a:xfrm>
              <a:off x="2035607" y="1324442"/>
              <a:ext cx="914400" cy="931347"/>
            </a:xfrm>
            <a:custGeom>
              <a:avLst/>
              <a:pathLst>
                <a:path w="914400" h="931347">
                  <a:moveTo>
                    <a:pt x="914400" y="914399"/>
                  </a:moveTo>
                  <a:lnTo>
                    <a:pt x="914400" y="931347"/>
                  </a:lnTo>
                  <a:lnTo>
                    <a:pt x="911324" y="926116"/>
                  </a:lnTo>
                  <a:lnTo>
                    <a:pt x="907161" y="918254"/>
                  </a:lnTo>
                  <a:lnTo>
                    <a:pt x="905323" y="91439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h6442"/>
            <p:cNvSpPr/>
            <p:nvPr/>
          </p:nvSpPr>
          <p:spPr>
            <a:xfrm>
              <a:off x="203560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765" y="931969"/>
                  </a:lnTo>
                  <a:lnTo>
                    <a:pt x="914400" y="931347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h6443"/>
            <p:cNvSpPr/>
            <p:nvPr/>
          </p:nvSpPr>
          <p:spPr>
            <a:xfrm>
              <a:off x="204504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h6444"/>
            <p:cNvSpPr/>
            <p:nvPr/>
          </p:nvSpPr>
          <p:spPr>
            <a:xfrm>
              <a:off x="205448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h6445"/>
            <p:cNvSpPr/>
            <p:nvPr/>
          </p:nvSpPr>
          <p:spPr>
            <a:xfrm>
              <a:off x="206392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h6446"/>
            <p:cNvSpPr/>
            <p:nvPr/>
          </p:nvSpPr>
          <p:spPr>
            <a:xfrm>
              <a:off x="207336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h6447"/>
            <p:cNvSpPr/>
            <p:nvPr/>
          </p:nvSpPr>
          <p:spPr>
            <a:xfrm>
              <a:off x="208280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h6448"/>
            <p:cNvSpPr/>
            <p:nvPr/>
          </p:nvSpPr>
          <p:spPr>
            <a:xfrm>
              <a:off x="209224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h6449"/>
            <p:cNvSpPr/>
            <p:nvPr/>
          </p:nvSpPr>
          <p:spPr>
            <a:xfrm>
              <a:off x="210168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h6450"/>
            <p:cNvSpPr/>
            <p:nvPr/>
          </p:nvSpPr>
          <p:spPr>
            <a:xfrm>
              <a:off x="211112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h6451"/>
            <p:cNvSpPr/>
            <p:nvPr/>
          </p:nvSpPr>
          <p:spPr>
            <a:xfrm>
              <a:off x="212056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h6452"/>
            <p:cNvSpPr/>
            <p:nvPr/>
          </p:nvSpPr>
          <p:spPr>
            <a:xfrm>
              <a:off x="213001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h6453"/>
            <p:cNvSpPr/>
            <p:nvPr/>
          </p:nvSpPr>
          <p:spPr>
            <a:xfrm>
              <a:off x="213945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h6454"/>
            <p:cNvSpPr/>
            <p:nvPr/>
          </p:nvSpPr>
          <p:spPr>
            <a:xfrm>
              <a:off x="214889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215833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h6456"/>
            <p:cNvSpPr/>
            <p:nvPr/>
          </p:nvSpPr>
          <p:spPr>
            <a:xfrm>
              <a:off x="216777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h6457"/>
            <p:cNvSpPr/>
            <p:nvPr/>
          </p:nvSpPr>
          <p:spPr>
            <a:xfrm>
              <a:off x="217721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h6458"/>
            <p:cNvSpPr/>
            <p:nvPr/>
          </p:nvSpPr>
          <p:spPr>
            <a:xfrm>
              <a:off x="218665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219609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220553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221497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222441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223385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224329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225273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226217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227161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228105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229049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229993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230937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231881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232825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2337695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234713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2356575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236601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2375456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2384896" y="1342012"/>
              <a:ext cx="921117" cy="914399"/>
            </a:xfrm>
            <a:custGeom>
              <a:avLst/>
              <a:pathLst>
                <a:path w="921117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0191" y="896830"/>
                  </a:lnTo>
                  <a:lnTo>
                    <a:pt x="920492" y="900727"/>
                  </a:lnTo>
                  <a:lnTo>
                    <a:pt x="921028" y="911804"/>
                  </a:lnTo>
                  <a:lnTo>
                    <a:pt x="921039" y="912124"/>
                  </a:lnTo>
                  <a:lnTo>
                    <a:pt x="921050" y="912446"/>
                  </a:lnTo>
                  <a:lnTo>
                    <a:pt x="921061" y="912767"/>
                  </a:lnTo>
                  <a:lnTo>
                    <a:pt x="921072" y="913088"/>
                  </a:lnTo>
                  <a:lnTo>
                    <a:pt x="921083" y="913410"/>
                  </a:lnTo>
                  <a:lnTo>
                    <a:pt x="921094" y="913731"/>
                  </a:lnTo>
                  <a:lnTo>
                    <a:pt x="921105" y="914052"/>
                  </a:lnTo>
                  <a:lnTo>
                    <a:pt x="921117" y="91439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3121235" y="1342012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10421" y="914399"/>
                  </a:lnTo>
                  <a:lnTo>
                    <a:pt x="912360" y="911355"/>
                  </a:lnTo>
                  <a:lnTo>
                    <a:pt x="914399" y="908474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3130675" y="1324442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6044"/>
                  </a:lnTo>
                  <a:lnTo>
                    <a:pt x="907601" y="922313"/>
                  </a:lnTo>
                  <a:lnTo>
                    <a:pt x="912461" y="916162"/>
                  </a:lnTo>
                  <a:lnTo>
                    <a:pt x="914022" y="91439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313067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314011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3149556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3158996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3168436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3177876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318731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319675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3206197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3215637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322507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323451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324395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325339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326283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327227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328171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329115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330059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331004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331948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332892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333836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334780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335724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336668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337612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338556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339500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340444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341388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342332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343276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344220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345164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346108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347052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347996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348940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349884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350828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351772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352716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353660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354604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355548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356492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357436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358380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359324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360268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361212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362156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363100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364044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364988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365932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366876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367820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368764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369708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370653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371597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372541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373485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3744291" y="1342012"/>
              <a:ext cx="921849" cy="914399"/>
            </a:xfrm>
            <a:custGeom>
              <a:avLst/>
              <a:pathLst>
                <a:path w="921849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1849" y="896830"/>
                  </a:lnTo>
                  <a:lnTo>
                    <a:pt x="920548" y="904221"/>
                  </a:lnTo>
                  <a:lnTo>
                    <a:pt x="918433" y="91439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2026167" y="1306872"/>
              <a:ext cx="914400" cy="931206"/>
            </a:xfrm>
            <a:custGeom>
              <a:avLst/>
              <a:pathLst>
                <a:path w="914400" h="931206">
                  <a:moveTo>
                    <a:pt x="914400" y="914400"/>
                  </a:moveTo>
                  <a:lnTo>
                    <a:pt x="914400" y="931206"/>
                  </a:lnTo>
                  <a:lnTo>
                    <a:pt x="912665" y="927568"/>
                  </a:lnTo>
                  <a:lnTo>
                    <a:pt x="908966" y="918939"/>
                  </a:lnTo>
                  <a:lnTo>
                    <a:pt x="907221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202616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763" y="931969"/>
                  </a:lnTo>
                  <a:lnTo>
                    <a:pt x="914400" y="931206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203560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204504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205448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206392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207336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208280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209224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210168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211112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212056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213001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213945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214889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215833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216777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217721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218665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219609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220553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221497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222441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223385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224329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225273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226217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227161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228105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229049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229993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230937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231881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232825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2337695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234713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2356575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236601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2375456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2384896" y="1324442"/>
              <a:ext cx="920191" cy="914399"/>
            </a:xfrm>
            <a:custGeom>
              <a:avLst/>
              <a:pathLst>
                <a:path w="920191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8530" y="896830"/>
                  </a:lnTo>
                  <a:lnTo>
                    <a:pt x="919642" y="907288"/>
                  </a:lnTo>
                  <a:lnTo>
                    <a:pt x="920191" y="91439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3130675" y="1324442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4022" y="914399"/>
                  </a:lnTo>
                  <a:lnTo>
                    <a:pt x="914400" y="913973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3140115" y="1324442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913973"/>
                  </a:lnTo>
                  <a:lnTo>
                    <a:pt x="908046" y="910489"/>
                  </a:lnTo>
                  <a:lnTo>
                    <a:pt x="913221" y="905308"/>
                  </a:lnTo>
                  <a:lnTo>
                    <a:pt x="914400" y="904271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3149556" y="1306872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1841"/>
                  </a:lnTo>
                  <a:lnTo>
                    <a:pt x="909095" y="918203"/>
                  </a:lnTo>
                  <a:lnTo>
                    <a:pt x="914071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3149556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3158996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3168436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3177876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318731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319675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3206197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3215637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322507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323451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324395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325339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326283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327227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328171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329115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330059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331004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331948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332892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333836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334780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335724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336668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337612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338556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339500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340444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341388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342332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343276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344220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345164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346108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347052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347996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348940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349884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350828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351772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352716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353660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354604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355548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356492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357436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358380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359324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360268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361212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362156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363100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364044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364988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365932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366876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367820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368764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369708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370653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371597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372541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373485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3744291" y="1324442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1360"/>
                  </a:lnTo>
                  <a:lnTo>
                    <a:pt x="922393" y="911310"/>
                  </a:lnTo>
                  <a:lnTo>
                    <a:pt x="921849" y="91439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3753731" y="1306872"/>
              <a:ext cx="914944" cy="918930"/>
            </a:xfrm>
            <a:custGeom>
              <a:avLst/>
              <a:pathLst>
                <a:path w="914944" h="918930">
                  <a:moveTo>
                    <a:pt x="914400" y="914400"/>
                  </a:moveTo>
                  <a:lnTo>
                    <a:pt x="914944" y="914400"/>
                  </a:lnTo>
                  <a:lnTo>
                    <a:pt x="914501" y="918234"/>
                  </a:lnTo>
                  <a:lnTo>
                    <a:pt x="914400" y="91893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2016727" y="1289302"/>
              <a:ext cx="914400" cy="925912"/>
            </a:xfrm>
            <a:custGeom>
              <a:avLst/>
              <a:pathLst>
                <a:path w="914400" h="925912">
                  <a:moveTo>
                    <a:pt x="914400" y="914400"/>
                  </a:moveTo>
                  <a:lnTo>
                    <a:pt x="914400" y="925912"/>
                  </a:lnTo>
                  <a:lnTo>
                    <a:pt x="911762" y="918230"/>
                  </a:lnTo>
                  <a:lnTo>
                    <a:pt x="910594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201672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662" y="931969"/>
                  </a:lnTo>
                  <a:lnTo>
                    <a:pt x="914956" y="927531"/>
                  </a:lnTo>
                  <a:lnTo>
                    <a:pt x="914400" y="925912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202616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203560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204504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205448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206392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207336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208280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209224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210168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211112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212056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213001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213945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214889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215833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216777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217721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218665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219609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220553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221497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222441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223385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224329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225273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226217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227161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228105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229049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229993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230937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231881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232825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2337695" y="128930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234713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2356575" y="128930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236601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2375456" y="128930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2384896" y="1306872"/>
              <a:ext cx="918530" cy="914400"/>
            </a:xfrm>
            <a:custGeom>
              <a:avLst/>
              <a:pathLst>
                <a:path w="91853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5958" y="896830"/>
                  </a:lnTo>
                  <a:lnTo>
                    <a:pt x="917014" y="903166"/>
                  </a:lnTo>
                  <a:lnTo>
                    <a:pt x="918482" y="913947"/>
                  </a:lnTo>
                  <a:lnTo>
                    <a:pt x="918530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3149556" y="130687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4071" y="914400"/>
                  </a:lnTo>
                  <a:lnTo>
                    <a:pt x="914399" y="91414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3158996" y="130687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14149"/>
                  </a:lnTo>
                  <a:lnTo>
                    <a:pt x="905091" y="914048"/>
                  </a:lnTo>
                  <a:lnTo>
                    <a:pt x="910636" y="910423"/>
                  </a:lnTo>
                  <a:lnTo>
                    <a:pt x="914399" y="908364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3168436" y="130687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8364"/>
                  </a:lnTo>
                  <a:lnTo>
                    <a:pt x="906834" y="907339"/>
                  </a:lnTo>
                  <a:lnTo>
                    <a:pt x="907133" y="907190"/>
                  </a:lnTo>
                  <a:lnTo>
                    <a:pt x="907434" y="907041"/>
                  </a:lnTo>
                  <a:lnTo>
                    <a:pt x="907736" y="906892"/>
                  </a:lnTo>
                  <a:lnTo>
                    <a:pt x="908037" y="906743"/>
                  </a:lnTo>
                  <a:lnTo>
                    <a:pt x="908338" y="906594"/>
                  </a:lnTo>
                  <a:lnTo>
                    <a:pt x="908640" y="906445"/>
                  </a:lnTo>
                  <a:lnTo>
                    <a:pt x="908941" y="906296"/>
                  </a:lnTo>
                  <a:lnTo>
                    <a:pt x="909242" y="906146"/>
                  </a:lnTo>
                  <a:lnTo>
                    <a:pt x="909544" y="905997"/>
                  </a:lnTo>
                  <a:lnTo>
                    <a:pt x="909845" y="905848"/>
                  </a:lnTo>
                  <a:lnTo>
                    <a:pt x="910147" y="905699"/>
                  </a:lnTo>
                  <a:lnTo>
                    <a:pt x="910448" y="905550"/>
                  </a:lnTo>
                  <a:lnTo>
                    <a:pt x="910749" y="905401"/>
                  </a:lnTo>
                  <a:lnTo>
                    <a:pt x="911051" y="905252"/>
                  </a:lnTo>
                  <a:lnTo>
                    <a:pt x="911352" y="905103"/>
                  </a:lnTo>
                  <a:lnTo>
                    <a:pt x="911654" y="904954"/>
                  </a:lnTo>
                  <a:lnTo>
                    <a:pt x="911955" y="904805"/>
                  </a:lnTo>
                  <a:lnTo>
                    <a:pt x="912256" y="904656"/>
                  </a:lnTo>
                  <a:lnTo>
                    <a:pt x="912558" y="904507"/>
                  </a:lnTo>
                  <a:lnTo>
                    <a:pt x="912859" y="904358"/>
                  </a:lnTo>
                  <a:lnTo>
                    <a:pt x="913161" y="904209"/>
                  </a:lnTo>
                  <a:lnTo>
                    <a:pt x="913462" y="904060"/>
                  </a:lnTo>
                  <a:lnTo>
                    <a:pt x="913764" y="903911"/>
                  </a:lnTo>
                  <a:lnTo>
                    <a:pt x="914065" y="903762"/>
                  </a:lnTo>
                  <a:lnTo>
                    <a:pt x="914399" y="903597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3177876" y="130687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3597"/>
                  </a:lnTo>
                  <a:lnTo>
                    <a:pt x="905228" y="903464"/>
                  </a:lnTo>
                  <a:lnTo>
                    <a:pt x="905529" y="903315"/>
                  </a:lnTo>
                  <a:lnTo>
                    <a:pt x="905831" y="903166"/>
                  </a:lnTo>
                  <a:lnTo>
                    <a:pt x="906132" y="903017"/>
                  </a:lnTo>
                  <a:lnTo>
                    <a:pt x="906434" y="902868"/>
                  </a:lnTo>
                  <a:lnTo>
                    <a:pt x="906735" y="902719"/>
                  </a:lnTo>
                  <a:lnTo>
                    <a:pt x="907037" y="902570"/>
                  </a:lnTo>
                  <a:lnTo>
                    <a:pt x="907338" y="902421"/>
                  </a:lnTo>
                  <a:lnTo>
                    <a:pt x="907640" y="902272"/>
                  </a:lnTo>
                  <a:lnTo>
                    <a:pt x="907942" y="902123"/>
                  </a:lnTo>
                  <a:lnTo>
                    <a:pt x="908243" y="901974"/>
                  </a:lnTo>
                  <a:lnTo>
                    <a:pt x="908545" y="901826"/>
                  </a:lnTo>
                  <a:lnTo>
                    <a:pt x="908846" y="901677"/>
                  </a:lnTo>
                  <a:lnTo>
                    <a:pt x="909148" y="901528"/>
                  </a:lnTo>
                  <a:lnTo>
                    <a:pt x="909449" y="901379"/>
                  </a:lnTo>
                  <a:lnTo>
                    <a:pt x="909751" y="901230"/>
                  </a:lnTo>
                  <a:lnTo>
                    <a:pt x="910053" y="901081"/>
                  </a:lnTo>
                  <a:lnTo>
                    <a:pt x="910354" y="900932"/>
                  </a:lnTo>
                  <a:lnTo>
                    <a:pt x="910656" y="900783"/>
                  </a:lnTo>
                  <a:lnTo>
                    <a:pt x="910957" y="900635"/>
                  </a:lnTo>
                  <a:lnTo>
                    <a:pt x="911259" y="900486"/>
                  </a:lnTo>
                  <a:lnTo>
                    <a:pt x="911561" y="900337"/>
                  </a:lnTo>
                  <a:lnTo>
                    <a:pt x="911862" y="900188"/>
                  </a:lnTo>
                  <a:lnTo>
                    <a:pt x="912164" y="900039"/>
                  </a:lnTo>
                  <a:lnTo>
                    <a:pt x="912466" y="899890"/>
                  </a:lnTo>
                  <a:lnTo>
                    <a:pt x="912767" y="899742"/>
                  </a:lnTo>
                  <a:lnTo>
                    <a:pt x="913069" y="899593"/>
                  </a:lnTo>
                  <a:lnTo>
                    <a:pt x="913371" y="899444"/>
                  </a:lnTo>
                  <a:lnTo>
                    <a:pt x="913672" y="899295"/>
                  </a:lnTo>
                  <a:lnTo>
                    <a:pt x="913974" y="899146"/>
                  </a:lnTo>
                  <a:lnTo>
                    <a:pt x="914399" y="898937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3187316" y="1289302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506"/>
                  </a:lnTo>
                  <a:lnTo>
                    <a:pt x="905137" y="916419"/>
                  </a:lnTo>
                  <a:lnTo>
                    <a:pt x="905439" y="916270"/>
                  </a:lnTo>
                  <a:lnTo>
                    <a:pt x="905741" y="916121"/>
                  </a:lnTo>
                  <a:lnTo>
                    <a:pt x="906042" y="915972"/>
                  </a:lnTo>
                  <a:lnTo>
                    <a:pt x="906344" y="915824"/>
                  </a:lnTo>
                  <a:lnTo>
                    <a:pt x="906646" y="915675"/>
                  </a:lnTo>
                  <a:lnTo>
                    <a:pt x="906948" y="915526"/>
                  </a:lnTo>
                  <a:lnTo>
                    <a:pt x="907249" y="915378"/>
                  </a:lnTo>
                  <a:lnTo>
                    <a:pt x="909452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318731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319675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3206197" y="128930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3215637" y="128930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322507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323451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324395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325339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326283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327227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328171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329115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330059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331004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331948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332892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333836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334780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335724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336668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337612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338556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339500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340444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341388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342332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343276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344220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345164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346108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347052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347996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348940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349884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350828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351772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352716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353660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354604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355548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356492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357436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358380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359324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360268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361212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362156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363100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364044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364988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365932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366876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367820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368764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369708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370653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371597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372541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373485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374429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3753731" y="1306872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3809"/>
                  </a:lnTo>
                  <a:lnTo>
                    <a:pt x="922167" y="905486"/>
                  </a:lnTo>
                  <a:lnTo>
                    <a:pt x="916870" y="910155"/>
                  </a:lnTo>
                  <a:lnTo>
                    <a:pt x="915296" y="911361"/>
                  </a:lnTo>
                  <a:lnTo>
                    <a:pt x="914944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3763171" y="1289302"/>
              <a:ext cx="920969" cy="921379"/>
            </a:xfrm>
            <a:custGeom>
              <a:avLst/>
              <a:pathLst>
                <a:path w="920969" h="921379">
                  <a:moveTo>
                    <a:pt x="914400" y="914400"/>
                  </a:moveTo>
                  <a:lnTo>
                    <a:pt x="920969" y="914400"/>
                  </a:lnTo>
                  <a:lnTo>
                    <a:pt x="917887" y="917883"/>
                  </a:lnTo>
                  <a:lnTo>
                    <a:pt x="914400" y="92137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2016727" y="127173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594" y="931969"/>
                  </a:lnTo>
                  <a:lnTo>
                    <a:pt x="908834" y="926200"/>
                  </a:lnTo>
                  <a:lnTo>
                    <a:pt x="906180" y="916329"/>
                  </a:lnTo>
                  <a:lnTo>
                    <a:pt x="905728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201672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202616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203560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204504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205448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206392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207336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208280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209224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210168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211112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212056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213001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213945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214889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215833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216777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217721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218665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219609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220553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221497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222441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223385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224329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225273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226217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227161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228105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229049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229993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230937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231881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232825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2337695" y="12717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234713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2356575" y="12717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2366016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2384896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514" y="896830"/>
                  </a:lnTo>
                  <a:lnTo>
                    <a:pt x="913174" y="899681"/>
                  </a:lnTo>
                  <a:lnTo>
                    <a:pt x="914400" y="905861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2384896" y="1289302"/>
              <a:ext cx="915958" cy="914400"/>
            </a:xfrm>
            <a:custGeom>
              <a:avLst/>
              <a:pathLst>
                <a:path w="915958" h="914400">
                  <a:moveTo>
                    <a:pt x="914400" y="914400"/>
                  </a:moveTo>
                  <a:lnTo>
                    <a:pt x="914400" y="905861"/>
                  </a:lnTo>
                  <a:lnTo>
                    <a:pt x="915243" y="910114"/>
                  </a:lnTo>
                  <a:lnTo>
                    <a:pt x="915958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3187316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452" y="914400"/>
                  </a:lnTo>
                  <a:lnTo>
                    <a:pt x="912686" y="912964"/>
                  </a:lnTo>
                  <a:lnTo>
                    <a:pt x="914400" y="912367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3196757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367"/>
                  </a:lnTo>
                  <a:lnTo>
                    <a:pt x="908740" y="911052"/>
                  </a:lnTo>
                  <a:lnTo>
                    <a:pt x="914400" y="909627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3206197" y="128930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9627"/>
                  </a:lnTo>
                  <a:lnTo>
                    <a:pt x="910406" y="908752"/>
                  </a:lnTo>
                  <a:lnTo>
                    <a:pt x="914399" y="90847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3215637" y="128930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8478"/>
                  </a:lnTo>
                  <a:lnTo>
                    <a:pt x="906551" y="908369"/>
                  </a:lnTo>
                  <a:lnTo>
                    <a:pt x="912140" y="908499"/>
                  </a:lnTo>
                  <a:lnTo>
                    <a:pt x="912618" y="908532"/>
                  </a:lnTo>
                  <a:lnTo>
                    <a:pt x="913097" y="908566"/>
                  </a:lnTo>
                  <a:lnTo>
                    <a:pt x="913577" y="908599"/>
                  </a:lnTo>
                  <a:lnTo>
                    <a:pt x="914057" y="908632"/>
                  </a:lnTo>
                  <a:lnTo>
                    <a:pt x="914399" y="908656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3225077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656"/>
                  </a:lnTo>
                  <a:lnTo>
                    <a:pt x="905096" y="908665"/>
                  </a:lnTo>
                  <a:lnTo>
                    <a:pt x="905576" y="908699"/>
                  </a:lnTo>
                  <a:lnTo>
                    <a:pt x="906055" y="908732"/>
                  </a:lnTo>
                  <a:lnTo>
                    <a:pt x="906535" y="908765"/>
                  </a:lnTo>
                  <a:lnTo>
                    <a:pt x="907014" y="908799"/>
                  </a:lnTo>
                  <a:lnTo>
                    <a:pt x="907494" y="908832"/>
                  </a:lnTo>
                  <a:lnTo>
                    <a:pt x="907974" y="908866"/>
                  </a:lnTo>
                  <a:lnTo>
                    <a:pt x="908453" y="908899"/>
                  </a:lnTo>
                  <a:lnTo>
                    <a:pt x="908933" y="908932"/>
                  </a:lnTo>
                  <a:lnTo>
                    <a:pt x="909412" y="908966"/>
                  </a:lnTo>
                  <a:lnTo>
                    <a:pt x="909892" y="908999"/>
                  </a:lnTo>
                  <a:lnTo>
                    <a:pt x="910372" y="909033"/>
                  </a:lnTo>
                  <a:lnTo>
                    <a:pt x="910851" y="909066"/>
                  </a:lnTo>
                  <a:lnTo>
                    <a:pt x="911331" y="909100"/>
                  </a:lnTo>
                  <a:lnTo>
                    <a:pt x="911810" y="909133"/>
                  </a:lnTo>
                  <a:lnTo>
                    <a:pt x="912290" y="909167"/>
                  </a:lnTo>
                  <a:lnTo>
                    <a:pt x="912770" y="909201"/>
                  </a:lnTo>
                  <a:lnTo>
                    <a:pt x="913249" y="909234"/>
                  </a:lnTo>
                  <a:lnTo>
                    <a:pt x="913729" y="909268"/>
                  </a:lnTo>
                  <a:lnTo>
                    <a:pt x="914208" y="909301"/>
                  </a:lnTo>
                  <a:lnTo>
                    <a:pt x="914400" y="909315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3234518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9315"/>
                  </a:lnTo>
                  <a:lnTo>
                    <a:pt x="905248" y="909335"/>
                  </a:lnTo>
                  <a:lnTo>
                    <a:pt x="905727" y="909369"/>
                  </a:lnTo>
                  <a:lnTo>
                    <a:pt x="906207" y="909402"/>
                  </a:lnTo>
                  <a:lnTo>
                    <a:pt x="906686" y="909436"/>
                  </a:lnTo>
                  <a:lnTo>
                    <a:pt x="907166" y="909470"/>
                  </a:lnTo>
                  <a:lnTo>
                    <a:pt x="907645" y="909504"/>
                  </a:lnTo>
                  <a:lnTo>
                    <a:pt x="908125" y="909537"/>
                  </a:lnTo>
                  <a:lnTo>
                    <a:pt x="908605" y="909571"/>
                  </a:lnTo>
                  <a:lnTo>
                    <a:pt x="909084" y="909605"/>
                  </a:lnTo>
                  <a:lnTo>
                    <a:pt x="909564" y="909639"/>
                  </a:lnTo>
                  <a:lnTo>
                    <a:pt x="910043" y="909673"/>
                  </a:lnTo>
                  <a:lnTo>
                    <a:pt x="910523" y="909706"/>
                  </a:lnTo>
                  <a:lnTo>
                    <a:pt x="911002" y="909740"/>
                  </a:lnTo>
                  <a:lnTo>
                    <a:pt x="911482" y="909774"/>
                  </a:lnTo>
                  <a:lnTo>
                    <a:pt x="911961" y="909808"/>
                  </a:lnTo>
                  <a:lnTo>
                    <a:pt x="912441" y="909842"/>
                  </a:lnTo>
                  <a:lnTo>
                    <a:pt x="912920" y="909876"/>
                  </a:lnTo>
                  <a:lnTo>
                    <a:pt x="913400" y="909910"/>
                  </a:lnTo>
                  <a:lnTo>
                    <a:pt x="913879" y="909944"/>
                  </a:lnTo>
                  <a:lnTo>
                    <a:pt x="914400" y="909981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3243958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9981"/>
                  </a:lnTo>
                  <a:lnTo>
                    <a:pt x="905398" y="910012"/>
                  </a:lnTo>
                  <a:lnTo>
                    <a:pt x="905878" y="910046"/>
                  </a:lnTo>
                  <a:lnTo>
                    <a:pt x="906357" y="910080"/>
                  </a:lnTo>
                  <a:lnTo>
                    <a:pt x="906837" y="910114"/>
                  </a:lnTo>
                  <a:lnTo>
                    <a:pt x="907316" y="910148"/>
                  </a:lnTo>
                  <a:lnTo>
                    <a:pt x="907796" y="910182"/>
                  </a:lnTo>
                  <a:lnTo>
                    <a:pt x="908275" y="910216"/>
                  </a:lnTo>
                  <a:lnTo>
                    <a:pt x="908755" y="910250"/>
                  </a:lnTo>
                  <a:lnTo>
                    <a:pt x="909234" y="910284"/>
                  </a:lnTo>
                  <a:lnTo>
                    <a:pt x="909714" y="910319"/>
                  </a:lnTo>
                  <a:lnTo>
                    <a:pt x="910193" y="910353"/>
                  </a:lnTo>
                  <a:lnTo>
                    <a:pt x="910673" y="910387"/>
                  </a:lnTo>
                  <a:lnTo>
                    <a:pt x="914400" y="910653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3253398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0653"/>
                  </a:lnTo>
                  <a:lnTo>
                    <a:pt x="914400" y="911326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3262838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1326"/>
                  </a:lnTo>
                  <a:lnTo>
                    <a:pt x="914400" y="9120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3272279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000"/>
                  </a:lnTo>
                  <a:lnTo>
                    <a:pt x="914400" y="912673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3281719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673"/>
                  </a:lnTo>
                  <a:lnTo>
                    <a:pt x="914400" y="912474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3291159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474"/>
                  </a:lnTo>
                  <a:lnTo>
                    <a:pt x="914400" y="912274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3300599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274"/>
                  </a:lnTo>
                  <a:lnTo>
                    <a:pt x="914400" y="912075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3310040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075"/>
                  </a:lnTo>
                  <a:lnTo>
                    <a:pt x="913851" y="911830"/>
                  </a:lnTo>
                  <a:lnTo>
                    <a:pt x="914223" y="911516"/>
                  </a:lnTo>
                  <a:lnTo>
                    <a:pt x="914400" y="911367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3319480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1367"/>
                  </a:lnTo>
                  <a:lnTo>
                    <a:pt x="905155" y="911203"/>
                  </a:lnTo>
                  <a:lnTo>
                    <a:pt x="905526" y="910889"/>
                  </a:lnTo>
                  <a:lnTo>
                    <a:pt x="905898" y="910575"/>
                  </a:lnTo>
                  <a:lnTo>
                    <a:pt x="910960" y="906577"/>
                  </a:lnTo>
                  <a:lnTo>
                    <a:pt x="914400" y="90421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3328920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4219"/>
                  </a:lnTo>
                  <a:lnTo>
                    <a:pt x="906680" y="903040"/>
                  </a:lnTo>
                  <a:lnTo>
                    <a:pt x="911926" y="899974"/>
                  </a:lnTo>
                  <a:lnTo>
                    <a:pt x="914400" y="898650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3338360" y="127173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220"/>
                  </a:lnTo>
                  <a:lnTo>
                    <a:pt x="908360" y="914400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333836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334780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335724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336668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337612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338556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339500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340444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341388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342332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343276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344220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345164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346108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347052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347996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348940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349884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350828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351772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352716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353660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3546046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3555486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3564926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3574366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358380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359324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360268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361212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362156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363100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364044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364988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365932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366876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367820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368764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369708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370653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371597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372541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373485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374429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375373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3763171" y="1289302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1027"/>
                  </a:lnTo>
                  <a:lnTo>
                    <a:pt x="922897" y="912220"/>
                  </a:lnTo>
                  <a:lnTo>
                    <a:pt x="920969" y="914400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3772611" y="1271733"/>
              <a:ext cx="923840" cy="928597"/>
            </a:xfrm>
            <a:custGeom>
              <a:avLst/>
              <a:pathLst>
                <a:path w="923840" h="92859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5694"/>
                  </a:lnTo>
                  <a:lnTo>
                    <a:pt x="922972" y="917057"/>
                  </a:lnTo>
                  <a:lnTo>
                    <a:pt x="918303" y="923653"/>
                  </a:lnTo>
                  <a:lnTo>
                    <a:pt x="914400" y="928597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3782052" y="1271733"/>
              <a:ext cx="915223" cy="915694"/>
            </a:xfrm>
            <a:custGeom>
              <a:avLst/>
              <a:pathLst>
                <a:path w="915223" h="915694">
                  <a:moveTo>
                    <a:pt x="914400" y="914400"/>
                  </a:moveTo>
                  <a:lnTo>
                    <a:pt x="915223" y="914400"/>
                  </a:lnTo>
                  <a:lnTo>
                    <a:pt x="914400" y="915694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2007287" y="1254163"/>
              <a:ext cx="914400" cy="928692"/>
            </a:xfrm>
            <a:custGeom>
              <a:avLst/>
              <a:pathLst>
                <a:path w="914400" h="928692">
                  <a:moveTo>
                    <a:pt x="914400" y="914400"/>
                  </a:moveTo>
                  <a:lnTo>
                    <a:pt x="914400" y="928692"/>
                  </a:lnTo>
                  <a:lnTo>
                    <a:pt x="913248" y="923782"/>
                  </a:lnTo>
                  <a:lnTo>
                    <a:pt x="911355" y="914400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200728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168" y="931969"/>
                  </a:lnTo>
                  <a:lnTo>
                    <a:pt x="914400" y="928692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201672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202616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203560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204504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205448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206392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207336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208280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209224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210168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211112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212056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213001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213945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214889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215833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216777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217721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218665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219609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220553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221497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222441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223385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224329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225273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226217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227161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228105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229049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229993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230937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231881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232825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2337695" y="125416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234713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2356575" y="125416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2366016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2375456" y="1271733"/>
              <a:ext cx="921954" cy="914400"/>
            </a:xfrm>
            <a:custGeom>
              <a:avLst/>
              <a:pathLst>
                <a:path w="921954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536" y="896830"/>
                  </a:lnTo>
                  <a:lnTo>
                    <a:pt x="917603" y="897065"/>
                  </a:lnTo>
                  <a:lnTo>
                    <a:pt x="920251" y="907035"/>
                  </a:lnTo>
                  <a:lnTo>
                    <a:pt x="921954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3338360" y="1271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360" y="914400"/>
                  </a:lnTo>
                  <a:lnTo>
                    <a:pt x="914400" y="911167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3347801" y="1271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1167"/>
                  </a:lnTo>
                  <a:lnTo>
                    <a:pt x="914400" y="906114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3357241" y="1271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6114"/>
                  </a:lnTo>
                  <a:lnTo>
                    <a:pt x="911463" y="902620"/>
                  </a:lnTo>
                  <a:lnTo>
                    <a:pt x="911789" y="902187"/>
                  </a:lnTo>
                  <a:lnTo>
                    <a:pt x="912115" y="901755"/>
                  </a:lnTo>
                  <a:lnTo>
                    <a:pt x="912441" y="901322"/>
                  </a:lnTo>
                  <a:lnTo>
                    <a:pt x="912767" y="900889"/>
                  </a:lnTo>
                  <a:lnTo>
                    <a:pt x="913094" y="900457"/>
                  </a:lnTo>
                  <a:lnTo>
                    <a:pt x="913420" y="900024"/>
                  </a:lnTo>
                  <a:lnTo>
                    <a:pt x="913746" y="899592"/>
                  </a:lnTo>
                  <a:lnTo>
                    <a:pt x="914072" y="899159"/>
                  </a:lnTo>
                  <a:lnTo>
                    <a:pt x="914400" y="898725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3366681" y="125416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295"/>
                  </a:lnTo>
                  <a:lnTo>
                    <a:pt x="905285" y="915864"/>
                  </a:lnTo>
                  <a:lnTo>
                    <a:pt x="905611" y="915432"/>
                  </a:lnTo>
                  <a:lnTo>
                    <a:pt x="905937" y="914999"/>
                  </a:lnTo>
                  <a:lnTo>
                    <a:pt x="906264" y="914567"/>
                  </a:lnTo>
                  <a:lnTo>
                    <a:pt x="906390" y="914400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336668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337612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338556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339500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340444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341388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342332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343276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344220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345164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346108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347052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347996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348940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349884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350828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351772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352716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353660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3546046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3555486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3564926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3574366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358380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359324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360268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361212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362156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363100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364044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364988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365932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366876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367820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368764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369708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370653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371597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372541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373485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374429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375373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376317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377261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3782052" y="127173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899563"/>
                  </a:lnTo>
                  <a:lnTo>
                    <a:pt x="922288" y="902563"/>
                  </a:lnTo>
                  <a:lnTo>
                    <a:pt x="918011" y="910021"/>
                  </a:lnTo>
                  <a:lnTo>
                    <a:pt x="915223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3791492" y="1254163"/>
              <a:ext cx="915813" cy="917133"/>
            </a:xfrm>
            <a:custGeom>
              <a:avLst/>
              <a:pathLst>
                <a:path w="915813" h="917133">
                  <a:moveTo>
                    <a:pt x="914400" y="914400"/>
                  </a:moveTo>
                  <a:lnTo>
                    <a:pt x="915813" y="914400"/>
                  </a:lnTo>
                  <a:lnTo>
                    <a:pt x="914400" y="917133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2007287" y="123659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1355" y="931969"/>
                  </a:lnTo>
                  <a:lnTo>
                    <a:pt x="911163" y="931018"/>
                  </a:lnTo>
                  <a:lnTo>
                    <a:pt x="909372" y="920496"/>
                  </a:lnTo>
                  <a:lnTo>
                    <a:pt x="908520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200728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201672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202616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203560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204504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205448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206392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207336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208280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209224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210168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211112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212056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213001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213945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214889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215833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216777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217721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218665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219609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220553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221497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222441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223385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224329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225273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226217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227161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228105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229049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229993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230937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231881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232825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2337695" y="123659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234713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2356575" y="123659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2375456" y="125416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476" y="896830"/>
                  </a:lnTo>
                  <a:lnTo>
                    <a:pt x="913681" y="900819"/>
                  </a:lnTo>
                  <a:lnTo>
                    <a:pt x="913802" y="901246"/>
                  </a:lnTo>
                  <a:lnTo>
                    <a:pt x="913925" y="901678"/>
                  </a:lnTo>
                  <a:lnTo>
                    <a:pt x="914048" y="902110"/>
                  </a:lnTo>
                  <a:lnTo>
                    <a:pt x="914170" y="902541"/>
                  </a:lnTo>
                  <a:lnTo>
                    <a:pt x="914293" y="902973"/>
                  </a:lnTo>
                  <a:lnTo>
                    <a:pt x="914399" y="90334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2375456" y="1254163"/>
              <a:ext cx="917536" cy="914400"/>
            </a:xfrm>
            <a:custGeom>
              <a:avLst/>
              <a:pathLst>
                <a:path w="917536" h="914400">
                  <a:moveTo>
                    <a:pt x="914399" y="914400"/>
                  </a:moveTo>
                  <a:lnTo>
                    <a:pt x="914416" y="903405"/>
                  </a:lnTo>
                  <a:lnTo>
                    <a:pt x="914539" y="903837"/>
                  </a:lnTo>
                  <a:lnTo>
                    <a:pt x="914661" y="904269"/>
                  </a:lnTo>
                  <a:lnTo>
                    <a:pt x="914784" y="904701"/>
                  </a:lnTo>
                  <a:lnTo>
                    <a:pt x="914907" y="905133"/>
                  </a:lnTo>
                  <a:lnTo>
                    <a:pt x="915029" y="905565"/>
                  </a:lnTo>
                  <a:lnTo>
                    <a:pt x="915152" y="905997"/>
                  </a:lnTo>
                  <a:lnTo>
                    <a:pt x="915275" y="906429"/>
                  </a:lnTo>
                  <a:lnTo>
                    <a:pt x="915397" y="906861"/>
                  </a:lnTo>
                  <a:lnTo>
                    <a:pt x="915520" y="907292"/>
                  </a:lnTo>
                  <a:lnTo>
                    <a:pt x="915642" y="907724"/>
                  </a:lnTo>
                  <a:lnTo>
                    <a:pt x="915765" y="908156"/>
                  </a:lnTo>
                  <a:lnTo>
                    <a:pt x="915888" y="908588"/>
                  </a:lnTo>
                  <a:lnTo>
                    <a:pt x="916010" y="909020"/>
                  </a:lnTo>
                  <a:lnTo>
                    <a:pt x="916133" y="909452"/>
                  </a:lnTo>
                  <a:lnTo>
                    <a:pt x="916255" y="909884"/>
                  </a:lnTo>
                  <a:lnTo>
                    <a:pt x="916378" y="910316"/>
                  </a:lnTo>
                  <a:lnTo>
                    <a:pt x="916500" y="910748"/>
                  </a:lnTo>
                  <a:lnTo>
                    <a:pt x="916623" y="911180"/>
                  </a:lnTo>
                  <a:lnTo>
                    <a:pt x="916745" y="911612"/>
                  </a:lnTo>
                  <a:lnTo>
                    <a:pt x="916868" y="912044"/>
                  </a:lnTo>
                  <a:lnTo>
                    <a:pt x="916990" y="912475"/>
                  </a:lnTo>
                  <a:lnTo>
                    <a:pt x="917113" y="912907"/>
                  </a:lnTo>
                  <a:lnTo>
                    <a:pt x="917235" y="913339"/>
                  </a:lnTo>
                  <a:lnTo>
                    <a:pt x="917358" y="913771"/>
                  </a:lnTo>
                  <a:lnTo>
                    <a:pt x="917480" y="914203"/>
                  </a:lnTo>
                  <a:lnTo>
                    <a:pt x="917536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3366681" y="12541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6390" y="914400"/>
                  </a:lnTo>
                  <a:lnTo>
                    <a:pt x="906590" y="914134"/>
                  </a:lnTo>
                  <a:lnTo>
                    <a:pt x="911312" y="908205"/>
                  </a:lnTo>
                  <a:lnTo>
                    <a:pt x="914400" y="904734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3376121" y="123659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2304"/>
                  </a:lnTo>
                  <a:lnTo>
                    <a:pt x="906747" y="920294"/>
                  </a:lnTo>
                  <a:lnTo>
                    <a:pt x="911765" y="915277"/>
                  </a:lnTo>
                  <a:lnTo>
                    <a:pt x="912759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337612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338556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339500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340444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341388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342332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343276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344220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345164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346108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347052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347996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348940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349884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350828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351772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352716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353660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3546046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3555486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3564926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3574366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358380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359324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360268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361212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362156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363100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364044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364988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365932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366876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367820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368764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369708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370653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371597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372541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373485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374429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375373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376317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377261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378205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3791492" y="1254163"/>
              <a:ext cx="923775" cy="914400"/>
            </a:xfrm>
            <a:custGeom>
              <a:avLst/>
              <a:pathLst>
                <a:path w="92377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775" y="896830"/>
                  </a:lnTo>
                  <a:lnTo>
                    <a:pt x="920754" y="904033"/>
                  </a:lnTo>
                  <a:lnTo>
                    <a:pt x="916913" y="912273"/>
                  </a:lnTo>
                  <a:lnTo>
                    <a:pt x="915813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2007287" y="121902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8520" y="931969"/>
                  </a:lnTo>
                  <a:lnTo>
                    <a:pt x="907879" y="927383"/>
                  </a:lnTo>
                  <a:lnTo>
                    <a:pt x="906688" y="916570"/>
                  </a:lnTo>
                  <a:lnTo>
                    <a:pt x="906512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200728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201672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202616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203560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204504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205448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206392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207336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208280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209224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210168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211112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212056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213001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213945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214889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215833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216777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217721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218665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219609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220553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221497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222441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223385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224329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225273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226217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227161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228105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229049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229993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230937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231881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232825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2337695" y="121902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234713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2356575" y="121902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2366016" y="1236593"/>
              <a:ext cx="921917" cy="914400"/>
            </a:xfrm>
            <a:custGeom>
              <a:avLst/>
              <a:pathLst>
                <a:path w="921917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6036" y="896830"/>
                  </a:lnTo>
                  <a:lnTo>
                    <a:pt x="917199" y="899899"/>
                  </a:lnTo>
                  <a:lnTo>
                    <a:pt x="920287" y="909003"/>
                  </a:lnTo>
                  <a:lnTo>
                    <a:pt x="921917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3376121" y="123659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759" y="914400"/>
                  </a:lnTo>
                  <a:lnTo>
                    <a:pt x="914400" y="912952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3385562" y="123659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952"/>
                  </a:lnTo>
                  <a:lnTo>
                    <a:pt x="907471" y="910736"/>
                  </a:lnTo>
                  <a:lnTo>
                    <a:pt x="912734" y="906681"/>
                  </a:lnTo>
                  <a:lnTo>
                    <a:pt x="914400" y="905577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3395002" y="123659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5577"/>
                  </a:lnTo>
                  <a:lnTo>
                    <a:pt x="908660" y="903125"/>
                  </a:lnTo>
                  <a:lnTo>
                    <a:pt x="914115" y="900074"/>
                  </a:lnTo>
                  <a:lnTo>
                    <a:pt x="914400" y="899930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3404442" y="121902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7499"/>
                  </a:lnTo>
                  <a:lnTo>
                    <a:pt x="911055" y="91440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340444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341388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342332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343276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344220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345164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346108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347052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347996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348940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349884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350828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351772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352716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353660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3546046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3555486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3564926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3574366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358380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359324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360268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361212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362156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363100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364044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364988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365932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366876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367820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368764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369708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370653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371597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372541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373485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374429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375373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376317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377261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378205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3791492" y="123659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4245"/>
                  </a:lnTo>
                  <a:lnTo>
                    <a:pt x="923775" y="914400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3800932" y="1219023"/>
              <a:ext cx="920718" cy="931814"/>
            </a:xfrm>
            <a:custGeom>
              <a:avLst/>
              <a:pathLst>
                <a:path w="920718" h="931814">
                  <a:moveTo>
                    <a:pt x="914400" y="914400"/>
                  </a:moveTo>
                  <a:lnTo>
                    <a:pt x="920718" y="914400"/>
                  </a:lnTo>
                  <a:lnTo>
                    <a:pt x="918283" y="921638"/>
                  </a:lnTo>
                  <a:lnTo>
                    <a:pt x="914920" y="930573"/>
                  </a:lnTo>
                  <a:lnTo>
                    <a:pt x="914400" y="931814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2007287" y="120145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6512" y="931969"/>
                  </a:lnTo>
                  <a:lnTo>
                    <a:pt x="905803" y="923225"/>
                  </a:lnTo>
                  <a:lnTo>
                    <a:pt x="905340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200728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201672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202616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203560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204504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205448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206392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207336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208280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209224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210168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211112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212056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213001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213945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214889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215833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216777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217721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218665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219609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220553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221497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222441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223385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224329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225273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226217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227161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228105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229049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229993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230937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231881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232825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2337695" y="120145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234713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2366016" y="121902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718" y="896830"/>
                  </a:lnTo>
                  <a:lnTo>
                    <a:pt x="910294" y="900198"/>
                  </a:lnTo>
                  <a:lnTo>
                    <a:pt x="913865" y="908669"/>
                  </a:lnTo>
                  <a:lnTo>
                    <a:pt x="914400" y="91008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2366016" y="1219023"/>
              <a:ext cx="916036" cy="914400"/>
            </a:xfrm>
            <a:custGeom>
              <a:avLst/>
              <a:pathLst>
                <a:path w="916036" h="914400">
                  <a:moveTo>
                    <a:pt x="914400" y="914400"/>
                  </a:moveTo>
                  <a:lnTo>
                    <a:pt x="914400" y="910080"/>
                  </a:lnTo>
                  <a:lnTo>
                    <a:pt x="916036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3404442" y="121902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055" y="914400"/>
                  </a:lnTo>
                  <a:lnTo>
                    <a:pt x="914400" y="91269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3413882" y="120145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30269"/>
                  </a:lnTo>
                  <a:lnTo>
                    <a:pt x="909156" y="928078"/>
                  </a:lnTo>
                  <a:lnTo>
                    <a:pt x="910298" y="917076"/>
                  </a:lnTo>
                  <a:lnTo>
                    <a:pt x="910656" y="914400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341388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342332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343276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344220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345164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346108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347052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347996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348940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349884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350828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351772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352716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353660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3546046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3555486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3564926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3574366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358380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359324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360268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361212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362156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363100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364044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364988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365932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366876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367820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368764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369708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370653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371597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372541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373485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374429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375373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376317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377261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378205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379149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3800932" y="121902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4204"/>
                  </a:lnTo>
                  <a:lnTo>
                    <a:pt x="921393" y="912392"/>
                  </a:lnTo>
                  <a:lnTo>
                    <a:pt x="920718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3810372" y="1201453"/>
              <a:ext cx="916390" cy="921773"/>
            </a:xfrm>
            <a:custGeom>
              <a:avLst/>
              <a:pathLst>
                <a:path w="916390" h="921773">
                  <a:moveTo>
                    <a:pt x="914400" y="914400"/>
                  </a:moveTo>
                  <a:lnTo>
                    <a:pt x="916390" y="914400"/>
                  </a:lnTo>
                  <a:lnTo>
                    <a:pt x="914802" y="920428"/>
                  </a:lnTo>
                  <a:lnTo>
                    <a:pt x="914400" y="921773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2007287" y="118388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340" y="931969"/>
                  </a:lnTo>
                  <a:lnTo>
                    <a:pt x="905226" y="929809"/>
                  </a:lnTo>
                  <a:lnTo>
                    <a:pt x="904959" y="918782"/>
                  </a:lnTo>
                  <a:lnTo>
                    <a:pt x="904976" y="91440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200728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201672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202616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203560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204504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205448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206392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207336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208280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209224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210168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211112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212056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213001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213945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214889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215833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216777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217721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218665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219609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220553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221497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222441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223385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224329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225273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226217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227161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228105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229049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229993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230937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231881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2328255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2337695" y="11838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2356575" y="120145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010" y="896830"/>
                  </a:lnTo>
                  <a:lnTo>
                    <a:pt x="911919" y="901898"/>
                  </a:lnTo>
                  <a:lnTo>
                    <a:pt x="914399" y="906684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2356575" y="1201453"/>
              <a:ext cx="918159" cy="914400"/>
            </a:xfrm>
            <a:custGeom>
              <a:avLst/>
              <a:pathLst>
                <a:path w="918159" h="914400">
                  <a:moveTo>
                    <a:pt x="914399" y="914400"/>
                  </a:moveTo>
                  <a:lnTo>
                    <a:pt x="914399" y="906684"/>
                  </a:lnTo>
                  <a:lnTo>
                    <a:pt x="915936" y="909647"/>
                  </a:lnTo>
                  <a:lnTo>
                    <a:pt x="918159" y="914400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3413882" y="118388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656" y="931969"/>
                  </a:lnTo>
                  <a:lnTo>
                    <a:pt x="911752" y="923773"/>
                  </a:lnTo>
                  <a:lnTo>
                    <a:pt x="913295" y="914400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341388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342332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343276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344220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345164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346108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347052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347996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348940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349884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3508285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3517725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3527165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3536605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3546046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3555486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3564926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3574366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358380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359324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360268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361212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362156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363100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364044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364988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365932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366876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367820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368764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369708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370653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371597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372541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373485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374429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375373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376317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377261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378205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379149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380093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3810372" y="1201453"/>
              <a:ext cx="920431" cy="914400"/>
            </a:xfrm>
            <a:custGeom>
              <a:avLst/>
              <a:pathLst>
                <a:path w="92043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431" y="896830"/>
                  </a:lnTo>
                  <a:lnTo>
                    <a:pt x="919686" y="900602"/>
                  </a:lnTo>
                  <a:lnTo>
                    <a:pt x="917382" y="910633"/>
                  </a:lnTo>
                  <a:lnTo>
                    <a:pt x="916390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2007287" y="116631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76" y="931969"/>
                  </a:lnTo>
                  <a:lnTo>
                    <a:pt x="905003" y="925314"/>
                  </a:lnTo>
                  <a:lnTo>
                    <a:pt x="905353" y="91440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200728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201672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202616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203560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204504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205448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206392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207336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208280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209224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210168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211112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212056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213001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213945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214889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215833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216777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217721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218665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219609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220553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221497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222441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223385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224329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225273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226217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227161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228105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229049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229993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230937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231881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2328255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2347135" y="118388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6681" y="896830"/>
                  </a:lnTo>
                  <a:lnTo>
                    <a:pt x="908111" y="898647"/>
                  </a:lnTo>
                  <a:lnTo>
                    <a:pt x="912716" y="905164"/>
                  </a:lnTo>
                  <a:lnTo>
                    <a:pt x="914400" y="90781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2347135" y="1183884"/>
              <a:ext cx="918450" cy="914400"/>
            </a:xfrm>
            <a:custGeom>
              <a:avLst/>
              <a:pathLst>
                <a:path w="918450" h="914400">
                  <a:moveTo>
                    <a:pt x="914400" y="914400"/>
                  </a:moveTo>
                  <a:lnTo>
                    <a:pt x="914400" y="907810"/>
                  </a:lnTo>
                  <a:lnTo>
                    <a:pt x="917136" y="912111"/>
                  </a:lnTo>
                  <a:lnTo>
                    <a:pt x="918450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3413882" y="118388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295" y="914400"/>
                  </a:lnTo>
                  <a:lnTo>
                    <a:pt x="913515" y="913059"/>
                  </a:lnTo>
                  <a:lnTo>
                    <a:pt x="914400" y="908554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3423322" y="116631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6123"/>
                  </a:lnTo>
                  <a:lnTo>
                    <a:pt x="906141" y="920104"/>
                  </a:lnTo>
                  <a:lnTo>
                    <a:pt x="907449" y="914400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342332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343276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344220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345164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346108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347052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347996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348940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349884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3508285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3517725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3527165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3536605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3546046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3555486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3564926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3574366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358380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359324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360268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361212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362156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363100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364044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364988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365932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366876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367820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368764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369708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370653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371597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372541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373485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374429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375373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376317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377261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378205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379149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380093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3810372" y="1183884"/>
              <a:ext cx="923548" cy="914400"/>
            </a:xfrm>
            <a:custGeom>
              <a:avLst/>
              <a:pathLst>
                <a:path w="92354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548" y="896830"/>
                  </a:lnTo>
                  <a:lnTo>
                    <a:pt x="923444" y="897513"/>
                  </a:lnTo>
                  <a:lnTo>
                    <a:pt x="921709" y="907933"/>
                  </a:lnTo>
                  <a:lnTo>
                    <a:pt x="920431" y="914400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2007287" y="114874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356" y="931865"/>
                  </a:lnTo>
                  <a:lnTo>
                    <a:pt x="906019" y="920896"/>
                  </a:lnTo>
                  <a:lnTo>
                    <a:pt x="906598" y="91440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200728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201672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202616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203560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204504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205448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206392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207336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208280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209224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210168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211112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212056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213001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213945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214889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215833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216777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217721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218665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219609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220553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221497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222441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223385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224329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225273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226217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227161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228105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229049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229993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230937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2328255" y="116631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299" y="896830"/>
                  </a:lnTo>
                  <a:lnTo>
                    <a:pt x="912191" y="899402"/>
                  </a:lnTo>
                  <a:lnTo>
                    <a:pt x="914400" y="901632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2337695" y="116631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1632"/>
                  </a:lnTo>
                  <a:lnTo>
                    <a:pt x="907836" y="904535"/>
                  </a:lnTo>
                  <a:lnTo>
                    <a:pt x="912774" y="910145"/>
                  </a:lnTo>
                  <a:lnTo>
                    <a:pt x="914399" y="912211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2337695" y="1166314"/>
              <a:ext cx="916122" cy="914400"/>
            </a:xfrm>
            <a:custGeom>
              <a:avLst/>
              <a:pathLst>
                <a:path w="916122" h="914400">
                  <a:moveTo>
                    <a:pt x="914399" y="914400"/>
                  </a:moveTo>
                  <a:lnTo>
                    <a:pt x="914399" y="912211"/>
                  </a:lnTo>
                  <a:lnTo>
                    <a:pt x="916122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3423322" y="114874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7449" y="931969"/>
                  </a:lnTo>
                  <a:lnTo>
                    <a:pt x="908504" y="927369"/>
                  </a:lnTo>
                  <a:lnTo>
                    <a:pt x="911159" y="917312"/>
                  </a:lnTo>
                  <a:lnTo>
                    <a:pt x="912034" y="914400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342332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343276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344220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345164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346108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347052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347996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348940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349884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3508285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3517725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3527165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3536605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3546046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3555486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3564926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3574366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358380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359324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360268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361212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362156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363100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364044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364988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365932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366876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367820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368764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369708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370653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371597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372541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373485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374429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375373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376317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377261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378205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379149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380093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3810372" y="1166314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471"/>
                  </a:lnTo>
                  <a:lnTo>
                    <a:pt x="923548" y="91440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3819813" y="1148744"/>
              <a:ext cx="916772" cy="930041"/>
            </a:xfrm>
            <a:custGeom>
              <a:avLst/>
              <a:pathLst>
                <a:path w="916772" h="930041">
                  <a:moveTo>
                    <a:pt x="914400" y="914400"/>
                  </a:moveTo>
                  <a:lnTo>
                    <a:pt x="916772" y="914400"/>
                  </a:lnTo>
                  <a:lnTo>
                    <a:pt x="916334" y="917284"/>
                  </a:lnTo>
                  <a:lnTo>
                    <a:pt x="915868" y="920355"/>
                  </a:lnTo>
                  <a:lnTo>
                    <a:pt x="915402" y="923426"/>
                  </a:lnTo>
                  <a:lnTo>
                    <a:pt x="914936" y="926497"/>
                  </a:lnTo>
                  <a:lnTo>
                    <a:pt x="914471" y="929568"/>
                  </a:lnTo>
                  <a:lnTo>
                    <a:pt x="914400" y="930041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2007287" y="113117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6598" y="931969"/>
                  </a:lnTo>
                  <a:lnTo>
                    <a:pt x="906990" y="927576"/>
                  </a:lnTo>
                  <a:lnTo>
                    <a:pt x="908265" y="916797"/>
                  </a:lnTo>
                  <a:lnTo>
                    <a:pt x="908621" y="914400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200728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201672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202616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203560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204504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205448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206392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207336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208280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209224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210168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211112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212056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213001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213945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214889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215833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216777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217721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218665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219609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220553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221497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222441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223385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224329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225273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226217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227161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228105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2299934" y="114874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669" y="896838"/>
                  </a:lnTo>
                  <a:lnTo>
                    <a:pt x="913349" y="898877"/>
                  </a:lnTo>
                  <a:lnTo>
                    <a:pt x="914400" y="89935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2309374" y="114874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9358"/>
                  </a:lnTo>
                  <a:lnTo>
                    <a:pt x="909526" y="901452"/>
                  </a:lnTo>
                  <a:lnTo>
                    <a:pt x="914400" y="904186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2318814" y="114874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4186"/>
                  </a:lnTo>
                  <a:lnTo>
                    <a:pt x="905625" y="904559"/>
                  </a:lnTo>
                  <a:lnTo>
                    <a:pt x="911071" y="908187"/>
                  </a:lnTo>
                  <a:lnTo>
                    <a:pt x="914400" y="91076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2318814" y="1148744"/>
              <a:ext cx="918739" cy="914400"/>
            </a:xfrm>
            <a:custGeom>
              <a:avLst/>
              <a:pathLst>
                <a:path w="918739" h="914400">
                  <a:moveTo>
                    <a:pt x="914400" y="914400"/>
                  </a:moveTo>
                  <a:lnTo>
                    <a:pt x="914400" y="910768"/>
                  </a:lnTo>
                  <a:lnTo>
                    <a:pt x="916411" y="912329"/>
                  </a:lnTo>
                  <a:lnTo>
                    <a:pt x="918739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3423322" y="114874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34" y="914400"/>
                  </a:lnTo>
                  <a:lnTo>
                    <a:pt x="914096" y="907532"/>
                  </a:lnTo>
                  <a:lnTo>
                    <a:pt x="914400" y="906637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3432763" y="113117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4207"/>
                  </a:lnTo>
                  <a:lnTo>
                    <a:pt x="907869" y="915625"/>
                  </a:lnTo>
                  <a:lnTo>
                    <a:pt x="908335" y="914400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343276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344220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345164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346108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3470524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3479964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3489404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3498844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3508285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3517725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3527165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3536605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3546046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3555486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3564926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3574366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358380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359324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360268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361212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362156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363100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364044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364988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365932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366876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367820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368764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369708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370653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371597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372541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373485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374429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375373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376317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377261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378205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379149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380093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381037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3819813" y="1148744"/>
              <a:ext cx="919258" cy="914400"/>
            </a:xfrm>
            <a:custGeom>
              <a:avLst/>
              <a:pathLst>
                <a:path w="91925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9258" y="896830"/>
                  </a:lnTo>
                  <a:lnTo>
                    <a:pt x="919208" y="897292"/>
                  </a:lnTo>
                  <a:lnTo>
                    <a:pt x="917735" y="908058"/>
                  </a:lnTo>
                  <a:lnTo>
                    <a:pt x="917266" y="911143"/>
                  </a:lnTo>
                  <a:lnTo>
                    <a:pt x="916800" y="914214"/>
                  </a:lnTo>
                  <a:lnTo>
                    <a:pt x="916772" y="91440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2007287" y="1113604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8621" y="931969"/>
                  </a:lnTo>
                  <a:lnTo>
                    <a:pt x="909842" y="923725"/>
                  </a:lnTo>
                  <a:lnTo>
                    <a:pt x="911511" y="91439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200728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201672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202616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203560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204504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205448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206392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207336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208280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209224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210168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211112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212056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213001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213945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214889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215833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216777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217721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218665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219609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220553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221497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222441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223385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2252733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087" y="896830"/>
                  </a:lnTo>
                  <a:lnTo>
                    <a:pt x="908514" y="900233"/>
                  </a:lnTo>
                  <a:lnTo>
                    <a:pt x="910495" y="900746"/>
                  </a:lnTo>
                  <a:lnTo>
                    <a:pt x="910840" y="900852"/>
                  </a:lnTo>
                  <a:lnTo>
                    <a:pt x="911187" y="900958"/>
                  </a:lnTo>
                  <a:lnTo>
                    <a:pt x="911534" y="901064"/>
                  </a:lnTo>
                  <a:lnTo>
                    <a:pt x="911881" y="901170"/>
                  </a:lnTo>
                  <a:lnTo>
                    <a:pt x="912228" y="901276"/>
                  </a:lnTo>
                  <a:lnTo>
                    <a:pt x="912575" y="901383"/>
                  </a:lnTo>
                  <a:lnTo>
                    <a:pt x="912922" y="901489"/>
                  </a:lnTo>
                  <a:lnTo>
                    <a:pt x="913270" y="901595"/>
                  </a:lnTo>
                  <a:lnTo>
                    <a:pt x="913617" y="901701"/>
                  </a:lnTo>
                  <a:lnTo>
                    <a:pt x="913964" y="901808"/>
                  </a:lnTo>
                  <a:lnTo>
                    <a:pt x="914400" y="901941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2262173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1941"/>
                  </a:lnTo>
                  <a:lnTo>
                    <a:pt x="905217" y="902020"/>
                  </a:lnTo>
                  <a:lnTo>
                    <a:pt x="905564" y="902126"/>
                  </a:lnTo>
                  <a:lnTo>
                    <a:pt x="905911" y="902233"/>
                  </a:lnTo>
                  <a:lnTo>
                    <a:pt x="906258" y="902339"/>
                  </a:lnTo>
                  <a:lnTo>
                    <a:pt x="906605" y="902445"/>
                  </a:lnTo>
                  <a:lnTo>
                    <a:pt x="906952" y="902551"/>
                  </a:lnTo>
                  <a:lnTo>
                    <a:pt x="907299" y="902658"/>
                  </a:lnTo>
                  <a:lnTo>
                    <a:pt x="907646" y="902764"/>
                  </a:lnTo>
                  <a:lnTo>
                    <a:pt x="907993" y="902870"/>
                  </a:lnTo>
                  <a:lnTo>
                    <a:pt x="908340" y="902977"/>
                  </a:lnTo>
                  <a:lnTo>
                    <a:pt x="908687" y="903083"/>
                  </a:lnTo>
                  <a:lnTo>
                    <a:pt x="909034" y="903189"/>
                  </a:lnTo>
                  <a:lnTo>
                    <a:pt x="909381" y="903296"/>
                  </a:lnTo>
                  <a:lnTo>
                    <a:pt x="909728" y="903402"/>
                  </a:lnTo>
                  <a:lnTo>
                    <a:pt x="910075" y="903509"/>
                  </a:lnTo>
                  <a:lnTo>
                    <a:pt x="910422" y="903615"/>
                  </a:lnTo>
                  <a:lnTo>
                    <a:pt x="910769" y="903721"/>
                  </a:lnTo>
                  <a:lnTo>
                    <a:pt x="911116" y="903828"/>
                  </a:lnTo>
                  <a:lnTo>
                    <a:pt x="911463" y="903934"/>
                  </a:lnTo>
                  <a:lnTo>
                    <a:pt x="911809" y="904041"/>
                  </a:lnTo>
                  <a:lnTo>
                    <a:pt x="912156" y="904147"/>
                  </a:lnTo>
                  <a:lnTo>
                    <a:pt x="912503" y="904254"/>
                  </a:lnTo>
                  <a:lnTo>
                    <a:pt x="912850" y="904360"/>
                  </a:lnTo>
                  <a:lnTo>
                    <a:pt x="913197" y="904466"/>
                  </a:lnTo>
                  <a:lnTo>
                    <a:pt x="913544" y="904573"/>
                  </a:lnTo>
                  <a:lnTo>
                    <a:pt x="913891" y="904679"/>
                  </a:lnTo>
                  <a:lnTo>
                    <a:pt x="914238" y="904786"/>
                  </a:lnTo>
                  <a:lnTo>
                    <a:pt x="914400" y="904836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2271613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4836"/>
                  </a:lnTo>
                  <a:lnTo>
                    <a:pt x="905144" y="904892"/>
                  </a:lnTo>
                  <a:lnTo>
                    <a:pt x="905491" y="904999"/>
                  </a:lnTo>
                  <a:lnTo>
                    <a:pt x="905838" y="905105"/>
                  </a:lnTo>
                  <a:lnTo>
                    <a:pt x="906185" y="905212"/>
                  </a:lnTo>
                  <a:lnTo>
                    <a:pt x="906531" y="905319"/>
                  </a:lnTo>
                  <a:lnTo>
                    <a:pt x="906878" y="905425"/>
                  </a:lnTo>
                  <a:lnTo>
                    <a:pt x="907225" y="905532"/>
                  </a:lnTo>
                  <a:lnTo>
                    <a:pt x="907572" y="905638"/>
                  </a:lnTo>
                  <a:lnTo>
                    <a:pt x="907919" y="905745"/>
                  </a:lnTo>
                  <a:lnTo>
                    <a:pt x="908265" y="905851"/>
                  </a:lnTo>
                  <a:lnTo>
                    <a:pt x="908612" y="905958"/>
                  </a:lnTo>
                  <a:lnTo>
                    <a:pt x="908959" y="906065"/>
                  </a:lnTo>
                  <a:lnTo>
                    <a:pt x="909306" y="906171"/>
                  </a:lnTo>
                  <a:lnTo>
                    <a:pt x="909653" y="906278"/>
                  </a:lnTo>
                  <a:lnTo>
                    <a:pt x="909999" y="906384"/>
                  </a:lnTo>
                  <a:lnTo>
                    <a:pt x="910346" y="906491"/>
                  </a:lnTo>
                  <a:lnTo>
                    <a:pt x="910693" y="906598"/>
                  </a:lnTo>
                  <a:lnTo>
                    <a:pt x="911040" y="906704"/>
                  </a:lnTo>
                  <a:lnTo>
                    <a:pt x="911386" y="906811"/>
                  </a:lnTo>
                  <a:lnTo>
                    <a:pt x="911733" y="906918"/>
                  </a:lnTo>
                  <a:lnTo>
                    <a:pt x="912080" y="907024"/>
                  </a:lnTo>
                  <a:lnTo>
                    <a:pt x="912427" y="907131"/>
                  </a:lnTo>
                  <a:lnTo>
                    <a:pt x="912773" y="907238"/>
                  </a:lnTo>
                  <a:lnTo>
                    <a:pt x="913120" y="907344"/>
                  </a:lnTo>
                  <a:lnTo>
                    <a:pt x="913467" y="907451"/>
                  </a:lnTo>
                  <a:lnTo>
                    <a:pt x="913813" y="907558"/>
                  </a:lnTo>
                  <a:lnTo>
                    <a:pt x="914160" y="907665"/>
                  </a:lnTo>
                  <a:lnTo>
                    <a:pt x="914400" y="9077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2281053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5066" y="907771"/>
                  </a:lnTo>
                  <a:lnTo>
                    <a:pt x="905413" y="907878"/>
                  </a:lnTo>
                  <a:lnTo>
                    <a:pt x="905760" y="907985"/>
                  </a:lnTo>
                  <a:lnTo>
                    <a:pt x="906106" y="908092"/>
                  </a:lnTo>
                  <a:lnTo>
                    <a:pt x="906453" y="908198"/>
                  </a:lnTo>
                  <a:lnTo>
                    <a:pt x="906800" y="908305"/>
                  </a:lnTo>
                  <a:lnTo>
                    <a:pt x="907146" y="908412"/>
                  </a:lnTo>
                  <a:lnTo>
                    <a:pt x="907493" y="908519"/>
                  </a:lnTo>
                  <a:lnTo>
                    <a:pt x="907840" y="908626"/>
                  </a:lnTo>
                  <a:lnTo>
                    <a:pt x="908186" y="908733"/>
                  </a:lnTo>
                  <a:lnTo>
                    <a:pt x="908533" y="908839"/>
                  </a:lnTo>
                  <a:lnTo>
                    <a:pt x="908880" y="908946"/>
                  </a:lnTo>
                  <a:lnTo>
                    <a:pt x="909226" y="909053"/>
                  </a:lnTo>
                  <a:lnTo>
                    <a:pt x="909573" y="909160"/>
                  </a:lnTo>
                  <a:lnTo>
                    <a:pt x="909919" y="909267"/>
                  </a:lnTo>
                  <a:lnTo>
                    <a:pt x="910266" y="909374"/>
                  </a:lnTo>
                  <a:lnTo>
                    <a:pt x="910613" y="909481"/>
                  </a:lnTo>
                  <a:lnTo>
                    <a:pt x="910959" y="909587"/>
                  </a:lnTo>
                  <a:lnTo>
                    <a:pt x="911306" y="909694"/>
                  </a:lnTo>
                  <a:lnTo>
                    <a:pt x="911652" y="909801"/>
                  </a:lnTo>
                  <a:lnTo>
                    <a:pt x="911999" y="909908"/>
                  </a:lnTo>
                  <a:lnTo>
                    <a:pt x="912345" y="910015"/>
                  </a:lnTo>
                  <a:lnTo>
                    <a:pt x="912692" y="910122"/>
                  </a:lnTo>
                  <a:lnTo>
                    <a:pt x="913039" y="910229"/>
                  </a:lnTo>
                  <a:lnTo>
                    <a:pt x="913385" y="910336"/>
                  </a:lnTo>
                  <a:lnTo>
                    <a:pt x="913732" y="910443"/>
                  </a:lnTo>
                  <a:lnTo>
                    <a:pt x="914078" y="910550"/>
                  </a:lnTo>
                  <a:lnTo>
                    <a:pt x="914400" y="91064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2290494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84" y="910657"/>
                  </a:lnTo>
                  <a:lnTo>
                    <a:pt x="905331" y="910764"/>
                  </a:lnTo>
                  <a:lnTo>
                    <a:pt x="905677" y="910871"/>
                  </a:lnTo>
                  <a:lnTo>
                    <a:pt x="906024" y="910978"/>
                  </a:lnTo>
                  <a:lnTo>
                    <a:pt x="906370" y="911085"/>
                  </a:lnTo>
                  <a:lnTo>
                    <a:pt x="906717" y="911192"/>
                  </a:lnTo>
                  <a:lnTo>
                    <a:pt x="907063" y="911299"/>
                  </a:lnTo>
                  <a:lnTo>
                    <a:pt x="907410" y="911406"/>
                  </a:lnTo>
                  <a:lnTo>
                    <a:pt x="907756" y="911513"/>
                  </a:lnTo>
                  <a:lnTo>
                    <a:pt x="908103" y="911620"/>
                  </a:lnTo>
                  <a:lnTo>
                    <a:pt x="908449" y="911727"/>
                  </a:lnTo>
                  <a:lnTo>
                    <a:pt x="908796" y="911834"/>
                  </a:lnTo>
                  <a:lnTo>
                    <a:pt x="909142" y="911942"/>
                  </a:lnTo>
                  <a:lnTo>
                    <a:pt x="909489" y="912049"/>
                  </a:lnTo>
                  <a:lnTo>
                    <a:pt x="909835" y="912156"/>
                  </a:lnTo>
                  <a:lnTo>
                    <a:pt x="910181" y="912263"/>
                  </a:lnTo>
                  <a:lnTo>
                    <a:pt x="910528" y="912370"/>
                  </a:lnTo>
                  <a:lnTo>
                    <a:pt x="910874" y="912477"/>
                  </a:lnTo>
                  <a:lnTo>
                    <a:pt x="911221" y="912584"/>
                  </a:lnTo>
                  <a:lnTo>
                    <a:pt x="911567" y="912692"/>
                  </a:lnTo>
                  <a:lnTo>
                    <a:pt x="911914" y="912799"/>
                  </a:lnTo>
                  <a:lnTo>
                    <a:pt x="912260" y="912906"/>
                  </a:lnTo>
                  <a:lnTo>
                    <a:pt x="912606" y="913013"/>
                  </a:lnTo>
                  <a:lnTo>
                    <a:pt x="912953" y="913120"/>
                  </a:lnTo>
                  <a:lnTo>
                    <a:pt x="913299" y="913228"/>
                  </a:lnTo>
                  <a:lnTo>
                    <a:pt x="913645" y="913335"/>
                  </a:lnTo>
                  <a:lnTo>
                    <a:pt x="913992" y="913442"/>
                  </a:lnTo>
                  <a:lnTo>
                    <a:pt x="914400" y="91356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2290494" y="1131174"/>
              <a:ext cx="917083" cy="914400"/>
            </a:xfrm>
            <a:custGeom>
              <a:avLst/>
              <a:pathLst>
                <a:path w="917083" h="914400">
                  <a:moveTo>
                    <a:pt x="914400" y="914400"/>
                  </a:moveTo>
                  <a:lnTo>
                    <a:pt x="914400" y="913568"/>
                  </a:lnTo>
                  <a:lnTo>
                    <a:pt x="914684" y="913656"/>
                  </a:lnTo>
                  <a:lnTo>
                    <a:pt x="915031" y="913764"/>
                  </a:lnTo>
                  <a:lnTo>
                    <a:pt x="915377" y="913871"/>
                  </a:lnTo>
                  <a:lnTo>
                    <a:pt x="915724" y="913978"/>
                  </a:lnTo>
                  <a:lnTo>
                    <a:pt x="916070" y="914086"/>
                  </a:lnTo>
                  <a:lnTo>
                    <a:pt x="916416" y="914193"/>
                  </a:lnTo>
                  <a:lnTo>
                    <a:pt x="916762" y="914300"/>
                  </a:lnTo>
                  <a:lnTo>
                    <a:pt x="917083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3432763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335" y="914400"/>
                  </a:lnTo>
                  <a:lnTo>
                    <a:pt x="911347" y="906480"/>
                  </a:lnTo>
                  <a:lnTo>
                    <a:pt x="914400" y="89929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3442203" y="1113604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868"/>
                  </a:lnTo>
                  <a:lnTo>
                    <a:pt x="905642" y="915262"/>
                  </a:lnTo>
                  <a:lnTo>
                    <a:pt x="906050" y="91439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3442203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3451643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3461083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3470524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3479964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3489404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3498844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3508285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3517725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3527165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3536605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3546046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3555486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3564926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3574366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358380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359324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360268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361212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362156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363100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364044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364988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365932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366876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367820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368764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369708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370653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371597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372541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373485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374429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375373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376317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377261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378205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379149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380093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381037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3819813" y="1131174"/>
              <a:ext cx="920930" cy="914400"/>
            </a:xfrm>
            <a:custGeom>
              <a:avLst/>
              <a:pathLst>
                <a:path w="92093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930" y="896830"/>
                  </a:lnTo>
                  <a:lnTo>
                    <a:pt x="920374" y="903967"/>
                  </a:lnTo>
                  <a:lnTo>
                    <a:pt x="919258" y="91440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2007287" y="1096035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11511" y="931969"/>
                  </a:lnTo>
                  <a:lnTo>
                    <a:pt x="911716" y="930823"/>
                  </a:lnTo>
                  <a:lnTo>
                    <a:pt x="911844" y="930215"/>
                  </a:lnTo>
                  <a:lnTo>
                    <a:pt x="911909" y="928593"/>
                  </a:lnTo>
                  <a:lnTo>
                    <a:pt x="912658" y="917657"/>
                  </a:lnTo>
                  <a:lnTo>
                    <a:pt x="912974" y="91439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200728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201672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202616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203560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204504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205448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206392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207336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208280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209224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210168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211112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212056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213001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213945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214889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215833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216777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217721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218665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219609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220553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221497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222441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223385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2243293" y="1113604"/>
              <a:ext cx="917528" cy="914399"/>
            </a:xfrm>
            <a:custGeom>
              <a:avLst/>
              <a:pathLst>
                <a:path w="917528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4750" y="896830"/>
                  </a:lnTo>
                  <a:lnTo>
                    <a:pt x="915404" y="900276"/>
                  </a:lnTo>
                  <a:lnTo>
                    <a:pt x="917157" y="911440"/>
                  </a:lnTo>
                  <a:lnTo>
                    <a:pt x="917528" y="91439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3442203" y="1113604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6050" y="914399"/>
                  </a:lnTo>
                  <a:lnTo>
                    <a:pt x="909622" y="906855"/>
                  </a:lnTo>
                  <a:lnTo>
                    <a:pt x="913837" y="898854"/>
                  </a:lnTo>
                  <a:lnTo>
                    <a:pt x="914400" y="897894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3451643" y="1096035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5464"/>
                  </a:lnTo>
                  <a:lnTo>
                    <a:pt x="905583" y="91439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3451643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3461083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3470524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3479964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3489404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3498844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3508285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3517725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3527165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3536605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3546046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3555486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3564926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3574366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358380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359324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360268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361212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362156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363100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364044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364988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365932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366876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367820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368764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369708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370653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371597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372541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373485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374429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375373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376317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377261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378205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379149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380093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381037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3819813" y="1113604"/>
              <a:ext cx="921829" cy="914399"/>
            </a:xfrm>
            <a:custGeom>
              <a:avLst/>
              <a:pathLst>
                <a:path w="921829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1829" y="896830"/>
                  </a:lnTo>
                  <a:lnTo>
                    <a:pt x="921774" y="899480"/>
                  </a:lnTo>
                  <a:lnTo>
                    <a:pt x="921230" y="910543"/>
                  </a:lnTo>
                  <a:lnTo>
                    <a:pt x="920930" y="91439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2007287" y="1096035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974" y="914399"/>
                  </a:lnTo>
                  <a:lnTo>
                    <a:pt x="913712" y="906808"/>
                  </a:lnTo>
                  <a:lnTo>
                    <a:pt x="914400" y="901376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2016727" y="107846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8946"/>
                  </a:lnTo>
                  <a:lnTo>
                    <a:pt x="905535" y="914400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201672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202616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203560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204504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205448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206392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207336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208280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209224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210168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211112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212056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213001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213945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214889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215833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216777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217721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218665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219609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220553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221497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222441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2243293" y="1096035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12396" y="896830"/>
                  </a:lnTo>
                  <a:lnTo>
                    <a:pt x="912784" y="902020"/>
                  </a:lnTo>
                  <a:lnTo>
                    <a:pt x="912976" y="905200"/>
                  </a:lnTo>
                  <a:lnTo>
                    <a:pt x="913056" y="905586"/>
                  </a:lnTo>
                  <a:lnTo>
                    <a:pt x="913145" y="906017"/>
                  </a:lnTo>
                  <a:lnTo>
                    <a:pt x="913234" y="906448"/>
                  </a:lnTo>
                  <a:lnTo>
                    <a:pt x="913323" y="906878"/>
                  </a:lnTo>
                  <a:lnTo>
                    <a:pt x="914400" y="912552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2243293" y="1096035"/>
              <a:ext cx="914750" cy="914399"/>
            </a:xfrm>
            <a:custGeom>
              <a:avLst/>
              <a:pathLst>
                <a:path w="914750" h="914399">
                  <a:moveTo>
                    <a:pt x="914400" y="914399"/>
                  </a:moveTo>
                  <a:lnTo>
                    <a:pt x="914400" y="912552"/>
                  </a:lnTo>
                  <a:lnTo>
                    <a:pt x="914750" y="91439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3451643" y="1096035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583" y="914399"/>
                  </a:lnTo>
                  <a:lnTo>
                    <a:pt x="908834" y="908851"/>
                  </a:lnTo>
                  <a:lnTo>
                    <a:pt x="913481" y="901727"/>
                  </a:lnTo>
                  <a:lnTo>
                    <a:pt x="914400" y="900466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3461083" y="107846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8035"/>
                  </a:lnTo>
                  <a:lnTo>
                    <a:pt x="907606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3461083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3470524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3479964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3489404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3498844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3508285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3517725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3527165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3536605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3546046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3555486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3564926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3574366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358380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359324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360268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361212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362156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363100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364044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364988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365932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366876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367820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368764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369708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370653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371597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372541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373485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374429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375373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376317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377261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378205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379149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380093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381037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3819813" y="1096035"/>
              <a:ext cx="922004" cy="914399"/>
            </a:xfrm>
            <a:custGeom>
              <a:avLst/>
              <a:pathLst>
                <a:path w="922004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1935" y="896830"/>
                  </a:lnTo>
                  <a:lnTo>
                    <a:pt x="922004" y="905949"/>
                  </a:lnTo>
                  <a:lnTo>
                    <a:pt x="921829" y="91439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2016727" y="106089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535" y="931969"/>
                  </a:lnTo>
                  <a:lnTo>
                    <a:pt x="905630" y="931217"/>
                  </a:lnTo>
                  <a:lnTo>
                    <a:pt x="907287" y="920633"/>
                  </a:lnTo>
                  <a:lnTo>
                    <a:pt x="908456" y="914400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201672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202616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203560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204504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205448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206392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207336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208280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209224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210168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211112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212056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213001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213945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214889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215833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216777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217721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218665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219609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220553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221497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222441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2233852" y="1078465"/>
              <a:ext cx="921836" cy="914400"/>
            </a:xfrm>
            <a:custGeom>
              <a:avLst/>
              <a:pathLst>
                <a:path w="92183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151" y="896830"/>
                  </a:lnTo>
                  <a:lnTo>
                    <a:pt x="920288" y="897862"/>
                  </a:lnTo>
                  <a:lnTo>
                    <a:pt x="921409" y="908679"/>
                  </a:lnTo>
                  <a:lnTo>
                    <a:pt x="921836" y="914400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3461083" y="107846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606" y="914400"/>
                  </a:lnTo>
                  <a:lnTo>
                    <a:pt x="908885" y="912643"/>
                  </a:lnTo>
                  <a:lnTo>
                    <a:pt x="913911" y="906477"/>
                  </a:lnTo>
                  <a:lnTo>
                    <a:pt x="914400" y="905946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3470524" y="106089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3516"/>
                  </a:lnTo>
                  <a:lnTo>
                    <a:pt x="909667" y="918387"/>
                  </a:lnTo>
                  <a:lnTo>
                    <a:pt x="913819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3470524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3479964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3489404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3498844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3508285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3517725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3527165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3536605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3546046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3555486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3564926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3574366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358380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359324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360268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361212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362156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363100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364044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364988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365932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366876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367820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368764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369708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370653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371597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372541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373485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374429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375373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376317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377261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378205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379149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380093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381037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3819813" y="1078465"/>
              <a:ext cx="921935" cy="914400"/>
            </a:xfrm>
            <a:custGeom>
              <a:avLst/>
              <a:pathLst>
                <a:path w="92193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231" y="896830"/>
                  </a:lnTo>
                  <a:lnTo>
                    <a:pt x="921521" y="901327"/>
                  </a:lnTo>
                  <a:lnTo>
                    <a:pt x="921920" y="912411"/>
                  </a:lnTo>
                  <a:lnTo>
                    <a:pt x="921935" y="91440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2016727" y="1043325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8456" y="931969"/>
                  </a:lnTo>
                  <a:lnTo>
                    <a:pt x="909239" y="927794"/>
                  </a:lnTo>
                  <a:lnTo>
                    <a:pt x="911481" y="917590"/>
                  </a:lnTo>
                  <a:lnTo>
                    <a:pt x="912289" y="91439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201672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202616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203560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204504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205448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206392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207336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208280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209224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210168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211112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212056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213001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213945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214889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215833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216777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217721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218665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219609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220553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221497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222441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2233852" y="1060895"/>
              <a:ext cx="920151" cy="914400"/>
            </a:xfrm>
            <a:custGeom>
              <a:avLst/>
              <a:pathLst>
                <a:path w="92015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7575" y="896830"/>
                  </a:lnTo>
                  <a:lnTo>
                    <a:pt x="918866" y="904738"/>
                  </a:lnTo>
                  <a:lnTo>
                    <a:pt x="920151" y="914400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3442203" y="1043325"/>
              <a:ext cx="914400" cy="914649"/>
            </a:xfrm>
            <a:custGeom>
              <a:avLst/>
              <a:pathLst>
                <a:path w="914400" h="914649">
                  <a:moveTo>
                    <a:pt x="914400" y="914399"/>
                  </a:moveTo>
                  <a:lnTo>
                    <a:pt x="914400" y="914649"/>
                  </a:lnTo>
                  <a:lnTo>
                    <a:pt x="913660" y="91439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3442203" y="1043325"/>
              <a:ext cx="923840" cy="917249"/>
            </a:xfrm>
            <a:custGeom>
              <a:avLst/>
              <a:pathLst>
                <a:path w="923840" h="917249">
                  <a:moveTo>
                    <a:pt x="914400" y="914399"/>
                  </a:moveTo>
                  <a:lnTo>
                    <a:pt x="923840" y="914399"/>
                  </a:lnTo>
                  <a:lnTo>
                    <a:pt x="923765" y="917249"/>
                  </a:lnTo>
                  <a:lnTo>
                    <a:pt x="917999" y="915865"/>
                  </a:lnTo>
                  <a:lnTo>
                    <a:pt x="914400" y="91464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3451643" y="1043325"/>
              <a:ext cx="923840" cy="918257"/>
            </a:xfrm>
            <a:custGeom>
              <a:avLst/>
              <a:pathLst>
                <a:path w="923840" h="918257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8257"/>
                  </a:lnTo>
                  <a:lnTo>
                    <a:pt x="920121" y="918080"/>
                  </a:lnTo>
                  <a:lnTo>
                    <a:pt x="914400" y="91725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3470524" y="106089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19" y="914400"/>
                  </a:lnTo>
                  <a:lnTo>
                    <a:pt x="914400" y="913842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3461083" y="1043325"/>
              <a:ext cx="923840" cy="918356"/>
            </a:xfrm>
            <a:custGeom>
              <a:avLst/>
              <a:pathLst>
                <a:path w="923840" h="918356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7931"/>
                  </a:lnTo>
                  <a:lnTo>
                    <a:pt x="922305" y="918078"/>
                  </a:lnTo>
                  <a:lnTo>
                    <a:pt x="916493" y="918356"/>
                  </a:lnTo>
                  <a:lnTo>
                    <a:pt x="914400" y="918257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3479964" y="106089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3842"/>
                  </a:lnTo>
                  <a:lnTo>
                    <a:pt x="905577" y="913249"/>
                  </a:lnTo>
                  <a:lnTo>
                    <a:pt x="911066" y="908647"/>
                  </a:lnTo>
                  <a:lnTo>
                    <a:pt x="914400" y="90624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3470524" y="1043325"/>
              <a:ext cx="923840" cy="917931"/>
            </a:xfrm>
            <a:custGeom>
              <a:avLst/>
              <a:pathLst>
                <a:path w="923840" h="917931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7030"/>
                  </a:lnTo>
                  <a:lnTo>
                    <a:pt x="922390" y="917168"/>
                  </a:lnTo>
                  <a:lnTo>
                    <a:pt x="920485" y="917349"/>
                  </a:lnTo>
                  <a:lnTo>
                    <a:pt x="918581" y="917531"/>
                  </a:lnTo>
                  <a:lnTo>
                    <a:pt x="916677" y="917713"/>
                  </a:lnTo>
                  <a:lnTo>
                    <a:pt x="914773" y="917895"/>
                  </a:lnTo>
                  <a:lnTo>
                    <a:pt x="914400" y="917931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3479964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lnTo>
                    <a:pt x="914400" y="923810"/>
                  </a:lnTo>
                  <a:lnTo>
                    <a:pt x="916679" y="922164"/>
                  </a:lnTo>
                  <a:lnTo>
                    <a:pt x="916972" y="921969"/>
                  </a:lnTo>
                  <a:lnTo>
                    <a:pt x="917268" y="921772"/>
                  </a:lnTo>
                  <a:lnTo>
                    <a:pt x="917563" y="921575"/>
                  </a:lnTo>
                  <a:lnTo>
                    <a:pt x="917859" y="921378"/>
                  </a:lnTo>
                  <a:lnTo>
                    <a:pt x="918155" y="921181"/>
                  </a:lnTo>
                  <a:lnTo>
                    <a:pt x="918450" y="920985"/>
                  </a:lnTo>
                  <a:lnTo>
                    <a:pt x="918746" y="920788"/>
                  </a:lnTo>
                  <a:lnTo>
                    <a:pt x="919042" y="920591"/>
                  </a:lnTo>
                  <a:lnTo>
                    <a:pt x="919337" y="920394"/>
                  </a:lnTo>
                  <a:lnTo>
                    <a:pt x="919633" y="920198"/>
                  </a:lnTo>
                  <a:lnTo>
                    <a:pt x="919929" y="920001"/>
                  </a:lnTo>
                  <a:lnTo>
                    <a:pt x="920225" y="919804"/>
                  </a:lnTo>
                  <a:lnTo>
                    <a:pt x="920520" y="919607"/>
                  </a:lnTo>
                  <a:lnTo>
                    <a:pt x="920816" y="919411"/>
                  </a:lnTo>
                  <a:lnTo>
                    <a:pt x="921112" y="919214"/>
                  </a:lnTo>
                  <a:lnTo>
                    <a:pt x="921408" y="919017"/>
                  </a:lnTo>
                  <a:lnTo>
                    <a:pt x="921703" y="918821"/>
                  </a:lnTo>
                  <a:lnTo>
                    <a:pt x="921999" y="918624"/>
                  </a:lnTo>
                  <a:lnTo>
                    <a:pt x="922221" y="918476"/>
                  </a:lnTo>
                  <a:lnTo>
                    <a:pt x="921052" y="916983"/>
                  </a:lnTo>
                  <a:lnTo>
                    <a:pt x="920560" y="916355"/>
                  </a:lnTo>
                  <a:lnTo>
                    <a:pt x="918667" y="916625"/>
                  </a:lnTo>
                  <a:lnTo>
                    <a:pt x="916758" y="916806"/>
                  </a:lnTo>
                  <a:lnTo>
                    <a:pt x="914854" y="916987"/>
                  </a:lnTo>
                  <a:lnTo>
                    <a:pt x="914400" y="91703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3489404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3498844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3508285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3517725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3527165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3536605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3546046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3555486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3564926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3574366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358380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359324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360268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361212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362156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363100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364044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364988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365932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366876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367820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368764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369708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370653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371597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372541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373485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374429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375373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376317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377261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378205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379149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380093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381037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3819813" y="1060895"/>
              <a:ext cx="921231" cy="914400"/>
            </a:xfrm>
            <a:custGeom>
              <a:avLst/>
              <a:pathLst>
                <a:path w="92123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9786" y="896922"/>
                  </a:lnTo>
                  <a:lnTo>
                    <a:pt x="920809" y="907867"/>
                  </a:lnTo>
                  <a:lnTo>
                    <a:pt x="921231" y="91440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2016727" y="1043325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289" y="914399"/>
                  </a:lnTo>
                  <a:lnTo>
                    <a:pt x="914007" y="907617"/>
                  </a:lnTo>
                  <a:lnTo>
                    <a:pt x="914400" y="906257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2026167" y="1025756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3826"/>
                  </a:lnTo>
                  <a:lnTo>
                    <a:pt x="907369" y="915474"/>
                  </a:lnTo>
                  <a:lnTo>
                    <a:pt x="907719" y="91439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202616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203560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204504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205448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206392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207336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208280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209224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210168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211112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212056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213001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213945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214889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215833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216777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217721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218665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219609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220553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221497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2233852" y="1043325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14092" y="896830"/>
                  </a:lnTo>
                  <a:lnTo>
                    <a:pt x="914400" y="898183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2233852" y="1043325"/>
              <a:ext cx="917575" cy="914399"/>
            </a:xfrm>
            <a:custGeom>
              <a:avLst/>
              <a:pathLst>
                <a:path w="917575" h="914399">
                  <a:moveTo>
                    <a:pt x="914400" y="914399"/>
                  </a:moveTo>
                  <a:lnTo>
                    <a:pt x="914400" y="898183"/>
                  </a:lnTo>
                  <a:lnTo>
                    <a:pt x="915131" y="901409"/>
                  </a:lnTo>
                  <a:lnTo>
                    <a:pt x="917145" y="911768"/>
                  </a:lnTo>
                  <a:lnTo>
                    <a:pt x="917575" y="91439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3413882" y="1025756"/>
              <a:ext cx="914400" cy="914875"/>
            </a:xfrm>
            <a:custGeom>
              <a:avLst/>
              <a:pathLst>
                <a:path w="914400" h="914875">
                  <a:moveTo>
                    <a:pt x="914400" y="914399"/>
                  </a:moveTo>
                  <a:lnTo>
                    <a:pt x="914400" y="914875"/>
                  </a:lnTo>
                  <a:lnTo>
                    <a:pt x="913852" y="91439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3413882" y="1025756"/>
              <a:ext cx="923840" cy="922454"/>
            </a:xfrm>
            <a:custGeom>
              <a:avLst/>
              <a:pathLst>
                <a:path w="923840" h="922454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2454"/>
                  </a:lnTo>
                  <a:lnTo>
                    <a:pt x="918474" y="918409"/>
                  </a:lnTo>
                  <a:lnTo>
                    <a:pt x="914400" y="914875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3423322" y="1025756"/>
              <a:ext cx="923840" cy="928131"/>
            </a:xfrm>
            <a:custGeom>
              <a:avLst/>
              <a:pathLst>
                <a:path w="923840" h="928131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8131"/>
                  </a:lnTo>
                  <a:lnTo>
                    <a:pt x="919916" y="926014"/>
                  </a:lnTo>
                  <a:lnTo>
                    <a:pt x="914400" y="922454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3432763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23100" y="931969"/>
                  </a:lnTo>
                  <a:lnTo>
                    <a:pt x="921719" y="931503"/>
                  </a:lnTo>
                  <a:lnTo>
                    <a:pt x="916059" y="929027"/>
                  </a:lnTo>
                  <a:lnTo>
                    <a:pt x="914400" y="928131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3442203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3451643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3461083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3470524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3479964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3489404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3498844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3508285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3517725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3527165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3536605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3546046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3555486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3564926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3574366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358380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359324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360268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361212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362156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363100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364044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364988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365932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366876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367820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368764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369708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370653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371597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372541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373485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374429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375373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376317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377261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378205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379149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380093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381037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3819813" y="1043325"/>
              <a:ext cx="919775" cy="914399"/>
            </a:xfrm>
            <a:custGeom>
              <a:avLst/>
              <a:pathLst>
                <a:path w="919775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7409" y="896830"/>
                  </a:lnTo>
                  <a:lnTo>
                    <a:pt x="918455" y="903663"/>
                  </a:lnTo>
                  <a:lnTo>
                    <a:pt x="919775" y="91439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2026167" y="1008186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7719" y="931969"/>
                  </a:lnTo>
                  <a:lnTo>
                    <a:pt x="910440" y="923617"/>
                  </a:lnTo>
                  <a:lnTo>
                    <a:pt x="913813" y="91439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202616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203560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204504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205448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206392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207336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208280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209224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210168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211112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212056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213001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213945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214889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215833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216777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217721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218665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219609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220553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221497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2224412" y="1025756"/>
              <a:ext cx="923533" cy="914399"/>
            </a:xfrm>
            <a:custGeom>
              <a:avLst/>
              <a:pathLst>
                <a:path w="923533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9067" y="896830"/>
                  </a:lnTo>
                  <a:lnTo>
                    <a:pt x="919686" y="898919"/>
                  </a:lnTo>
                  <a:lnTo>
                    <a:pt x="922269" y="908830"/>
                  </a:lnTo>
                  <a:lnTo>
                    <a:pt x="923533" y="91439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3395002" y="1008186"/>
              <a:ext cx="914400" cy="915284"/>
            </a:xfrm>
            <a:custGeom>
              <a:avLst/>
              <a:pathLst>
                <a:path w="914400" h="915284">
                  <a:moveTo>
                    <a:pt x="914400" y="914399"/>
                  </a:moveTo>
                  <a:lnTo>
                    <a:pt x="914400" y="915284"/>
                  </a:lnTo>
                  <a:lnTo>
                    <a:pt x="910401" y="91439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3395002" y="1008186"/>
              <a:ext cx="923840" cy="922880"/>
            </a:xfrm>
            <a:custGeom>
              <a:avLst/>
              <a:pathLst>
                <a:path w="923840" h="922880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2880"/>
                  </a:lnTo>
                  <a:lnTo>
                    <a:pt x="921958" y="920787"/>
                  </a:lnTo>
                  <a:lnTo>
                    <a:pt x="917963" y="915806"/>
                  </a:lnTo>
                  <a:lnTo>
                    <a:pt x="915211" y="915463"/>
                  </a:lnTo>
                  <a:lnTo>
                    <a:pt x="914400" y="915284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340444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23292" y="931969"/>
                  </a:lnTo>
                  <a:lnTo>
                    <a:pt x="922645" y="931408"/>
                  </a:lnTo>
                  <a:lnTo>
                    <a:pt x="917508" y="926339"/>
                  </a:lnTo>
                  <a:lnTo>
                    <a:pt x="914400" y="92288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341388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342332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3432763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3442203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3451643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3461083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3470524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3479964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3489404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3498844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3508285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3517725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3527165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3536605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3546046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3555486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3564926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3574366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358380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359324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360268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361212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362156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363100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364044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364988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365932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366876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367820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368764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369708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370653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371597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372541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373485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374429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375373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376317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377261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378205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379149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380093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3819813" y="10257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14188" y="896830"/>
                  </a:lnTo>
                  <a:lnTo>
                    <a:pt x="914400" y="897807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3819813" y="1025756"/>
              <a:ext cx="917409" cy="914399"/>
            </a:xfrm>
            <a:custGeom>
              <a:avLst/>
              <a:pathLst>
                <a:path w="917409" h="914399">
                  <a:moveTo>
                    <a:pt x="914400" y="914399"/>
                  </a:moveTo>
                  <a:lnTo>
                    <a:pt x="914400" y="897807"/>
                  </a:lnTo>
                  <a:lnTo>
                    <a:pt x="914883" y="900040"/>
                  </a:lnTo>
                  <a:lnTo>
                    <a:pt x="916819" y="910549"/>
                  </a:lnTo>
                  <a:lnTo>
                    <a:pt x="917409" y="91439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2026167" y="100818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3813" y="914399"/>
                  </a:lnTo>
                  <a:lnTo>
                    <a:pt x="914400" y="912963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2035607" y="990616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30533"/>
                  </a:lnTo>
                  <a:lnTo>
                    <a:pt x="907915" y="923292"/>
                  </a:lnTo>
                  <a:lnTo>
                    <a:pt x="911739" y="914874"/>
                  </a:lnTo>
                  <a:lnTo>
                    <a:pt x="911967" y="914400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203560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204504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205448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206392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207336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208280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209224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210168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211112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212056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213001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213945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214889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215833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216777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217721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218665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219609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220553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2224412" y="100818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13456" y="896830"/>
                  </a:lnTo>
                  <a:lnTo>
                    <a:pt x="913702" y="897487"/>
                  </a:lnTo>
                  <a:lnTo>
                    <a:pt x="914400" y="899574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2224412" y="1008186"/>
              <a:ext cx="919067" cy="914399"/>
            </a:xfrm>
            <a:custGeom>
              <a:avLst/>
              <a:pathLst>
                <a:path w="919067" h="914399">
                  <a:moveTo>
                    <a:pt x="914400" y="914399"/>
                  </a:moveTo>
                  <a:lnTo>
                    <a:pt x="914400" y="899574"/>
                  </a:lnTo>
                  <a:lnTo>
                    <a:pt x="916827" y="906842"/>
                  </a:lnTo>
                  <a:lnTo>
                    <a:pt x="919067" y="91439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3366681" y="990616"/>
              <a:ext cx="914400" cy="920596"/>
            </a:xfrm>
            <a:custGeom>
              <a:avLst/>
              <a:pathLst>
                <a:path w="914400" h="920596">
                  <a:moveTo>
                    <a:pt x="914400" y="914400"/>
                  </a:moveTo>
                  <a:lnTo>
                    <a:pt x="914400" y="920596"/>
                  </a:lnTo>
                  <a:lnTo>
                    <a:pt x="909739" y="917175"/>
                  </a:lnTo>
                  <a:lnTo>
                    <a:pt x="906463" y="914400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3366681" y="990616"/>
              <a:ext cx="923840" cy="926253"/>
            </a:xfrm>
            <a:custGeom>
              <a:avLst/>
              <a:pathLst>
                <a:path w="923840" h="926253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6253"/>
                  </a:lnTo>
                  <a:lnTo>
                    <a:pt x="920690" y="924614"/>
                  </a:lnTo>
                  <a:lnTo>
                    <a:pt x="915163" y="921157"/>
                  </a:lnTo>
                  <a:lnTo>
                    <a:pt x="914400" y="920596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3376121" y="990616"/>
              <a:ext cx="923840" cy="930329"/>
            </a:xfrm>
            <a:custGeom>
              <a:avLst/>
              <a:pathLst>
                <a:path w="923840" h="93032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329"/>
                  </a:lnTo>
                  <a:lnTo>
                    <a:pt x="922554" y="929919"/>
                  </a:lnTo>
                  <a:lnTo>
                    <a:pt x="916865" y="927537"/>
                  </a:lnTo>
                  <a:lnTo>
                    <a:pt x="914400" y="926253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338556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842" y="931969"/>
                  </a:lnTo>
                  <a:lnTo>
                    <a:pt x="918861" y="931752"/>
                  </a:lnTo>
                  <a:lnTo>
                    <a:pt x="914400" y="93032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339500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340444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341388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342332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3432763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3442203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3451643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3461083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3470524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3479964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3489404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3498844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3508285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3517725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3527165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3536605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3546046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3555486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3564926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3574366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358380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359324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360268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361212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362156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363100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364044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364988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365932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366876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367820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368764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369708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370653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371597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372541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373485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374429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375373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376317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377261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378205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379149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380093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3810372" y="1008186"/>
              <a:ext cx="923628" cy="914399"/>
            </a:xfrm>
            <a:custGeom>
              <a:avLst/>
              <a:pathLst>
                <a:path w="923628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9488" y="896916"/>
                  </a:lnTo>
                  <a:lnTo>
                    <a:pt x="919573" y="897235"/>
                  </a:lnTo>
                  <a:lnTo>
                    <a:pt x="922092" y="907306"/>
                  </a:lnTo>
                  <a:lnTo>
                    <a:pt x="923628" y="91439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2035607" y="99061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967" y="914400"/>
                  </a:lnTo>
                  <a:lnTo>
                    <a:pt x="912104" y="914113"/>
                  </a:lnTo>
                  <a:lnTo>
                    <a:pt x="912287" y="913730"/>
                  </a:lnTo>
                  <a:lnTo>
                    <a:pt x="912471" y="913347"/>
                  </a:lnTo>
                  <a:lnTo>
                    <a:pt x="912654" y="912964"/>
                  </a:lnTo>
                  <a:lnTo>
                    <a:pt x="912838" y="912581"/>
                  </a:lnTo>
                  <a:lnTo>
                    <a:pt x="913021" y="912198"/>
                  </a:lnTo>
                  <a:lnTo>
                    <a:pt x="913205" y="911815"/>
                  </a:lnTo>
                  <a:lnTo>
                    <a:pt x="913388" y="911432"/>
                  </a:lnTo>
                  <a:lnTo>
                    <a:pt x="913572" y="911049"/>
                  </a:lnTo>
                  <a:lnTo>
                    <a:pt x="913756" y="910666"/>
                  </a:lnTo>
                  <a:lnTo>
                    <a:pt x="913939" y="910283"/>
                  </a:lnTo>
                  <a:lnTo>
                    <a:pt x="914123" y="909900"/>
                  </a:lnTo>
                  <a:lnTo>
                    <a:pt x="914307" y="909517"/>
                  </a:lnTo>
                  <a:lnTo>
                    <a:pt x="914400" y="909323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2045047" y="973046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6893"/>
                  </a:lnTo>
                  <a:lnTo>
                    <a:pt x="905050" y="926703"/>
                  </a:lnTo>
                  <a:lnTo>
                    <a:pt x="905234" y="926320"/>
                  </a:lnTo>
                  <a:lnTo>
                    <a:pt x="905417" y="925937"/>
                  </a:lnTo>
                  <a:lnTo>
                    <a:pt x="905601" y="925554"/>
                  </a:lnTo>
                  <a:lnTo>
                    <a:pt x="905785" y="925171"/>
                  </a:lnTo>
                  <a:lnTo>
                    <a:pt x="905968" y="924788"/>
                  </a:lnTo>
                  <a:lnTo>
                    <a:pt x="906152" y="924405"/>
                  </a:lnTo>
                  <a:lnTo>
                    <a:pt x="906336" y="924022"/>
                  </a:lnTo>
                  <a:lnTo>
                    <a:pt x="906520" y="923639"/>
                  </a:lnTo>
                  <a:lnTo>
                    <a:pt x="906703" y="923256"/>
                  </a:lnTo>
                  <a:lnTo>
                    <a:pt x="906887" y="922873"/>
                  </a:lnTo>
                  <a:lnTo>
                    <a:pt x="907071" y="922490"/>
                  </a:lnTo>
                  <a:lnTo>
                    <a:pt x="907255" y="922107"/>
                  </a:lnTo>
                  <a:lnTo>
                    <a:pt x="907439" y="921724"/>
                  </a:lnTo>
                  <a:lnTo>
                    <a:pt x="907622" y="921341"/>
                  </a:lnTo>
                  <a:lnTo>
                    <a:pt x="907806" y="920958"/>
                  </a:lnTo>
                  <a:lnTo>
                    <a:pt x="907990" y="920575"/>
                  </a:lnTo>
                  <a:lnTo>
                    <a:pt x="908174" y="920192"/>
                  </a:lnTo>
                  <a:lnTo>
                    <a:pt x="908358" y="919809"/>
                  </a:lnTo>
                  <a:lnTo>
                    <a:pt x="908542" y="919426"/>
                  </a:lnTo>
                  <a:lnTo>
                    <a:pt x="908726" y="919043"/>
                  </a:lnTo>
                  <a:lnTo>
                    <a:pt x="908910" y="918660"/>
                  </a:lnTo>
                  <a:lnTo>
                    <a:pt x="909093" y="918277"/>
                  </a:lnTo>
                  <a:lnTo>
                    <a:pt x="909277" y="917894"/>
                  </a:lnTo>
                  <a:lnTo>
                    <a:pt x="909461" y="917511"/>
                  </a:lnTo>
                  <a:lnTo>
                    <a:pt x="909645" y="917128"/>
                  </a:lnTo>
                  <a:lnTo>
                    <a:pt x="909829" y="916745"/>
                  </a:lnTo>
                  <a:lnTo>
                    <a:pt x="910013" y="916362"/>
                  </a:lnTo>
                  <a:lnTo>
                    <a:pt x="910197" y="915979"/>
                  </a:lnTo>
                  <a:lnTo>
                    <a:pt x="910381" y="915596"/>
                  </a:lnTo>
                  <a:lnTo>
                    <a:pt x="910565" y="915213"/>
                  </a:lnTo>
                  <a:lnTo>
                    <a:pt x="910749" y="914830"/>
                  </a:lnTo>
                  <a:lnTo>
                    <a:pt x="910956" y="914400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2045047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205448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206392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207336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208280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209224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210168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211112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212056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213001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213945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214889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215833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216777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217721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218665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219609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220553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2214972" y="990616"/>
              <a:ext cx="922897" cy="914400"/>
            </a:xfrm>
            <a:custGeom>
              <a:avLst/>
              <a:pathLst>
                <a:path w="922897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5899" y="896830"/>
                  </a:lnTo>
                  <a:lnTo>
                    <a:pt x="916127" y="897320"/>
                  </a:lnTo>
                  <a:lnTo>
                    <a:pt x="919759" y="906017"/>
                  </a:lnTo>
                  <a:lnTo>
                    <a:pt x="922897" y="914400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3347801" y="973046"/>
              <a:ext cx="914400" cy="921332"/>
            </a:xfrm>
            <a:custGeom>
              <a:avLst/>
              <a:pathLst>
                <a:path w="914400" h="921332">
                  <a:moveTo>
                    <a:pt x="914400" y="914400"/>
                  </a:moveTo>
                  <a:lnTo>
                    <a:pt x="914322" y="921332"/>
                  </a:lnTo>
                  <a:lnTo>
                    <a:pt x="913052" y="920028"/>
                  </a:lnTo>
                  <a:lnTo>
                    <a:pt x="911781" y="918725"/>
                  </a:lnTo>
                  <a:lnTo>
                    <a:pt x="910511" y="917422"/>
                  </a:lnTo>
                  <a:lnTo>
                    <a:pt x="909240" y="916119"/>
                  </a:lnTo>
                  <a:lnTo>
                    <a:pt x="907969" y="914816"/>
                  </a:lnTo>
                  <a:lnTo>
                    <a:pt x="907563" y="914400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3347801" y="973046"/>
              <a:ext cx="923840" cy="930695"/>
            </a:xfrm>
            <a:custGeom>
              <a:avLst/>
              <a:pathLst>
                <a:path w="923840" h="930695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695"/>
                  </a:lnTo>
                  <a:lnTo>
                    <a:pt x="923312" y="930248"/>
                  </a:lnTo>
                  <a:lnTo>
                    <a:pt x="918136" y="925250"/>
                  </a:lnTo>
                  <a:lnTo>
                    <a:pt x="916861" y="923939"/>
                  </a:lnTo>
                  <a:lnTo>
                    <a:pt x="915591" y="922635"/>
                  </a:lnTo>
                  <a:lnTo>
                    <a:pt x="914400" y="921412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335724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903" y="931969"/>
                  </a:lnTo>
                  <a:lnTo>
                    <a:pt x="914400" y="930695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336668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337612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338556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339500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340444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341388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342332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3432763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3442203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3451643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3461083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3470524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3479964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3489404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3498844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3508285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3517725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3527165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3536605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3546046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3555486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3564926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3574366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3583807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3593247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3602687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3612127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362156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363100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364044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364988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365932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366876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367820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368764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369708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370653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371597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372541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373485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374429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375373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376317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377261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378205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379149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380093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3810372" y="990616"/>
              <a:ext cx="919465" cy="914400"/>
            </a:xfrm>
            <a:custGeom>
              <a:avLst/>
              <a:pathLst>
                <a:path w="91946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4756" y="896830"/>
                  </a:lnTo>
                  <a:lnTo>
                    <a:pt x="914793" y="896967"/>
                  </a:lnTo>
                  <a:lnTo>
                    <a:pt x="914878" y="897285"/>
                  </a:lnTo>
                  <a:lnTo>
                    <a:pt x="914964" y="897604"/>
                  </a:lnTo>
                  <a:lnTo>
                    <a:pt x="915049" y="897922"/>
                  </a:lnTo>
                  <a:lnTo>
                    <a:pt x="915135" y="898241"/>
                  </a:lnTo>
                  <a:lnTo>
                    <a:pt x="915220" y="898559"/>
                  </a:lnTo>
                  <a:lnTo>
                    <a:pt x="915305" y="898878"/>
                  </a:lnTo>
                  <a:lnTo>
                    <a:pt x="915391" y="899196"/>
                  </a:lnTo>
                  <a:lnTo>
                    <a:pt x="915476" y="899515"/>
                  </a:lnTo>
                  <a:lnTo>
                    <a:pt x="915562" y="899833"/>
                  </a:lnTo>
                  <a:lnTo>
                    <a:pt x="915647" y="900152"/>
                  </a:lnTo>
                  <a:lnTo>
                    <a:pt x="915733" y="900470"/>
                  </a:lnTo>
                  <a:lnTo>
                    <a:pt x="915818" y="900789"/>
                  </a:lnTo>
                  <a:lnTo>
                    <a:pt x="915904" y="901107"/>
                  </a:lnTo>
                  <a:lnTo>
                    <a:pt x="915989" y="901426"/>
                  </a:lnTo>
                  <a:lnTo>
                    <a:pt x="916075" y="901745"/>
                  </a:lnTo>
                  <a:lnTo>
                    <a:pt x="916160" y="902063"/>
                  </a:lnTo>
                  <a:lnTo>
                    <a:pt x="916245" y="902382"/>
                  </a:lnTo>
                  <a:lnTo>
                    <a:pt x="916331" y="902700"/>
                  </a:lnTo>
                  <a:lnTo>
                    <a:pt x="916416" y="903019"/>
                  </a:lnTo>
                  <a:lnTo>
                    <a:pt x="916502" y="903337"/>
                  </a:lnTo>
                  <a:lnTo>
                    <a:pt x="916587" y="903656"/>
                  </a:lnTo>
                  <a:lnTo>
                    <a:pt x="916672" y="903974"/>
                  </a:lnTo>
                  <a:lnTo>
                    <a:pt x="916758" y="904293"/>
                  </a:lnTo>
                  <a:lnTo>
                    <a:pt x="916843" y="904611"/>
                  </a:lnTo>
                  <a:lnTo>
                    <a:pt x="916929" y="904930"/>
                  </a:lnTo>
                  <a:lnTo>
                    <a:pt x="917014" y="905248"/>
                  </a:lnTo>
                  <a:lnTo>
                    <a:pt x="917099" y="905567"/>
                  </a:lnTo>
                  <a:lnTo>
                    <a:pt x="917185" y="905885"/>
                  </a:lnTo>
                  <a:lnTo>
                    <a:pt x="917270" y="906204"/>
                  </a:lnTo>
                  <a:lnTo>
                    <a:pt x="917355" y="906523"/>
                  </a:lnTo>
                  <a:lnTo>
                    <a:pt x="917441" y="906841"/>
                  </a:lnTo>
                  <a:lnTo>
                    <a:pt x="917526" y="907160"/>
                  </a:lnTo>
                  <a:lnTo>
                    <a:pt x="917611" y="907478"/>
                  </a:lnTo>
                  <a:lnTo>
                    <a:pt x="917697" y="907797"/>
                  </a:lnTo>
                  <a:lnTo>
                    <a:pt x="917782" y="908115"/>
                  </a:lnTo>
                  <a:lnTo>
                    <a:pt x="917867" y="908434"/>
                  </a:lnTo>
                  <a:lnTo>
                    <a:pt x="917953" y="908752"/>
                  </a:lnTo>
                  <a:lnTo>
                    <a:pt x="918038" y="909071"/>
                  </a:lnTo>
                  <a:lnTo>
                    <a:pt x="918123" y="909389"/>
                  </a:lnTo>
                  <a:lnTo>
                    <a:pt x="918209" y="909708"/>
                  </a:lnTo>
                  <a:lnTo>
                    <a:pt x="918294" y="910026"/>
                  </a:lnTo>
                  <a:lnTo>
                    <a:pt x="918379" y="910345"/>
                  </a:lnTo>
                  <a:lnTo>
                    <a:pt x="918465" y="910664"/>
                  </a:lnTo>
                  <a:lnTo>
                    <a:pt x="918550" y="910982"/>
                  </a:lnTo>
                  <a:lnTo>
                    <a:pt x="918635" y="911301"/>
                  </a:lnTo>
                  <a:lnTo>
                    <a:pt x="918721" y="911619"/>
                  </a:lnTo>
                  <a:lnTo>
                    <a:pt x="918806" y="911938"/>
                  </a:lnTo>
                  <a:lnTo>
                    <a:pt x="918891" y="912256"/>
                  </a:lnTo>
                  <a:lnTo>
                    <a:pt x="918976" y="912575"/>
                  </a:lnTo>
                  <a:lnTo>
                    <a:pt x="919062" y="912893"/>
                  </a:lnTo>
                  <a:lnTo>
                    <a:pt x="919147" y="913212"/>
                  </a:lnTo>
                  <a:lnTo>
                    <a:pt x="919232" y="913530"/>
                  </a:lnTo>
                  <a:lnTo>
                    <a:pt x="919317" y="913849"/>
                  </a:lnTo>
                  <a:lnTo>
                    <a:pt x="919403" y="914168"/>
                  </a:lnTo>
                  <a:lnTo>
                    <a:pt x="919465" y="91440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2045047" y="97304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956" y="914400"/>
                  </a:lnTo>
                  <a:lnTo>
                    <a:pt x="911117" y="914064"/>
                  </a:lnTo>
                  <a:lnTo>
                    <a:pt x="911301" y="913681"/>
                  </a:lnTo>
                  <a:lnTo>
                    <a:pt x="911485" y="913298"/>
                  </a:lnTo>
                  <a:lnTo>
                    <a:pt x="911670" y="912915"/>
                  </a:lnTo>
                  <a:lnTo>
                    <a:pt x="911854" y="912532"/>
                  </a:lnTo>
                  <a:lnTo>
                    <a:pt x="912038" y="912150"/>
                  </a:lnTo>
                  <a:lnTo>
                    <a:pt x="912222" y="911767"/>
                  </a:lnTo>
                  <a:lnTo>
                    <a:pt x="912406" y="911384"/>
                  </a:lnTo>
                  <a:lnTo>
                    <a:pt x="912590" y="911001"/>
                  </a:lnTo>
                  <a:lnTo>
                    <a:pt x="912774" y="910618"/>
                  </a:lnTo>
                  <a:lnTo>
                    <a:pt x="912958" y="910235"/>
                  </a:lnTo>
                  <a:lnTo>
                    <a:pt x="913143" y="909852"/>
                  </a:lnTo>
                  <a:lnTo>
                    <a:pt x="913327" y="909469"/>
                  </a:lnTo>
                  <a:lnTo>
                    <a:pt x="913511" y="909086"/>
                  </a:lnTo>
                  <a:lnTo>
                    <a:pt x="913695" y="908703"/>
                  </a:lnTo>
                  <a:lnTo>
                    <a:pt x="913879" y="908320"/>
                  </a:lnTo>
                  <a:lnTo>
                    <a:pt x="914064" y="907937"/>
                  </a:lnTo>
                  <a:lnTo>
                    <a:pt x="914400" y="907275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2054488" y="955476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4845"/>
                  </a:lnTo>
                  <a:lnTo>
                    <a:pt x="908686" y="917495"/>
                  </a:lnTo>
                  <a:lnTo>
                    <a:pt x="910428" y="91439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205448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206392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207336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208280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209224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210168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211112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212056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213001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213945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214889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215833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216777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217721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218665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219609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2214972" y="97304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134" y="896830"/>
                  </a:lnTo>
                  <a:lnTo>
                    <a:pt x="908155" y="898612"/>
                  </a:lnTo>
                  <a:lnTo>
                    <a:pt x="912255" y="906557"/>
                  </a:lnTo>
                  <a:lnTo>
                    <a:pt x="914400" y="911173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2214972" y="973046"/>
              <a:ext cx="915899" cy="914400"/>
            </a:xfrm>
            <a:custGeom>
              <a:avLst/>
              <a:pathLst>
                <a:path w="915899" h="914400">
                  <a:moveTo>
                    <a:pt x="914400" y="914400"/>
                  </a:moveTo>
                  <a:lnTo>
                    <a:pt x="914400" y="911173"/>
                  </a:lnTo>
                  <a:lnTo>
                    <a:pt x="915899" y="914400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3328920" y="955476"/>
              <a:ext cx="914400" cy="919502"/>
            </a:xfrm>
            <a:custGeom>
              <a:avLst/>
              <a:pathLst>
                <a:path w="914400" h="919502">
                  <a:moveTo>
                    <a:pt x="914400" y="914399"/>
                  </a:moveTo>
                  <a:lnTo>
                    <a:pt x="914400" y="919502"/>
                  </a:lnTo>
                  <a:lnTo>
                    <a:pt x="911644" y="916512"/>
                  </a:lnTo>
                  <a:lnTo>
                    <a:pt x="909909" y="91439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3328920" y="955476"/>
              <a:ext cx="923840" cy="929302"/>
            </a:xfrm>
            <a:custGeom>
              <a:avLst/>
              <a:pathLst>
                <a:path w="923840" h="929302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9302"/>
                  </a:lnTo>
                  <a:lnTo>
                    <a:pt x="923034" y="928477"/>
                  </a:lnTo>
                  <a:lnTo>
                    <a:pt x="921762" y="927175"/>
                  </a:lnTo>
                  <a:lnTo>
                    <a:pt x="920489" y="925873"/>
                  </a:lnTo>
                  <a:lnTo>
                    <a:pt x="919216" y="924570"/>
                  </a:lnTo>
                  <a:lnTo>
                    <a:pt x="917943" y="923268"/>
                  </a:lnTo>
                  <a:lnTo>
                    <a:pt x="916663" y="921959"/>
                  </a:lnTo>
                  <a:lnTo>
                    <a:pt x="914400" y="919502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333836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7003" y="931969"/>
                  </a:lnTo>
                  <a:lnTo>
                    <a:pt x="916138" y="931083"/>
                  </a:lnTo>
                  <a:lnTo>
                    <a:pt x="914866" y="929780"/>
                  </a:lnTo>
                  <a:lnTo>
                    <a:pt x="914400" y="929302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334780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335724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336668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337612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338556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339500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340444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341388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342332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3432763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3442203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3451643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3461083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3470524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3479964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3489404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3498844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3508285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3517725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3527165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3536605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3546046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3555486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3564926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3574366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3583807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3593247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3602687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3612127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362156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363100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364044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364988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365932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366876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367820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368764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369708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370653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371597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372541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373485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374429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375373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376317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377261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378205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379149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3810372" y="97304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0033" y="896830"/>
                  </a:lnTo>
                  <a:lnTo>
                    <a:pt x="910083" y="897018"/>
                  </a:lnTo>
                  <a:lnTo>
                    <a:pt x="910169" y="897336"/>
                  </a:lnTo>
                  <a:lnTo>
                    <a:pt x="910255" y="897655"/>
                  </a:lnTo>
                  <a:lnTo>
                    <a:pt x="910340" y="897973"/>
                  </a:lnTo>
                  <a:lnTo>
                    <a:pt x="910426" y="898292"/>
                  </a:lnTo>
                  <a:lnTo>
                    <a:pt x="910512" y="898610"/>
                  </a:lnTo>
                  <a:lnTo>
                    <a:pt x="910598" y="898929"/>
                  </a:lnTo>
                  <a:lnTo>
                    <a:pt x="910683" y="899247"/>
                  </a:lnTo>
                  <a:lnTo>
                    <a:pt x="910769" y="899566"/>
                  </a:lnTo>
                  <a:lnTo>
                    <a:pt x="910855" y="899884"/>
                  </a:lnTo>
                  <a:lnTo>
                    <a:pt x="910940" y="900203"/>
                  </a:lnTo>
                  <a:lnTo>
                    <a:pt x="911026" y="900521"/>
                  </a:lnTo>
                  <a:lnTo>
                    <a:pt x="911112" y="900840"/>
                  </a:lnTo>
                  <a:lnTo>
                    <a:pt x="911198" y="901158"/>
                  </a:lnTo>
                  <a:lnTo>
                    <a:pt x="911283" y="901477"/>
                  </a:lnTo>
                  <a:lnTo>
                    <a:pt x="911369" y="901795"/>
                  </a:lnTo>
                  <a:lnTo>
                    <a:pt x="911455" y="902114"/>
                  </a:lnTo>
                  <a:lnTo>
                    <a:pt x="911540" y="902432"/>
                  </a:lnTo>
                  <a:lnTo>
                    <a:pt x="911626" y="902751"/>
                  </a:lnTo>
                  <a:lnTo>
                    <a:pt x="911712" y="903069"/>
                  </a:lnTo>
                  <a:lnTo>
                    <a:pt x="911797" y="903388"/>
                  </a:lnTo>
                  <a:lnTo>
                    <a:pt x="911883" y="903706"/>
                  </a:lnTo>
                  <a:lnTo>
                    <a:pt x="911969" y="904025"/>
                  </a:lnTo>
                  <a:lnTo>
                    <a:pt x="912054" y="904343"/>
                  </a:lnTo>
                  <a:lnTo>
                    <a:pt x="912140" y="904662"/>
                  </a:lnTo>
                  <a:lnTo>
                    <a:pt x="912226" y="904981"/>
                  </a:lnTo>
                  <a:lnTo>
                    <a:pt x="912311" y="905299"/>
                  </a:lnTo>
                  <a:lnTo>
                    <a:pt x="912397" y="905618"/>
                  </a:lnTo>
                  <a:lnTo>
                    <a:pt x="912482" y="905936"/>
                  </a:lnTo>
                  <a:lnTo>
                    <a:pt x="912568" y="906255"/>
                  </a:lnTo>
                  <a:lnTo>
                    <a:pt x="912654" y="906573"/>
                  </a:lnTo>
                  <a:lnTo>
                    <a:pt x="912739" y="906892"/>
                  </a:lnTo>
                  <a:lnTo>
                    <a:pt x="912825" y="907210"/>
                  </a:lnTo>
                  <a:lnTo>
                    <a:pt x="912910" y="907529"/>
                  </a:lnTo>
                  <a:lnTo>
                    <a:pt x="912996" y="907847"/>
                  </a:lnTo>
                  <a:lnTo>
                    <a:pt x="913082" y="908166"/>
                  </a:lnTo>
                  <a:lnTo>
                    <a:pt x="913167" y="908484"/>
                  </a:lnTo>
                  <a:lnTo>
                    <a:pt x="913253" y="908803"/>
                  </a:lnTo>
                  <a:lnTo>
                    <a:pt x="913338" y="909121"/>
                  </a:lnTo>
                  <a:lnTo>
                    <a:pt x="913424" y="909440"/>
                  </a:lnTo>
                  <a:lnTo>
                    <a:pt x="913510" y="909758"/>
                  </a:lnTo>
                  <a:lnTo>
                    <a:pt x="913595" y="910077"/>
                  </a:lnTo>
                  <a:lnTo>
                    <a:pt x="913681" y="910395"/>
                  </a:lnTo>
                  <a:lnTo>
                    <a:pt x="913766" y="910714"/>
                  </a:lnTo>
                  <a:lnTo>
                    <a:pt x="913852" y="911032"/>
                  </a:lnTo>
                  <a:lnTo>
                    <a:pt x="913937" y="911351"/>
                  </a:lnTo>
                  <a:lnTo>
                    <a:pt x="914023" y="911670"/>
                  </a:lnTo>
                  <a:lnTo>
                    <a:pt x="914108" y="911988"/>
                  </a:lnTo>
                  <a:lnTo>
                    <a:pt x="914194" y="912307"/>
                  </a:lnTo>
                  <a:lnTo>
                    <a:pt x="914279" y="912625"/>
                  </a:lnTo>
                  <a:lnTo>
                    <a:pt x="914365" y="912944"/>
                  </a:lnTo>
                  <a:lnTo>
                    <a:pt x="914400" y="913072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3810372" y="973046"/>
              <a:ext cx="914756" cy="914400"/>
            </a:xfrm>
            <a:custGeom>
              <a:avLst/>
              <a:pathLst>
                <a:path w="914756" h="914400">
                  <a:moveTo>
                    <a:pt x="914400" y="914400"/>
                  </a:moveTo>
                  <a:lnTo>
                    <a:pt x="914400" y="913072"/>
                  </a:lnTo>
                  <a:lnTo>
                    <a:pt x="914451" y="913262"/>
                  </a:lnTo>
                  <a:lnTo>
                    <a:pt x="914536" y="913581"/>
                  </a:lnTo>
                  <a:lnTo>
                    <a:pt x="914622" y="913899"/>
                  </a:lnTo>
                  <a:lnTo>
                    <a:pt x="914707" y="914218"/>
                  </a:lnTo>
                  <a:lnTo>
                    <a:pt x="914756" y="91440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2054488" y="95547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0428" y="914399"/>
                  </a:lnTo>
                  <a:lnTo>
                    <a:pt x="912967" y="909889"/>
                  </a:lnTo>
                  <a:lnTo>
                    <a:pt x="914400" y="90759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2063928" y="937907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5169"/>
                  </a:lnTo>
                  <a:lnTo>
                    <a:pt x="908016" y="920279"/>
                  </a:lnTo>
                  <a:lnTo>
                    <a:pt x="912107" y="91439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206392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207336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208280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209224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210168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211112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212056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213001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213945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214889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215833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216777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217721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218665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2205532" y="95547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5416" y="896830"/>
                  </a:lnTo>
                  <a:lnTo>
                    <a:pt x="908754" y="901541"/>
                  </a:lnTo>
                  <a:lnTo>
                    <a:pt x="913277" y="908646"/>
                  </a:lnTo>
                  <a:lnTo>
                    <a:pt x="914400" y="910605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2205532" y="955476"/>
              <a:ext cx="916574" cy="914399"/>
            </a:xfrm>
            <a:custGeom>
              <a:avLst/>
              <a:pathLst>
                <a:path w="916574" h="914399">
                  <a:moveTo>
                    <a:pt x="914400" y="914399"/>
                  </a:moveTo>
                  <a:lnTo>
                    <a:pt x="914400" y="910605"/>
                  </a:lnTo>
                  <a:lnTo>
                    <a:pt x="916574" y="91439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3319480" y="937907"/>
              <a:ext cx="914400" cy="925686"/>
            </a:xfrm>
            <a:custGeom>
              <a:avLst/>
              <a:pathLst>
                <a:path w="914400" h="925686">
                  <a:moveTo>
                    <a:pt x="914400" y="914399"/>
                  </a:moveTo>
                  <a:lnTo>
                    <a:pt x="914400" y="925686"/>
                  </a:lnTo>
                  <a:lnTo>
                    <a:pt x="911530" y="921787"/>
                  </a:lnTo>
                  <a:lnTo>
                    <a:pt x="907019" y="914972"/>
                  </a:lnTo>
                  <a:lnTo>
                    <a:pt x="906677" y="91439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331948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9349" y="931969"/>
                  </a:lnTo>
                  <a:lnTo>
                    <a:pt x="916222" y="928162"/>
                  </a:lnTo>
                  <a:lnTo>
                    <a:pt x="914400" y="925686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332892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333836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334780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335724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336668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337612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338556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339500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340444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341388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342332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3432763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3442203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3451643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3461083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3470524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3479964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3489404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3498844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3508285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3517725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3527165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3536605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3546046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3555486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3564926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3574366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3583807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3593247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3602687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3612127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362156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363100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364044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364988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365932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366876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367820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368764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369708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370653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371597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372541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373485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374429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375373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376317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377261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378205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379149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3800932" y="955476"/>
              <a:ext cx="919473" cy="914399"/>
            </a:xfrm>
            <a:custGeom>
              <a:avLst/>
              <a:pathLst>
                <a:path w="919473" h="914399">
                  <a:moveTo>
                    <a:pt x="914400" y="914399"/>
                  </a:moveTo>
                  <a:lnTo>
                    <a:pt x="914423" y="896830"/>
                  </a:lnTo>
                  <a:lnTo>
                    <a:pt x="915130" y="898990"/>
                  </a:lnTo>
                  <a:lnTo>
                    <a:pt x="918066" y="909177"/>
                  </a:lnTo>
                  <a:lnTo>
                    <a:pt x="918151" y="909491"/>
                  </a:lnTo>
                  <a:lnTo>
                    <a:pt x="918236" y="909810"/>
                  </a:lnTo>
                  <a:lnTo>
                    <a:pt x="918322" y="910128"/>
                  </a:lnTo>
                  <a:lnTo>
                    <a:pt x="918408" y="910447"/>
                  </a:lnTo>
                  <a:lnTo>
                    <a:pt x="918494" y="910765"/>
                  </a:lnTo>
                  <a:lnTo>
                    <a:pt x="918580" y="911084"/>
                  </a:lnTo>
                  <a:lnTo>
                    <a:pt x="918666" y="911402"/>
                  </a:lnTo>
                  <a:lnTo>
                    <a:pt x="918751" y="911721"/>
                  </a:lnTo>
                  <a:lnTo>
                    <a:pt x="918837" y="912039"/>
                  </a:lnTo>
                  <a:lnTo>
                    <a:pt x="918923" y="912358"/>
                  </a:lnTo>
                  <a:lnTo>
                    <a:pt x="919009" y="912676"/>
                  </a:lnTo>
                  <a:lnTo>
                    <a:pt x="919094" y="912995"/>
                  </a:lnTo>
                  <a:lnTo>
                    <a:pt x="919180" y="913313"/>
                  </a:lnTo>
                  <a:lnTo>
                    <a:pt x="919266" y="913632"/>
                  </a:lnTo>
                  <a:lnTo>
                    <a:pt x="919352" y="913950"/>
                  </a:lnTo>
                  <a:lnTo>
                    <a:pt x="919438" y="914269"/>
                  </a:lnTo>
                  <a:lnTo>
                    <a:pt x="919473" y="91439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2063928" y="93790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07" y="914399"/>
                  </a:lnTo>
                  <a:lnTo>
                    <a:pt x="912701" y="913546"/>
                  </a:lnTo>
                  <a:lnTo>
                    <a:pt x="914400" y="91135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2073368" y="93790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911359"/>
                  </a:lnTo>
                  <a:lnTo>
                    <a:pt x="908128" y="907277"/>
                  </a:lnTo>
                  <a:lnTo>
                    <a:pt x="913165" y="901490"/>
                  </a:lnTo>
                  <a:lnTo>
                    <a:pt x="914400" y="900232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2082808" y="920337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7802"/>
                  </a:lnTo>
                  <a:lnTo>
                    <a:pt x="908299" y="914400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208280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209224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210168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211112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212056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213001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213945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214889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215833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216777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2186651" y="93790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9217" y="896830"/>
                  </a:lnTo>
                  <a:lnTo>
                    <a:pt x="912958" y="900562"/>
                  </a:lnTo>
                  <a:lnTo>
                    <a:pt x="914400" y="902186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2196091" y="93790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902186"/>
                  </a:lnTo>
                  <a:lnTo>
                    <a:pt x="908582" y="906266"/>
                  </a:lnTo>
                  <a:lnTo>
                    <a:pt x="913478" y="912455"/>
                  </a:lnTo>
                  <a:lnTo>
                    <a:pt x="914400" y="913755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2196091" y="937907"/>
              <a:ext cx="914856" cy="914399"/>
            </a:xfrm>
            <a:custGeom>
              <a:avLst/>
              <a:pathLst>
                <a:path w="914856" h="914399">
                  <a:moveTo>
                    <a:pt x="914400" y="914399"/>
                  </a:moveTo>
                  <a:lnTo>
                    <a:pt x="914400" y="913755"/>
                  </a:lnTo>
                  <a:lnTo>
                    <a:pt x="914856" y="91439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3310040" y="920337"/>
              <a:ext cx="914400" cy="929090"/>
            </a:xfrm>
            <a:custGeom>
              <a:avLst/>
              <a:pathLst>
                <a:path w="914400" h="929090">
                  <a:moveTo>
                    <a:pt x="914400" y="914400"/>
                  </a:moveTo>
                  <a:lnTo>
                    <a:pt x="914400" y="929090"/>
                  </a:lnTo>
                  <a:lnTo>
                    <a:pt x="912142" y="925305"/>
                  </a:lnTo>
                  <a:lnTo>
                    <a:pt x="908030" y="917666"/>
                  </a:lnTo>
                  <a:lnTo>
                    <a:pt x="906443" y="914400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331004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118" y="931969"/>
                  </a:lnTo>
                  <a:lnTo>
                    <a:pt x="914400" y="929090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331948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332892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333836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334780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335724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336668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337612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338556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339500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340444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341388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342332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3432763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3442203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3451643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3461083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3470524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3479964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3489404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3498844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3508285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3517725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3527165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3536605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3546046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3555486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3564926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3574366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3583807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3593247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3602687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3612127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362156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363100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364044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364988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365932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366876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367820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368764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369708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370653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371597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372541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373485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374429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375373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376317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377261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378205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3800932" y="93790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8245" y="896830"/>
                  </a:lnTo>
                  <a:lnTo>
                    <a:pt x="908382" y="897161"/>
                  </a:lnTo>
                  <a:lnTo>
                    <a:pt x="911899" y="90668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2082808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299" y="914400"/>
                  </a:lnTo>
                  <a:lnTo>
                    <a:pt x="908916" y="913771"/>
                  </a:lnTo>
                  <a:lnTo>
                    <a:pt x="914250" y="908993"/>
                  </a:lnTo>
                  <a:lnTo>
                    <a:pt x="914400" y="908876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2092249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876"/>
                  </a:lnTo>
                  <a:lnTo>
                    <a:pt x="910270" y="904740"/>
                  </a:lnTo>
                  <a:lnTo>
                    <a:pt x="914400" y="901986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2101689" y="902767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9556"/>
                  </a:lnTo>
                  <a:lnTo>
                    <a:pt x="906401" y="918594"/>
                  </a:lnTo>
                  <a:lnTo>
                    <a:pt x="912070" y="915425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210168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211112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212056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213001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213945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2158330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706" y="896830"/>
                  </a:lnTo>
                  <a:lnTo>
                    <a:pt x="913953" y="897375"/>
                  </a:lnTo>
                  <a:lnTo>
                    <a:pt x="914400" y="897616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2167771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7616"/>
                  </a:lnTo>
                  <a:lnTo>
                    <a:pt x="910196" y="900451"/>
                  </a:lnTo>
                  <a:lnTo>
                    <a:pt x="914400" y="903176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2177211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3176"/>
                  </a:lnTo>
                  <a:lnTo>
                    <a:pt x="906346" y="904075"/>
                  </a:lnTo>
                  <a:lnTo>
                    <a:pt x="911826" y="908238"/>
                  </a:lnTo>
                  <a:lnTo>
                    <a:pt x="914400" y="910492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2177211" y="920337"/>
              <a:ext cx="918657" cy="914400"/>
            </a:xfrm>
            <a:custGeom>
              <a:avLst/>
              <a:pathLst>
                <a:path w="918657" h="914400">
                  <a:moveTo>
                    <a:pt x="914400" y="914400"/>
                  </a:moveTo>
                  <a:lnTo>
                    <a:pt x="914400" y="910492"/>
                  </a:lnTo>
                  <a:lnTo>
                    <a:pt x="917181" y="912928"/>
                  </a:lnTo>
                  <a:lnTo>
                    <a:pt x="918657" y="914400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3300599" y="902767"/>
              <a:ext cx="914400" cy="928916"/>
            </a:xfrm>
            <a:custGeom>
              <a:avLst/>
              <a:pathLst>
                <a:path w="914400" h="928916">
                  <a:moveTo>
                    <a:pt x="914400" y="914400"/>
                  </a:moveTo>
                  <a:lnTo>
                    <a:pt x="914400" y="928916"/>
                  </a:lnTo>
                  <a:lnTo>
                    <a:pt x="913573" y="927215"/>
                  </a:lnTo>
                  <a:lnTo>
                    <a:pt x="909903" y="918833"/>
                  </a:lnTo>
                  <a:lnTo>
                    <a:pt x="908157" y="914400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330059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883" y="931969"/>
                  </a:lnTo>
                  <a:lnTo>
                    <a:pt x="914400" y="928916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331004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331948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332892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333836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334780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335724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336668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337612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3385562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3395002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3404442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3413882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3423322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3432763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3442203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3451643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3461083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3470524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3479964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3489404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3498844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3508285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3517725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3527165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3536605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3546046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3555486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3564926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3574366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3583807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3593247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3602687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3612127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3621568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3631008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3640448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3649888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3659328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366876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367820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368764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369708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370653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371597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372541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373485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374429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375373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376317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377261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3791492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978" y="896830"/>
                  </a:lnTo>
                  <a:lnTo>
                    <a:pt x="914030" y="905577"/>
                  </a:lnTo>
                  <a:lnTo>
                    <a:pt x="914400" y="90646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3791492" y="920337"/>
              <a:ext cx="917685" cy="914400"/>
            </a:xfrm>
            <a:custGeom>
              <a:avLst/>
              <a:pathLst>
                <a:path w="917685" h="914400">
                  <a:moveTo>
                    <a:pt x="914400" y="914400"/>
                  </a:moveTo>
                  <a:lnTo>
                    <a:pt x="914400" y="906468"/>
                  </a:lnTo>
                  <a:lnTo>
                    <a:pt x="917685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2111129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366"/>
                  </a:lnTo>
                  <a:lnTo>
                    <a:pt x="908380" y="912811"/>
                  </a:lnTo>
                  <a:lnTo>
                    <a:pt x="914195" y="910760"/>
                  </a:lnTo>
                  <a:lnTo>
                    <a:pt x="914400" y="91070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2120569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0708"/>
                  </a:lnTo>
                  <a:lnTo>
                    <a:pt x="910620" y="909277"/>
                  </a:lnTo>
                  <a:lnTo>
                    <a:pt x="914400" y="908693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2130010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693"/>
                  </a:lnTo>
                  <a:lnTo>
                    <a:pt x="907078" y="908366"/>
                  </a:lnTo>
                  <a:lnTo>
                    <a:pt x="912995" y="908029"/>
                  </a:lnTo>
                  <a:lnTo>
                    <a:pt x="914400" y="908086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2139450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086"/>
                  </a:lnTo>
                  <a:lnTo>
                    <a:pt x="909472" y="908269"/>
                  </a:lnTo>
                  <a:lnTo>
                    <a:pt x="914400" y="90894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2148890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948"/>
                  </a:lnTo>
                  <a:lnTo>
                    <a:pt x="905934" y="909083"/>
                  </a:lnTo>
                  <a:lnTo>
                    <a:pt x="911806" y="910470"/>
                  </a:lnTo>
                  <a:lnTo>
                    <a:pt x="914400" y="911340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2148890" y="902767"/>
              <a:ext cx="922147" cy="914400"/>
            </a:xfrm>
            <a:custGeom>
              <a:avLst/>
              <a:pathLst>
                <a:path w="922147" h="914400">
                  <a:moveTo>
                    <a:pt x="914400" y="914400"/>
                  </a:moveTo>
                  <a:lnTo>
                    <a:pt x="914400" y="911340"/>
                  </a:lnTo>
                  <a:lnTo>
                    <a:pt x="917631" y="912425"/>
                  </a:lnTo>
                  <a:lnTo>
                    <a:pt x="922147" y="914400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3291159" y="885197"/>
              <a:ext cx="914400" cy="923404"/>
            </a:xfrm>
            <a:custGeom>
              <a:avLst/>
              <a:pathLst>
                <a:path w="914400" h="923404">
                  <a:moveTo>
                    <a:pt x="914400" y="914400"/>
                  </a:moveTo>
                  <a:lnTo>
                    <a:pt x="914400" y="923404"/>
                  </a:lnTo>
                  <a:lnTo>
                    <a:pt x="912719" y="918643"/>
                  </a:lnTo>
                  <a:lnTo>
                    <a:pt x="911384" y="914400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329115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598" y="931969"/>
                  </a:lnTo>
                  <a:lnTo>
                    <a:pt x="915909" y="927681"/>
                  </a:lnTo>
                  <a:lnTo>
                    <a:pt x="914400" y="923404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330059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331004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331948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332892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333836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334780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335724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336668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337612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3385562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3395002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3404442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3413882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3423322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3432763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3442203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3451643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3461083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3470524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3479964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7">
                <a:alpha val="100000"/>
              </a:srgbClr>
            </a:solidFill>
            <a:ln w="5420" cap="flat">
              <a:solidFill>
                <a:srgbClr val="E1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3489404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3498844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3508285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3517725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3527165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3536605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3546046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3555486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3564926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3574366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3583807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3593247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3602687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3612127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3621568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3631008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3640448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3649888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3659328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366876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367820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368764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369708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370653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371597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372541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373485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374429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375373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376317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3782052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683" y="896830"/>
                  </a:lnTo>
                  <a:lnTo>
                    <a:pt x="910561" y="898191"/>
                  </a:lnTo>
                  <a:lnTo>
                    <a:pt x="914400" y="904841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3782052" y="902767"/>
              <a:ext cx="919418" cy="914400"/>
            </a:xfrm>
            <a:custGeom>
              <a:avLst/>
              <a:pathLst>
                <a:path w="919418" h="914400">
                  <a:moveTo>
                    <a:pt x="914400" y="914400"/>
                  </a:moveTo>
                  <a:lnTo>
                    <a:pt x="914400" y="904841"/>
                  </a:lnTo>
                  <a:lnTo>
                    <a:pt x="915107" y="906066"/>
                  </a:lnTo>
                  <a:lnTo>
                    <a:pt x="919418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3291159" y="867627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1384" y="931969"/>
                  </a:lnTo>
                  <a:lnTo>
                    <a:pt x="909783" y="926883"/>
                  </a:lnTo>
                  <a:lnTo>
                    <a:pt x="907107" y="917284"/>
                  </a:lnTo>
                  <a:lnTo>
                    <a:pt x="906401" y="91440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329115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330059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331004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331948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332892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333836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334780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335724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336668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337612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3385562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3395002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3404442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3413882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3423322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3432763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3442203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3451643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3461083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3470524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3479964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3489404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3498844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3508285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3517725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3527165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3536605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3546046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3555486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3564926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3574366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3583807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3593247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3602687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3612127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3621568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3631008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3640448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3649888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3659328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366876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367820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368764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369708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370653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371597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372541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373485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374429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375373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3772611" y="88519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0719" y="896830"/>
                  </a:lnTo>
                  <a:lnTo>
                    <a:pt x="911003" y="897341"/>
                  </a:lnTo>
                  <a:lnTo>
                    <a:pt x="914400" y="904193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3772611" y="885197"/>
              <a:ext cx="919123" cy="914400"/>
            </a:xfrm>
            <a:custGeom>
              <a:avLst/>
              <a:pathLst>
                <a:path w="919123" h="914400">
                  <a:moveTo>
                    <a:pt x="914400" y="914400"/>
                  </a:moveTo>
                  <a:lnTo>
                    <a:pt x="914400" y="904193"/>
                  </a:lnTo>
                  <a:lnTo>
                    <a:pt x="915317" y="906043"/>
                  </a:lnTo>
                  <a:lnTo>
                    <a:pt x="918779" y="913866"/>
                  </a:lnTo>
                  <a:lnTo>
                    <a:pt x="919123" y="914400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3281719" y="850058"/>
              <a:ext cx="914400" cy="926076"/>
            </a:xfrm>
            <a:custGeom>
              <a:avLst/>
              <a:pathLst>
                <a:path w="914400" h="926076">
                  <a:moveTo>
                    <a:pt x="914400" y="914400"/>
                  </a:moveTo>
                  <a:lnTo>
                    <a:pt x="914400" y="926076"/>
                  </a:lnTo>
                  <a:lnTo>
                    <a:pt x="914139" y="925013"/>
                  </a:lnTo>
                  <a:lnTo>
                    <a:pt x="912006" y="914955"/>
                  </a:lnTo>
                  <a:lnTo>
                    <a:pt x="911905" y="91440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328171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841" y="931969"/>
                  </a:lnTo>
                  <a:lnTo>
                    <a:pt x="914400" y="926076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329115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330059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331004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331948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332892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333836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3347801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3357241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3366681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3376121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3385562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3395002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3404442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3413882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3423322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3432763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3442203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3451643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3461083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3470524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3479964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3489404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3498844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3508285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3517725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3527165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3536605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3546046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3555486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3564926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3574366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3583807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3593247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3602687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3612127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3621568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3631008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3640448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3649888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3659328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366876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367820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368764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369708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370653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371597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372541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373485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3744291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3763171" y="86762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689" y="896836"/>
                  </a:lnTo>
                  <a:lnTo>
                    <a:pt x="909885" y="897135"/>
                  </a:lnTo>
                  <a:lnTo>
                    <a:pt x="910081" y="897433"/>
                  </a:lnTo>
                  <a:lnTo>
                    <a:pt x="910278" y="897731"/>
                  </a:lnTo>
                  <a:lnTo>
                    <a:pt x="910474" y="898030"/>
                  </a:lnTo>
                  <a:lnTo>
                    <a:pt x="910670" y="898328"/>
                  </a:lnTo>
                  <a:lnTo>
                    <a:pt x="910866" y="898627"/>
                  </a:lnTo>
                  <a:lnTo>
                    <a:pt x="911062" y="898925"/>
                  </a:lnTo>
                  <a:lnTo>
                    <a:pt x="914400" y="90429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3763171" y="867627"/>
              <a:ext cx="920160" cy="914400"/>
            </a:xfrm>
            <a:custGeom>
              <a:avLst/>
              <a:pathLst>
                <a:path w="920160" h="914400">
                  <a:moveTo>
                    <a:pt x="914400" y="914400"/>
                  </a:moveTo>
                  <a:lnTo>
                    <a:pt x="914400" y="904299"/>
                  </a:lnTo>
                  <a:lnTo>
                    <a:pt x="915873" y="906672"/>
                  </a:lnTo>
                  <a:lnTo>
                    <a:pt x="920160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3281719" y="83248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1905" y="931969"/>
                  </a:lnTo>
                  <a:lnTo>
                    <a:pt x="910152" y="922277"/>
                  </a:lnTo>
                  <a:lnTo>
                    <a:pt x="908965" y="91440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328171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329115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330059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331004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331948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332892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333836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3347801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3357241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3366681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3376121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3385562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3395002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3404442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3413882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3423322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3432763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3442203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3451643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3461083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3470524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3479964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3489404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3498844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3508285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3517725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3527165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3536605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3546046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3555486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3564926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3574366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3583807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3593247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3602687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3612127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3621568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3631008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3640448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3649888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3659328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366876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367820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368764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369708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370653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371597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372541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373485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3753731" y="85005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528" y="896830"/>
                  </a:lnTo>
                  <a:lnTo>
                    <a:pt x="907931" y="897407"/>
                  </a:lnTo>
                  <a:lnTo>
                    <a:pt x="908125" y="897702"/>
                  </a:lnTo>
                  <a:lnTo>
                    <a:pt x="908322" y="898000"/>
                  </a:lnTo>
                  <a:lnTo>
                    <a:pt x="908518" y="898298"/>
                  </a:lnTo>
                  <a:lnTo>
                    <a:pt x="908715" y="898596"/>
                  </a:lnTo>
                  <a:lnTo>
                    <a:pt x="908912" y="898895"/>
                  </a:lnTo>
                  <a:lnTo>
                    <a:pt x="909109" y="899193"/>
                  </a:lnTo>
                  <a:lnTo>
                    <a:pt x="909305" y="899491"/>
                  </a:lnTo>
                  <a:lnTo>
                    <a:pt x="909502" y="899789"/>
                  </a:lnTo>
                  <a:lnTo>
                    <a:pt x="909699" y="900088"/>
                  </a:lnTo>
                  <a:lnTo>
                    <a:pt x="909895" y="900386"/>
                  </a:lnTo>
                  <a:lnTo>
                    <a:pt x="910092" y="900684"/>
                  </a:lnTo>
                  <a:lnTo>
                    <a:pt x="910289" y="900982"/>
                  </a:lnTo>
                  <a:lnTo>
                    <a:pt x="910486" y="901281"/>
                  </a:lnTo>
                  <a:lnTo>
                    <a:pt x="910682" y="901579"/>
                  </a:lnTo>
                  <a:lnTo>
                    <a:pt x="910879" y="901877"/>
                  </a:lnTo>
                  <a:lnTo>
                    <a:pt x="911075" y="902175"/>
                  </a:lnTo>
                  <a:lnTo>
                    <a:pt x="911272" y="902474"/>
                  </a:lnTo>
                  <a:lnTo>
                    <a:pt x="911469" y="902772"/>
                  </a:lnTo>
                  <a:lnTo>
                    <a:pt x="911665" y="903070"/>
                  </a:lnTo>
                  <a:lnTo>
                    <a:pt x="911862" y="903368"/>
                  </a:lnTo>
                  <a:lnTo>
                    <a:pt x="912059" y="903667"/>
                  </a:lnTo>
                  <a:lnTo>
                    <a:pt x="912255" y="903965"/>
                  </a:lnTo>
                  <a:lnTo>
                    <a:pt x="912452" y="904263"/>
                  </a:lnTo>
                  <a:lnTo>
                    <a:pt x="912648" y="904561"/>
                  </a:lnTo>
                  <a:lnTo>
                    <a:pt x="912845" y="904860"/>
                  </a:lnTo>
                  <a:lnTo>
                    <a:pt x="913041" y="905158"/>
                  </a:lnTo>
                  <a:lnTo>
                    <a:pt x="913238" y="905456"/>
                  </a:lnTo>
                  <a:lnTo>
                    <a:pt x="913434" y="905755"/>
                  </a:lnTo>
                  <a:lnTo>
                    <a:pt x="913631" y="906053"/>
                  </a:lnTo>
                  <a:lnTo>
                    <a:pt x="913827" y="906351"/>
                  </a:lnTo>
                  <a:lnTo>
                    <a:pt x="914024" y="906649"/>
                  </a:lnTo>
                  <a:lnTo>
                    <a:pt x="914220" y="906948"/>
                  </a:lnTo>
                  <a:lnTo>
                    <a:pt x="914400" y="90722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3753731" y="850058"/>
              <a:ext cx="919125" cy="914400"/>
            </a:xfrm>
            <a:custGeom>
              <a:avLst/>
              <a:pathLst>
                <a:path w="919125" h="914400">
                  <a:moveTo>
                    <a:pt x="914400" y="914400"/>
                  </a:moveTo>
                  <a:lnTo>
                    <a:pt x="914417" y="907246"/>
                  </a:lnTo>
                  <a:lnTo>
                    <a:pt x="914613" y="907544"/>
                  </a:lnTo>
                  <a:lnTo>
                    <a:pt x="914810" y="907843"/>
                  </a:lnTo>
                  <a:lnTo>
                    <a:pt x="915006" y="908141"/>
                  </a:lnTo>
                  <a:lnTo>
                    <a:pt x="915203" y="908439"/>
                  </a:lnTo>
                  <a:lnTo>
                    <a:pt x="915399" y="908738"/>
                  </a:lnTo>
                  <a:lnTo>
                    <a:pt x="915595" y="909036"/>
                  </a:lnTo>
                  <a:lnTo>
                    <a:pt x="915792" y="909334"/>
                  </a:lnTo>
                  <a:lnTo>
                    <a:pt x="915988" y="909633"/>
                  </a:lnTo>
                  <a:lnTo>
                    <a:pt x="916185" y="909931"/>
                  </a:lnTo>
                  <a:lnTo>
                    <a:pt x="916381" y="910229"/>
                  </a:lnTo>
                  <a:lnTo>
                    <a:pt x="916577" y="910528"/>
                  </a:lnTo>
                  <a:lnTo>
                    <a:pt x="916774" y="910826"/>
                  </a:lnTo>
                  <a:lnTo>
                    <a:pt x="916970" y="911124"/>
                  </a:lnTo>
                  <a:lnTo>
                    <a:pt x="917166" y="911423"/>
                  </a:lnTo>
                  <a:lnTo>
                    <a:pt x="917363" y="911721"/>
                  </a:lnTo>
                  <a:lnTo>
                    <a:pt x="917559" y="912019"/>
                  </a:lnTo>
                  <a:lnTo>
                    <a:pt x="917755" y="912318"/>
                  </a:lnTo>
                  <a:lnTo>
                    <a:pt x="917952" y="912616"/>
                  </a:lnTo>
                  <a:lnTo>
                    <a:pt x="918148" y="912914"/>
                  </a:lnTo>
                  <a:lnTo>
                    <a:pt x="918344" y="913213"/>
                  </a:lnTo>
                  <a:lnTo>
                    <a:pt x="918540" y="913511"/>
                  </a:lnTo>
                  <a:lnTo>
                    <a:pt x="918737" y="913809"/>
                  </a:lnTo>
                  <a:lnTo>
                    <a:pt x="918933" y="914108"/>
                  </a:lnTo>
                  <a:lnTo>
                    <a:pt x="919125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3281719" y="81491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8965" y="931969"/>
                  </a:lnTo>
                  <a:lnTo>
                    <a:pt x="908583" y="929435"/>
                  </a:lnTo>
                  <a:lnTo>
                    <a:pt x="907303" y="918888"/>
                  </a:lnTo>
                  <a:lnTo>
                    <a:pt x="906887" y="91440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328171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329115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330059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331004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331948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332892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333836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3347801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3357241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3366681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3376121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3385562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3395002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3404442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3413882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3423322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3432763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3442203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3451643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3461083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3470524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3479964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3489404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3498844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3508285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3517725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3527165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3536605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3546046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3555486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3564926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3574366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3583807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3593247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3602687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3612127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3621568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3631008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3640448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3649888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3659328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366876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367820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368764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369708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370653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371597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3734850" y="83248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770" y="896830"/>
                  </a:lnTo>
                  <a:lnTo>
                    <a:pt x="914400" y="898702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3744291" y="83248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8702"/>
                  </a:lnTo>
                  <a:lnTo>
                    <a:pt x="907833" y="902002"/>
                  </a:lnTo>
                  <a:lnTo>
                    <a:pt x="912693" y="908258"/>
                  </a:lnTo>
                  <a:lnTo>
                    <a:pt x="914400" y="91071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3744291" y="832488"/>
              <a:ext cx="916969" cy="914400"/>
            </a:xfrm>
            <a:custGeom>
              <a:avLst/>
              <a:pathLst>
                <a:path w="916969" h="914400">
                  <a:moveTo>
                    <a:pt x="914400" y="914400"/>
                  </a:moveTo>
                  <a:lnTo>
                    <a:pt x="914400" y="910710"/>
                  </a:lnTo>
                  <a:lnTo>
                    <a:pt x="916969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3281719" y="797348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6887" y="931969"/>
                  </a:lnTo>
                  <a:lnTo>
                    <a:pt x="906316" y="925802"/>
                  </a:lnTo>
                  <a:lnTo>
                    <a:pt x="905623" y="915066"/>
                  </a:lnTo>
                  <a:lnTo>
                    <a:pt x="905598" y="91439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328171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329115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330059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3310040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3319480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3328920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3338360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3347801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3357241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3366681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3376121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3385562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3395002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3404442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3413882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3423322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3432763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3442203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3451643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3461083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3470524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3479964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3489404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3498844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3508285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3517725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3527165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3536605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3546046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3555486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3564926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3574366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3583807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3593247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3602687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3612127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3621568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3631008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3640448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3649888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3659328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366876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367820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368764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369708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3706530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3725410" y="8149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005" y="896830"/>
                  </a:lnTo>
                  <a:lnTo>
                    <a:pt x="909508" y="902447"/>
                  </a:lnTo>
                  <a:lnTo>
                    <a:pt x="911176" y="903746"/>
                  </a:lnTo>
                  <a:lnTo>
                    <a:pt x="914400" y="906634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3725410" y="814918"/>
              <a:ext cx="922210" cy="914400"/>
            </a:xfrm>
            <a:custGeom>
              <a:avLst/>
              <a:pathLst>
                <a:path w="922210" h="914400">
                  <a:moveTo>
                    <a:pt x="914400" y="914400"/>
                  </a:moveTo>
                  <a:lnTo>
                    <a:pt x="914400" y="906634"/>
                  </a:lnTo>
                  <a:lnTo>
                    <a:pt x="916501" y="908516"/>
                  </a:lnTo>
                  <a:lnTo>
                    <a:pt x="921684" y="913796"/>
                  </a:lnTo>
                  <a:lnTo>
                    <a:pt x="922210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3281719" y="77977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598" y="931969"/>
                  </a:lnTo>
                  <a:lnTo>
                    <a:pt x="905226" y="921848"/>
                  </a:lnTo>
                  <a:lnTo>
                    <a:pt x="905158" y="914400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328171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329115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330059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3310040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3319480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3328920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3338360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3347801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3357241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3366681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3376121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3385562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3395002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3404442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3413882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3423322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3432763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3442203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3451643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3461083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3470524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3479964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3489404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3498844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3508285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3517725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3527165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3536605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3546046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3555486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3564926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3574366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3583807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3593247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3602687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3612127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3621568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3631008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3640448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3649888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3659328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366876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367820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368764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369708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3715970" y="797348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7239" y="896830"/>
                  </a:lnTo>
                  <a:lnTo>
                    <a:pt x="907952" y="898001"/>
                  </a:lnTo>
                  <a:lnTo>
                    <a:pt x="912155" y="905658"/>
                  </a:lnTo>
                  <a:lnTo>
                    <a:pt x="914400" y="910195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3715970" y="797348"/>
              <a:ext cx="916446" cy="914399"/>
            </a:xfrm>
            <a:custGeom>
              <a:avLst/>
              <a:pathLst>
                <a:path w="916446" h="914399">
                  <a:moveTo>
                    <a:pt x="914400" y="914399"/>
                  </a:moveTo>
                  <a:lnTo>
                    <a:pt x="914400" y="910195"/>
                  </a:lnTo>
                  <a:lnTo>
                    <a:pt x="916139" y="913710"/>
                  </a:lnTo>
                  <a:lnTo>
                    <a:pt x="916446" y="91439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3272279" y="762209"/>
              <a:ext cx="914400" cy="924144"/>
            </a:xfrm>
            <a:custGeom>
              <a:avLst/>
              <a:pathLst>
                <a:path w="914400" h="924144">
                  <a:moveTo>
                    <a:pt x="914400" y="914400"/>
                  </a:moveTo>
                  <a:lnTo>
                    <a:pt x="914400" y="924144"/>
                  </a:lnTo>
                  <a:lnTo>
                    <a:pt x="914350" y="923939"/>
                  </a:lnTo>
                  <a:lnTo>
                    <a:pt x="912346" y="914400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327227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599" y="931969"/>
                  </a:lnTo>
                  <a:lnTo>
                    <a:pt x="914568" y="928606"/>
                  </a:lnTo>
                  <a:lnTo>
                    <a:pt x="914633" y="925106"/>
                  </a:lnTo>
                  <a:lnTo>
                    <a:pt x="914400" y="924144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328171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329115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330059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3310040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3319480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3328920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3338360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3347801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3357241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3366681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3376121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3385562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3395002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3404442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3413882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3423322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3432763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3442203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3451643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3461083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3470524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3479964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3489404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3498844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3508285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3517725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3527165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3536605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3546046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3555486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3564926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3574366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3583807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3593247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3602687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3612127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3621568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3631008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3640448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3649888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3659328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366876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367820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3697089" y="7797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4274" y="896830"/>
                  </a:lnTo>
                  <a:lnTo>
                    <a:pt x="914400" y="896997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3706530" y="7797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997"/>
                  </a:lnTo>
                  <a:lnTo>
                    <a:pt x="908375" y="901525"/>
                  </a:lnTo>
                  <a:lnTo>
                    <a:pt x="912982" y="908330"/>
                  </a:lnTo>
                  <a:lnTo>
                    <a:pt x="914400" y="910657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3706530" y="779779"/>
              <a:ext cx="916679" cy="914400"/>
            </a:xfrm>
            <a:custGeom>
              <a:avLst/>
              <a:pathLst>
                <a:path w="916679" h="914400">
                  <a:moveTo>
                    <a:pt x="914400" y="914400"/>
                  </a:moveTo>
                  <a:lnTo>
                    <a:pt x="914400" y="910657"/>
                  </a:lnTo>
                  <a:lnTo>
                    <a:pt x="916679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3272279" y="74463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346" y="931969"/>
                  </a:lnTo>
                  <a:lnTo>
                    <a:pt x="912250" y="931510"/>
                  </a:lnTo>
                  <a:lnTo>
                    <a:pt x="910426" y="921325"/>
                  </a:lnTo>
                  <a:lnTo>
                    <a:pt x="909393" y="914400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3272279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3281719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3291159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3300599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3310040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3319480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3328920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3338360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3347801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3357241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3366681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3376121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3385562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3395002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3404442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3413882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3423322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3432763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3442203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3451643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3461083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3470524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3479964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3489404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3498844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3508285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3517725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3527165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3536605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3546046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3555486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3564926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3574366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3583807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3593247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3602687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3612127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3621568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3631008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3640448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3649888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3659328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3668769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3687649" y="76220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702" y="896834"/>
                  </a:lnTo>
                  <a:lnTo>
                    <a:pt x="908171" y="897298"/>
                  </a:lnTo>
                  <a:lnTo>
                    <a:pt x="908639" y="897762"/>
                  </a:lnTo>
                  <a:lnTo>
                    <a:pt x="909108" y="898226"/>
                  </a:lnTo>
                  <a:lnTo>
                    <a:pt x="909576" y="898689"/>
                  </a:lnTo>
                  <a:lnTo>
                    <a:pt x="910045" y="899153"/>
                  </a:lnTo>
                  <a:lnTo>
                    <a:pt x="910513" y="899617"/>
                  </a:lnTo>
                  <a:lnTo>
                    <a:pt x="910982" y="900081"/>
                  </a:lnTo>
                  <a:lnTo>
                    <a:pt x="911450" y="900545"/>
                  </a:lnTo>
                  <a:lnTo>
                    <a:pt x="911918" y="901009"/>
                  </a:lnTo>
                  <a:lnTo>
                    <a:pt x="912387" y="901473"/>
                  </a:lnTo>
                  <a:lnTo>
                    <a:pt x="914400" y="903593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3687649" y="762209"/>
              <a:ext cx="923714" cy="914400"/>
            </a:xfrm>
            <a:custGeom>
              <a:avLst/>
              <a:pathLst>
                <a:path w="923714" h="914400">
                  <a:moveTo>
                    <a:pt x="914400" y="914400"/>
                  </a:moveTo>
                  <a:lnTo>
                    <a:pt x="914400" y="903593"/>
                  </a:lnTo>
                  <a:lnTo>
                    <a:pt x="917505" y="906865"/>
                  </a:lnTo>
                  <a:lnTo>
                    <a:pt x="922465" y="912744"/>
                  </a:lnTo>
                  <a:lnTo>
                    <a:pt x="923714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3272279" y="727069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9393" y="931969"/>
                  </a:lnTo>
                  <a:lnTo>
                    <a:pt x="908884" y="928551"/>
                  </a:lnTo>
                  <a:lnTo>
                    <a:pt x="907626" y="918074"/>
                  </a:lnTo>
                  <a:lnTo>
                    <a:pt x="907289" y="91439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3272279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3281719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3291159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3300599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3310040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3319480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3328920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3338360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3347801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3357241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3366681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3376121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3385562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3395002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3404442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3413882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3423322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3432763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3442203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3451643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3461083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3470524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3479964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3489404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3498844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3508285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3517725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3527165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3536605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3546046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3555486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3564926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3574366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3583807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3593247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3602687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3612127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3621568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3631008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3640448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3649888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3668769" y="74463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785" y="896830"/>
                  </a:lnTo>
                  <a:lnTo>
                    <a:pt x="909218" y="897256"/>
                  </a:lnTo>
                  <a:lnTo>
                    <a:pt x="909688" y="897719"/>
                  </a:lnTo>
                  <a:lnTo>
                    <a:pt x="910158" y="898182"/>
                  </a:lnTo>
                  <a:lnTo>
                    <a:pt x="910628" y="898646"/>
                  </a:lnTo>
                  <a:lnTo>
                    <a:pt x="911098" y="899109"/>
                  </a:lnTo>
                  <a:lnTo>
                    <a:pt x="911567" y="899572"/>
                  </a:lnTo>
                  <a:lnTo>
                    <a:pt x="912037" y="900035"/>
                  </a:lnTo>
                  <a:lnTo>
                    <a:pt x="912507" y="900499"/>
                  </a:lnTo>
                  <a:lnTo>
                    <a:pt x="912977" y="900962"/>
                  </a:lnTo>
                  <a:lnTo>
                    <a:pt x="913446" y="901425"/>
                  </a:lnTo>
                  <a:lnTo>
                    <a:pt x="913916" y="901888"/>
                  </a:lnTo>
                  <a:lnTo>
                    <a:pt x="914400" y="902365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3678209" y="74463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2365"/>
                  </a:lnTo>
                  <a:lnTo>
                    <a:pt x="905415" y="902815"/>
                  </a:lnTo>
                  <a:lnTo>
                    <a:pt x="905885" y="903278"/>
                  </a:lnTo>
                  <a:lnTo>
                    <a:pt x="906354" y="903742"/>
                  </a:lnTo>
                  <a:lnTo>
                    <a:pt x="906824" y="904205"/>
                  </a:lnTo>
                  <a:lnTo>
                    <a:pt x="907293" y="904669"/>
                  </a:lnTo>
                  <a:lnTo>
                    <a:pt x="907762" y="905132"/>
                  </a:lnTo>
                  <a:lnTo>
                    <a:pt x="908232" y="905596"/>
                  </a:lnTo>
                  <a:lnTo>
                    <a:pt x="908701" y="906059"/>
                  </a:lnTo>
                  <a:lnTo>
                    <a:pt x="909170" y="906522"/>
                  </a:lnTo>
                  <a:lnTo>
                    <a:pt x="909640" y="906986"/>
                  </a:lnTo>
                  <a:lnTo>
                    <a:pt x="910109" y="907449"/>
                  </a:lnTo>
                  <a:lnTo>
                    <a:pt x="910578" y="907913"/>
                  </a:lnTo>
                  <a:lnTo>
                    <a:pt x="911047" y="908377"/>
                  </a:lnTo>
                  <a:lnTo>
                    <a:pt x="911516" y="908840"/>
                  </a:lnTo>
                  <a:lnTo>
                    <a:pt x="911985" y="909304"/>
                  </a:lnTo>
                  <a:lnTo>
                    <a:pt x="912454" y="909767"/>
                  </a:lnTo>
                  <a:lnTo>
                    <a:pt x="912923" y="910231"/>
                  </a:lnTo>
                  <a:lnTo>
                    <a:pt x="913392" y="910694"/>
                  </a:lnTo>
                  <a:lnTo>
                    <a:pt x="913861" y="911158"/>
                  </a:lnTo>
                  <a:lnTo>
                    <a:pt x="914400" y="911691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3678209" y="744639"/>
              <a:ext cx="917138" cy="914400"/>
            </a:xfrm>
            <a:custGeom>
              <a:avLst/>
              <a:pathLst>
                <a:path w="917138" h="914400">
                  <a:moveTo>
                    <a:pt x="914400" y="914400"/>
                  </a:moveTo>
                  <a:lnTo>
                    <a:pt x="914400" y="911691"/>
                  </a:lnTo>
                  <a:lnTo>
                    <a:pt x="914799" y="912085"/>
                  </a:lnTo>
                  <a:lnTo>
                    <a:pt x="915268" y="912549"/>
                  </a:lnTo>
                  <a:lnTo>
                    <a:pt x="915736" y="913013"/>
                  </a:lnTo>
                  <a:lnTo>
                    <a:pt x="916205" y="913477"/>
                  </a:lnTo>
                  <a:lnTo>
                    <a:pt x="916674" y="913940"/>
                  </a:lnTo>
                  <a:lnTo>
                    <a:pt x="917138" y="914400"/>
                  </a:lnTo>
                  <a:close/>
                </a:path>
              </a:pathLst>
            </a:custGeom>
            <a:solidFill>
              <a:srgbClr val="E1F397">
                <a:alpha val="100000"/>
              </a:srgbClr>
            </a:solidFill>
            <a:ln w="5420" cap="flat">
              <a:solidFill>
                <a:srgbClr val="E1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3272279" y="70949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7289" y="931969"/>
                  </a:lnTo>
                  <a:lnTo>
                    <a:pt x="906656" y="925061"/>
                  </a:lnTo>
                  <a:lnTo>
                    <a:pt x="905977" y="914400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3272279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3281719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3291159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3300599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3310040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3319480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3328920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3338360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3347801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3357241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3366681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3376121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3385562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3395002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3404442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3413882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3423322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3432763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3442203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3451643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3461083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3470524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3479964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3489404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3498844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3508285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3517725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3527165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3536605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3546046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3555486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3564926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3574366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3583807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3593247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3602687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3612127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3621568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3631008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3649888" y="72706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8122" y="896830"/>
                  </a:lnTo>
                  <a:lnTo>
                    <a:pt x="909106" y="897503"/>
                  </a:lnTo>
                  <a:lnTo>
                    <a:pt x="914400" y="901737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3659328" y="72706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901737"/>
                  </a:lnTo>
                  <a:lnTo>
                    <a:pt x="905235" y="901957"/>
                  </a:lnTo>
                  <a:lnTo>
                    <a:pt x="910667" y="906959"/>
                  </a:lnTo>
                  <a:lnTo>
                    <a:pt x="911133" y="907418"/>
                  </a:lnTo>
                  <a:lnTo>
                    <a:pt x="911604" y="907880"/>
                  </a:lnTo>
                  <a:lnTo>
                    <a:pt x="912074" y="908343"/>
                  </a:lnTo>
                  <a:lnTo>
                    <a:pt x="912545" y="908806"/>
                  </a:lnTo>
                  <a:lnTo>
                    <a:pt x="913015" y="909269"/>
                  </a:lnTo>
                  <a:lnTo>
                    <a:pt x="913486" y="909732"/>
                  </a:lnTo>
                  <a:lnTo>
                    <a:pt x="913956" y="910195"/>
                  </a:lnTo>
                  <a:lnTo>
                    <a:pt x="914400" y="910632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3659328" y="727069"/>
              <a:ext cx="918225" cy="914399"/>
            </a:xfrm>
            <a:custGeom>
              <a:avLst/>
              <a:pathLst>
                <a:path w="918225" h="914399">
                  <a:moveTo>
                    <a:pt x="914400" y="914399"/>
                  </a:moveTo>
                  <a:lnTo>
                    <a:pt x="914427" y="910658"/>
                  </a:lnTo>
                  <a:lnTo>
                    <a:pt x="914897" y="911121"/>
                  </a:lnTo>
                  <a:lnTo>
                    <a:pt x="915367" y="911584"/>
                  </a:lnTo>
                  <a:lnTo>
                    <a:pt x="915837" y="912047"/>
                  </a:lnTo>
                  <a:lnTo>
                    <a:pt x="916308" y="912510"/>
                  </a:lnTo>
                  <a:lnTo>
                    <a:pt x="916778" y="912973"/>
                  </a:lnTo>
                  <a:lnTo>
                    <a:pt x="917248" y="913437"/>
                  </a:lnTo>
                  <a:lnTo>
                    <a:pt x="917718" y="913900"/>
                  </a:lnTo>
                  <a:lnTo>
                    <a:pt x="918225" y="91439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3272279" y="69193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977" y="931969"/>
                  </a:lnTo>
                  <a:lnTo>
                    <a:pt x="905590" y="921259"/>
                  </a:lnTo>
                  <a:lnTo>
                    <a:pt x="905531" y="914400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3272279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3281719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3291159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3300599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3310040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3319480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3328920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3338360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3347801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3357241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3366681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3376121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3385562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3395002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3404442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3413882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3423322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3432763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3442203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3451643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3461083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3470524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3479964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3489404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3498844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3508285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3517725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3527165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3536605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3546046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3555486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3564926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3574366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3583807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3593247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3612127" y="70949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195" y="896830"/>
                  </a:lnTo>
                  <a:lnTo>
                    <a:pt x="914400" y="899657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3621568" y="70949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9657"/>
                  </a:lnTo>
                  <a:lnTo>
                    <a:pt x="905444" y="900278"/>
                  </a:lnTo>
                  <a:lnTo>
                    <a:pt x="914117" y="902967"/>
                  </a:lnTo>
                  <a:lnTo>
                    <a:pt x="914400" y="9030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3631008" y="70949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3069"/>
                  </a:lnTo>
                  <a:lnTo>
                    <a:pt x="910626" y="905118"/>
                  </a:lnTo>
                  <a:lnTo>
                    <a:pt x="914400" y="906877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3640448" y="70949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6877"/>
                  </a:lnTo>
                  <a:lnTo>
                    <a:pt x="907066" y="907858"/>
                  </a:lnTo>
                  <a:lnTo>
                    <a:pt x="912858" y="911180"/>
                  </a:lnTo>
                  <a:lnTo>
                    <a:pt x="914400" y="912235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3640448" y="709499"/>
              <a:ext cx="917562" cy="914400"/>
            </a:xfrm>
            <a:custGeom>
              <a:avLst/>
              <a:pathLst>
                <a:path w="917562" h="914400">
                  <a:moveTo>
                    <a:pt x="914400" y="914400"/>
                  </a:moveTo>
                  <a:lnTo>
                    <a:pt x="914400" y="912235"/>
                  </a:lnTo>
                  <a:lnTo>
                    <a:pt x="917562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3272279" y="67436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531" y="931969"/>
                  </a:lnTo>
                  <a:lnTo>
                    <a:pt x="905497" y="928095"/>
                  </a:lnTo>
                  <a:lnTo>
                    <a:pt x="905698" y="917366"/>
                  </a:lnTo>
                  <a:lnTo>
                    <a:pt x="905835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3272279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3281719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3291159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3300599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3310040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3319480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3328920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3338360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3347801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3357241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3366681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3376121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3385562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3395002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3404442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3413882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3423322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3432763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3442203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3451643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3461083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3470524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3479964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3489404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3498844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3508285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3517725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3527165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3536605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3546046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3555486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3564926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3574366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3583807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3602687" y="69193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754" y="896830"/>
                  </a:lnTo>
                  <a:lnTo>
                    <a:pt x="914400" y="898115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3602687" y="691930"/>
              <a:ext cx="921635" cy="914400"/>
            </a:xfrm>
            <a:custGeom>
              <a:avLst/>
              <a:pathLst>
                <a:path w="921635" h="914400">
                  <a:moveTo>
                    <a:pt x="914400" y="914400"/>
                  </a:moveTo>
                  <a:lnTo>
                    <a:pt x="914400" y="898115"/>
                  </a:lnTo>
                  <a:lnTo>
                    <a:pt x="915320" y="899948"/>
                  </a:lnTo>
                  <a:lnTo>
                    <a:pt x="919205" y="908568"/>
                  </a:lnTo>
                  <a:lnTo>
                    <a:pt x="921480" y="914201"/>
                  </a:lnTo>
                  <a:lnTo>
                    <a:pt x="921635" y="91440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3714770" y="1793312"/>
              <a:ext cx="930016" cy="1227704"/>
            </a:xfrm>
            <a:custGeom>
              <a:avLst/>
              <a:pathLst>
                <a:path w="930016" h="1227704">
                  <a:moveTo>
                    <a:pt x="914400" y="914400"/>
                  </a:moveTo>
                  <a:lnTo>
                    <a:pt x="905217" y="939176"/>
                  </a:lnTo>
                  <a:lnTo>
                    <a:pt x="892569" y="943362"/>
                  </a:lnTo>
                  <a:lnTo>
                    <a:pt x="880437" y="951615"/>
                  </a:lnTo>
                  <a:lnTo>
                    <a:pt x="876104" y="1030010"/>
                  </a:lnTo>
                  <a:lnTo>
                    <a:pt x="898193" y="1059796"/>
                  </a:lnTo>
                  <a:lnTo>
                    <a:pt x="886060" y="1063966"/>
                  </a:lnTo>
                  <a:lnTo>
                    <a:pt x="874961" y="1072888"/>
                  </a:lnTo>
                  <a:lnTo>
                    <a:pt x="867032" y="1086082"/>
                  </a:lnTo>
                  <a:lnTo>
                    <a:pt x="858920" y="1114479"/>
                  </a:lnTo>
                  <a:lnTo>
                    <a:pt x="828442" y="1130573"/>
                  </a:lnTo>
                  <a:lnTo>
                    <a:pt x="816900" y="1142481"/>
                  </a:lnTo>
                  <a:lnTo>
                    <a:pt x="799881" y="1168973"/>
                  </a:lnTo>
                  <a:lnTo>
                    <a:pt x="791013" y="1207424"/>
                  </a:lnTo>
                  <a:lnTo>
                    <a:pt x="773773" y="1223827"/>
                  </a:lnTo>
                  <a:lnTo>
                    <a:pt x="754413" y="1227704"/>
                  </a:lnTo>
                  <a:lnTo>
                    <a:pt x="765771" y="1196202"/>
                  </a:lnTo>
                  <a:lnTo>
                    <a:pt x="780650" y="1170534"/>
                  </a:lnTo>
                  <a:lnTo>
                    <a:pt x="766343" y="1152930"/>
                  </a:lnTo>
                  <a:lnTo>
                    <a:pt x="757732" y="1125374"/>
                  </a:lnTo>
                  <a:lnTo>
                    <a:pt x="746614" y="1104236"/>
                  </a:lnTo>
                  <a:lnTo>
                    <a:pt x="755464" y="1080626"/>
                  </a:lnTo>
                  <a:lnTo>
                    <a:pt x="751113" y="1041935"/>
                  </a:lnTo>
                  <a:lnTo>
                    <a:pt x="752551" y="1004170"/>
                  </a:lnTo>
                  <a:lnTo>
                    <a:pt x="765458" y="985108"/>
                  </a:lnTo>
                  <a:lnTo>
                    <a:pt x="780245" y="969562"/>
                  </a:lnTo>
                  <a:lnTo>
                    <a:pt x="803274" y="933822"/>
                  </a:lnTo>
                  <a:lnTo>
                    <a:pt x="828239" y="907914"/>
                  </a:lnTo>
                  <a:lnTo>
                    <a:pt x="863068" y="896263"/>
                  </a:lnTo>
                  <a:lnTo>
                    <a:pt x="878796" y="907004"/>
                  </a:lnTo>
                  <a:lnTo>
                    <a:pt x="885581" y="883446"/>
                  </a:lnTo>
                  <a:lnTo>
                    <a:pt x="896810" y="878076"/>
                  </a:lnTo>
                  <a:lnTo>
                    <a:pt x="907356" y="883515"/>
                  </a:lnTo>
                  <a:lnTo>
                    <a:pt x="930016" y="906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3239623" y="2345679"/>
              <a:ext cx="1035334" cy="914400"/>
            </a:xfrm>
            <a:custGeom>
              <a:avLst/>
              <a:pathLst>
                <a:path w="1035334" h="914400">
                  <a:moveTo>
                    <a:pt x="914399" y="914400"/>
                  </a:moveTo>
                  <a:lnTo>
                    <a:pt x="905807" y="913147"/>
                  </a:lnTo>
                  <a:lnTo>
                    <a:pt x="900073" y="889555"/>
                  </a:lnTo>
                  <a:lnTo>
                    <a:pt x="898727" y="828850"/>
                  </a:lnTo>
                  <a:lnTo>
                    <a:pt x="902157" y="798858"/>
                  </a:lnTo>
                  <a:lnTo>
                    <a:pt x="943329" y="690676"/>
                  </a:lnTo>
                  <a:lnTo>
                    <a:pt x="961711" y="681840"/>
                  </a:lnTo>
                  <a:lnTo>
                    <a:pt x="987561" y="615542"/>
                  </a:lnTo>
                  <a:lnTo>
                    <a:pt x="994531" y="586047"/>
                  </a:lnTo>
                  <a:lnTo>
                    <a:pt x="1005741" y="559486"/>
                  </a:lnTo>
                  <a:lnTo>
                    <a:pt x="1012360" y="535740"/>
                  </a:lnTo>
                  <a:lnTo>
                    <a:pt x="1017910" y="526148"/>
                  </a:lnTo>
                  <a:lnTo>
                    <a:pt x="1029969" y="530644"/>
                  </a:lnTo>
                  <a:lnTo>
                    <a:pt x="1035334" y="535019"/>
                  </a:lnTo>
                  <a:lnTo>
                    <a:pt x="1022630" y="548848"/>
                  </a:lnTo>
                  <a:lnTo>
                    <a:pt x="1024105" y="566847"/>
                  </a:lnTo>
                  <a:lnTo>
                    <a:pt x="1023220" y="574311"/>
                  </a:lnTo>
                  <a:lnTo>
                    <a:pt x="991157" y="652603"/>
                  </a:lnTo>
                  <a:lnTo>
                    <a:pt x="982583" y="703442"/>
                  </a:lnTo>
                  <a:lnTo>
                    <a:pt x="971207" y="715847"/>
                  </a:lnTo>
                  <a:lnTo>
                    <a:pt x="924098" y="896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2294382" y="1407686"/>
              <a:ext cx="2334160" cy="2166470"/>
            </a:xfrm>
            <a:custGeom>
              <a:avLst/>
              <a:pathLst>
                <a:path w="2334160" h="2166470">
                  <a:moveTo>
                    <a:pt x="914400" y="914400"/>
                  </a:moveTo>
                  <a:lnTo>
                    <a:pt x="928154" y="920199"/>
                  </a:lnTo>
                  <a:lnTo>
                    <a:pt x="946887" y="908583"/>
                  </a:lnTo>
                  <a:lnTo>
                    <a:pt x="959997" y="876051"/>
                  </a:lnTo>
                  <a:lnTo>
                    <a:pt x="967482" y="827237"/>
                  </a:lnTo>
                  <a:lnTo>
                    <a:pt x="976222" y="780739"/>
                  </a:lnTo>
                  <a:lnTo>
                    <a:pt x="965878" y="730998"/>
                  </a:lnTo>
                  <a:lnTo>
                    <a:pt x="954834" y="687313"/>
                  </a:lnTo>
                  <a:lnTo>
                    <a:pt x="954060" y="674479"/>
                  </a:lnTo>
                  <a:lnTo>
                    <a:pt x="983044" y="637624"/>
                  </a:lnTo>
                  <a:lnTo>
                    <a:pt x="991913" y="607649"/>
                  </a:lnTo>
                  <a:lnTo>
                    <a:pt x="1001519" y="579115"/>
                  </a:lnTo>
                  <a:lnTo>
                    <a:pt x="1012121" y="569404"/>
                  </a:lnTo>
                  <a:lnTo>
                    <a:pt x="1027904" y="567190"/>
                  </a:lnTo>
                  <a:lnTo>
                    <a:pt x="1046286" y="561820"/>
                  </a:lnTo>
                  <a:lnTo>
                    <a:pt x="1069463" y="542723"/>
                  </a:lnTo>
                  <a:lnTo>
                    <a:pt x="1090242" y="517140"/>
                  </a:lnTo>
                  <a:lnTo>
                    <a:pt x="1106117" y="493685"/>
                  </a:lnTo>
                  <a:lnTo>
                    <a:pt x="1111501" y="447273"/>
                  </a:lnTo>
                  <a:lnTo>
                    <a:pt x="1111723" y="423955"/>
                  </a:lnTo>
                  <a:lnTo>
                    <a:pt x="1118711" y="406643"/>
                  </a:lnTo>
                  <a:lnTo>
                    <a:pt x="1125477" y="372825"/>
                  </a:lnTo>
                  <a:lnTo>
                    <a:pt x="1118895" y="339469"/>
                  </a:lnTo>
                  <a:lnTo>
                    <a:pt x="1098410" y="288870"/>
                  </a:lnTo>
                  <a:lnTo>
                    <a:pt x="1073740" y="217716"/>
                  </a:lnTo>
                  <a:lnTo>
                    <a:pt x="1069963" y="179814"/>
                  </a:lnTo>
                  <a:lnTo>
                    <a:pt x="1998100" y="179814"/>
                  </a:lnTo>
                  <a:lnTo>
                    <a:pt x="1998552" y="184790"/>
                  </a:lnTo>
                  <a:lnTo>
                    <a:pt x="1996671" y="196732"/>
                  </a:lnTo>
                  <a:lnTo>
                    <a:pt x="2011016" y="245821"/>
                  </a:lnTo>
                  <a:lnTo>
                    <a:pt x="2007679" y="263031"/>
                  </a:lnTo>
                  <a:lnTo>
                    <a:pt x="2005743" y="284958"/>
                  </a:lnTo>
                  <a:lnTo>
                    <a:pt x="2026301" y="306028"/>
                  </a:lnTo>
                  <a:lnTo>
                    <a:pt x="2044647" y="305685"/>
                  </a:lnTo>
                  <a:lnTo>
                    <a:pt x="2063232" y="305359"/>
                  </a:lnTo>
                  <a:lnTo>
                    <a:pt x="2070331" y="310644"/>
                  </a:lnTo>
                  <a:lnTo>
                    <a:pt x="2077448" y="325554"/>
                  </a:lnTo>
                  <a:lnTo>
                    <a:pt x="2083182" y="343158"/>
                  </a:lnTo>
                  <a:lnTo>
                    <a:pt x="2098486" y="341700"/>
                  </a:lnTo>
                  <a:lnTo>
                    <a:pt x="2122916" y="327373"/>
                  </a:lnTo>
                  <a:lnTo>
                    <a:pt x="2138810" y="323959"/>
                  </a:lnTo>
                  <a:lnTo>
                    <a:pt x="2149301" y="351497"/>
                  </a:lnTo>
                  <a:lnTo>
                    <a:pt x="2177843" y="387872"/>
                  </a:lnTo>
                  <a:lnTo>
                    <a:pt x="2194455" y="404172"/>
                  </a:lnTo>
                  <a:lnTo>
                    <a:pt x="2222684" y="412751"/>
                  </a:lnTo>
                  <a:lnTo>
                    <a:pt x="2252424" y="442109"/>
                  </a:lnTo>
                  <a:lnTo>
                    <a:pt x="2248257" y="477488"/>
                  </a:lnTo>
                  <a:lnTo>
                    <a:pt x="2260666" y="489310"/>
                  </a:lnTo>
                  <a:lnTo>
                    <a:pt x="2295754" y="503277"/>
                  </a:lnTo>
                  <a:lnTo>
                    <a:pt x="2308162" y="522116"/>
                  </a:lnTo>
                  <a:lnTo>
                    <a:pt x="2314118" y="538176"/>
                  </a:lnTo>
                  <a:lnTo>
                    <a:pt x="2323355" y="551491"/>
                  </a:lnTo>
                  <a:lnTo>
                    <a:pt x="2334160" y="591726"/>
                  </a:lnTo>
                  <a:lnTo>
                    <a:pt x="2330399" y="616520"/>
                  </a:lnTo>
                  <a:lnTo>
                    <a:pt x="2316257" y="625047"/>
                  </a:lnTo>
                  <a:lnTo>
                    <a:pt x="2282865" y="651608"/>
                  </a:lnTo>
                  <a:lnTo>
                    <a:pt x="2267986" y="671442"/>
                  </a:lnTo>
                  <a:lnTo>
                    <a:pt x="2256315" y="683796"/>
                  </a:lnTo>
                  <a:lnTo>
                    <a:pt x="2223145" y="710288"/>
                  </a:lnTo>
                  <a:lnTo>
                    <a:pt x="2210994" y="715041"/>
                  </a:lnTo>
                  <a:lnTo>
                    <a:pt x="2199360" y="728819"/>
                  </a:lnTo>
                  <a:lnTo>
                    <a:pt x="2188113" y="734841"/>
                  </a:lnTo>
                  <a:lnTo>
                    <a:pt x="2178046" y="731375"/>
                  </a:lnTo>
                  <a:lnTo>
                    <a:pt x="2140414" y="756323"/>
                  </a:lnTo>
                  <a:lnTo>
                    <a:pt x="2143345" y="766978"/>
                  </a:lnTo>
                  <a:lnTo>
                    <a:pt x="2172201" y="771491"/>
                  </a:lnTo>
                  <a:lnTo>
                    <a:pt x="2186914" y="766137"/>
                  </a:lnTo>
                  <a:lnTo>
                    <a:pt x="2198235" y="753595"/>
                  </a:lnTo>
                  <a:lnTo>
                    <a:pt x="2210607" y="750712"/>
                  </a:lnTo>
                  <a:lnTo>
                    <a:pt x="2221891" y="753080"/>
                  </a:lnTo>
                  <a:lnTo>
                    <a:pt x="2233857" y="743197"/>
                  </a:lnTo>
                  <a:lnTo>
                    <a:pt x="2243242" y="739251"/>
                  </a:lnTo>
                  <a:lnTo>
                    <a:pt x="2252941" y="743986"/>
                  </a:lnTo>
                  <a:lnTo>
                    <a:pt x="2263764" y="767681"/>
                  </a:lnTo>
                  <a:lnTo>
                    <a:pt x="2241306" y="780018"/>
                  </a:lnTo>
                  <a:lnTo>
                    <a:pt x="2225376" y="780584"/>
                  </a:lnTo>
                  <a:lnTo>
                    <a:pt x="2217595" y="819447"/>
                  </a:lnTo>
                  <a:lnTo>
                    <a:pt x="2207952" y="836142"/>
                  </a:lnTo>
                  <a:lnTo>
                    <a:pt x="2201038" y="844172"/>
                  </a:lnTo>
                  <a:lnTo>
                    <a:pt x="2165692" y="860712"/>
                  </a:lnTo>
                  <a:lnTo>
                    <a:pt x="2142368" y="881679"/>
                  </a:lnTo>
                  <a:lnTo>
                    <a:pt x="2114877" y="898563"/>
                  </a:lnTo>
                  <a:lnTo>
                    <a:pt x="2102874" y="894891"/>
                  </a:lnTo>
                  <a:lnTo>
                    <a:pt x="2084786" y="912049"/>
                  </a:lnTo>
                  <a:lnTo>
                    <a:pt x="2044592" y="932364"/>
                  </a:lnTo>
                  <a:lnTo>
                    <a:pt x="2023996" y="959731"/>
                  </a:lnTo>
                  <a:lnTo>
                    <a:pt x="1977772" y="984215"/>
                  </a:lnTo>
                  <a:lnTo>
                    <a:pt x="1954227" y="1004136"/>
                  </a:lnTo>
                  <a:lnTo>
                    <a:pt x="1890266" y="1005182"/>
                  </a:lnTo>
                  <a:lnTo>
                    <a:pt x="1829181" y="1000807"/>
                  </a:lnTo>
                  <a:lnTo>
                    <a:pt x="1810005" y="1010278"/>
                  </a:lnTo>
                  <a:lnTo>
                    <a:pt x="1829605" y="1013212"/>
                  </a:lnTo>
                  <a:lnTo>
                    <a:pt x="1843341" y="1022512"/>
                  </a:lnTo>
                  <a:lnTo>
                    <a:pt x="1859806" y="1018634"/>
                  </a:lnTo>
                  <a:lnTo>
                    <a:pt x="1898508" y="1023284"/>
                  </a:lnTo>
                  <a:lnTo>
                    <a:pt x="1918421" y="1028346"/>
                  </a:lnTo>
                  <a:lnTo>
                    <a:pt x="1943976" y="1060912"/>
                  </a:lnTo>
                  <a:lnTo>
                    <a:pt x="1925187" y="1072493"/>
                  </a:lnTo>
                  <a:lnTo>
                    <a:pt x="1892644" y="1081381"/>
                  </a:lnTo>
                  <a:lnTo>
                    <a:pt x="1904850" y="1127570"/>
                  </a:lnTo>
                  <a:lnTo>
                    <a:pt x="1914917" y="1158712"/>
                  </a:lnTo>
                  <a:lnTo>
                    <a:pt x="1901734" y="1177500"/>
                  </a:lnTo>
                  <a:lnTo>
                    <a:pt x="1900757" y="1262981"/>
                  </a:lnTo>
                  <a:lnTo>
                    <a:pt x="1882264" y="1264611"/>
                  </a:lnTo>
                  <a:lnTo>
                    <a:pt x="1874409" y="1299974"/>
                  </a:lnTo>
                  <a:lnTo>
                    <a:pt x="1880236" y="1318007"/>
                  </a:lnTo>
                  <a:lnTo>
                    <a:pt x="1879775" y="1359890"/>
                  </a:lnTo>
                  <a:lnTo>
                    <a:pt x="1883628" y="1385695"/>
                  </a:lnTo>
                  <a:lnTo>
                    <a:pt x="1892700" y="1409459"/>
                  </a:lnTo>
                  <a:lnTo>
                    <a:pt x="1888662" y="1434235"/>
                  </a:lnTo>
                  <a:lnTo>
                    <a:pt x="1859419" y="1492229"/>
                  </a:lnTo>
                  <a:lnTo>
                    <a:pt x="1860083" y="1519442"/>
                  </a:lnTo>
                  <a:lnTo>
                    <a:pt x="1865338" y="1535605"/>
                  </a:lnTo>
                  <a:lnTo>
                    <a:pt x="1869228" y="1561445"/>
                  </a:lnTo>
                  <a:lnTo>
                    <a:pt x="1855934" y="1611117"/>
                  </a:lnTo>
                  <a:lnTo>
                    <a:pt x="1846549" y="1652622"/>
                  </a:lnTo>
                  <a:lnTo>
                    <a:pt x="1835394" y="1687556"/>
                  </a:lnTo>
                  <a:lnTo>
                    <a:pt x="1810429" y="1729473"/>
                  </a:lnTo>
                  <a:lnTo>
                    <a:pt x="1798002" y="1760803"/>
                  </a:lnTo>
                  <a:lnTo>
                    <a:pt x="1768926" y="1858570"/>
                  </a:lnTo>
                  <a:lnTo>
                    <a:pt x="1754507" y="1877975"/>
                  </a:lnTo>
                  <a:lnTo>
                    <a:pt x="1736825" y="1892886"/>
                  </a:lnTo>
                  <a:lnTo>
                    <a:pt x="1717115" y="1879091"/>
                  </a:lnTo>
                  <a:lnTo>
                    <a:pt x="1699046" y="1871575"/>
                  </a:lnTo>
                  <a:lnTo>
                    <a:pt x="1676975" y="1872485"/>
                  </a:lnTo>
                  <a:lnTo>
                    <a:pt x="1642404" y="1883792"/>
                  </a:lnTo>
                  <a:lnTo>
                    <a:pt x="1590409" y="1876277"/>
                  </a:lnTo>
                  <a:lnTo>
                    <a:pt x="1539594" y="1879897"/>
                  </a:lnTo>
                  <a:lnTo>
                    <a:pt x="1526743" y="1889660"/>
                  </a:lnTo>
                  <a:lnTo>
                    <a:pt x="1534450" y="1925143"/>
                  </a:lnTo>
                  <a:lnTo>
                    <a:pt x="1515717" y="1929792"/>
                  </a:lnTo>
                  <a:lnTo>
                    <a:pt x="1497408" y="1919704"/>
                  </a:lnTo>
                  <a:lnTo>
                    <a:pt x="1481293" y="1931748"/>
                  </a:lnTo>
                  <a:lnTo>
                    <a:pt x="1467834" y="1944960"/>
                  </a:lnTo>
                  <a:lnTo>
                    <a:pt x="1441394" y="1976308"/>
                  </a:lnTo>
                  <a:lnTo>
                    <a:pt x="1432543" y="1995611"/>
                  </a:lnTo>
                  <a:lnTo>
                    <a:pt x="1430257" y="2031968"/>
                  </a:lnTo>
                  <a:lnTo>
                    <a:pt x="1444141" y="2064569"/>
                  </a:lnTo>
                  <a:lnTo>
                    <a:pt x="1456457" y="2102745"/>
                  </a:lnTo>
                  <a:lnTo>
                    <a:pt x="1424744" y="2148814"/>
                  </a:lnTo>
                  <a:lnTo>
                    <a:pt x="1407044" y="2150376"/>
                  </a:lnTo>
                  <a:lnTo>
                    <a:pt x="1355380" y="2137593"/>
                  </a:lnTo>
                  <a:lnTo>
                    <a:pt x="1263817" y="2166470"/>
                  </a:lnTo>
                  <a:lnTo>
                    <a:pt x="1181584" y="2143633"/>
                  </a:lnTo>
                  <a:lnTo>
                    <a:pt x="1191928" y="2118959"/>
                  </a:lnTo>
                  <a:lnTo>
                    <a:pt x="1191577" y="2100823"/>
                  </a:lnTo>
                  <a:lnTo>
                    <a:pt x="1196224" y="2072924"/>
                  </a:lnTo>
                  <a:lnTo>
                    <a:pt x="1198990" y="2044391"/>
                  </a:lnTo>
                  <a:lnTo>
                    <a:pt x="1198215" y="2025294"/>
                  </a:lnTo>
                  <a:lnTo>
                    <a:pt x="1192186" y="2004945"/>
                  </a:lnTo>
                  <a:lnTo>
                    <a:pt x="1171904" y="1978315"/>
                  </a:lnTo>
                  <a:lnTo>
                    <a:pt x="1126215" y="1888442"/>
                  </a:lnTo>
                  <a:lnTo>
                    <a:pt x="1112700" y="1850505"/>
                  </a:lnTo>
                  <a:lnTo>
                    <a:pt x="1103296" y="1834703"/>
                  </a:lnTo>
                  <a:lnTo>
                    <a:pt x="1110063" y="1833845"/>
                  </a:lnTo>
                  <a:lnTo>
                    <a:pt x="1147695" y="1854212"/>
                  </a:lnTo>
                  <a:lnTo>
                    <a:pt x="1156472" y="1851706"/>
                  </a:lnTo>
                  <a:lnTo>
                    <a:pt x="1165691" y="1844054"/>
                  </a:lnTo>
                  <a:lnTo>
                    <a:pt x="1154462" y="1814903"/>
                  </a:lnTo>
                  <a:lnTo>
                    <a:pt x="1144819" y="1801708"/>
                  </a:lnTo>
                  <a:lnTo>
                    <a:pt x="1138273" y="1781976"/>
                  </a:lnTo>
                  <a:lnTo>
                    <a:pt x="1160307" y="1776640"/>
                  </a:lnTo>
                  <a:lnTo>
                    <a:pt x="1176219" y="1777824"/>
                  </a:lnTo>
                  <a:lnTo>
                    <a:pt x="1187945" y="1755622"/>
                  </a:lnTo>
                  <a:lnTo>
                    <a:pt x="1181178" y="1719727"/>
                  </a:lnTo>
                  <a:lnTo>
                    <a:pt x="1164086" y="1708677"/>
                  </a:lnTo>
                  <a:lnTo>
                    <a:pt x="1149815" y="1703873"/>
                  </a:lnTo>
                  <a:lnTo>
                    <a:pt x="1122454" y="1647492"/>
                  </a:lnTo>
                  <a:lnTo>
                    <a:pt x="1093912" y="1618289"/>
                  </a:lnTo>
                  <a:lnTo>
                    <a:pt x="1043004" y="1505647"/>
                  </a:lnTo>
                  <a:lnTo>
                    <a:pt x="1024382" y="1428333"/>
                  </a:lnTo>
                  <a:lnTo>
                    <a:pt x="1007069" y="1435677"/>
                  </a:lnTo>
                  <a:lnTo>
                    <a:pt x="998661" y="1401995"/>
                  </a:lnTo>
                  <a:lnTo>
                    <a:pt x="992632" y="1370099"/>
                  </a:lnTo>
                  <a:lnTo>
                    <a:pt x="991433" y="1346644"/>
                  </a:lnTo>
                  <a:lnTo>
                    <a:pt x="964293" y="1333209"/>
                  </a:lnTo>
                  <a:lnTo>
                    <a:pt x="963186" y="1316772"/>
                  </a:lnTo>
                  <a:lnTo>
                    <a:pt x="958300" y="1243421"/>
                  </a:lnTo>
                  <a:lnTo>
                    <a:pt x="929187" y="1233573"/>
                  </a:lnTo>
                  <a:lnTo>
                    <a:pt x="910362" y="1192410"/>
                  </a:lnTo>
                  <a:lnTo>
                    <a:pt x="907006" y="1114530"/>
                  </a:lnTo>
                  <a:lnTo>
                    <a:pt x="887830" y="1100358"/>
                  </a:lnTo>
                  <a:lnTo>
                    <a:pt x="872398" y="1104287"/>
                  </a:lnTo>
                  <a:lnTo>
                    <a:pt x="873117" y="1084984"/>
                  </a:lnTo>
                  <a:lnTo>
                    <a:pt x="876804" y="1066865"/>
                  </a:lnTo>
                  <a:lnTo>
                    <a:pt x="867788" y="995076"/>
                  </a:lnTo>
                  <a:lnTo>
                    <a:pt x="864783" y="929550"/>
                  </a:lnTo>
                  <a:lnTo>
                    <a:pt x="857463" y="909767"/>
                  </a:lnTo>
                  <a:lnTo>
                    <a:pt x="853315" y="886604"/>
                  </a:lnTo>
                  <a:lnTo>
                    <a:pt x="857039" y="866597"/>
                  </a:lnTo>
                  <a:lnTo>
                    <a:pt x="862497" y="855101"/>
                  </a:lnTo>
                  <a:lnTo>
                    <a:pt x="881285" y="852082"/>
                  </a:lnTo>
                  <a:lnTo>
                    <a:pt x="898838" y="869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3742076" y="1776394"/>
              <a:ext cx="950851" cy="914400"/>
            </a:xfrm>
            <a:custGeom>
              <a:avLst/>
              <a:pathLst>
                <a:path w="950851" h="914400">
                  <a:moveTo>
                    <a:pt x="914400" y="914400"/>
                  </a:moveTo>
                  <a:lnTo>
                    <a:pt x="904609" y="912735"/>
                  </a:lnTo>
                  <a:lnTo>
                    <a:pt x="895685" y="896555"/>
                  </a:lnTo>
                  <a:lnTo>
                    <a:pt x="913736" y="871848"/>
                  </a:lnTo>
                  <a:lnTo>
                    <a:pt x="941356" y="873186"/>
                  </a:lnTo>
                  <a:lnTo>
                    <a:pt x="950851" y="878333"/>
                  </a:lnTo>
                  <a:lnTo>
                    <a:pt x="917792" y="8924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3597357" y="1369012"/>
              <a:ext cx="935861" cy="914400"/>
            </a:xfrm>
            <a:custGeom>
              <a:avLst/>
              <a:pathLst>
                <a:path w="935861" h="914400">
                  <a:moveTo>
                    <a:pt x="914400" y="914400"/>
                  </a:moveTo>
                  <a:lnTo>
                    <a:pt x="910251" y="913336"/>
                  </a:lnTo>
                  <a:lnTo>
                    <a:pt x="915414" y="897018"/>
                  </a:lnTo>
                  <a:lnTo>
                    <a:pt x="919249" y="889967"/>
                  </a:lnTo>
                  <a:lnTo>
                    <a:pt x="931971" y="883378"/>
                  </a:lnTo>
                  <a:lnTo>
                    <a:pt x="935861" y="884527"/>
                  </a:lnTo>
                  <a:lnTo>
                    <a:pt x="922770" y="911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3634823" y="1222242"/>
              <a:ext cx="938590" cy="914399"/>
            </a:xfrm>
            <a:custGeom>
              <a:avLst/>
              <a:pathLst>
                <a:path w="938590" h="914399">
                  <a:moveTo>
                    <a:pt x="914400" y="914399"/>
                  </a:moveTo>
                  <a:lnTo>
                    <a:pt x="909643" y="900141"/>
                  </a:lnTo>
                  <a:lnTo>
                    <a:pt x="911542" y="897344"/>
                  </a:lnTo>
                  <a:lnTo>
                    <a:pt x="914787" y="883275"/>
                  </a:lnTo>
                  <a:lnTo>
                    <a:pt x="923950" y="875554"/>
                  </a:lnTo>
                  <a:lnTo>
                    <a:pt x="938590" y="880186"/>
                  </a:lnTo>
                  <a:lnTo>
                    <a:pt x="938498" y="883704"/>
                  </a:lnTo>
                  <a:lnTo>
                    <a:pt x="924504" y="895097"/>
                  </a:lnTo>
                  <a:lnTo>
                    <a:pt x="919138" y="902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3890465" y="2980371"/>
              <a:ext cx="928689" cy="915639"/>
            </a:xfrm>
            <a:custGeom>
              <a:avLst/>
              <a:pathLst>
                <a:path w="928689" h="915639">
                  <a:moveTo>
                    <a:pt x="914400" y="914400"/>
                  </a:moveTo>
                  <a:lnTo>
                    <a:pt x="861519" y="909801"/>
                  </a:lnTo>
                  <a:lnTo>
                    <a:pt x="853997" y="905546"/>
                  </a:lnTo>
                  <a:lnTo>
                    <a:pt x="883092" y="875451"/>
                  </a:lnTo>
                  <a:lnTo>
                    <a:pt x="902046" y="844172"/>
                  </a:lnTo>
                  <a:lnTo>
                    <a:pt x="918142" y="803353"/>
                  </a:lnTo>
                  <a:lnTo>
                    <a:pt x="919857" y="775077"/>
                  </a:lnTo>
                  <a:lnTo>
                    <a:pt x="923877" y="743197"/>
                  </a:lnTo>
                  <a:lnTo>
                    <a:pt x="928689" y="740822"/>
                  </a:lnTo>
                  <a:lnTo>
                    <a:pt x="928689" y="915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2907058" y="3126437"/>
              <a:ext cx="1912096" cy="920834"/>
            </a:xfrm>
            <a:custGeom>
              <a:avLst/>
              <a:pathLst>
                <a:path w="1912096" h="920834">
                  <a:moveTo>
                    <a:pt x="914400" y="914400"/>
                  </a:moveTo>
                  <a:lnTo>
                    <a:pt x="1022520" y="871676"/>
                  </a:lnTo>
                  <a:lnTo>
                    <a:pt x="1137997" y="831595"/>
                  </a:lnTo>
                  <a:lnTo>
                    <a:pt x="1164953" y="827237"/>
                  </a:lnTo>
                  <a:lnTo>
                    <a:pt x="1192057" y="818795"/>
                  </a:lnTo>
                  <a:lnTo>
                    <a:pt x="1202069" y="803799"/>
                  </a:lnTo>
                  <a:lnTo>
                    <a:pt x="1212062" y="793762"/>
                  </a:lnTo>
                  <a:lnTo>
                    <a:pt x="1227790" y="767321"/>
                  </a:lnTo>
                  <a:lnTo>
                    <a:pt x="1262564" y="726228"/>
                  </a:lnTo>
                  <a:lnTo>
                    <a:pt x="1324054" y="711266"/>
                  </a:lnTo>
                  <a:lnTo>
                    <a:pt x="1347010" y="691775"/>
                  </a:lnTo>
                  <a:lnTo>
                    <a:pt x="1395133" y="664476"/>
                  </a:lnTo>
                  <a:lnTo>
                    <a:pt x="1504839" y="633849"/>
                  </a:lnTo>
                  <a:lnTo>
                    <a:pt x="1550657" y="627123"/>
                  </a:lnTo>
                  <a:lnTo>
                    <a:pt x="1595553" y="626300"/>
                  </a:lnTo>
                  <a:lnTo>
                    <a:pt x="1635527" y="650458"/>
                  </a:lnTo>
                  <a:lnTo>
                    <a:pt x="1677842" y="680279"/>
                  </a:lnTo>
                  <a:lnTo>
                    <a:pt x="1685457" y="698277"/>
                  </a:lnTo>
                  <a:lnTo>
                    <a:pt x="1662557" y="687056"/>
                  </a:lnTo>
                  <a:lnTo>
                    <a:pt x="1629184" y="660272"/>
                  </a:lnTo>
                  <a:lnTo>
                    <a:pt x="1616849" y="659140"/>
                  </a:lnTo>
                  <a:lnTo>
                    <a:pt x="1645336" y="740606"/>
                  </a:lnTo>
                  <a:lnTo>
                    <a:pt x="1660916" y="769414"/>
                  </a:lnTo>
                  <a:lnTo>
                    <a:pt x="1692408" y="790965"/>
                  </a:lnTo>
                  <a:lnTo>
                    <a:pt x="1718811" y="798223"/>
                  </a:lnTo>
                  <a:lnTo>
                    <a:pt x="1800159" y="785165"/>
                  </a:lnTo>
                  <a:lnTo>
                    <a:pt x="1829052" y="768110"/>
                  </a:lnTo>
                  <a:lnTo>
                    <a:pt x="1837404" y="759480"/>
                  </a:lnTo>
                  <a:lnTo>
                    <a:pt x="1844927" y="763735"/>
                  </a:lnTo>
                  <a:lnTo>
                    <a:pt x="1897807" y="768333"/>
                  </a:lnTo>
                  <a:lnTo>
                    <a:pt x="1912096" y="769573"/>
                  </a:lnTo>
                  <a:lnTo>
                    <a:pt x="1912096" y="920834"/>
                  </a:lnTo>
                  <a:lnTo>
                    <a:pt x="902154" y="920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2453723" y="711003"/>
              <a:ext cx="966136" cy="1884401"/>
            </a:xfrm>
            <a:custGeom>
              <a:avLst/>
              <a:pathLst>
                <a:path w="966136" h="1884401">
                  <a:moveTo>
                    <a:pt x="914400" y="914400"/>
                  </a:moveTo>
                  <a:lnTo>
                    <a:pt x="939070" y="985554"/>
                  </a:lnTo>
                  <a:lnTo>
                    <a:pt x="959554" y="1036153"/>
                  </a:lnTo>
                  <a:lnTo>
                    <a:pt x="966136" y="1069508"/>
                  </a:lnTo>
                  <a:lnTo>
                    <a:pt x="959370" y="1103326"/>
                  </a:lnTo>
                  <a:lnTo>
                    <a:pt x="952382" y="1120639"/>
                  </a:lnTo>
                  <a:lnTo>
                    <a:pt x="952160" y="1143956"/>
                  </a:lnTo>
                  <a:lnTo>
                    <a:pt x="946777" y="1190369"/>
                  </a:lnTo>
                  <a:lnTo>
                    <a:pt x="930901" y="1213824"/>
                  </a:lnTo>
                  <a:lnTo>
                    <a:pt x="910122" y="1239406"/>
                  </a:lnTo>
                  <a:lnTo>
                    <a:pt x="886945" y="1258503"/>
                  </a:lnTo>
                  <a:lnTo>
                    <a:pt x="868563" y="1263874"/>
                  </a:lnTo>
                  <a:lnTo>
                    <a:pt x="852780" y="1266087"/>
                  </a:lnTo>
                  <a:lnTo>
                    <a:pt x="842178" y="1275798"/>
                  </a:lnTo>
                  <a:lnTo>
                    <a:pt x="832572" y="1304332"/>
                  </a:lnTo>
                  <a:lnTo>
                    <a:pt x="823703" y="1334307"/>
                  </a:lnTo>
                  <a:lnTo>
                    <a:pt x="794719" y="1371162"/>
                  </a:lnTo>
                  <a:lnTo>
                    <a:pt x="795493" y="1383997"/>
                  </a:lnTo>
                  <a:lnTo>
                    <a:pt x="806537" y="1427681"/>
                  </a:lnTo>
                  <a:lnTo>
                    <a:pt x="816881" y="1477422"/>
                  </a:lnTo>
                  <a:lnTo>
                    <a:pt x="808141" y="1523920"/>
                  </a:lnTo>
                  <a:lnTo>
                    <a:pt x="800656" y="1572735"/>
                  </a:lnTo>
                  <a:lnTo>
                    <a:pt x="787546" y="1605266"/>
                  </a:lnTo>
                  <a:lnTo>
                    <a:pt x="768813" y="1616882"/>
                  </a:lnTo>
                  <a:lnTo>
                    <a:pt x="755059" y="1611083"/>
                  </a:lnTo>
                  <a:lnTo>
                    <a:pt x="739497" y="1566455"/>
                  </a:lnTo>
                  <a:lnTo>
                    <a:pt x="739147" y="1556194"/>
                  </a:lnTo>
                  <a:lnTo>
                    <a:pt x="735275" y="1542554"/>
                  </a:lnTo>
                  <a:lnTo>
                    <a:pt x="691134" y="1528965"/>
                  </a:lnTo>
                  <a:lnTo>
                    <a:pt x="683335" y="1529462"/>
                  </a:lnTo>
                  <a:lnTo>
                    <a:pt x="665985" y="1521501"/>
                  </a:lnTo>
                  <a:lnTo>
                    <a:pt x="655807" y="1519253"/>
                  </a:lnTo>
                  <a:lnTo>
                    <a:pt x="634935" y="1514655"/>
                  </a:lnTo>
                  <a:lnTo>
                    <a:pt x="617585" y="1475277"/>
                  </a:lnTo>
                  <a:lnTo>
                    <a:pt x="599147" y="1442523"/>
                  </a:lnTo>
                  <a:lnTo>
                    <a:pt x="596529" y="1428831"/>
                  </a:lnTo>
                  <a:lnTo>
                    <a:pt x="597156" y="1367576"/>
                  </a:lnTo>
                  <a:lnTo>
                    <a:pt x="591514" y="1340330"/>
                  </a:lnTo>
                  <a:lnTo>
                    <a:pt x="589781" y="1310629"/>
                  </a:lnTo>
                  <a:lnTo>
                    <a:pt x="578183" y="1334788"/>
                  </a:lnTo>
                  <a:lnTo>
                    <a:pt x="584913" y="1372981"/>
                  </a:lnTo>
                  <a:lnTo>
                    <a:pt x="570605" y="1389007"/>
                  </a:lnTo>
                  <a:lnTo>
                    <a:pt x="552554" y="1396797"/>
                  </a:lnTo>
                  <a:lnTo>
                    <a:pt x="554251" y="1419171"/>
                  </a:lnTo>
                  <a:lnTo>
                    <a:pt x="561663" y="1423409"/>
                  </a:lnTo>
                  <a:lnTo>
                    <a:pt x="563212" y="1446641"/>
                  </a:lnTo>
                  <a:lnTo>
                    <a:pt x="558823" y="1481025"/>
                  </a:lnTo>
                  <a:lnTo>
                    <a:pt x="523293" y="1557481"/>
                  </a:lnTo>
                  <a:lnTo>
                    <a:pt x="516121" y="1565700"/>
                  </a:lnTo>
                  <a:lnTo>
                    <a:pt x="511253" y="1576029"/>
                  </a:lnTo>
                  <a:lnTo>
                    <a:pt x="493073" y="1569166"/>
                  </a:lnTo>
                  <a:lnTo>
                    <a:pt x="469749" y="1590459"/>
                  </a:lnTo>
                  <a:lnTo>
                    <a:pt x="447661" y="1593873"/>
                  </a:lnTo>
                  <a:lnTo>
                    <a:pt x="439659" y="1569783"/>
                  </a:lnTo>
                  <a:lnTo>
                    <a:pt x="408499" y="1537904"/>
                  </a:lnTo>
                  <a:lnTo>
                    <a:pt x="393785" y="1539688"/>
                  </a:lnTo>
                  <a:lnTo>
                    <a:pt x="406987" y="1555422"/>
                  </a:lnTo>
                  <a:lnTo>
                    <a:pt x="420004" y="1575875"/>
                  </a:lnTo>
                  <a:lnTo>
                    <a:pt x="412610" y="1589412"/>
                  </a:lnTo>
                  <a:lnTo>
                    <a:pt x="405346" y="1598249"/>
                  </a:lnTo>
                  <a:lnTo>
                    <a:pt x="392623" y="1602830"/>
                  </a:lnTo>
                  <a:lnTo>
                    <a:pt x="347100" y="1629596"/>
                  </a:lnTo>
                  <a:lnTo>
                    <a:pt x="363307" y="1647578"/>
                  </a:lnTo>
                  <a:lnTo>
                    <a:pt x="349552" y="1667996"/>
                  </a:lnTo>
                  <a:lnTo>
                    <a:pt x="333640" y="1670998"/>
                  </a:lnTo>
                  <a:lnTo>
                    <a:pt x="325159" y="1680538"/>
                  </a:lnTo>
                  <a:lnTo>
                    <a:pt x="322209" y="1693493"/>
                  </a:lnTo>
                  <a:lnTo>
                    <a:pt x="275063" y="1730399"/>
                  </a:lnTo>
                  <a:lnTo>
                    <a:pt x="198214" y="1825060"/>
                  </a:lnTo>
                  <a:lnTo>
                    <a:pt x="158719" y="1851809"/>
                  </a:lnTo>
                  <a:lnTo>
                    <a:pt x="131136" y="1879623"/>
                  </a:lnTo>
                  <a:lnTo>
                    <a:pt x="106835" y="1878936"/>
                  </a:lnTo>
                  <a:lnTo>
                    <a:pt x="99773" y="1884401"/>
                  </a:lnTo>
                  <a:lnTo>
                    <a:pt x="99773" y="876497"/>
                  </a:lnTo>
                  <a:lnTo>
                    <a:pt x="910622" y="8764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809685" y="3132768"/>
              <a:ext cx="1322376" cy="914502"/>
            </a:xfrm>
            <a:custGeom>
              <a:avLst/>
              <a:pathLst>
                <a:path w="1322376" h="914502">
                  <a:moveTo>
                    <a:pt x="914400" y="914400"/>
                  </a:moveTo>
                  <a:lnTo>
                    <a:pt x="914990" y="822862"/>
                  </a:lnTo>
                  <a:lnTo>
                    <a:pt x="904591" y="809238"/>
                  </a:lnTo>
                  <a:lnTo>
                    <a:pt x="891149" y="804503"/>
                  </a:lnTo>
                  <a:lnTo>
                    <a:pt x="882778" y="810765"/>
                  </a:lnTo>
                  <a:lnTo>
                    <a:pt x="865576" y="810851"/>
                  </a:lnTo>
                  <a:lnTo>
                    <a:pt x="861962" y="790124"/>
                  </a:lnTo>
                  <a:lnTo>
                    <a:pt x="866166" y="774768"/>
                  </a:lnTo>
                  <a:lnTo>
                    <a:pt x="900737" y="764267"/>
                  </a:lnTo>
                  <a:lnTo>
                    <a:pt x="923526" y="750197"/>
                  </a:lnTo>
                  <a:lnTo>
                    <a:pt x="924540" y="725336"/>
                  </a:lnTo>
                  <a:lnTo>
                    <a:pt x="910140" y="705793"/>
                  </a:lnTo>
                  <a:lnTo>
                    <a:pt x="892901" y="669950"/>
                  </a:lnTo>
                  <a:lnTo>
                    <a:pt x="872638" y="636251"/>
                  </a:lnTo>
                  <a:lnTo>
                    <a:pt x="870443" y="597080"/>
                  </a:lnTo>
                  <a:lnTo>
                    <a:pt x="905660" y="597852"/>
                  </a:lnTo>
                  <a:lnTo>
                    <a:pt x="914289" y="599327"/>
                  </a:lnTo>
                  <a:lnTo>
                    <a:pt x="967704" y="617686"/>
                  </a:lnTo>
                  <a:lnTo>
                    <a:pt x="980758" y="630572"/>
                  </a:lnTo>
                  <a:lnTo>
                    <a:pt x="997186" y="631172"/>
                  </a:lnTo>
                  <a:lnTo>
                    <a:pt x="1026779" y="619179"/>
                  </a:lnTo>
                  <a:lnTo>
                    <a:pt x="1048886" y="613912"/>
                  </a:lnTo>
                  <a:lnTo>
                    <a:pt x="1057460" y="621307"/>
                  </a:lnTo>
                  <a:lnTo>
                    <a:pt x="1069500" y="624412"/>
                  </a:lnTo>
                  <a:lnTo>
                    <a:pt x="1072284" y="624412"/>
                  </a:lnTo>
                  <a:lnTo>
                    <a:pt x="1073445" y="630864"/>
                  </a:lnTo>
                  <a:lnTo>
                    <a:pt x="1101084" y="640198"/>
                  </a:lnTo>
                  <a:lnTo>
                    <a:pt x="1112700" y="655074"/>
                  </a:lnTo>
                  <a:lnTo>
                    <a:pt x="1125606" y="677688"/>
                  </a:lnTo>
                  <a:lnTo>
                    <a:pt x="1126860" y="710237"/>
                  </a:lnTo>
                  <a:lnTo>
                    <a:pt x="1110340" y="733657"/>
                  </a:lnTo>
                  <a:lnTo>
                    <a:pt x="1096622" y="748482"/>
                  </a:lnTo>
                  <a:lnTo>
                    <a:pt x="1148506" y="742871"/>
                  </a:lnTo>
                  <a:lnTo>
                    <a:pt x="1153669" y="756306"/>
                  </a:lnTo>
                  <a:lnTo>
                    <a:pt x="1161524" y="770804"/>
                  </a:lnTo>
                  <a:lnTo>
                    <a:pt x="1189476" y="760475"/>
                  </a:lnTo>
                  <a:lnTo>
                    <a:pt x="1259540" y="803370"/>
                  </a:lnTo>
                  <a:lnTo>
                    <a:pt x="1301910" y="782489"/>
                  </a:lnTo>
                  <a:lnTo>
                    <a:pt x="1312752" y="781271"/>
                  </a:lnTo>
                  <a:lnTo>
                    <a:pt x="1322376" y="815930"/>
                  </a:lnTo>
                  <a:lnTo>
                    <a:pt x="1311848" y="850846"/>
                  </a:lnTo>
                  <a:lnTo>
                    <a:pt x="1274493" y="888096"/>
                  </a:lnTo>
                  <a:lnTo>
                    <a:pt x="1282772" y="911054"/>
                  </a:lnTo>
                  <a:lnTo>
                    <a:pt x="1290845" y="9145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2225203" y="3129645"/>
              <a:ext cx="922329" cy="917625"/>
            </a:xfrm>
            <a:custGeom>
              <a:avLst/>
              <a:pathLst>
                <a:path w="922329" h="917625">
                  <a:moveTo>
                    <a:pt x="914400" y="914399"/>
                  </a:moveTo>
                  <a:lnTo>
                    <a:pt x="922329" y="917625"/>
                  </a:lnTo>
                  <a:lnTo>
                    <a:pt x="891087" y="917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2337785" y="3092978"/>
              <a:ext cx="1315922" cy="954292"/>
            </a:xfrm>
            <a:custGeom>
              <a:avLst/>
              <a:pathLst>
                <a:path w="1315922" h="954292">
                  <a:moveTo>
                    <a:pt x="914400" y="914399"/>
                  </a:moveTo>
                  <a:lnTo>
                    <a:pt x="932469" y="903178"/>
                  </a:lnTo>
                  <a:lnTo>
                    <a:pt x="991950" y="895148"/>
                  </a:lnTo>
                  <a:lnTo>
                    <a:pt x="1002773" y="874919"/>
                  </a:lnTo>
                  <a:lnTo>
                    <a:pt x="1026871" y="854570"/>
                  </a:lnTo>
                  <a:lnTo>
                    <a:pt x="1042396" y="832350"/>
                  </a:lnTo>
                  <a:lnTo>
                    <a:pt x="1079567" y="790056"/>
                  </a:lnTo>
                  <a:lnTo>
                    <a:pt x="1118028" y="797674"/>
                  </a:lnTo>
                  <a:lnTo>
                    <a:pt x="1140486" y="805772"/>
                  </a:lnTo>
                  <a:lnTo>
                    <a:pt x="1165137" y="809856"/>
                  </a:lnTo>
                  <a:lnTo>
                    <a:pt x="1187576" y="854947"/>
                  </a:lnTo>
                  <a:lnTo>
                    <a:pt x="1244328" y="904791"/>
                  </a:lnTo>
                  <a:lnTo>
                    <a:pt x="1296471" y="900450"/>
                  </a:lnTo>
                  <a:lnTo>
                    <a:pt x="1314983" y="947600"/>
                  </a:lnTo>
                  <a:lnTo>
                    <a:pt x="1315922" y="954292"/>
                  </a:lnTo>
                  <a:lnTo>
                    <a:pt x="879902" y="954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2721738" y="3022030"/>
              <a:ext cx="914400" cy="938850"/>
            </a:xfrm>
            <a:custGeom>
              <a:avLst/>
              <a:pathLst>
                <a:path w="914400" h="938850">
                  <a:moveTo>
                    <a:pt x="914400" y="914399"/>
                  </a:moveTo>
                  <a:lnTo>
                    <a:pt x="909329" y="926444"/>
                  </a:lnTo>
                  <a:lnTo>
                    <a:pt x="888107" y="906404"/>
                  </a:lnTo>
                  <a:lnTo>
                    <a:pt x="866793" y="906678"/>
                  </a:lnTo>
                  <a:lnTo>
                    <a:pt x="854052" y="937546"/>
                  </a:lnTo>
                  <a:lnTo>
                    <a:pt x="844575" y="938850"/>
                  </a:lnTo>
                  <a:lnTo>
                    <a:pt x="811663" y="910813"/>
                  </a:lnTo>
                  <a:lnTo>
                    <a:pt x="806390" y="897139"/>
                  </a:lnTo>
                  <a:lnTo>
                    <a:pt x="805302" y="885763"/>
                  </a:lnTo>
                  <a:lnTo>
                    <a:pt x="810004" y="846385"/>
                  </a:lnTo>
                  <a:lnTo>
                    <a:pt x="809137" y="833997"/>
                  </a:lnTo>
                  <a:lnTo>
                    <a:pt x="819481" y="820459"/>
                  </a:lnTo>
                  <a:lnTo>
                    <a:pt x="821085" y="800899"/>
                  </a:lnTo>
                  <a:lnTo>
                    <a:pt x="839375" y="780275"/>
                  </a:lnTo>
                  <a:lnTo>
                    <a:pt x="855601" y="779503"/>
                  </a:lnTo>
                  <a:lnTo>
                    <a:pt x="860763" y="796970"/>
                  </a:lnTo>
                  <a:lnTo>
                    <a:pt x="868526" y="808998"/>
                  </a:lnTo>
                  <a:lnTo>
                    <a:pt x="895869" y="822484"/>
                  </a:lnTo>
                  <a:lnTo>
                    <a:pt x="899944" y="828610"/>
                  </a:lnTo>
                  <a:lnTo>
                    <a:pt x="902415" y="837086"/>
                  </a:lnTo>
                  <a:lnTo>
                    <a:pt x="889693" y="853695"/>
                  </a:lnTo>
                  <a:lnTo>
                    <a:pt x="885378" y="862205"/>
                  </a:lnTo>
                  <a:lnTo>
                    <a:pt x="889416" y="875845"/>
                  </a:lnTo>
                  <a:lnTo>
                    <a:pt x="909679" y="890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2747846" y="3120122"/>
              <a:ext cx="959190" cy="927148"/>
            </a:xfrm>
            <a:custGeom>
              <a:avLst/>
              <a:pathLst>
                <a:path w="959190" h="927148">
                  <a:moveTo>
                    <a:pt x="914399" y="914400"/>
                  </a:moveTo>
                  <a:lnTo>
                    <a:pt x="905844" y="906215"/>
                  </a:lnTo>
                  <a:lnTo>
                    <a:pt x="904572" y="894531"/>
                  </a:lnTo>
                  <a:lnTo>
                    <a:pt x="905955" y="882434"/>
                  </a:lnTo>
                  <a:lnTo>
                    <a:pt x="945818" y="915000"/>
                  </a:lnTo>
                  <a:lnTo>
                    <a:pt x="959190" y="927148"/>
                  </a:lnTo>
                  <a:lnTo>
                    <a:pt x="922903" y="927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2229923" y="2986685"/>
              <a:ext cx="943384" cy="914400"/>
            </a:xfrm>
            <a:custGeom>
              <a:avLst/>
              <a:pathLst>
                <a:path w="943384" h="914400">
                  <a:moveTo>
                    <a:pt x="914400" y="914400"/>
                  </a:moveTo>
                  <a:lnTo>
                    <a:pt x="903337" y="900347"/>
                  </a:lnTo>
                  <a:lnTo>
                    <a:pt x="892200" y="896778"/>
                  </a:lnTo>
                  <a:lnTo>
                    <a:pt x="898193" y="879449"/>
                  </a:lnTo>
                  <a:lnTo>
                    <a:pt x="906029" y="873152"/>
                  </a:lnTo>
                  <a:lnTo>
                    <a:pt x="934091" y="884442"/>
                  </a:lnTo>
                  <a:lnTo>
                    <a:pt x="942905" y="906541"/>
                  </a:lnTo>
                  <a:lnTo>
                    <a:pt x="943384" y="913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692844" y="2863319"/>
              <a:ext cx="979522" cy="914400"/>
            </a:xfrm>
            <a:custGeom>
              <a:avLst/>
              <a:pathLst>
                <a:path w="979522" h="914400">
                  <a:moveTo>
                    <a:pt x="914400" y="914400"/>
                  </a:moveTo>
                  <a:lnTo>
                    <a:pt x="916483" y="864779"/>
                  </a:lnTo>
                  <a:lnTo>
                    <a:pt x="937152" y="811915"/>
                  </a:lnTo>
                  <a:lnTo>
                    <a:pt x="945892" y="813099"/>
                  </a:lnTo>
                  <a:lnTo>
                    <a:pt x="936949" y="827374"/>
                  </a:lnTo>
                  <a:lnTo>
                    <a:pt x="934368" y="837377"/>
                  </a:lnTo>
                  <a:lnTo>
                    <a:pt x="930736" y="857366"/>
                  </a:lnTo>
                  <a:lnTo>
                    <a:pt x="932377" y="867747"/>
                  </a:lnTo>
                  <a:lnTo>
                    <a:pt x="979522" y="870595"/>
                  </a:lnTo>
                  <a:lnTo>
                    <a:pt x="974046" y="879860"/>
                  </a:lnTo>
                  <a:lnTo>
                    <a:pt x="926237" y="886106"/>
                  </a:lnTo>
                  <a:lnTo>
                    <a:pt x="918751" y="907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742737" y="2891046"/>
              <a:ext cx="921756" cy="914399"/>
            </a:xfrm>
            <a:custGeom>
              <a:avLst/>
              <a:pathLst>
                <a:path w="921756" h="914399">
                  <a:moveTo>
                    <a:pt x="914400" y="914399"/>
                  </a:moveTo>
                  <a:lnTo>
                    <a:pt x="896441" y="913387"/>
                  </a:lnTo>
                  <a:lnTo>
                    <a:pt x="886355" y="905289"/>
                  </a:lnTo>
                  <a:lnTo>
                    <a:pt x="889619" y="896658"/>
                  </a:lnTo>
                  <a:lnTo>
                    <a:pt x="899151" y="890069"/>
                  </a:lnTo>
                  <a:lnTo>
                    <a:pt x="907043" y="889057"/>
                  </a:lnTo>
                  <a:lnTo>
                    <a:pt x="919027" y="893124"/>
                  </a:lnTo>
                  <a:lnTo>
                    <a:pt x="921756" y="905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3904755" y="901131"/>
              <a:ext cx="914400" cy="1009042"/>
            </a:xfrm>
            <a:custGeom>
              <a:avLst/>
              <a:pathLst>
                <a:path w="914400" h="1009042">
                  <a:moveTo>
                    <a:pt x="914400" y="914400"/>
                  </a:moveTo>
                  <a:lnTo>
                    <a:pt x="914400" y="1005493"/>
                  </a:lnTo>
                  <a:lnTo>
                    <a:pt x="876602" y="1009042"/>
                  </a:lnTo>
                  <a:lnTo>
                    <a:pt x="866442" y="1002985"/>
                  </a:lnTo>
                  <a:lnTo>
                    <a:pt x="852522" y="955887"/>
                  </a:lnTo>
                  <a:lnTo>
                    <a:pt x="855287" y="943722"/>
                  </a:lnTo>
                  <a:lnTo>
                    <a:pt x="864654" y="938540"/>
                  </a:lnTo>
                  <a:lnTo>
                    <a:pt x="872674" y="937425"/>
                  </a:lnTo>
                  <a:lnTo>
                    <a:pt x="873854" y="962784"/>
                  </a:lnTo>
                  <a:lnTo>
                    <a:pt x="885636" y="960262"/>
                  </a:lnTo>
                  <a:lnTo>
                    <a:pt x="889324" y="943550"/>
                  </a:lnTo>
                  <a:lnTo>
                    <a:pt x="890154" y="931780"/>
                  </a:lnTo>
                  <a:lnTo>
                    <a:pt x="886964" y="925843"/>
                  </a:lnTo>
                  <a:lnTo>
                    <a:pt x="878962" y="921245"/>
                  </a:lnTo>
                  <a:lnTo>
                    <a:pt x="874334" y="913352"/>
                  </a:lnTo>
                  <a:lnTo>
                    <a:pt x="880990" y="900655"/>
                  </a:lnTo>
                  <a:lnTo>
                    <a:pt x="893306" y="895165"/>
                  </a:lnTo>
                  <a:lnTo>
                    <a:pt x="903927" y="912134"/>
                  </a:lnTo>
                  <a:lnTo>
                    <a:pt x="912427" y="91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3841973" y="966605"/>
              <a:ext cx="914400" cy="924832"/>
            </a:xfrm>
            <a:custGeom>
              <a:avLst/>
              <a:pathLst>
                <a:path w="914400" h="924832">
                  <a:moveTo>
                    <a:pt x="914400" y="914400"/>
                  </a:moveTo>
                  <a:lnTo>
                    <a:pt x="907172" y="912426"/>
                  </a:lnTo>
                  <a:lnTo>
                    <a:pt x="901622" y="915120"/>
                  </a:lnTo>
                  <a:lnTo>
                    <a:pt x="897861" y="924832"/>
                  </a:lnTo>
                  <a:lnTo>
                    <a:pt x="889674" y="921348"/>
                  </a:lnTo>
                  <a:lnTo>
                    <a:pt x="886374" y="907433"/>
                  </a:lnTo>
                  <a:lnTo>
                    <a:pt x="892477" y="886604"/>
                  </a:lnTo>
                  <a:lnTo>
                    <a:pt x="907098" y="885814"/>
                  </a:lnTo>
                  <a:lnTo>
                    <a:pt x="913422" y="9065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2502160" y="2540783"/>
              <a:ext cx="921424" cy="1234997"/>
            </a:xfrm>
            <a:custGeom>
              <a:avLst/>
              <a:pathLst>
                <a:path w="921424" h="1234997">
                  <a:moveTo>
                    <a:pt x="914400" y="914399"/>
                  </a:moveTo>
                  <a:lnTo>
                    <a:pt x="909495" y="924643"/>
                  </a:lnTo>
                  <a:lnTo>
                    <a:pt x="902286" y="931386"/>
                  </a:lnTo>
                  <a:lnTo>
                    <a:pt x="883424" y="938541"/>
                  </a:lnTo>
                  <a:lnTo>
                    <a:pt x="867088" y="948527"/>
                  </a:lnTo>
                  <a:lnTo>
                    <a:pt x="852522" y="966079"/>
                  </a:lnTo>
                  <a:lnTo>
                    <a:pt x="847156" y="991164"/>
                  </a:lnTo>
                  <a:lnTo>
                    <a:pt x="858551" y="1009523"/>
                  </a:lnTo>
                  <a:lnTo>
                    <a:pt x="879275" y="1019578"/>
                  </a:lnTo>
                  <a:lnTo>
                    <a:pt x="884548" y="1054529"/>
                  </a:lnTo>
                  <a:lnTo>
                    <a:pt x="867438" y="1071773"/>
                  </a:lnTo>
                  <a:lnTo>
                    <a:pt x="823537" y="1088982"/>
                  </a:lnTo>
                  <a:lnTo>
                    <a:pt x="818928" y="1130522"/>
                  </a:lnTo>
                  <a:lnTo>
                    <a:pt x="820347" y="1163259"/>
                  </a:lnTo>
                  <a:lnTo>
                    <a:pt x="819555" y="1187057"/>
                  </a:lnTo>
                  <a:lnTo>
                    <a:pt x="816070" y="1219983"/>
                  </a:lnTo>
                  <a:lnTo>
                    <a:pt x="780558" y="1234997"/>
                  </a:lnTo>
                  <a:lnTo>
                    <a:pt x="757640" y="1184844"/>
                  </a:lnTo>
                  <a:lnTo>
                    <a:pt x="757437" y="1164769"/>
                  </a:lnTo>
                  <a:lnTo>
                    <a:pt x="750597" y="1141331"/>
                  </a:lnTo>
                  <a:lnTo>
                    <a:pt x="749306" y="1121359"/>
                  </a:lnTo>
                  <a:lnTo>
                    <a:pt x="741193" y="1089411"/>
                  </a:lnTo>
                  <a:lnTo>
                    <a:pt x="707599" y="1080763"/>
                  </a:lnTo>
                  <a:lnTo>
                    <a:pt x="694564" y="1079631"/>
                  </a:lnTo>
                  <a:lnTo>
                    <a:pt x="676328" y="1085568"/>
                  </a:lnTo>
                  <a:lnTo>
                    <a:pt x="671811" y="1083251"/>
                  </a:lnTo>
                  <a:lnTo>
                    <a:pt x="649981" y="1039619"/>
                  </a:lnTo>
                  <a:lnTo>
                    <a:pt x="653576" y="991473"/>
                  </a:lnTo>
                  <a:lnTo>
                    <a:pt x="641923" y="967177"/>
                  </a:lnTo>
                  <a:lnTo>
                    <a:pt x="640319" y="956179"/>
                  </a:lnTo>
                  <a:lnTo>
                    <a:pt x="640596" y="943997"/>
                  </a:lnTo>
                  <a:lnTo>
                    <a:pt x="631026" y="933960"/>
                  </a:lnTo>
                  <a:lnTo>
                    <a:pt x="619410" y="928641"/>
                  </a:lnTo>
                  <a:lnTo>
                    <a:pt x="613768" y="901548"/>
                  </a:lnTo>
                  <a:lnTo>
                    <a:pt x="627118" y="894977"/>
                  </a:lnTo>
                  <a:lnTo>
                    <a:pt x="660121" y="898151"/>
                  </a:lnTo>
                  <a:lnTo>
                    <a:pt x="669765" y="896298"/>
                  </a:lnTo>
                  <a:lnTo>
                    <a:pt x="678596" y="890653"/>
                  </a:lnTo>
                  <a:lnTo>
                    <a:pt x="705295" y="846111"/>
                  </a:lnTo>
                  <a:lnTo>
                    <a:pt x="704520" y="836296"/>
                  </a:lnTo>
                  <a:lnTo>
                    <a:pt x="707378" y="823565"/>
                  </a:lnTo>
                  <a:lnTo>
                    <a:pt x="736270" y="818847"/>
                  </a:lnTo>
                  <a:lnTo>
                    <a:pt x="749140" y="836056"/>
                  </a:lnTo>
                  <a:lnTo>
                    <a:pt x="746559" y="863612"/>
                  </a:lnTo>
                  <a:lnTo>
                    <a:pt x="748200" y="898923"/>
                  </a:lnTo>
                  <a:lnTo>
                    <a:pt x="765697" y="908531"/>
                  </a:lnTo>
                  <a:lnTo>
                    <a:pt x="772519" y="909938"/>
                  </a:lnTo>
                  <a:lnTo>
                    <a:pt x="779802" y="883858"/>
                  </a:lnTo>
                  <a:lnTo>
                    <a:pt x="784910" y="871179"/>
                  </a:lnTo>
                  <a:lnTo>
                    <a:pt x="791842" y="864109"/>
                  </a:lnTo>
                  <a:lnTo>
                    <a:pt x="794202" y="840277"/>
                  </a:lnTo>
                  <a:lnTo>
                    <a:pt x="790091" y="825727"/>
                  </a:lnTo>
                  <a:lnTo>
                    <a:pt x="781333" y="814883"/>
                  </a:lnTo>
                  <a:lnTo>
                    <a:pt x="814042" y="785371"/>
                  </a:lnTo>
                  <a:lnTo>
                    <a:pt x="847894" y="762002"/>
                  </a:lnTo>
                  <a:lnTo>
                    <a:pt x="867585" y="760784"/>
                  </a:lnTo>
                  <a:lnTo>
                    <a:pt x="887406" y="766498"/>
                  </a:lnTo>
                  <a:lnTo>
                    <a:pt x="905826" y="774390"/>
                  </a:lnTo>
                  <a:lnTo>
                    <a:pt x="915819" y="781185"/>
                  </a:lnTo>
                  <a:lnTo>
                    <a:pt x="921424" y="792097"/>
                  </a:lnTo>
                  <a:lnTo>
                    <a:pt x="909071" y="818109"/>
                  </a:lnTo>
                  <a:lnTo>
                    <a:pt x="905641" y="832350"/>
                  </a:lnTo>
                  <a:lnTo>
                    <a:pt x="913939" y="8792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964785" y="2734135"/>
              <a:ext cx="1141187" cy="1029805"/>
            </a:xfrm>
            <a:custGeom>
              <a:avLst/>
              <a:pathLst>
                <a:path w="1141187" h="1029805">
                  <a:moveTo>
                    <a:pt x="914400" y="1023045"/>
                  </a:moveTo>
                  <a:lnTo>
                    <a:pt x="902360" y="1019939"/>
                  </a:lnTo>
                  <a:lnTo>
                    <a:pt x="893786" y="1012544"/>
                  </a:lnTo>
                  <a:lnTo>
                    <a:pt x="871679" y="1017812"/>
                  </a:lnTo>
                  <a:lnTo>
                    <a:pt x="842086" y="1029805"/>
                  </a:lnTo>
                  <a:lnTo>
                    <a:pt x="825658" y="1029205"/>
                  </a:lnTo>
                  <a:lnTo>
                    <a:pt x="812603" y="1016319"/>
                  </a:lnTo>
                  <a:lnTo>
                    <a:pt x="759189" y="997960"/>
                  </a:lnTo>
                  <a:lnTo>
                    <a:pt x="750560" y="996484"/>
                  </a:lnTo>
                  <a:lnTo>
                    <a:pt x="715269" y="995678"/>
                  </a:lnTo>
                  <a:lnTo>
                    <a:pt x="713592" y="966681"/>
                  </a:lnTo>
                  <a:lnTo>
                    <a:pt x="709222" y="945731"/>
                  </a:lnTo>
                  <a:lnTo>
                    <a:pt x="696887" y="914555"/>
                  </a:lnTo>
                  <a:lnTo>
                    <a:pt x="715177" y="907040"/>
                  </a:lnTo>
                  <a:lnTo>
                    <a:pt x="711637" y="846283"/>
                  </a:lnTo>
                  <a:lnTo>
                    <a:pt x="704999" y="814781"/>
                  </a:lnTo>
                  <a:lnTo>
                    <a:pt x="653908" y="782421"/>
                  </a:lnTo>
                  <a:lnTo>
                    <a:pt x="613658" y="750971"/>
                  </a:lnTo>
                  <a:lnTo>
                    <a:pt x="622951" y="645071"/>
                  </a:lnTo>
                  <a:lnTo>
                    <a:pt x="626915" y="616538"/>
                  </a:lnTo>
                  <a:lnTo>
                    <a:pt x="611648" y="561186"/>
                  </a:lnTo>
                  <a:lnTo>
                    <a:pt x="613234" y="497478"/>
                  </a:lnTo>
                  <a:lnTo>
                    <a:pt x="619669" y="397087"/>
                  </a:lnTo>
                  <a:lnTo>
                    <a:pt x="632465" y="393158"/>
                  </a:lnTo>
                  <a:lnTo>
                    <a:pt x="641849" y="393638"/>
                  </a:lnTo>
                  <a:lnTo>
                    <a:pt x="678043" y="411654"/>
                  </a:lnTo>
                  <a:lnTo>
                    <a:pt x="693107" y="413456"/>
                  </a:lnTo>
                  <a:lnTo>
                    <a:pt x="703432" y="429550"/>
                  </a:lnTo>
                  <a:lnTo>
                    <a:pt x="715528" y="436173"/>
                  </a:lnTo>
                  <a:lnTo>
                    <a:pt x="724286" y="419084"/>
                  </a:lnTo>
                  <a:lnTo>
                    <a:pt x="727697" y="389863"/>
                  </a:lnTo>
                  <a:lnTo>
                    <a:pt x="756386" y="352047"/>
                  </a:lnTo>
                  <a:lnTo>
                    <a:pt x="776483" y="338081"/>
                  </a:lnTo>
                  <a:lnTo>
                    <a:pt x="790183" y="331389"/>
                  </a:lnTo>
                  <a:lnTo>
                    <a:pt x="804011" y="346642"/>
                  </a:lnTo>
                  <a:lnTo>
                    <a:pt x="814595" y="363783"/>
                  </a:lnTo>
                  <a:lnTo>
                    <a:pt x="817102" y="326276"/>
                  </a:lnTo>
                  <a:lnTo>
                    <a:pt x="825639" y="254830"/>
                  </a:lnTo>
                  <a:lnTo>
                    <a:pt x="798369" y="243609"/>
                  </a:lnTo>
                  <a:lnTo>
                    <a:pt x="776152" y="253286"/>
                  </a:lnTo>
                  <a:lnTo>
                    <a:pt x="754118" y="298566"/>
                  </a:lnTo>
                  <a:lnTo>
                    <a:pt x="734463" y="355479"/>
                  </a:lnTo>
                  <a:lnTo>
                    <a:pt x="702584" y="360712"/>
                  </a:lnTo>
                  <a:lnTo>
                    <a:pt x="677140" y="376823"/>
                  </a:lnTo>
                  <a:lnTo>
                    <a:pt x="654166" y="360111"/>
                  </a:lnTo>
                  <a:lnTo>
                    <a:pt x="639360" y="345390"/>
                  </a:lnTo>
                  <a:lnTo>
                    <a:pt x="638992" y="323839"/>
                  </a:lnTo>
                  <a:lnTo>
                    <a:pt x="642347" y="310834"/>
                  </a:lnTo>
                  <a:lnTo>
                    <a:pt x="669340" y="264421"/>
                  </a:lnTo>
                  <a:lnTo>
                    <a:pt x="705497" y="219845"/>
                  </a:lnTo>
                  <a:lnTo>
                    <a:pt x="741931" y="220274"/>
                  </a:lnTo>
                  <a:lnTo>
                    <a:pt x="768500" y="206033"/>
                  </a:lnTo>
                  <a:lnTo>
                    <a:pt x="784375" y="204334"/>
                  </a:lnTo>
                  <a:lnTo>
                    <a:pt x="833936" y="207457"/>
                  </a:lnTo>
                  <a:lnTo>
                    <a:pt x="859381" y="197694"/>
                  </a:lnTo>
                  <a:lnTo>
                    <a:pt x="882170" y="177259"/>
                  </a:lnTo>
                  <a:lnTo>
                    <a:pt x="931418" y="90834"/>
                  </a:lnTo>
                  <a:lnTo>
                    <a:pt x="959204" y="54802"/>
                  </a:lnTo>
                  <a:lnTo>
                    <a:pt x="1015237" y="42122"/>
                  </a:lnTo>
                  <a:lnTo>
                    <a:pt x="1067011" y="531"/>
                  </a:lnTo>
                  <a:lnTo>
                    <a:pt x="1081484" y="0"/>
                  </a:lnTo>
                  <a:lnTo>
                    <a:pt x="1057128" y="31004"/>
                  </a:lnTo>
                  <a:lnTo>
                    <a:pt x="1053219" y="42997"/>
                  </a:lnTo>
                  <a:lnTo>
                    <a:pt x="1050269" y="61391"/>
                  </a:lnTo>
                  <a:lnTo>
                    <a:pt x="1067730" y="101335"/>
                  </a:lnTo>
                  <a:lnTo>
                    <a:pt x="1064042" y="125647"/>
                  </a:lnTo>
                  <a:lnTo>
                    <a:pt x="1065277" y="173484"/>
                  </a:lnTo>
                  <a:lnTo>
                    <a:pt x="1048812" y="198415"/>
                  </a:lnTo>
                  <a:lnTo>
                    <a:pt x="1030227" y="251450"/>
                  </a:lnTo>
                  <a:lnTo>
                    <a:pt x="1022225" y="259257"/>
                  </a:lnTo>
                  <a:lnTo>
                    <a:pt x="1020510" y="321163"/>
                  </a:lnTo>
                  <a:lnTo>
                    <a:pt x="1022335" y="335936"/>
                  </a:lnTo>
                  <a:lnTo>
                    <a:pt x="1019699" y="392300"/>
                  </a:lnTo>
                  <a:lnTo>
                    <a:pt x="1038745" y="415377"/>
                  </a:lnTo>
                  <a:lnTo>
                    <a:pt x="1058879" y="427439"/>
                  </a:lnTo>
                  <a:lnTo>
                    <a:pt x="1126030" y="427011"/>
                  </a:lnTo>
                  <a:lnTo>
                    <a:pt x="1133000" y="437151"/>
                  </a:lnTo>
                  <a:lnTo>
                    <a:pt x="1141187" y="454583"/>
                  </a:lnTo>
                  <a:lnTo>
                    <a:pt x="1135194" y="484181"/>
                  </a:lnTo>
                  <a:lnTo>
                    <a:pt x="1128022" y="506504"/>
                  </a:lnTo>
                  <a:lnTo>
                    <a:pt x="1108570" y="525309"/>
                  </a:lnTo>
                  <a:lnTo>
                    <a:pt x="1083605" y="539327"/>
                  </a:lnTo>
                  <a:lnTo>
                    <a:pt x="1068080" y="539944"/>
                  </a:lnTo>
                  <a:lnTo>
                    <a:pt x="1046932" y="513298"/>
                  </a:lnTo>
                  <a:lnTo>
                    <a:pt x="1036883" y="521946"/>
                  </a:lnTo>
                  <a:lnTo>
                    <a:pt x="1026502" y="535535"/>
                  </a:lnTo>
                  <a:lnTo>
                    <a:pt x="1009115" y="608456"/>
                  </a:lnTo>
                  <a:lnTo>
                    <a:pt x="1000874" y="657717"/>
                  </a:lnTo>
                  <a:lnTo>
                    <a:pt x="996412" y="661715"/>
                  </a:lnTo>
                  <a:lnTo>
                    <a:pt x="986584" y="654457"/>
                  </a:lnTo>
                  <a:lnTo>
                    <a:pt x="969603" y="653891"/>
                  </a:lnTo>
                  <a:lnTo>
                    <a:pt x="948141" y="665575"/>
                  </a:lnTo>
                  <a:lnTo>
                    <a:pt x="959148" y="676025"/>
                  </a:lnTo>
                  <a:lnTo>
                    <a:pt x="970783" y="694178"/>
                  </a:lnTo>
                  <a:lnTo>
                    <a:pt x="966136" y="703271"/>
                  </a:lnTo>
                  <a:lnTo>
                    <a:pt x="947256" y="713103"/>
                  </a:lnTo>
                  <a:lnTo>
                    <a:pt x="930514" y="732989"/>
                  </a:lnTo>
                  <a:lnTo>
                    <a:pt x="923508" y="748037"/>
                  </a:lnTo>
                  <a:lnTo>
                    <a:pt x="902396" y="765847"/>
                  </a:lnTo>
                  <a:lnTo>
                    <a:pt x="889121" y="788427"/>
                  </a:lnTo>
                  <a:lnTo>
                    <a:pt x="895630" y="816411"/>
                  </a:lnTo>
                  <a:lnTo>
                    <a:pt x="898395" y="840981"/>
                  </a:lnTo>
                  <a:lnTo>
                    <a:pt x="904203" y="868125"/>
                  </a:lnTo>
                  <a:lnTo>
                    <a:pt x="898967" y="889796"/>
                  </a:lnTo>
                  <a:lnTo>
                    <a:pt x="872822" y="920886"/>
                  </a:lnTo>
                  <a:lnTo>
                    <a:pt x="863179" y="947841"/>
                  </a:lnTo>
                  <a:lnTo>
                    <a:pt x="885581" y="947498"/>
                  </a:lnTo>
                  <a:lnTo>
                    <a:pt x="899373" y="953727"/>
                  </a:lnTo>
                  <a:lnTo>
                    <a:pt x="907448" y="961688"/>
                  </a:lnTo>
                  <a:lnTo>
                    <a:pt x="915782" y="972978"/>
                  </a:lnTo>
                  <a:lnTo>
                    <a:pt x="910675" y="986927"/>
                  </a:lnTo>
                  <a:lnTo>
                    <a:pt x="917184" y="1023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2146381" y="2585531"/>
              <a:ext cx="939401" cy="1093203"/>
            </a:xfrm>
            <a:custGeom>
              <a:avLst/>
              <a:pathLst>
                <a:path w="939401" h="1093203">
                  <a:moveTo>
                    <a:pt x="914400" y="914400"/>
                  </a:moveTo>
                  <a:lnTo>
                    <a:pt x="924079" y="953503"/>
                  </a:lnTo>
                  <a:lnTo>
                    <a:pt x="939401" y="997238"/>
                  </a:lnTo>
                  <a:lnTo>
                    <a:pt x="933003" y="1015546"/>
                  </a:lnTo>
                  <a:lnTo>
                    <a:pt x="937355" y="1039001"/>
                  </a:lnTo>
                  <a:lnTo>
                    <a:pt x="932985" y="1063468"/>
                  </a:lnTo>
                  <a:lnTo>
                    <a:pt x="902507" y="1091916"/>
                  </a:lnTo>
                  <a:lnTo>
                    <a:pt x="868323" y="1093203"/>
                  </a:lnTo>
                  <a:lnTo>
                    <a:pt x="832793" y="1079459"/>
                  </a:lnTo>
                  <a:lnTo>
                    <a:pt x="782605" y="1053002"/>
                  </a:lnTo>
                  <a:lnTo>
                    <a:pt x="778567" y="1038143"/>
                  </a:lnTo>
                  <a:lnTo>
                    <a:pt x="771524" y="1029907"/>
                  </a:lnTo>
                  <a:lnTo>
                    <a:pt x="758101" y="984816"/>
                  </a:lnTo>
                  <a:lnTo>
                    <a:pt x="758414" y="929207"/>
                  </a:lnTo>
                  <a:lnTo>
                    <a:pt x="783637" y="922241"/>
                  </a:lnTo>
                  <a:lnTo>
                    <a:pt x="838749" y="895697"/>
                  </a:lnTo>
                  <a:lnTo>
                    <a:pt x="851489" y="899867"/>
                  </a:lnTo>
                  <a:lnTo>
                    <a:pt x="864783" y="913439"/>
                  </a:lnTo>
                  <a:lnTo>
                    <a:pt x="880086" y="914245"/>
                  </a:lnTo>
                  <a:lnTo>
                    <a:pt x="902304" y="894994"/>
                  </a:lnTo>
                  <a:lnTo>
                    <a:pt x="906526" y="896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2307160" y="2841356"/>
              <a:ext cx="957360" cy="984936"/>
            </a:xfrm>
            <a:custGeom>
              <a:avLst/>
              <a:pathLst>
                <a:path w="957360" h="984936">
                  <a:moveTo>
                    <a:pt x="914400" y="914400"/>
                  </a:moveTo>
                  <a:lnTo>
                    <a:pt x="937004" y="913147"/>
                  </a:lnTo>
                  <a:lnTo>
                    <a:pt x="952382" y="922189"/>
                  </a:lnTo>
                  <a:lnTo>
                    <a:pt x="956051" y="936156"/>
                  </a:lnTo>
                  <a:lnTo>
                    <a:pt x="957360" y="967160"/>
                  </a:lnTo>
                  <a:lnTo>
                    <a:pt x="941208" y="976203"/>
                  </a:lnTo>
                  <a:lnTo>
                    <a:pt x="923379" y="973131"/>
                  </a:lnTo>
                  <a:lnTo>
                    <a:pt x="899114" y="984936"/>
                  </a:lnTo>
                  <a:lnTo>
                    <a:pt x="819462" y="934251"/>
                  </a:lnTo>
                  <a:lnTo>
                    <a:pt x="820624" y="891991"/>
                  </a:lnTo>
                  <a:lnTo>
                    <a:pt x="823814" y="875399"/>
                  </a:lnTo>
                  <a:lnTo>
                    <a:pt x="861556" y="871453"/>
                  </a:lnTo>
                  <a:lnTo>
                    <a:pt x="880990" y="892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2146934" y="2871057"/>
              <a:ext cx="963740" cy="914400"/>
            </a:xfrm>
            <a:custGeom>
              <a:avLst/>
              <a:pathLst>
                <a:path w="963740" h="914400">
                  <a:moveTo>
                    <a:pt x="914400" y="914400"/>
                  </a:moveTo>
                  <a:lnTo>
                    <a:pt x="903023" y="885934"/>
                  </a:lnTo>
                  <a:lnTo>
                    <a:pt x="901548" y="877029"/>
                  </a:lnTo>
                  <a:lnTo>
                    <a:pt x="914916" y="858808"/>
                  </a:lnTo>
                  <a:lnTo>
                    <a:pt x="923563" y="838167"/>
                  </a:lnTo>
                  <a:lnTo>
                    <a:pt x="945928" y="806476"/>
                  </a:lnTo>
                  <a:lnTo>
                    <a:pt x="958817" y="769346"/>
                  </a:lnTo>
                  <a:lnTo>
                    <a:pt x="963740" y="769929"/>
                  </a:lnTo>
                  <a:lnTo>
                    <a:pt x="958024" y="802993"/>
                  </a:lnTo>
                  <a:lnTo>
                    <a:pt x="928652" y="895217"/>
                  </a:lnTo>
                  <a:lnTo>
                    <a:pt x="922770" y="9124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2490802" y="2798736"/>
              <a:ext cx="921609" cy="934920"/>
            </a:xfrm>
            <a:custGeom>
              <a:avLst/>
              <a:pathLst>
                <a:path w="921609" h="934920">
                  <a:moveTo>
                    <a:pt x="914400" y="914400"/>
                  </a:moveTo>
                  <a:lnTo>
                    <a:pt x="885415" y="910556"/>
                  </a:lnTo>
                  <a:lnTo>
                    <a:pt x="852743" y="934920"/>
                  </a:lnTo>
                  <a:lnTo>
                    <a:pt x="840353" y="927217"/>
                  </a:lnTo>
                  <a:lnTo>
                    <a:pt x="845036" y="911654"/>
                  </a:lnTo>
                  <a:lnTo>
                    <a:pt x="848447" y="905992"/>
                  </a:lnTo>
                  <a:lnTo>
                    <a:pt x="859436" y="899386"/>
                  </a:lnTo>
                  <a:lnTo>
                    <a:pt x="866774" y="889726"/>
                  </a:lnTo>
                  <a:lnTo>
                    <a:pt x="869651" y="874610"/>
                  </a:lnTo>
                  <a:lnTo>
                    <a:pt x="876454" y="882760"/>
                  </a:lnTo>
                  <a:lnTo>
                    <a:pt x="896681" y="886175"/>
                  </a:lnTo>
                  <a:lnTo>
                    <a:pt x="906563" y="890996"/>
                  </a:lnTo>
                  <a:lnTo>
                    <a:pt x="914824" y="898082"/>
                  </a:lnTo>
                  <a:lnTo>
                    <a:pt x="921609" y="9091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2502234" y="2586800"/>
              <a:ext cx="932174" cy="914399"/>
            </a:xfrm>
            <a:custGeom>
              <a:avLst/>
              <a:pathLst>
                <a:path w="932174" h="914399">
                  <a:moveTo>
                    <a:pt x="914400" y="914399"/>
                  </a:moveTo>
                  <a:lnTo>
                    <a:pt x="910491" y="913610"/>
                  </a:lnTo>
                  <a:lnTo>
                    <a:pt x="904720" y="893106"/>
                  </a:lnTo>
                  <a:lnTo>
                    <a:pt x="914086" y="880633"/>
                  </a:lnTo>
                  <a:lnTo>
                    <a:pt x="919617" y="870046"/>
                  </a:lnTo>
                  <a:lnTo>
                    <a:pt x="923545" y="870355"/>
                  </a:lnTo>
                  <a:lnTo>
                    <a:pt x="928910" y="881799"/>
                  </a:lnTo>
                  <a:lnTo>
                    <a:pt x="932174" y="899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2095492" y="2838697"/>
              <a:ext cx="930938" cy="914400"/>
            </a:xfrm>
            <a:custGeom>
              <a:avLst/>
              <a:pathLst>
                <a:path w="930938" h="914400">
                  <a:moveTo>
                    <a:pt x="914400" y="914400"/>
                  </a:moveTo>
                  <a:lnTo>
                    <a:pt x="899907" y="906747"/>
                  </a:lnTo>
                  <a:lnTo>
                    <a:pt x="876325" y="877922"/>
                  </a:lnTo>
                  <a:lnTo>
                    <a:pt x="873357" y="870269"/>
                  </a:lnTo>
                  <a:lnTo>
                    <a:pt x="885747" y="875159"/>
                  </a:lnTo>
                  <a:lnTo>
                    <a:pt x="901124" y="890224"/>
                  </a:lnTo>
                  <a:lnTo>
                    <a:pt x="913717" y="893432"/>
                  </a:lnTo>
                  <a:lnTo>
                    <a:pt x="930938" y="906181"/>
                  </a:lnTo>
                  <a:lnTo>
                    <a:pt x="927066" y="910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2008612" y="2826292"/>
              <a:ext cx="934054" cy="914400"/>
            </a:xfrm>
            <a:custGeom>
              <a:avLst/>
              <a:pathLst>
                <a:path w="934054" h="914400">
                  <a:moveTo>
                    <a:pt x="914400" y="914400"/>
                  </a:moveTo>
                  <a:lnTo>
                    <a:pt x="904351" y="905906"/>
                  </a:lnTo>
                  <a:lnTo>
                    <a:pt x="885913" y="902612"/>
                  </a:lnTo>
                  <a:lnTo>
                    <a:pt x="879294" y="848530"/>
                  </a:lnTo>
                  <a:lnTo>
                    <a:pt x="881193" y="845321"/>
                  </a:lnTo>
                  <a:lnTo>
                    <a:pt x="890467" y="849113"/>
                  </a:lnTo>
                  <a:lnTo>
                    <a:pt x="922273" y="874336"/>
                  </a:lnTo>
                  <a:lnTo>
                    <a:pt x="933391" y="901943"/>
                  </a:lnTo>
                  <a:lnTo>
                    <a:pt x="934054" y="9095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2128164" y="2512626"/>
              <a:ext cx="927878" cy="914400"/>
            </a:xfrm>
            <a:custGeom>
              <a:avLst/>
              <a:pathLst>
                <a:path w="927878" h="914400">
                  <a:moveTo>
                    <a:pt x="914400" y="914400"/>
                  </a:moveTo>
                  <a:lnTo>
                    <a:pt x="902433" y="907828"/>
                  </a:lnTo>
                  <a:lnTo>
                    <a:pt x="901179" y="885094"/>
                  </a:lnTo>
                  <a:lnTo>
                    <a:pt x="905715" y="864676"/>
                  </a:lnTo>
                  <a:lnTo>
                    <a:pt x="900387" y="846420"/>
                  </a:lnTo>
                  <a:lnTo>
                    <a:pt x="906250" y="834683"/>
                  </a:lnTo>
                  <a:lnTo>
                    <a:pt x="923084" y="862016"/>
                  </a:lnTo>
                  <a:lnTo>
                    <a:pt x="927878" y="874867"/>
                  </a:lnTo>
                  <a:lnTo>
                    <a:pt x="921387" y="890224"/>
                  </a:lnTo>
                  <a:lnTo>
                    <a:pt x="917608" y="908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2207669" y="1998178"/>
              <a:ext cx="945191" cy="914400"/>
            </a:xfrm>
            <a:custGeom>
              <a:avLst/>
              <a:pathLst>
                <a:path w="945191" h="914400">
                  <a:moveTo>
                    <a:pt x="914400" y="914400"/>
                  </a:moveTo>
                  <a:lnTo>
                    <a:pt x="888420" y="902749"/>
                  </a:lnTo>
                  <a:lnTo>
                    <a:pt x="899889" y="886466"/>
                  </a:lnTo>
                  <a:lnTo>
                    <a:pt x="928431" y="878968"/>
                  </a:lnTo>
                  <a:lnTo>
                    <a:pt x="945191" y="881439"/>
                  </a:lnTo>
                  <a:lnTo>
                    <a:pt x="926753" y="897602"/>
                  </a:lnTo>
                  <a:lnTo>
                    <a:pt x="922088" y="906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2970318" y="2779742"/>
              <a:ext cx="930699" cy="914400"/>
            </a:xfrm>
            <a:custGeom>
              <a:avLst/>
              <a:pathLst>
                <a:path w="930699" h="914400">
                  <a:moveTo>
                    <a:pt x="914400" y="914400"/>
                  </a:moveTo>
                  <a:lnTo>
                    <a:pt x="883202" y="904551"/>
                  </a:lnTo>
                  <a:lnTo>
                    <a:pt x="845183" y="880204"/>
                  </a:lnTo>
                  <a:lnTo>
                    <a:pt x="850752" y="832487"/>
                  </a:lnTo>
                  <a:lnTo>
                    <a:pt x="860505" y="811863"/>
                  </a:lnTo>
                  <a:lnTo>
                    <a:pt x="929851" y="865345"/>
                  </a:lnTo>
                  <a:lnTo>
                    <a:pt x="930699" y="885505"/>
                  </a:lnTo>
                  <a:lnTo>
                    <a:pt x="921369" y="908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3420295" y="3371770"/>
              <a:ext cx="117405" cy="117405"/>
            </a:xfrm>
            <a:prstGeom prst="ellipse">
              <a:avLst/>
            </a:prstGeom>
            <a:solidFill>
              <a:srgbClr val="F8FCB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3168508" y="2564527"/>
              <a:ext cx="117405" cy="117405"/>
            </a:xfrm>
            <a:prstGeom prst="ellipse">
              <a:avLst/>
            </a:prstGeom>
            <a:solidFill>
              <a:srgbClr val="FFFFB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3354123" y="3216587"/>
              <a:ext cx="117405" cy="117405"/>
            </a:xfrm>
            <a:prstGeom prst="ellipse">
              <a:avLst/>
            </a:prstGeom>
            <a:solidFill>
              <a:srgbClr val="F6FBB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3083044" y="2274708"/>
              <a:ext cx="117405" cy="117405"/>
            </a:xfrm>
            <a:prstGeom prst="ellipse">
              <a:avLst/>
            </a:prstGeom>
            <a:solidFill>
              <a:srgbClr val="DBF0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4586502" y="1938229"/>
              <a:ext cx="117405" cy="117405"/>
            </a:xfrm>
            <a:prstGeom prst="ellipse">
              <a:avLst/>
            </a:prstGeom>
            <a:solidFill>
              <a:srgbClr val="E5F4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4071675" y="3055813"/>
              <a:ext cx="117405" cy="117405"/>
            </a:xfrm>
            <a:prstGeom prst="ellipse">
              <a:avLst/>
            </a:prstGeom>
            <a:solidFill>
              <a:srgbClr val="95D16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3435583" y="3498030"/>
              <a:ext cx="117405" cy="117405"/>
            </a:xfrm>
            <a:prstGeom prst="ellipse">
              <a:avLst/>
            </a:prstGeom>
            <a:solidFill>
              <a:srgbClr val="B9E17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4143178" y="2690108"/>
              <a:ext cx="117405" cy="117405"/>
            </a:xfrm>
            <a:prstGeom prst="ellipse">
              <a:avLst/>
            </a:prstGeom>
            <a:solidFill>
              <a:srgbClr val="D4ED8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g9120"/>
            <p:cNvSpPr/>
            <p:nvPr/>
          </p:nvSpPr>
          <p:spPr>
            <a:xfrm>
              <a:off x="3545728" y="3306568"/>
              <a:ext cx="379475" cy="191749"/>
            </a:xfrm>
            <a:custGeom>
              <a:avLst/>
              <a:pathLst>
                <a:path w="379475" h="191749">
                  <a:moveTo>
                    <a:pt x="27432" y="191749"/>
                  </a:moveTo>
                  <a:lnTo>
                    <a:pt x="352043" y="191749"/>
                  </a:lnTo>
                  <a:lnTo>
                    <a:pt x="350939" y="191727"/>
                  </a:lnTo>
                  <a:lnTo>
                    <a:pt x="355350" y="191549"/>
                  </a:lnTo>
                  <a:lnTo>
                    <a:pt x="359676" y="190666"/>
                  </a:lnTo>
                  <a:lnTo>
                    <a:pt x="363803" y="189101"/>
                  </a:lnTo>
                  <a:lnTo>
                    <a:pt x="367627" y="186893"/>
                  </a:lnTo>
                  <a:lnTo>
                    <a:pt x="371046" y="184101"/>
                  </a:lnTo>
                  <a:lnTo>
                    <a:pt x="373974" y="180797"/>
                  </a:lnTo>
                  <a:lnTo>
                    <a:pt x="376333" y="177065"/>
                  </a:lnTo>
                  <a:lnTo>
                    <a:pt x="378064" y="173004"/>
                  </a:lnTo>
                  <a:lnTo>
                    <a:pt x="379120" y="168718"/>
                  </a:lnTo>
                  <a:lnTo>
                    <a:pt x="379475" y="164317"/>
                  </a:lnTo>
                  <a:lnTo>
                    <a:pt x="379475" y="27431"/>
                  </a:lnTo>
                  <a:lnTo>
                    <a:pt x="379120" y="23031"/>
                  </a:lnTo>
                  <a:lnTo>
                    <a:pt x="378064" y="18745"/>
                  </a:lnTo>
                  <a:lnTo>
                    <a:pt x="376333" y="14683"/>
                  </a:lnTo>
                  <a:lnTo>
                    <a:pt x="373974" y="10952"/>
                  </a:lnTo>
                  <a:lnTo>
                    <a:pt x="371046" y="7647"/>
                  </a:lnTo>
                  <a:lnTo>
                    <a:pt x="367627" y="4855"/>
                  </a:lnTo>
                  <a:lnTo>
                    <a:pt x="363803" y="2648"/>
                  </a:lnTo>
                  <a:lnTo>
                    <a:pt x="359676" y="1083"/>
                  </a:lnTo>
                  <a:lnTo>
                    <a:pt x="355350" y="200"/>
                  </a:lnTo>
                  <a:lnTo>
                    <a:pt x="35204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tx9121"/>
            <p:cNvSpPr/>
            <p:nvPr/>
          </p:nvSpPr>
          <p:spPr>
            <a:xfrm>
              <a:off x="3591448" y="3352288"/>
              <a:ext cx="28803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9122" name="pg9122"/>
            <p:cNvSpPr/>
            <p:nvPr/>
          </p:nvSpPr>
          <p:spPr>
            <a:xfrm>
              <a:off x="3063934" y="3023388"/>
              <a:ext cx="410565" cy="191749"/>
            </a:xfrm>
            <a:custGeom>
              <a:avLst/>
              <a:pathLst>
                <a:path w="410565" h="191749">
                  <a:moveTo>
                    <a:pt x="27431" y="191749"/>
                  </a:moveTo>
                  <a:lnTo>
                    <a:pt x="383133" y="191749"/>
                  </a:lnTo>
                  <a:lnTo>
                    <a:pt x="382029" y="191727"/>
                  </a:lnTo>
                  <a:lnTo>
                    <a:pt x="386440" y="191549"/>
                  </a:lnTo>
                  <a:lnTo>
                    <a:pt x="390765" y="190666"/>
                  </a:lnTo>
                  <a:lnTo>
                    <a:pt x="394893" y="189101"/>
                  </a:lnTo>
                  <a:lnTo>
                    <a:pt x="398716" y="186893"/>
                  </a:lnTo>
                  <a:lnTo>
                    <a:pt x="402136" y="184101"/>
                  </a:lnTo>
                  <a:lnTo>
                    <a:pt x="405063" y="180797"/>
                  </a:lnTo>
                  <a:lnTo>
                    <a:pt x="407423" y="177065"/>
                  </a:lnTo>
                  <a:lnTo>
                    <a:pt x="409153" y="173004"/>
                  </a:lnTo>
                  <a:lnTo>
                    <a:pt x="410210" y="168718"/>
                  </a:lnTo>
                  <a:lnTo>
                    <a:pt x="410565" y="164317"/>
                  </a:lnTo>
                  <a:lnTo>
                    <a:pt x="410565" y="27431"/>
                  </a:lnTo>
                  <a:lnTo>
                    <a:pt x="410210" y="23031"/>
                  </a:lnTo>
                  <a:lnTo>
                    <a:pt x="409153" y="18745"/>
                  </a:lnTo>
                  <a:lnTo>
                    <a:pt x="407423" y="14683"/>
                  </a:lnTo>
                  <a:lnTo>
                    <a:pt x="405063" y="10952"/>
                  </a:lnTo>
                  <a:lnTo>
                    <a:pt x="402136" y="7647"/>
                  </a:lnTo>
                  <a:lnTo>
                    <a:pt x="398716" y="4855"/>
                  </a:lnTo>
                  <a:lnTo>
                    <a:pt x="394893" y="2648"/>
                  </a:lnTo>
                  <a:lnTo>
                    <a:pt x="390765" y="1083"/>
                  </a:lnTo>
                  <a:lnTo>
                    <a:pt x="386440" y="200"/>
                  </a:lnTo>
                  <a:lnTo>
                    <a:pt x="38313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tx9123"/>
            <p:cNvSpPr/>
            <p:nvPr/>
          </p:nvSpPr>
          <p:spPr>
            <a:xfrm>
              <a:off x="3109654" y="3069108"/>
              <a:ext cx="319125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9124" name="pg9124"/>
            <p:cNvSpPr/>
            <p:nvPr/>
          </p:nvSpPr>
          <p:spPr>
            <a:xfrm>
              <a:off x="3221392" y="2372028"/>
              <a:ext cx="343082" cy="191749"/>
            </a:xfrm>
            <a:custGeom>
              <a:avLst/>
              <a:pathLst>
                <a:path w="343082" h="191749">
                  <a:moveTo>
                    <a:pt x="27431" y="191749"/>
                  </a:moveTo>
                  <a:lnTo>
                    <a:pt x="315650" y="191749"/>
                  </a:lnTo>
                  <a:lnTo>
                    <a:pt x="314546" y="191727"/>
                  </a:lnTo>
                  <a:lnTo>
                    <a:pt x="318957" y="191549"/>
                  </a:lnTo>
                  <a:lnTo>
                    <a:pt x="323282" y="190666"/>
                  </a:lnTo>
                  <a:lnTo>
                    <a:pt x="327410" y="189101"/>
                  </a:lnTo>
                  <a:lnTo>
                    <a:pt x="331234" y="186893"/>
                  </a:lnTo>
                  <a:lnTo>
                    <a:pt x="334653" y="184101"/>
                  </a:lnTo>
                  <a:lnTo>
                    <a:pt x="337581" y="180797"/>
                  </a:lnTo>
                  <a:lnTo>
                    <a:pt x="339940" y="177065"/>
                  </a:lnTo>
                  <a:lnTo>
                    <a:pt x="341671" y="173004"/>
                  </a:lnTo>
                  <a:lnTo>
                    <a:pt x="342727" y="168718"/>
                  </a:lnTo>
                  <a:lnTo>
                    <a:pt x="343082" y="164317"/>
                  </a:lnTo>
                  <a:lnTo>
                    <a:pt x="343082" y="27431"/>
                  </a:lnTo>
                  <a:lnTo>
                    <a:pt x="342727" y="23031"/>
                  </a:lnTo>
                  <a:lnTo>
                    <a:pt x="341671" y="18745"/>
                  </a:lnTo>
                  <a:lnTo>
                    <a:pt x="339940" y="14683"/>
                  </a:lnTo>
                  <a:lnTo>
                    <a:pt x="337581" y="10952"/>
                  </a:lnTo>
                  <a:lnTo>
                    <a:pt x="334653" y="7647"/>
                  </a:lnTo>
                  <a:lnTo>
                    <a:pt x="331234" y="4855"/>
                  </a:lnTo>
                  <a:lnTo>
                    <a:pt x="327410" y="2648"/>
                  </a:lnTo>
                  <a:lnTo>
                    <a:pt x="323282" y="1083"/>
                  </a:lnTo>
                  <a:lnTo>
                    <a:pt x="318957" y="200"/>
                  </a:lnTo>
                  <a:lnTo>
                    <a:pt x="31565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tx9125"/>
            <p:cNvSpPr/>
            <p:nvPr/>
          </p:nvSpPr>
          <p:spPr>
            <a:xfrm>
              <a:off x="3267112" y="2417748"/>
              <a:ext cx="251642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9126" name="pg9126"/>
            <p:cNvSpPr/>
            <p:nvPr/>
          </p:nvSpPr>
          <p:spPr>
            <a:xfrm>
              <a:off x="2812976" y="2393391"/>
              <a:ext cx="317296" cy="191749"/>
            </a:xfrm>
            <a:custGeom>
              <a:avLst/>
              <a:pathLst>
                <a:path w="317296" h="191749">
                  <a:moveTo>
                    <a:pt x="27431" y="191749"/>
                  </a:moveTo>
                  <a:lnTo>
                    <a:pt x="289864" y="191749"/>
                  </a:lnTo>
                  <a:lnTo>
                    <a:pt x="288760" y="191727"/>
                  </a:lnTo>
                  <a:lnTo>
                    <a:pt x="293171" y="191549"/>
                  </a:lnTo>
                  <a:lnTo>
                    <a:pt x="297496" y="190666"/>
                  </a:lnTo>
                  <a:lnTo>
                    <a:pt x="301624" y="189101"/>
                  </a:lnTo>
                  <a:lnTo>
                    <a:pt x="305447" y="186893"/>
                  </a:lnTo>
                  <a:lnTo>
                    <a:pt x="308867" y="184101"/>
                  </a:lnTo>
                  <a:lnTo>
                    <a:pt x="311795" y="180797"/>
                  </a:lnTo>
                  <a:lnTo>
                    <a:pt x="314154" y="177065"/>
                  </a:lnTo>
                  <a:lnTo>
                    <a:pt x="315885" y="173004"/>
                  </a:lnTo>
                  <a:lnTo>
                    <a:pt x="316941" y="168718"/>
                  </a:lnTo>
                  <a:lnTo>
                    <a:pt x="317296" y="164317"/>
                  </a:lnTo>
                  <a:lnTo>
                    <a:pt x="317296" y="27431"/>
                  </a:lnTo>
                  <a:lnTo>
                    <a:pt x="316941" y="23031"/>
                  </a:lnTo>
                  <a:lnTo>
                    <a:pt x="315885" y="18745"/>
                  </a:lnTo>
                  <a:lnTo>
                    <a:pt x="314154" y="14683"/>
                  </a:lnTo>
                  <a:lnTo>
                    <a:pt x="311795" y="10952"/>
                  </a:lnTo>
                  <a:lnTo>
                    <a:pt x="308867" y="7647"/>
                  </a:lnTo>
                  <a:lnTo>
                    <a:pt x="305447" y="4855"/>
                  </a:lnTo>
                  <a:lnTo>
                    <a:pt x="301624" y="2648"/>
                  </a:lnTo>
                  <a:lnTo>
                    <a:pt x="297496" y="1083"/>
                  </a:lnTo>
                  <a:lnTo>
                    <a:pt x="293171" y="200"/>
                  </a:lnTo>
                  <a:lnTo>
                    <a:pt x="28986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tx9127"/>
            <p:cNvSpPr/>
            <p:nvPr/>
          </p:nvSpPr>
          <p:spPr>
            <a:xfrm>
              <a:off x="2858696" y="2439111"/>
              <a:ext cx="22585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9128" name="pg9128"/>
            <p:cNvSpPr/>
            <p:nvPr/>
          </p:nvSpPr>
          <p:spPr>
            <a:xfrm>
              <a:off x="3814126" y="2497136"/>
              <a:ext cx="402701" cy="191749"/>
            </a:xfrm>
            <a:custGeom>
              <a:avLst/>
              <a:pathLst>
                <a:path w="402701" h="191749">
                  <a:moveTo>
                    <a:pt x="27432" y="191749"/>
                  </a:moveTo>
                  <a:lnTo>
                    <a:pt x="375269" y="191749"/>
                  </a:lnTo>
                  <a:lnTo>
                    <a:pt x="374165" y="191727"/>
                  </a:lnTo>
                  <a:lnTo>
                    <a:pt x="378576" y="191549"/>
                  </a:lnTo>
                  <a:lnTo>
                    <a:pt x="382901" y="190666"/>
                  </a:lnTo>
                  <a:lnTo>
                    <a:pt x="387029" y="189101"/>
                  </a:lnTo>
                  <a:lnTo>
                    <a:pt x="390852" y="186893"/>
                  </a:lnTo>
                  <a:lnTo>
                    <a:pt x="394272" y="184101"/>
                  </a:lnTo>
                  <a:lnTo>
                    <a:pt x="397200" y="180797"/>
                  </a:lnTo>
                  <a:lnTo>
                    <a:pt x="399559" y="177065"/>
                  </a:lnTo>
                  <a:lnTo>
                    <a:pt x="401290" y="173004"/>
                  </a:lnTo>
                  <a:lnTo>
                    <a:pt x="402346" y="168718"/>
                  </a:lnTo>
                  <a:lnTo>
                    <a:pt x="402701" y="164317"/>
                  </a:lnTo>
                  <a:lnTo>
                    <a:pt x="402701" y="27431"/>
                  </a:lnTo>
                  <a:lnTo>
                    <a:pt x="402346" y="23031"/>
                  </a:lnTo>
                  <a:lnTo>
                    <a:pt x="401290" y="18745"/>
                  </a:lnTo>
                  <a:lnTo>
                    <a:pt x="399559" y="14683"/>
                  </a:lnTo>
                  <a:lnTo>
                    <a:pt x="397200" y="10952"/>
                  </a:lnTo>
                  <a:lnTo>
                    <a:pt x="394272" y="7647"/>
                  </a:lnTo>
                  <a:lnTo>
                    <a:pt x="390852" y="4855"/>
                  </a:lnTo>
                  <a:lnTo>
                    <a:pt x="387029" y="2648"/>
                  </a:lnTo>
                  <a:lnTo>
                    <a:pt x="382901" y="1083"/>
                  </a:lnTo>
                  <a:lnTo>
                    <a:pt x="378576" y="200"/>
                  </a:lnTo>
                  <a:lnTo>
                    <a:pt x="37526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tx9129"/>
            <p:cNvSpPr/>
            <p:nvPr/>
          </p:nvSpPr>
          <p:spPr>
            <a:xfrm>
              <a:off x="3859846" y="2542856"/>
              <a:ext cx="31126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9130" name="pg9130"/>
            <p:cNvSpPr/>
            <p:nvPr/>
          </p:nvSpPr>
          <p:spPr>
            <a:xfrm>
              <a:off x="4522786" y="1745488"/>
              <a:ext cx="363931" cy="191749"/>
            </a:xfrm>
            <a:custGeom>
              <a:avLst/>
              <a:pathLst>
                <a:path w="363931" h="191749">
                  <a:moveTo>
                    <a:pt x="27432" y="191749"/>
                  </a:moveTo>
                  <a:lnTo>
                    <a:pt x="336499" y="191749"/>
                  </a:lnTo>
                  <a:lnTo>
                    <a:pt x="335394" y="191727"/>
                  </a:lnTo>
                  <a:lnTo>
                    <a:pt x="339805" y="191549"/>
                  </a:lnTo>
                  <a:lnTo>
                    <a:pt x="344131" y="190666"/>
                  </a:lnTo>
                  <a:lnTo>
                    <a:pt x="348259" y="189101"/>
                  </a:lnTo>
                  <a:lnTo>
                    <a:pt x="352082" y="186893"/>
                  </a:lnTo>
                  <a:lnTo>
                    <a:pt x="355502" y="184101"/>
                  </a:lnTo>
                  <a:lnTo>
                    <a:pt x="358429" y="180797"/>
                  </a:lnTo>
                  <a:lnTo>
                    <a:pt x="360789" y="177065"/>
                  </a:lnTo>
                  <a:lnTo>
                    <a:pt x="362519" y="173004"/>
                  </a:lnTo>
                  <a:lnTo>
                    <a:pt x="363575" y="168718"/>
                  </a:lnTo>
                  <a:lnTo>
                    <a:pt x="363931" y="164317"/>
                  </a:lnTo>
                  <a:lnTo>
                    <a:pt x="363931" y="27432"/>
                  </a:lnTo>
                  <a:lnTo>
                    <a:pt x="363575" y="23031"/>
                  </a:lnTo>
                  <a:lnTo>
                    <a:pt x="362519" y="18745"/>
                  </a:lnTo>
                  <a:lnTo>
                    <a:pt x="360789" y="14683"/>
                  </a:lnTo>
                  <a:lnTo>
                    <a:pt x="358429" y="10952"/>
                  </a:lnTo>
                  <a:lnTo>
                    <a:pt x="355502" y="7647"/>
                  </a:lnTo>
                  <a:lnTo>
                    <a:pt x="352082" y="4855"/>
                  </a:lnTo>
                  <a:lnTo>
                    <a:pt x="348259" y="2648"/>
                  </a:lnTo>
                  <a:lnTo>
                    <a:pt x="344131" y="1083"/>
                  </a:lnTo>
                  <a:lnTo>
                    <a:pt x="339805" y="200"/>
                  </a:lnTo>
                  <a:lnTo>
                    <a:pt x="33649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tx9131"/>
            <p:cNvSpPr/>
            <p:nvPr/>
          </p:nvSpPr>
          <p:spPr>
            <a:xfrm>
              <a:off x="4568506" y="1791208"/>
              <a:ext cx="27249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9132" name="pg9132"/>
            <p:cNvSpPr/>
            <p:nvPr/>
          </p:nvSpPr>
          <p:spPr>
            <a:xfrm>
              <a:off x="4095677" y="2862873"/>
              <a:ext cx="356250" cy="191749"/>
            </a:xfrm>
            <a:custGeom>
              <a:avLst/>
              <a:pathLst>
                <a:path w="356250" h="191749">
                  <a:moveTo>
                    <a:pt x="27431" y="191749"/>
                  </a:moveTo>
                  <a:lnTo>
                    <a:pt x="328818" y="191749"/>
                  </a:lnTo>
                  <a:lnTo>
                    <a:pt x="327713" y="191727"/>
                  </a:lnTo>
                  <a:lnTo>
                    <a:pt x="332124" y="191549"/>
                  </a:lnTo>
                  <a:lnTo>
                    <a:pt x="336450" y="190666"/>
                  </a:lnTo>
                  <a:lnTo>
                    <a:pt x="340578" y="189101"/>
                  </a:lnTo>
                  <a:lnTo>
                    <a:pt x="344401" y="186893"/>
                  </a:lnTo>
                  <a:lnTo>
                    <a:pt x="347821" y="184101"/>
                  </a:lnTo>
                  <a:lnTo>
                    <a:pt x="350748" y="180797"/>
                  </a:lnTo>
                  <a:lnTo>
                    <a:pt x="353108" y="177065"/>
                  </a:lnTo>
                  <a:lnTo>
                    <a:pt x="354838" y="173004"/>
                  </a:lnTo>
                  <a:lnTo>
                    <a:pt x="355895" y="168718"/>
                  </a:lnTo>
                  <a:lnTo>
                    <a:pt x="356250" y="164317"/>
                  </a:lnTo>
                  <a:lnTo>
                    <a:pt x="356250" y="27431"/>
                  </a:lnTo>
                  <a:lnTo>
                    <a:pt x="355895" y="23031"/>
                  </a:lnTo>
                  <a:lnTo>
                    <a:pt x="354838" y="18745"/>
                  </a:lnTo>
                  <a:lnTo>
                    <a:pt x="353108" y="14683"/>
                  </a:lnTo>
                  <a:lnTo>
                    <a:pt x="350748" y="10952"/>
                  </a:lnTo>
                  <a:lnTo>
                    <a:pt x="347821" y="7647"/>
                  </a:lnTo>
                  <a:lnTo>
                    <a:pt x="344401" y="4855"/>
                  </a:lnTo>
                  <a:lnTo>
                    <a:pt x="340578" y="2648"/>
                  </a:lnTo>
                  <a:lnTo>
                    <a:pt x="336450" y="1083"/>
                  </a:lnTo>
                  <a:lnTo>
                    <a:pt x="332124" y="200"/>
                  </a:lnTo>
                  <a:lnTo>
                    <a:pt x="32881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tx9133"/>
            <p:cNvSpPr/>
            <p:nvPr/>
          </p:nvSpPr>
          <p:spPr>
            <a:xfrm>
              <a:off x="4141397" y="2908593"/>
              <a:ext cx="264810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9134" name="pg9134"/>
            <p:cNvSpPr/>
            <p:nvPr/>
          </p:nvSpPr>
          <p:spPr>
            <a:xfrm>
              <a:off x="3444083" y="3616499"/>
              <a:ext cx="387156" cy="191749"/>
            </a:xfrm>
            <a:custGeom>
              <a:avLst/>
              <a:pathLst>
                <a:path w="387156" h="191749">
                  <a:moveTo>
                    <a:pt x="27431" y="191749"/>
                  </a:moveTo>
                  <a:lnTo>
                    <a:pt x="359724" y="191749"/>
                  </a:lnTo>
                  <a:lnTo>
                    <a:pt x="358620" y="191727"/>
                  </a:lnTo>
                  <a:lnTo>
                    <a:pt x="363031" y="191549"/>
                  </a:lnTo>
                  <a:lnTo>
                    <a:pt x="367357" y="190666"/>
                  </a:lnTo>
                  <a:lnTo>
                    <a:pt x="371484" y="189101"/>
                  </a:lnTo>
                  <a:lnTo>
                    <a:pt x="375308" y="186893"/>
                  </a:lnTo>
                  <a:lnTo>
                    <a:pt x="378727" y="184101"/>
                  </a:lnTo>
                  <a:lnTo>
                    <a:pt x="381655" y="180797"/>
                  </a:lnTo>
                  <a:lnTo>
                    <a:pt x="384014" y="177065"/>
                  </a:lnTo>
                  <a:lnTo>
                    <a:pt x="385745" y="173004"/>
                  </a:lnTo>
                  <a:lnTo>
                    <a:pt x="386801" y="168718"/>
                  </a:lnTo>
                  <a:lnTo>
                    <a:pt x="387156" y="164317"/>
                  </a:lnTo>
                  <a:lnTo>
                    <a:pt x="387156" y="27432"/>
                  </a:lnTo>
                  <a:lnTo>
                    <a:pt x="386801" y="23031"/>
                  </a:lnTo>
                  <a:lnTo>
                    <a:pt x="385745" y="18745"/>
                  </a:lnTo>
                  <a:lnTo>
                    <a:pt x="384014" y="14683"/>
                  </a:lnTo>
                  <a:lnTo>
                    <a:pt x="381655" y="10952"/>
                  </a:lnTo>
                  <a:lnTo>
                    <a:pt x="378727" y="7647"/>
                  </a:lnTo>
                  <a:lnTo>
                    <a:pt x="375308" y="4855"/>
                  </a:lnTo>
                  <a:lnTo>
                    <a:pt x="371484" y="2648"/>
                  </a:lnTo>
                  <a:lnTo>
                    <a:pt x="367357" y="1083"/>
                  </a:lnTo>
                  <a:lnTo>
                    <a:pt x="363031" y="200"/>
                  </a:lnTo>
                  <a:lnTo>
                    <a:pt x="35972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tx9135"/>
            <p:cNvSpPr/>
            <p:nvPr/>
          </p:nvSpPr>
          <p:spPr>
            <a:xfrm>
              <a:off x="3489803" y="3662219"/>
              <a:ext cx="29571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9136" name="tx913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7" name="tx913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38" name="tx913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9" name="tx913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0" name="tx914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1" name="tx914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2" name="tx914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3" name="tx914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4" name="tx914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5" name="tx914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6" name="tx914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7" name="tx914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8" name="tx914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9" name="tx914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0" name="tx915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1" name="tx915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2" name="tx915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3" name="tx915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4" name="tx915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5" name="tx915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6" name="tx915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7" name="tx915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8" name="tx915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9" name="tx915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0" name="tx916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1" name="tx916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2" name="tx916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3" name="tx916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4" name="tx916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5" name="tx916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6" name="tx916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7" name="tx916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8" name="tx916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9" name="tx916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0" name="tx917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1" name="tx917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2" name="tx917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3" name="tx917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4" name="tx917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5" name="tx917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6" name="tx917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7" name="tx917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8" name="tx917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9" name="tx917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0" name="tx918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1" name="tx918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2" name="tx918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3" name="tx918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4" name="tx918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5" name="tx918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6" name="tx918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7" name="tx918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8" name="tx918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9" name="tx918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0" name="tx919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1" name="tx919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2" name="tx919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3" name="tx919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4" name="tx919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5" name="tx919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6" name="tx919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7" name="tx919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8" name="tx919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9" name="tx919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0" name="tx920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1" name="tx920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2" name="tx920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3" name="tx920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4" name="tx920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5" name="tx920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6" name="tx920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7" name="tx920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8" name="tx920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9" name="tx920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0" name="tx921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1" name="tx921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2" name="tx921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3" name="tx921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4" name="tx921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5" name="tx921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6" name="tx921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7" name="tx921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8" name="tx921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9" name="tx921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0" name="tx922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1" name="tx922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2" name="tx922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3" name="tx922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4" name="tx922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5" name="tx922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6" name="tx922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7" name="tx922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8" name="tx922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9" name="tx922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0" name="tx923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1" name="tx923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2" name="tx923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3" name="tx923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4" name="tx923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5" name="tx923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6" name="tx923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7" name="tx923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8" name="tx923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9" name="tx923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0" name="tx924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1" name="tx924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2" name="tx924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3" name="tx924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4" name="tx924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5" name="tx924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6" name="tx924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7" name="tx924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8" name="tx924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9" name="tx924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0" name="tx925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1" name="tx925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2" name="tx925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3" name="tx925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4" name="tx925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5" name="tx925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6" name="tx925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7" name="tx925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8" name="tx925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9" name="tx925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0" name="tx926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1" name="tx926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2" name="tx926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3" name="tx926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4" name="tx926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5" name="tx926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6" name="tx926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7" name="tx926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8" name="tx926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9" name="tx926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0" name="tx927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1" name="tx927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2" name="tx927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3" name="tx927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4" name="tx927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5" name="tx927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6" name="tx927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7" name="tx927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8" name="tx927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9" name="tx927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0" name="tx928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1" name="tx928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2" name="tx928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3" name="tx928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4" name="tx928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5" name="tx928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6" name="tx928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7" name="tx928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8" name="tx928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9" name="tx928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0" name="tx929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1" name="tx929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2" name="tx929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3" name="tx929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4" name="tx929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5" name="tx929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6" name="tx929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7" name="tx929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8" name="tx929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9" name="tx929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0" name="tx930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1" name="tx930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2" name="tx930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3" name="tx930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4" name="tx930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5" name="tx930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6" name="tx930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7" name="tx930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8" name="tx930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9" name="tx930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0" name="tx931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1" name="tx931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2" name="tx931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3" name="tx931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4" name="tx931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5" name="tx931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6" name="tx931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7" name="tx931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8" name="tx931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9" name="tx931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0" name="tx932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1" name="tx932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2" name="tx932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3" name="tx932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4" name="tx932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5" name="tx932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6" name="tx932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7" name="tx932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8" name="tx932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9" name="tx932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0" name="tx933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1" name="tx933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2" name="tx933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3" name="tx933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4" name="tx933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5" name="tx933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6" name="tx933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7" name="tx933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8" name="tx933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9" name="tx933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0" name="tx934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1" name="tx934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2" name="tx934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3" name="tx934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4" name="tx934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5" name="tx934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6" name="tx934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7" name="tx934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8" name="tx934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9" name="tx934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0" name="tx935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1" name="tx935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2" name="tx935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3" name="tx935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4" name="tx935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5" name="tx935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6" name="tx935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7" name="tx935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8" name="tx935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9" name="tx935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0" name="tx936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1" name="tx936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2" name="tx936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3" name="tx936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4" name="tx936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5" name="tx936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6" name="tx936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7" name="tx936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8" name="tx936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9" name="tx936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0" name="tx937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1" name="tx937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2" name="tx937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3" name="tx937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4" name="tx937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5" name="tx937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6" name="tx937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7" name="tx937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8" name="tx937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9" name="tx937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0" name="tx938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1" name="tx938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2" name="tx938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3" name="tx938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4" name="tx938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5" name="tx938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6" name="tx938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7" name="tx938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8" name="tx938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9" name="tx938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0" name="tx939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1" name="tx939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2" name="tx939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3" name="tx939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4" name="tx939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5" name="tx939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6" name="tx939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7" name="tx939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8" name="tx939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9" name="tx939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0" name="tx940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1" name="tx940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2" name="tx940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3" name="tx940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4" name="tx940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5" name="tx940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6" name="tx940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7" name="tx940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8" name="tx940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9" name="tx940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0" name="tx941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1" name="tx941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2" name="tx941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3" name="tx941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4" name="tx941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5" name="tx941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6" name="tx941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7" name="tx941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8" name="tx941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9" name="tx941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0" name="tx942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1" name="tx942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2" name="tx942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3" name="tx942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4" name="tx942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5" name="tx942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6" name="tx942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7" name="tx942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8" name="tx942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9" name="tx942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0" name="tx943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1" name="tx943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2" name="tx943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3" name="tx943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4" name="tx943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5" name="tx943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6" name="tx943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7" name="tx943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8" name="tx943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9" name="tx943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0" name="tx944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1" name="tx944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2" name="tx944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3" name="tx944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4" name="tx944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5" name="tx944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6" name="tx944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7" name="tx944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8" name="tx944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9" name="tx944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0" name="tx945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1" name="tx945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2" name="tx945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3" name="tx945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4" name="tx945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5" name="tx945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6" name="tx945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7" name="tx945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8" name="tx945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9" name="tx945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0" name="tx946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1" name="tx946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2" name="tx946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3" name="tx946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4" name="tx946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5" name="tx946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6" name="tx946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7" name="tx946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8" name="tx946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9" name="tx946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0" name="tx947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1" name="tx947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2" name="tx947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3" name="tx947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4" name="tx947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5" name="tx947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6" name="tx947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7" name="tx947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8" name="tx947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9" name="tx947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0" name="tx948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1" name="tx948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2" name="tx948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3" name="tx948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4" name="tx948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5" name="tx948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6" name="tx948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7" name="tx948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8" name="tx948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9" name="tx948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0" name="tx949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1" name="tx949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2" name="tx949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3" name="tx949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4" name="tx949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5" name="tx949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6" name="tx949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7" name="tx949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8" name="tx949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9" name="tx949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0" name="tx950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1" name="tx950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2" name="tx950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3" name="tx950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4" name="tx950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5" name="tx950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6" name="tx950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7" name="tx950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8" name="tx950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9" name="tx950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0" name="tx951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1" name="tx951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2" name="tx951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3" name="tx951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4" name="tx951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5" name="tx951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6" name="tx951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7" name="tx951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8" name="tx951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9" name="tx951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0" name="tx952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1" name="tx952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2" name="tx952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3" name="tx952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4" name="tx952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5" name="tx952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6" name="tx952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7" name="tx952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8" name="tx952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9" name="tx952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0" name="tx953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1" name="tx953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2" name="tx953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3" name="tx953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4" name="tx953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5" name="tx953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6" name="tx953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7" name="tx953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8" name="tx953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9" name="tx953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0" name="tx954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1" name="tx954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2" name="tx954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3" name="tx954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4" name="tx954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5" name="tx954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6" name="tx954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7" name="tx954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8" name="tx954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9" name="tx954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0" name="tx955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1" name="tx955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2" name="tx955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3" name="tx955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4" name="tx955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5" name="tx955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6" name="tx955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7" name="tx955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8" name="tx955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9" name="tx955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0" name="tx956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1" name="tx956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2" name="tx956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3" name="tx956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4" name="tx956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5" name="tx956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6" name="tx956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7" name="tx956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8" name="tx956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9" name="tx956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0" name="tx957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1" name="tx957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2" name="tx957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3" name="tx957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4" name="tx957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5" name="tx957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6" name="tx957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7" name="tx957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8" name="tx957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9" name="tx957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0" name="tx958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1" name="tx958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2" name="tx958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3" name="tx958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4" name="tx958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5" name="tx958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6" name="tx958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7" name="tx958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8" name="tx958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9" name="tx958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0" name="tx959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1" name="tx959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2" name="tx959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3" name="tx959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4" name="tx959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5" name="tx959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6" name="tx959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7" name="tx959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8" name="tx959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9" name="tx959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0" name="tx960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1" name="tx960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2" name="tx960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3" name="tx960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4" name="tx960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5" name="tx960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6" name="tx960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7" name="tx960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8" name="tx960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9" name="tx960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0" name="tx961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1" name="tx961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2" name="tx961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3" name="tx961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4" name="tx961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5" name="tx961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6" name="tx961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7" name="tx961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8" name="tx961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9" name="tx961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0" name="tx962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1" name="tx962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2" name="tx962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3" name="tx962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4" name="tx962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5" name="tx962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6" name="tx962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7" name="tx962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8" name="tx962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9" name="tx962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0" name="tx963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1" name="tx963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2" name="tx963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3" name="tx963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4" name="tx963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5" name="tx963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6" name="tx963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7" name="tx963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8" name="tx963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9" name="tx963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0" name="tx964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1" name="tx964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2" name="tx964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3" name="tx964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4" name="tx964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5" name="tx964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6" name="tx964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7" name="tx964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8" name="tx964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9" name="tx964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0" name="tx965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1" name="tx965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2" name="tx965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3" name="tx965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4" name="tx965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5" name="tx965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6" name="tx965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7" name="tx965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8" name="tx965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9" name="tx965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0" name="tx966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1" name="tx966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2" name="tx966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3" name="tx966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4" name="tx966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5" name="tx966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6" name="tx966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7" name="tx966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8" name="tx966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9" name="tx966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0" name="tx967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1" name="tx967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3" name="tx967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4" name="tx967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5" name="tx967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6" name="tx967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7" name="tx967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8" name="tx967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9" name="tx967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0" name="tx968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1" name="tx968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2" name="tx968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3" name="tx968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4" name="tx968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5" name="tx968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6" name="tx968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7" name="tx968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8" name="tx968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9" name="tx968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0" name="tx969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1" name="tx969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2" name="tx969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3" name="tx969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4" name="tx969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5" name="tx969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6" name="tx969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7" name="tx969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8" name="tx969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9" name="tx969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0" name="tx970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1" name="tx970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2" name="tx970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3" name="tx970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4" name="tx970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5" name="tx970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6" name="tx970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7" name="tx970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8" name="tx970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9" name="tx970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0" name="tx971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1" name="tx971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2" name="tx971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3" name="tx971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4" name="tx971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5" name="tx971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6" name="tx971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7" name="tx971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8" name="tx971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9" name="tx971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0" name="tx972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1" name="tx972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2" name="tx972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3" name="tx972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4" name="tx972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5" name="tx972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6" name="tx972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7" name="tx972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8" name="tx972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9" name="tx972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0" name="tx973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1" name="tx973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2" name="tx973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3" name="tx973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4" name="tx973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5" name="tx973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6" name="tx973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7" name="tx973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8" name="tx973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9" name="tx973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0" name="tx974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1" name="tx974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2" name="tx974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3" name="tx974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4" name="tx974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5" name="tx974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6" name="tx974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7" name="tx974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8" name="tx974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9" name="tx974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0" name="tx975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1" name="tx975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2" name="tx975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3" name="tx975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4" name="tx975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5" name="tx975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6" name="tx975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7" name="tx975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8" name="tx975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9" name="tx975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0" name="tx976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1" name="tx976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2" name="tx976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3" name="tx976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4" name="tx976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5" name="tx976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6" name="tx976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7" name="tx976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8" name="tx976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9" name="tx976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0" name="tx977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1" name="tx977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2" name="tx977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3" name="tx977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4" name="tx977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5" name="tx977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6" name="tx977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7" name="tx977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8" name="tx977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9" name="tx977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0" name="tx978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1" name="tx978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2" name="tx978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3" name="tx978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4" name="tx978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5" name="tx978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6" name="tx978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7" name="tx978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8" name="tx978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9" name="tx978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0" name="tx979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1" name="tx979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2" name="tx979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3" name="tx979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4" name="tx979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5" name="tx979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6" name="tx979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7" name="tx979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8" name="tx979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9" name="tx979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0" name="tx980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1" name="tx980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2" name="tx980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3" name="tx980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4" name="tx980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5" name="tx980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6" name="tx980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7" name="tx980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8" name="tx980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9" name="tx980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0" name="tx981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1" name="tx981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2" name="tx981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3" name="tx981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4" name="tx981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5" name="tx981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6" name="tx981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7" name="tx981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8" name="tx981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9" name="tx981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0" name="tx982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1" name="tx982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2" name="tx982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3" name="tx982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4" name="tx982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5" name="tx982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6" name="tx982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7" name="tx982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8" name="tx982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9" name="tx982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0" name="tx983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1" name="tx983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2" name="tx983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3" name="tx983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4" name="tx983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5" name="tx983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6" name="tx983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7" name="tx983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8" name="tx983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9" name="tx983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0" name="tx984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1" name="tx984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2" name="tx984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3" name="tx984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4" name="tx984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5" name="tx984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6" name="tx984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7" name="tx984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8" name="tx984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9" name="tx984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0" name="tx985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1" name="tx985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2" name="tx985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3" name="tx985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4" name="tx985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5" name="tx985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6" name="tx985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7" name="tx985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8" name="tx985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9" name="tx985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0" name="tx986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1" name="tx986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2" name="tx986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3" name="tx986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4" name="tx986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5" name="tx986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6" name="tx986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7" name="tx986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8" name="tx986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9" name="tx986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0" name="tx987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1" name="tx987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2" name="tx987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3" name="tx987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4" name="tx987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5" name="tx987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6" name="tx987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7" name="tx987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8" name="tx987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9" name="tx987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0" name="tx988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1" name="tx988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2" name="tx988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3" name="tx988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4" name="tx988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5" name="tx988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6" name="tx988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7" name="tx988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8" name="tx988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9" name="tx988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0" name="tx989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1" name="tx989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2" name="tx989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3" name="tx989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4" name="tx989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5" name="tx989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6" name="tx989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7" name="tx989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8" name="tx989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9" name="tx989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0" name="tx990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1" name="tx990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2" name="tx990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3" name="tx990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4" name="tx990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5" name="tx990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6" name="tx990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7" name="tx990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8" name="tx990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9" name="tx990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0" name="tx991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1" name="tx991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2" name="tx991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3" name="tx991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4" name="tx991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5" name="tx991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6" name="tx991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7" name="tx991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8" name="tx991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9" name="tx991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0" name="tx992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1" name="tx992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2" name="tx992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3" name="tx992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4" name="tx992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5" name="tx992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6" name="tx992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7" name="tx992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8" name="tx992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9" name="tx992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0" name="tx993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1" name="tx993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2" name="tx993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3" name="tx993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4" name="tx993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5" name="tx993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6" name="tx993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7" name="tx993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8" name="tx993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9" name="tx993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0" name="tx994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1" name="tx994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2" name="tx994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3" name="tx994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4" name="tx994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5" name="tx994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6" name="tx994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7" name="tx994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8" name="tx994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9" name="tx994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0" name="tx995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1" name="tx995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2" name="tx995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3" name="tx995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4" name="tx995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5" name="tx995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6" name="tx995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7" name="tx995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8" name="tx995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9" name="tx995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0" name="tx996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1" name="tx996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2" name="tx996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3" name="tx996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4" name="tx996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5" name="tx996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6" name="tx996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7" name="tx996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8" name="tx996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9" name="tx996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0" name="tx997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1" name="tx997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2" name="tx997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3" name="tx997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4" name="tx997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5" name="tx997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6" name="tx997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7" name="tx997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8" name="tx997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9" name="tx997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0" name="tx998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1" name="tx998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2" name="tx998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3" name="tx998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4" name="tx998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5" name="tx998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6" name="tx998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7" name="tx998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8" name="tx998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9" name="tx998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0" name="tx999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1" name="tx999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2" name="tx999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3" name="tx999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4" name="tx999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5" name="tx999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6" name="tx999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7" name="tx999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8" name="tx999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9" name="tx999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0" name="tx1000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1" name="tx1000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2" name="tx1000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3" name="tx1000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4" name="tx1000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5" name="tx1000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6" name="tx1000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7" name="tx1000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8" name="tx1000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9" name="tx1000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0" name="tx1001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1" name="tx1001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2" name="tx1001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3" name="tx1001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4" name="tx1001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5" name="tx1001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6" name="tx1001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7" name="tx1001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8" name="tx1001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9" name="tx1001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0" name="tx1002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1" name="tx1002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2" name="tx1002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3" name="tx1002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4" name="tx1002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5" name="tx1002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6" name="tx1002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7" name="tx1002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8" name="tx1002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9" name="tx1002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0" name="tx1003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1" name="tx1003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2" name="tx1003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3" name="tx1003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4" name="tx1003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5" name="tx1003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6" name="tx1003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7" name="tx1003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8" name="tx1003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9" name="tx1003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0" name="tx1004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1" name="tx1004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2" name="tx1004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3" name="tx1004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4" name="tx1004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5" name="tx1004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6" name="tx1004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7" name="tx1004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8" name="tx1004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9" name="tx1004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0" name="tx1005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1" name="tx1005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2" name="tx1005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3" name="tx1005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4" name="tx1005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5" name="tx1005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6" name="tx1005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7" name="tx1005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8" name="tx1005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9" name="tx1005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0" name="tx1006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1" name="tx1006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2" name="tx1006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3" name="tx1006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4" name="tx1006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5" name="tx1006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6" name="tx1006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7" name="tx1006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8" name="tx1006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9" name="tx1006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0" name="tx1007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1" name="tx1007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2" name="tx1007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3" name="tx1007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4" name="tx1007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5" name="tx1007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6" name="tx1007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7" name="tx1007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8" name="tx1007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9" name="tx1007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0" name="tx1008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1" name="tx1008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2" name="tx1008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3" name="tx1008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4" name="tx1008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5" name="tx1008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6" name="tx1008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7" name="tx1008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8" name="tx1008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9" name="tx1008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0" name="tx1009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1" name="tx1009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2" name="tx1009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3" name="tx1009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4" name="tx1009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5" name="tx1009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6" name="tx1009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7" name="tx1009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8" name="tx1009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9" name="tx1009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0" name="tx1010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1" name="tx1010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2" name="tx1010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3" name="tx1010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4" name="rc10104"/>
            <p:cNvSpPr/>
            <p:nvPr/>
          </p:nvSpPr>
          <p:spPr>
            <a:xfrm>
              <a:off x="2440214" y="1464512"/>
              <a:ext cx="2492223" cy="2705747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5" name="tx10105"/>
            <p:cNvSpPr/>
            <p:nvPr/>
          </p:nvSpPr>
          <p:spPr>
            <a:xfrm>
              <a:off x="2127861" y="400658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10106" name="tx10106"/>
            <p:cNvSpPr/>
            <p:nvPr/>
          </p:nvSpPr>
          <p:spPr>
            <a:xfrm>
              <a:off x="2252220" y="39881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07" name="tx10107"/>
            <p:cNvSpPr/>
            <p:nvPr/>
          </p:nvSpPr>
          <p:spPr>
            <a:xfrm>
              <a:off x="2296934" y="4006580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08" name="tx10108"/>
            <p:cNvSpPr/>
            <p:nvPr/>
          </p:nvSpPr>
          <p:spPr>
            <a:xfrm>
              <a:off x="2127861" y="365518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10109" name="tx10109"/>
            <p:cNvSpPr/>
            <p:nvPr/>
          </p:nvSpPr>
          <p:spPr>
            <a:xfrm>
              <a:off x="2252220" y="3636713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0" name="tx10110"/>
            <p:cNvSpPr/>
            <p:nvPr/>
          </p:nvSpPr>
          <p:spPr>
            <a:xfrm>
              <a:off x="2296934" y="3655184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1" name="tx10111"/>
            <p:cNvSpPr/>
            <p:nvPr/>
          </p:nvSpPr>
          <p:spPr>
            <a:xfrm>
              <a:off x="2127861" y="330397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56</a:t>
              </a:r>
            </a:p>
          </p:txBody>
        </p:sp>
        <p:sp>
          <p:nvSpPr>
            <p:cNvPr id="10112" name="tx10112"/>
            <p:cNvSpPr/>
            <p:nvPr/>
          </p:nvSpPr>
          <p:spPr>
            <a:xfrm>
              <a:off x="2252220" y="3285501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3" name="tx10113"/>
            <p:cNvSpPr/>
            <p:nvPr/>
          </p:nvSpPr>
          <p:spPr>
            <a:xfrm>
              <a:off x="2296934" y="330397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4" name="tx10114"/>
            <p:cNvSpPr/>
            <p:nvPr/>
          </p:nvSpPr>
          <p:spPr>
            <a:xfrm>
              <a:off x="2127861" y="295239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57</a:t>
              </a:r>
            </a:p>
          </p:txBody>
        </p:sp>
        <p:sp>
          <p:nvSpPr>
            <p:cNvPr id="10115" name="tx10115"/>
            <p:cNvSpPr/>
            <p:nvPr/>
          </p:nvSpPr>
          <p:spPr>
            <a:xfrm>
              <a:off x="2252220" y="2933922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6" name="tx10116"/>
            <p:cNvSpPr/>
            <p:nvPr/>
          </p:nvSpPr>
          <p:spPr>
            <a:xfrm>
              <a:off x="2296934" y="2952393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7" name="tx10117"/>
            <p:cNvSpPr/>
            <p:nvPr/>
          </p:nvSpPr>
          <p:spPr>
            <a:xfrm>
              <a:off x="2127861" y="260118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58</a:t>
              </a:r>
            </a:p>
          </p:txBody>
        </p:sp>
        <p:sp>
          <p:nvSpPr>
            <p:cNvPr id="10118" name="tx10118"/>
            <p:cNvSpPr/>
            <p:nvPr/>
          </p:nvSpPr>
          <p:spPr>
            <a:xfrm>
              <a:off x="2252220" y="25827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9" name="tx10119"/>
            <p:cNvSpPr/>
            <p:nvPr/>
          </p:nvSpPr>
          <p:spPr>
            <a:xfrm>
              <a:off x="2296934" y="2601180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0" name="tx10120"/>
            <p:cNvSpPr/>
            <p:nvPr/>
          </p:nvSpPr>
          <p:spPr>
            <a:xfrm>
              <a:off x="2127861" y="224978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59</a:t>
              </a:r>
            </a:p>
          </p:txBody>
        </p:sp>
        <p:sp>
          <p:nvSpPr>
            <p:cNvPr id="10121" name="tx10121"/>
            <p:cNvSpPr/>
            <p:nvPr/>
          </p:nvSpPr>
          <p:spPr>
            <a:xfrm>
              <a:off x="2252220" y="2231313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2" name="tx10122"/>
            <p:cNvSpPr/>
            <p:nvPr/>
          </p:nvSpPr>
          <p:spPr>
            <a:xfrm>
              <a:off x="2296934" y="2249784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3" name="tx10123"/>
            <p:cNvSpPr/>
            <p:nvPr/>
          </p:nvSpPr>
          <p:spPr>
            <a:xfrm>
              <a:off x="2127861" y="1898388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0124" name="tx10124"/>
            <p:cNvSpPr/>
            <p:nvPr/>
          </p:nvSpPr>
          <p:spPr>
            <a:xfrm>
              <a:off x="2252220" y="187991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5" name="tx10125"/>
            <p:cNvSpPr/>
            <p:nvPr/>
          </p:nvSpPr>
          <p:spPr>
            <a:xfrm>
              <a:off x="2296934" y="1898388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6" name="tx10126"/>
            <p:cNvSpPr/>
            <p:nvPr/>
          </p:nvSpPr>
          <p:spPr>
            <a:xfrm>
              <a:off x="2127861" y="154699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61</a:t>
              </a:r>
            </a:p>
          </p:txBody>
        </p:sp>
        <p:sp>
          <p:nvSpPr>
            <p:cNvPr id="10127" name="tx10127"/>
            <p:cNvSpPr/>
            <p:nvPr/>
          </p:nvSpPr>
          <p:spPr>
            <a:xfrm>
              <a:off x="2252220" y="1528522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8" name="tx10128"/>
            <p:cNvSpPr/>
            <p:nvPr/>
          </p:nvSpPr>
          <p:spPr>
            <a:xfrm>
              <a:off x="2296934" y="1546993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9" name="pl10129"/>
            <p:cNvSpPr/>
            <p:nvPr/>
          </p:nvSpPr>
          <p:spPr>
            <a:xfrm>
              <a:off x="2405420" y="40472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0" name="pl10130"/>
            <p:cNvSpPr/>
            <p:nvPr/>
          </p:nvSpPr>
          <p:spPr>
            <a:xfrm>
              <a:off x="2405420" y="36958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1" name="pl10131"/>
            <p:cNvSpPr/>
            <p:nvPr/>
          </p:nvSpPr>
          <p:spPr>
            <a:xfrm>
              <a:off x="2405420" y="33444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2" name="pl10132"/>
            <p:cNvSpPr/>
            <p:nvPr/>
          </p:nvSpPr>
          <p:spPr>
            <a:xfrm>
              <a:off x="2405420" y="29930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3" name="pl10133"/>
            <p:cNvSpPr/>
            <p:nvPr/>
          </p:nvSpPr>
          <p:spPr>
            <a:xfrm>
              <a:off x="2405420" y="264168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4" name="pl10134"/>
            <p:cNvSpPr/>
            <p:nvPr/>
          </p:nvSpPr>
          <p:spPr>
            <a:xfrm>
              <a:off x="2405420" y="22902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5" name="pl10135"/>
            <p:cNvSpPr/>
            <p:nvPr/>
          </p:nvSpPr>
          <p:spPr>
            <a:xfrm>
              <a:off x="2405420" y="19388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6" name="pl10136"/>
            <p:cNvSpPr/>
            <p:nvPr/>
          </p:nvSpPr>
          <p:spPr>
            <a:xfrm>
              <a:off x="2405420" y="15875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7" name="pl10137"/>
            <p:cNvSpPr/>
            <p:nvPr/>
          </p:nvSpPr>
          <p:spPr>
            <a:xfrm>
              <a:off x="2553497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8" name="pl10138"/>
            <p:cNvSpPr/>
            <p:nvPr/>
          </p:nvSpPr>
          <p:spPr>
            <a:xfrm>
              <a:off x="2931107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9" name="pl10139"/>
            <p:cNvSpPr/>
            <p:nvPr/>
          </p:nvSpPr>
          <p:spPr>
            <a:xfrm>
              <a:off x="3308716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0" name="pl10140"/>
            <p:cNvSpPr/>
            <p:nvPr/>
          </p:nvSpPr>
          <p:spPr>
            <a:xfrm>
              <a:off x="3686326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1" name="pl10141"/>
            <p:cNvSpPr/>
            <p:nvPr/>
          </p:nvSpPr>
          <p:spPr>
            <a:xfrm>
              <a:off x="406393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2" name="pl10142"/>
            <p:cNvSpPr/>
            <p:nvPr/>
          </p:nvSpPr>
          <p:spPr>
            <a:xfrm>
              <a:off x="444154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3" name="pl10143"/>
            <p:cNvSpPr/>
            <p:nvPr/>
          </p:nvSpPr>
          <p:spPr>
            <a:xfrm>
              <a:off x="481915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4" name="tx10144"/>
            <p:cNvSpPr/>
            <p:nvPr/>
          </p:nvSpPr>
          <p:spPr>
            <a:xfrm>
              <a:off x="2447244" y="4233255"/>
              <a:ext cx="9326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</a:t>
              </a:r>
            </a:p>
          </p:txBody>
        </p:sp>
        <p:sp>
          <p:nvSpPr>
            <p:cNvPr id="10145" name="tx10145"/>
            <p:cNvSpPr/>
            <p:nvPr/>
          </p:nvSpPr>
          <p:spPr>
            <a:xfrm>
              <a:off x="2540513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6" name="tx10146"/>
            <p:cNvSpPr/>
            <p:nvPr/>
          </p:nvSpPr>
          <p:spPr>
            <a:xfrm>
              <a:off x="2585227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47" name="tx10147"/>
            <p:cNvSpPr/>
            <p:nvPr/>
          </p:nvSpPr>
          <p:spPr>
            <a:xfrm>
              <a:off x="2809309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148" name="tx10148"/>
            <p:cNvSpPr/>
            <p:nvPr/>
          </p:nvSpPr>
          <p:spPr>
            <a:xfrm>
              <a:off x="2933667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9" name="tx10149"/>
            <p:cNvSpPr/>
            <p:nvPr/>
          </p:nvSpPr>
          <p:spPr>
            <a:xfrm>
              <a:off x="2978381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0" name="tx10150"/>
            <p:cNvSpPr/>
            <p:nvPr/>
          </p:nvSpPr>
          <p:spPr>
            <a:xfrm>
              <a:off x="3186918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10151" name="tx10151"/>
            <p:cNvSpPr/>
            <p:nvPr/>
          </p:nvSpPr>
          <p:spPr>
            <a:xfrm>
              <a:off x="3311277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2" name="tx10152"/>
            <p:cNvSpPr/>
            <p:nvPr/>
          </p:nvSpPr>
          <p:spPr>
            <a:xfrm>
              <a:off x="3355991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3" name="tx10153"/>
            <p:cNvSpPr/>
            <p:nvPr/>
          </p:nvSpPr>
          <p:spPr>
            <a:xfrm>
              <a:off x="3564528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0154" name="tx10154"/>
            <p:cNvSpPr/>
            <p:nvPr/>
          </p:nvSpPr>
          <p:spPr>
            <a:xfrm>
              <a:off x="3688886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5" name="tx10155"/>
            <p:cNvSpPr/>
            <p:nvPr/>
          </p:nvSpPr>
          <p:spPr>
            <a:xfrm>
              <a:off x="3733600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6" name="tx10156"/>
            <p:cNvSpPr/>
            <p:nvPr/>
          </p:nvSpPr>
          <p:spPr>
            <a:xfrm>
              <a:off x="3942137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0157" name="tx10157"/>
            <p:cNvSpPr/>
            <p:nvPr/>
          </p:nvSpPr>
          <p:spPr>
            <a:xfrm>
              <a:off x="4066496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8" name="tx10158"/>
            <p:cNvSpPr/>
            <p:nvPr/>
          </p:nvSpPr>
          <p:spPr>
            <a:xfrm>
              <a:off x="4111210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9" name="tx10159"/>
            <p:cNvSpPr/>
            <p:nvPr/>
          </p:nvSpPr>
          <p:spPr>
            <a:xfrm>
              <a:off x="4319747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10160" name="tx10160"/>
            <p:cNvSpPr/>
            <p:nvPr/>
          </p:nvSpPr>
          <p:spPr>
            <a:xfrm>
              <a:off x="444410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1" name="tx10161"/>
            <p:cNvSpPr/>
            <p:nvPr/>
          </p:nvSpPr>
          <p:spPr>
            <a:xfrm>
              <a:off x="448881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2" name="tx10162"/>
            <p:cNvSpPr/>
            <p:nvPr/>
          </p:nvSpPr>
          <p:spPr>
            <a:xfrm>
              <a:off x="4697356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163" name="tx10163"/>
            <p:cNvSpPr/>
            <p:nvPr/>
          </p:nvSpPr>
          <p:spPr>
            <a:xfrm>
              <a:off x="482171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4" name="tx10164"/>
            <p:cNvSpPr/>
            <p:nvPr/>
          </p:nvSpPr>
          <p:spPr>
            <a:xfrm>
              <a:off x="486642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5" name="tx10165"/>
            <p:cNvSpPr/>
            <p:nvPr/>
          </p:nvSpPr>
          <p:spPr>
            <a:xfrm>
              <a:off x="3379362" y="4372931"/>
              <a:ext cx="61392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10166" name="tx10166"/>
            <p:cNvSpPr/>
            <p:nvPr/>
          </p:nvSpPr>
          <p:spPr>
            <a:xfrm rot="-5400000">
              <a:off x="1764934" y="2767368"/>
              <a:ext cx="49734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10167" name="rc10167"/>
            <p:cNvSpPr/>
            <p:nvPr/>
          </p:nvSpPr>
          <p:spPr>
            <a:xfrm>
              <a:off x="5071615" y="2024185"/>
              <a:ext cx="737195" cy="15864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68" name="tx10168"/>
            <p:cNvSpPr/>
            <p:nvPr/>
          </p:nvSpPr>
          <p:spPr>
            <a:xfrm>
              <a:off x="5141205" y="2108496"/>
              <a:ext cx="5980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</a:t>
              </a:r>
            </a:p>
          </p:txBody>
        </p:sp>
        <p:sp>
          <p:nvSpPr>
            <p:cNvPr id="10169" name="tx10169"/>
            <p:cNvSpPr/>
            <p:nvPr/>
          </p:nvSpPr>
          <p:spPr>
            <a:xfrm>
              <a:off x="5141205" y="2259372"/>
              <a:ext cx="3703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Offset</a:t>
              </a:r>
            </a:p>
          </p:txBody>
        </p:sp>
        <p:pic>
          <p:nvPicPr>
            <p:cNvPr id="10170" name="pic101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41205" y="2443718"/>
              <a:ext cx="219455" cy="1097280"/>
            </a:xfrm>
            <a:prstGeom prst="rect">
              <a:avLst/>
            </a:prstGeom>
          </p:spPr>
        </p:pic>
        <p:sp>
          <p:nvSpPr>
            <p:cNvPr id="10171" name="pl10171"/>
            <p:cNvSpPr/>
            <p:nvPr/>
          </p:nvSpPr>
          <p:spPr>
            <a:xfrm>
              <a:off x="5316769" y="353916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2" name="pl10172"/>
            <p:cNvSpPr/>
            <p:nvPr/>
          </p:nvSpPr>
          <p:spPr>
            <a:xfrm>
              <a:off x="5316769" y="322670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3" name="pl10173"/>
            <p:cNvSpPr/>
            <p:nvPr/>
          </p:nvSpPr>
          <p:spPr>
            <a:xfrm>
              <a:off x="5316769" y="291424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4" name="pl10174"/>
            <p:cNvSpPr/>
            <p:nvPr/>
          </p:nvSpPr>
          <p:spPr>
            <a:xfrm>
              <a:off x="5316769" y="2601778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5" name="pl10175"/>
            <p:cNvSpPr/>
            <p:nvPr/>
          </p:nvSpPr>
          <p:spPr>
            <a:xfrm>
              <a:off x="5141205" y="353916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6" name="pl10176"/>
            <p:cNvSpPr/>
            <p:nvPr/>
          </p:nvSpPr>
          <p:spPr>
            <a:xfrm>
              <a:off x="5141205" y="322670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7" name="pl10177"/>
            <p:cNvSpPr/>
            <p:nvPr/>
          </p:nvSpPr>
          <p:spPr>
            <a:xfrm>
              <a:off x="5141205" y="291424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8" name="pl10178"/>
            <p:cNvSpPr/>
            <p:nvPr/>
          </p:nvSpPr>
          <p:spPr>
            <a:xfrm>
              <a:off x="5141205" y="2601778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9" name="tx10179"/>
            <p:cNvSpPr/>
            <p:nvPr/>
          </p:nvSpPr>
          <p:spPr>
            <a:xfrm>
              <a:off x="5430250" y="3499164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180" name="tx10180"/>
            <p:cNvSpPr/>
            <p:nvPr/>
          </p:nvSpPr>
          <p:spPr>
            <a:xfrm>
              <a:off x="5430250" y="3186700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0181" name="tx10181"/>
            <p:cNvSpPr/>
            <p:nvPr/>
          </p:nvSpPr>
          <p:spPr>
            <a:xfrm>
              <a:off x="5430250" y="2874237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0182" name="tx10182"/>
            <p:cNvSpPr/>
            <p:nvPr/>
          </p:nvSpPr>
          <p:spPr>
            <a:xfrm>
              <a:off x="5430250" y="2561773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10183" name="tx10183"/>
            <p:cNvSpPr/>
            <p:nvPr/>
          </p:nvSpPr>
          <p:spPr>
            <a:xfrm>
              <a:off x="2440214" y="1265444"/>
              <a:ext cx="11339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Current Treatment</a:t>
              </a:r>
            </a:p>
          </p:txBody>
        </p:sp>
        <p:sp>
          <p:nvSpPr>
            <p:cNvPr id="10184" name="tx10184"/>
            <p:cNvSpPr/>
            <p:nvPr/>
          </p:nvSpPr>
          <p:spPr>
            <a:xfrm>
              <a:off x="2440214" y="983989"/>
              <a:ext cx="2807573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(G) Environmental Distance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914400" y="914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93999" y="914400"/>
              <a:ext cx="3984401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40214" y="1464512"/>
              <a:ext cx="2492223" cy="2705747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553497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31107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08716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6326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63935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441545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819155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440214" y="4047271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40214" y="3695875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40214" y="3344479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40214" y="2993084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0214" y="2641688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40214" y="2290292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40214" y="1938896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40214" y="1587501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2573701" y="2853013"/>
              <a:ext cx="914400" cy="914776"/>
            </a:xfrm>
            <a:custGeom>
              <a:avLst/>
              <a:pathLst>
                <a:path w="914400" h="914776">
                  <a:moveTo>
                    <a:pt x="914400" y="914400"/>
                  </a:moveTo>
                  <a:lnTo>
                    <a:pt x="914400" y="914776"/>
                  </a:lnTo>
                  <a:lnTo>
                    <a:pt x="913595" y="914554"/>
                  </a:lnTo>
                  <a:lnTo>
                    <a:pt x="913038" y="914400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2573701" y="2853013"/>
              <a:ext cx="923840" cy="917386"/>
            </a:xfrm>
            <a:custGeom>
              <a:avLst/>
              <a:pathLst>
                <a:path w="923840" h="917386">
                  <a:moveTo>
                    <a:pt x="914400" y="914400"/>
                  </a:moveTo>
                  <a:lnTo>
                    <a:pt x="923840" y="914400"/>
                  </a:lnTo>
                  <a:lnTo>
                    <a:pt x="923822" y="917386"/>
                  </a:lnTo>
                  <a:lnTo>
                    <a:pt x="922544" y="917032"/>
                  </a:lnTo>
                  <a:lnTo>
                    <a:pt x="921266" y="916677"/>
                  </a:lnTo>
                  <a:lnTo>
                    <a:pt x="919987" y="916323"/>
                  </a:lnTo>
                  <a:lnTo>
                    <a:pt x="918709" y="915969"/>
                  </a:lnTo>
                  <a:lnTo>
                    <a:pt x="917431" y="915615"/>
                  </a:lnTo>
                  <a:lnTo>
                    <a:pt x="916152" y="915261"/>
                  </a:lnTo>
                  <a:lnTo>
                    <a:pt x="914873" y="914907"/>
                  </a:lnTo>
                  <a:lnTo>
                    <a:pt x="914400" y="914776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2583141" y="2853013"/>
              <a:ext cx="923840" cy="920015"/>
            </a:xfrm>
            <a:custGeom>
              <a:avLst/>
              <a:pathLst>
                <a:path w="923840" h="92001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0015"/>
                  </a:lnTo>
                  <a:lnTo>
                    <a:pt x="923327" y="919872"/>
                  </a:lnTo>
                  <a:lnTo>
                    <a:pt x="922049" y="919516"/>
                  </a:lnTo>
                  <a:lnTo>
                    <a:pt x="920771" y="919161"/>
                  </a:lnTo>
                  <a:lnTo>
                    <a:pt x="919494" y="918806"/>
                  </a:lnTo>
                  <a:lnTo>
                    <a:pt x="918216" y="918451"/>
                  </a:lnTo>
                  <a:lnTo>
                    <a:pt x="916938" y="918096"/>
                  </a:lnTo>
                  <a:lnTo>
                    <a:pt x="915660" y="917741"/>
                  </a:lnTo>
                  <a:lnTo>
                    <a:pt x="914399" y="917391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2592581" y="2853013"/>
              <a:ext cx="923840" cy="922646"/>
            </a:xfrm>
            <a:custGeom>
              <a:avLst/>
              <a:pathLst>
                <a:path w="923840" h="922646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2646"/>
                  </a:lnTo>
                  <a:lnTo>
                    <a:pt x="922829" y="922364"/>
                  </a:lnTo>
                  <a:lnTo>
                    <a:pt x="921551" y="922007"/>
                  </a:lnTo>
                  <a:lnTo>
                    <a:pt x="920274" y="921651"/>
                  </a:lnTo>
                  <a:lnTo>
                    <a:pt x="918997" y="921295"/>
                  </a:lnTo>
                  <a:lnTo>
                    <a:pt x="917719" y="920939"/>
                  </a:lnTo>
                  <a:lnTo>
                    <a:pt x="916442" y="920583"/>
                  </a:lnTo>
                  <a:lnTo>
                    <a:pt x="915164" y="920227"/>
                  </a:lnTo>
                  <a:lnTo>
                    <a:pt x="914400" y="920015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2602022" y="2853013"/>
              <a:ext cx="923840" cy="925286"/>
            </a:xfrm>
            <a:custGeom>
              <a:avLst/>
              <a:pathLst>
                <a:path w="923840" h="925286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5286"/>
                  </a:lnTo>
                  <a:lnTo>
                    <a:pt x="923604" y="925220"/>
                  </a:lnTo>
                  <a:lnTo>
                    <a:pt x="922327" y="924862"/>
                  </a:lnTo>
                  <a:lnTo>
                    <a:pt x="921050" y="924505"/>
                  </a:lnTo>
                  <a:lnTo>
                    <a:pt x="919774" y="924148"/>
                  </a:lnTo>
                  <a:lnTo>
                    <a:pt x="918497" y="923791"/>
                  </a:lnTo>
                  <a:lnTo>
                    <a:pt x="917220" y="923434"/>
                  </a:lnTo>
                  <a:lnTo>
                    <a:pt x="915943" y="923077"/>
                  </a:lnTo>
                  <a:lnTo>
                    <a:pt x="914666" y="922720"/>
                  </a:lnTo>
                  <a:lnTo>
                    <a:pt x="914399" y="922646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2611462" y="2853013"/>
              <a:ext cx="923840" cy="927934"/>
            </a:xfrm>
            <a:custGeom>
              <a:avLst/>
              <a:pathLst>
                <a:path w="923840" h="927934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7934"/>
                  </a:lnTo>
                  <a:lnTo>
                    <a:pt x="923099" y="927726"/>
                  </a:lnTo>
                  <a:lnTo>
                    <a:pt x="921822" y="927367"/>
                  </a:lnTo>
                  <a:lnTo>
                    <a:pt x="920546" y="927009"/>
                  </a:lnTo>
                  <a:lnTo>
                    <a:pt x="919270" y="926651"/>
                  </a:lnTo>
                  <a:lnTo>
                    <a:pt x="917993" y="926293"/>
                  </a:lnTo>
                  <a:lnTo>
                    <a:pt x="916717" y="925935"/>
                  </a:lnTo>
                  <a:lnTo>
                    <a:pt x="915440" y="925577"/>
                  </a:lnTo>
                  <a:lnTo>
                    <a:pt x="914400" y="925286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2620902" y="2853013"/>
              <a:ext cx="923840" cy="930413"/>
            </a:xfrm>
            <a:custGeom>
              <a:avLst/>
              <a:pathLst>
                <a:path w="923840" h="930413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0413"/>
                  </a:lnTo>
                  <a:lnTo>
                    <a:pt x="920358" y="929609"/>
                  </a:lnTo>
                  <a:lnTo>
                    <a:pt x="920040" y="929520"/>
                  </a:lnTo>
                  <a:lnTo>
                    <a:pt x="918763" y="929160"/>
                  </a:lnTo>
                  <a:lnTo>
                    <a:pt x="917487" y="928801"/>
                  </a:lnTo>
                  <a:lnTo>
                    <a:pt x="916211" y="928443"/>
                  </a:lnTo>
                  <a:lnTo>
                    <a:pt x="914935" y="928084"/>
                  </a:lnTo>
                  <a:lnTo>
                    <a:pt x="914399" y="927934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2630342" y="2853013"/>
              <a:ext cx="923840" cy="931809"/>
            </a:xfrm>
            <a:custGeom>
              <a:avLst/>
              <a:pathLst>
                <a:path w="923840" h="93180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809"/>
                  </a:lnTo>
                  <a:lnTo>
                    <a:pt x="922946" y="931782"/>
                  </a:lnTo>
                  <a:lnTo>
                    <a:pt x="916917" y="930994"/>
                  </a:lnTo>
                  <a:lnTo>
                    <a:pt x="914400" y="930413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2639783" y="28530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676"/>
                  </a:lnTo>
                  <a:lnTo>
                    <a:pt x="919550" y="931969"/>
                  </a:lnTo>
                  <a:lnTo>
                    <a:pt x="914399" y="93180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2649223" y="2853013"/>
              <a:ext cx="923840" cy="931676"/>
            </a:xfrm>
            <a:custGeom>
              <a:avLst/>
              <a:pathLst>
                <a:path w="923840" h="931676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096"/>
                  </a:lnTo>
                  <a:lnTo>
                    <a:pt x="922170" y="930545"/>
                  </a:lnTo>
                  <a:lnTo>
                    <a:pt x="916150" y="931557"/>
                  </a:lnTo>
                  <a:lnTo>
                    <a:pt x="914400" y="931676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2658663" y="2853013"/>
              <a:ext cx="923840" cy="930096"/>
            </a:xfrm>
            <a:custGeom>
              <a:avLst/>
              <a:pathLst>
                <a:path w="923840" h="930096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7299"/>
                  </a:lnTo>
                  <a:lnTo>
                    <a:pt x="922976" y="927575"/>
                  </a:lnTo>
                  <a:lnTo>
                    <a:pt x="921556" y="928029"/>
                  </a:lnTo>
                  <a:lnTo>
                    <a:pt x="920136" y="928482"/>
                  </a:lnTo>
                  <a:lnTo>
                    <a:pt x="918712" y="928937"/>
                  </a:lnTo>
                  <a:lnTo>
                    <a:pt x="914399" y="930096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2668103" y="2853013"/>
              <a:ext cx="923840" cy="927299"/>
            </a:xfrm>
            <a:custGeom>
              <a:avLst/>
              <a:pathLst>
                <a:path w="923840" h="92729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4290"/>
                  </a:lnTo>
                  <a:lnTo>
                    <a:pt x="923478" y="924405"/>
                  </a:lnTo>
                  <a:lnTo>
                    <a:pt x="922058" y="924857"/>
                  </a:lnTo>
                  <a:lnTo>
                    <a:pt x="920637" y="925310"/>
                  </a:lnTo>
                  <a:lnTo>
                    <a:pt x="919217" y="925763"/>
                  </a:lnTo>
                  <a:lnTo>
                    <a:pt x="917796" y="926215"/>
                  </a:lnTo>
                  <a:lnTo>
                    <a:pt x="916376" y="926668"/>
                  </a:lnTo>
                  <a:lnTo>
                    <a:pt x="914956" y="927122"/>
                  </a:lnTo>
                  <a:lnTo>
                    <a:pt x="914400" y="92729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2677544" y="2853013"/>
              <a:ext cx="923840" cy="924290"/>
            </a:xfrm>
            <a:custGeom>
              <a:avLst/>
              <a:pathLst>
                <a:path w="923840" h="924290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1289"/>
                  </a:lnTo>
                  <a:lnTo>
                    <a:pt x="922564" y="921694"/>
                  </a:lnTo>
                  <a:lnTo>
                    <a:pt x="921143" y="922145"/>
                  </a:lnTo>
                  <a:lnTo>
                    <a:pt x="919722" y="922597"/>
                  </a:lnTo>
                  <a:lnTo>
                    <a:pt x="918301" y="923049"/>
                  </a:lnTo>
                  <a:lnTo>
                    <a:pt x="916880" y="923501"/>
                  </a:lnTo>
                  <a:lnTo>
                    <a:pt x="915459" y="923953"/>
                  </a:lnTo>
                  <a:lnTo>
                    <a:pt x="914399" y="924290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2686984" y="2853013"/>
              <a:ext cx="923840" cy="921289"/>
            </a:xfrm>
            <a:custGeom>
              <a:avLst/>
              <a:pathLst>
                <a:path w="923840" h="92128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8297"/>
                  </a:lnTo>
                  <a:lnTo>
                    <a:pt x="923075" y="918539"/>
                  </a:lnTo>
                  <a:lnTo>
                    <a:pt x="921653" y="918989"/>
                  </a:lnTo>
                  <a:lnTo>
                    <a:pt x="920231" y="919439"/>
                  </a:lnTo>
                  <a:lnTo>
                    <a:pt x="918810" y="919890"/>
                  </a:lnTo>
                  <a:lnTo>
                    <a:pt x="917388" y="920341"/>
                  </a:lnTo>
                  <a:lnTo>
                    <a:pt x="915967" y="920792"/>
                  </a:lnTo>
                  <a:lnTo>
                    <a:pt x="914545" y="921243"/>
                  </a:lnTo>
                  <a:lnTo>
                    <a:pt x="914400" y="92128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2696424" y="2853013"/>
              <a:ext cx="923840" cy="918297"/>
            </a:xfrm>
            <a:custGeom>
              <a:avLst/>
              <a:pathLst>
                <a:path w="923840" h="91829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5313"/>
                  </a:lnTo>
                  <a:lnTo>
                    <a:pt x="923591" y="915391"/>
                  </a:lnTo>
                  <a:lnTo>
                    <a:pt x="922168" y="915841"/>
                  </a:lnTo>
                  <a:lnTo>
                    <a:pt x="920746" y="916290"/>
                  </a:lnTo>
                  <a:lnTo>
                    <a:pt x="919323" y="916739"/>
                  </a:lnTo>
                  <a:lnTo>
                    <a:pt x="917901" y="917189"/>
                  </a:lnTo>
                  <a:lnTo>
                    <a:pt x="916479" y="917639"/>
                  </a:lnTo>
                  <a:lnTo>
                    <a:pt x="915057" y="918089"/>
                  </a:lnTo>
                  <a:lnTo>
                    <a:pt x="914400" y="918297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2705864" y="2853013"/>
              <a:ext cx="917295" cy="915313"/>
            </a:xfrm>
            <a:custGeom>
              <a:avLst/>
              <a:pathLst>
                <a:path w="917295" h="915313">
                  <a:moveTo>
                    <a:pt x="914400" y="914400"/>
                  </a:moveTo>
                  <a:lnTo>
                    <a:pt x="917295" y="914400"/>
                  </a:lnTo>
                  <a:lnTo>
                    <a:pt x="916996" y="914494"/>
                  </a:lnTo>
                  <a:lnTo>
                    <a:pt x="915573" y="914943"/>
                  </a:lnTo>
                  <a:lnTo>
                    <a:pt x="914400" y="915313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2781386" y="2853013"/>
              <a:ext cx="914400" cy="915533"/>
            </a:xfrm>
            <a:custGeom>
              <a:avLst/>
              <a:pathLst>
                <a:path w="914400" h="915533">
                  <a:moveTo>
                    <a:pt x="914400" y="914400"/>
                  </a:moveTo>
                  <a:lnTo>
                    <a:pt x="914400" y="915533"/>
                  </a:lnTo>
                  <a:lnTo>
                    <a:pt x="911778" y="915324"/>
                  </a:lnTo>
                  <a:lnTo>
                    <a:pt x="906980" y="914400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2781386" y="2853013"/>
              <a:ext cx="923840" cy="915869"/>
            </a:xfrm>
            <a:custGeom>
              <a:avLst/>
              <a:pathLst>
                <a:path w="923840" h="9158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5698"/>
                  </a:lnTo>
                  <a:lnTo>
                    <a:pt x="918607" y="915869"/>
                  </a:lnTo>
                  <a:lnTo>
                    <a:pt x="914400" y="915533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2790826" y="2853013"/>
              <a:ext cx="923840" cy="915698"/>
            </a:xfrm>
            <a:custGeom>
              <a:avLst/>
              <a:pathLst>
                <a:path w="923840" h="915698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4951"/>
                  </a:lnTo>
                  <a:lnTo>
                    <a:pt x="922611" y="915060"/>
                  </a:lnTo>
                  <a:lnTo>
                    <a:pt x="920409" y="915255"/>
                  </a:lnTo>
                  <a:lnTo>
                    <a:pt x="918208" y="915450"/>
                  </a:lnTo>
                  <a:lnTo>
                    <a:pt x="916001" y="915646"/>
                  </a:lnTo>
                  <a:lnTo>
                    <a:pt x="914400" y="91569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2800267" y="2853013"/>
              <a:ext cx="920667" cy="914951"/>
            </a:xfrm>
            <a:custGeom>
              <a:avLst/>
              <a:pathLst>
                <a:path w="920667" h="914951">
                  <a:moveTo>
                    <a:pt x="914400" y="914400"/>
                  </a:moveTo>
                  <a:lnTo>
                    <a:pt x="920667" y="914400"/>
                  </a:lnTo>
                  <a:lnTo>
                    <a:pt x="919776" y="914478"/>
                  </a:lnTo>
                  <a:lnTo>
                    <a:pt x="917574" y="914671"/>
                  </a:lnTo>
                  <a:lnTo>
                    <a:pt x="915372" y="914865"/>
                  </a:lnTo>
                  <a:lnTo>
                    <a:pt x="914400" y="914951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2526500" y="2835444"/>
              <a:ext cx="914399" cy="916302"/>
            </a:xfrm>
            <a:custGeom>
              <a:avLst/>
              <a:pathLst>
                <a:path w="914399" h="916302">
                  <a:moveTo>
                    <a:pt x="914399" y="914400"/>
                  </a:moveTo>
                  <a:lnTo>
                    <a:pt x="914399" y="916302"/>
                  </a:lnTo>
                  <a:lnTo>
                    <a:pt x="911402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2526500" y="2835444"/>
              <a:ext cx="923840" cy="921175"/>
            </a:xfrm>
            <a:custGeom>
              <a:avLst/>
              <a:pathLst>
                <a:path w="923840" h="92117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1175"/>
                  </a:lnTo>
                  <a:lnTo>
                    <a:pt x="921386" y="920132"/>
                  </a:lnTo>
                  <a:lnTo>
                    <a:pt x="915703" y="917130"/>
                  </a:lnTo>
                  <a:lnTo>
                    <a:pt x="914399" y="916302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2535940" y="2835444"/>
              <a:ext cx="923840" cy="924550"/>
            </a:xfrm>
            <a:custGeom>
              <a:avLst/>
              <a:pathLst>
                <a:path w="923840" h="92455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4550"/>
                  </a:lnTo>
                  <a:lnTo>
                    <a:pt x="923526" y="924464"/>
                  </a:lnTo>
                  <a:lnTo>
                    <a:pt x="917706" y="922579"/>
                  </a:lnTo>
                  <a:lnTo>
                    <a:pt x="914400" y="921175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2545380" y="2835444"/>
              <a:ext cx="923840" cy="927140"/>
            </a:xfrm>
            <a:custGeom>
              <a:avLst/>
              <a:pathLst>
                <a:path w="923840" h="927140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7140"/>
                  </a:lnTo>
                  <a:lnTo>
                    <a:pt x="923048" y="926923"/>
                  </a:lnTo>
                  <a:lnTo>
                    <a:pt x="921769" y="926571"/>
                  </a:lnTo>
                  <a:lnTo>
                    <a:pt x="920489" y="926220"/>
                  </a:lnTo>
                  <a:lnTo>
                    <a:pt x="919209" y="925869"/>
                  </a:lnTo>
                  <a:lnTo>
                    <a:pt x="917929" y="925517"/>
                  </a:lnTo>
                  <a:lnTo>
                    <a:pt x="916649" y="925166"/>
                  </a:lnTo>
                  <a:lnTo>
                    <a:pt x="915369" y="924815"/>
                  </a:lnTo>
                  <a:lnTo>
                    <a:pt x="914399" y="924550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2554820" y="2835444"/>
              <a:ext cx="923840" cy="929739"/>
            </a:xfrm>
            <a:custGeom>
              <a:avLst/>
              <a:pathLst>
                <a:path w="923840" h="92973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9739"/>
                  </a:lnTo>
                  <a:lnTo>
                    <a:pt x="923522" y="929651"/>
                  </a:lnTo>
                  <a:lnTo>
                    <a:pt x="923203" y="929563"/>
                  </a:lnTo>
                  <a:lnTo>
                    <a:pt x="923044" y="929512"/>
                  </a:lnTo>
                  <a:lnTo>
                    <a:pt x="922884" y="929476"/>
                  </a:lnTo>
                  <a:lnTo>
                    <a:pt x="922565" y="929388"/>
                  </a:lnTo>
                  <a:lnTo>
                    <a:pt x="921285" y="929035"/>
                  </a:lnTo>
                  <a:lnTo>
                    <a:pt x="920005" y="928682"/>
                  </a:lnTo>
                  <a:lnTo>
                    <a:pt x="918726" y="928330"/>
                  </a:lnTo>
                  <a:lnTo>
                    <a:pt x="917447" y="927978"/>
                  </a:lnTo>
                  <a:lnTo>
                    <a:pt x="916167" y="927626"/>
                  </a:lnTo>
                  <a:lnTo>
                    <a:pt x="914888" y="927274"/>
                  </a:lnTo>
                  <a:lnTo>
                    <a:pt x="914400" y="927140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2564261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2478" y="931969"/>
                  </a:lnTo>
                  <a:lnTo>
                    <a:pt x="921756" y="931770"/>
                  </a:lnTo>
                  <a:lnTo>
                    <a:pt x="920478" y="931417"/>
                  </a:lnTo>
                  <a:lnTo>
                    <a:pt x="919199" y="931063"/>
                  </a:lnTo>
                  <a:lnTo>
                    <a:pt x="917920" y="930710"/>
                  </a:lnTo>
                  <a:lnTo>
                    <a:pt x="916641" y="930357"/>
                  </a:lnTo>
                  <a:lnTo>
                    <a:pt x="915362" y="930004"/>
                  </a:lnTo>
                  <a:lnTo>
                    <a:pt x="914399" y="92973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2573701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2583141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2592581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2602022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2611462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2620902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2630342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2639783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2649223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2658663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2668103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2677544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2686984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2696424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2705864" y="285301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338"/>
                  </a:lnTo>
                  <a:lnTo>
                    <a:pt x="922688" y="912700"/>
                  </a:lnTo>
                  <a:lnTo>
                    <a:pt x="921265" y="913148"/>
                  </a:lnTo>
                  <a:lnTo>
                    <a:pt x="919842" y="913597"/>
                  </a:lnTo>
                  <a:lnTo>
                    <a:pt x="918419" y="914045"/>
                  </a:lnTo>
                  <a:lnTo>
                    <a:pt x="917295" y="914400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2715305" y="2835444"/>
              <a:ext cx="923840" cy="929907"/>
            </a:xfrm>
            <a:custGeom>
              <a:avLst/>
              <a:pathLst>
                <a:path w="923840" h="929907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6940"/>
                  </a:lnTo>
                  <a:lnTo>
                    <a:pt x="923212" y="927138"/>
                  </a:lnTo>
                  <a:lnTo>
                    <a:pt x="921788" y="927585"/>
                  </a:lnTo>
                  <a:lnTo>
                    <a:pt x="920364" y="928032"/>
                  </a:lnTo>
                  <a:lnTo>
                    <a:pt x="918941" y="928479"/>
                  </a:lnTo>
                  <a:lnTo>
                    <a:pt x="917517" y="928927"/>
                  </a:lnTo>
                  <a:lnTo>
                    <a:pt x="916094" y="929374"/>
                  </a:lnTo>
                  <a:lnTo>
                    <a:pt x="914671" y="929822"/>
                  </a:lnTo>
                  <a:lnTo>
                    <a:pt x="914399" y="929907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2724745" y="2835444"/>
              <a:ext cx="923840" cy="926940"/>
            </a:xfrm>
            <a:custGeom>
              <a:avLst/>
              <a:pathLst>
                <a:path w="923840" h="926940">
                  <a:moveTo>
                    <a:pt x="914400" y="914400"/>
                  </a:moveTo>
                  <a:lnTo>
                    <a:pt x="923840" y="914400"/>
                  </a:lnTo>
                  <a:lnTo>
                    <a:pt x="923740" y="924013"/>
                  </a:lnTo>
                  <a:lnTo>
                    <a:pt x="922316" y="924459"/>
                  </a:lnTo>
                  <a:lnTo>
                    <a:pt x="920892" y="924905"/>
                  </a:lnTo>
                  <a:lnTo>
                    <a:pt x="919467" y="925351"/>
                  </a:lnTo>
                  <a:lnTo>
                    <a:pt x="918043" y="925798"/>
                  </a:lnTo>
                  <a:lnTo>
                    <a:pt x="916619" y="926244"/>
                  </a:lnTo>
                  <a:lnTo>
                    <a:pt x="915195" y="926691"/>
                  </a:lnTo>
                  <a:lnTo>
                    <a:pt x="914400" y="926940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2734185" y="2835444"/>
              <a:ext cx="923840" cy="924542"/>
            </a:xfrm>
            <a:custGeom>
              <a:avLst/>
              <a:pathLst>
                <a:path w="923840" h="924542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4542"/>
                  </a:lnTo>
                  <a:lnTo>
                    <a:pt x="923281" y="924404"/>
                  </a:lnTo>
                  <a:lnTo>
                    <a:pt x="921674" y="924007"/>
                  </a:lnTo>
                  <a:lnTo>
                    <a:pt x="920068" y="923611"/>
                  </a:lnTo>
                  <a:lnTo>
                    <a:pt x="918462" y="923214"/>
                  </a:lnTo>
                  <a:lnTo>
                    <a:pt x="917563" y="922993"/>
                  </a:lnTo>
                  <a:lnTo>
                    <a:pt x="917149" y="923122"/>
                  </a:lnTo>
                  <a:lnTo>
                    <a:pt x="915724" y="923568"/>
                  </a:lnTo>
                  <a:lnTo>
                    <a:pt x="914399" y="923982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2743625" y="2835444"/>
              <a:ext cx="923840" cy="926880"/>
            </a:xfrm>
            <a:custGeom>
              <a:avLst/>
              <a:pathLst>
                <a:path w="923840" h="92688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6880"/>
                  </a:lnTo>
                  <a:lnTo>
                    <a:pt x="923475" y="926790"/>
                  </a:lnTo>
                  <a:lnTo>
                    <a:pt x="921870" y="926391"/>
                  </a:lnTo>
                  <a:lnTo>
                    <a:pt x="920264" y="925994"/>
                  </a:lnTo>
                  <a:lnTo>
                    <a:pt x="918658" y="925596"/>
                  </a:lnTo>
                  <a:lnTo>
                    <a:pt x="917052" y="925198"/>
                  </a:lnTo>
                  <a:lnTo>
                    <a:pt x="915446" y="924801"/>
                  </a:lnTo>
                  <a:lnTo>
                    <a:pt x="914400" y="924542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2753065" y="2835444"/>
              <a:ext cx="923840" cy="929225"/>
            </a:xfrm>
            <a:custGeom>
              <a:avLst/>
              <a:pathLst>
                <a:path w="923840" h="92922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9225"/>
                  </a:lnTo>
                  <a:lnTo>
                    <a:pt x="923667" y="929182"/>
                  </a:lnTo>
                  <a:lnTo>
                    <a:pt x="922062" y="928783"/>
                  </a:lnTo>
                  <a:lnTo>
                    <a:pt x="920457" y="928384"/>
                  </a:lnTo>
                  <a:lnTo>
                    <a:pt x="918851" y="927985"/>
                  </a:lnTo>
                  <a:lnTo>
                    <a:pt x="917246" y="927586"/>
                  </a:lnTo>
                  <a:lnTo>
                    <a:pt x="915641" y="927188"/>
                  </a:lnTo>
                  <a:lnTo>
                    <a:pt x="914399" y="926880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2762506" y="2835444"/>
              <a:ext cx="923840" cy="931579"/>
            </a:xfrm>
            <a:custGeom>
              <a:avLst/>
              <a:pathLst>
                <a:path w="923840" h="93157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579"/>
                  </a:lnTo>
                  <a:lnTo>
                    <a:pt x="922251" y="931182"/>
                  </a:lnTo>
                  <a:lnTo>
                    <a:pt x="920646" y="930782"/>
                  </a:lnTo>
                  <a:lnTo>
                    <a:pt x="919041" y="930382"/>
                  </a:lnTo>
                  <a:lnTo>
                    <a:pt x="917436" y="929982"/>
                  </a:lnTo>
                  <a:lnTo>
                    <a:pt x="915832" y="929582"/>
                  </a:lnTo>
                  <a:lnTo>
                    <a:pt x="914400" y="929225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2771946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420" y="931969"/>
                  </a:lnTo>
                  <a:lnTo>
                    <a:pt x="914399" y="93157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2781386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2790826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2800267" y="285301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4121"/>
                  </a:lnTo>
                  <a:lnTo>
                    <a:pt x="921977" y="914285"/>
                  </a:lnTo>
                  <a:lnTo>
                    <a:pt x="920667" y="914400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2809707" y="2835444"/>
              <a:ext cx="923840" cy="931691"/>
            </a:xfrm>
            <a:custGeom>
              <a:avLst/>
              <a:pathLst>
                <a:path w="923840" h="931691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0110"/>
                  </a:lnTo>
                  <a:lnTo>
                    <a:pt x="920560" y="930872"/>
                  </a:lnTo>
                  <a:lnTo>
                    <a:pt x="914744" y="931661"/>
                  </a:lnTo>
                  <a:lnTo>
                    <a:pt x="914399" y="931691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2819147" y="2835444"/>
              <a:ext cx="923840" cy="930110"/>
            </a:xfrm>
            <a:custGeom>
              <a:avLst/>
              <a:pathLst>
                <a:path w="923840" h="93011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7117"/>
                  </a:lnTo>
                  <a:lnTo>
                    <a:pt x="922646" y="927630"/>
                  </a:lnTo>
                  <a:lnTo>
                    <a:pt x="916905" y="929527"/>
                  </a:lnTo>
                  <a:lnTo>
                    <a:pt x="914400" y="930110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2828587" y="2835444"/>
              <a:ext cx="923840" cy="927117"/>
            </a:xfrm>
            <a:custGeom>
              <a:avLst/>
              <a:pathLst>
                <a:path w="923840" h="92711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2549"/>
                  </a:lnTo>
                  <a:lnTo>
                    <a:pt x="918886" y="925186"/>
                  </a:lnTo>
                  <a:lnTo>
                    <a:pt x="914400" y="927117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2838028" y="2835444"/>
              <a:ext cx="923840" cy="922549"/>
            </a:xfrm>
            <a:custGeom>
              <a:avLst/>
              <a:pathLst>
                <a:path w="923840" h="92254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6240"/>
                  </a:lnTo>
                  <a:lnTo>
                    <a:pt x="920568" y="918683"/>
                  </a:lnTo>
                  <a:lnTo>
                    <a:pt x="915052" y="922201"/>
                  </a:lnTo>
                  <a:lnTo>
                    <a:pt x="914400" y="92254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2847468" y="2835444"/>
              <a:ext cx="916821" cy="916240"/>
            </a:xfrm>
            <a:custGeom>
              <a:avLst/>
              <a:pathLst>
                <a:path w="916821" h="916240">
                  <a:moveTo>
                    <a:pt x="914399" y="914400"/>
                  </a:moveTo>
                  <a:lnTo>
                    <a:pt x="916821" y="914400"/>
                  </a:lnTo>
                  <a:lnTo>
                    <a:pt x="916539" y="914642"/>
                  </a:lnTo>
                  <a:lnTo>
                    <a:pt x="914399" y="916240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2507619" y="2817874"/>
              <a:ext cx="914399" cy="918773"/>
            </a:xfrm>
            <a:custGeom>
              <a:avLst/>
              <a:pathLst>
                <a:path w="914399" h="918773">
                  <a:moveTo>
                    <a:pt x="914399" y="914400"/>
                  </a:moveTo>
                  <a:lnTo>
                    <a:pt x="914399" y="918773"/>
                  </a:lnTo>
                  <a:lnTo>
                    <a:pt x="912919" y="917321"/>
                  </a:lnTo>
                  <a:lnTo>
                    <a:pt x="910285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2507619" y="2817874"/>
              <a:ext cx="923840" cy="927310"/>
            </a:xfrm>
            <a:custGeom>
              <a:avLst/>
              <a:pathLst>
                <a:path w="923840" h="927310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7310"/>
                  </a:lnTo>
                  <a:lnTo>
                    <a:pt x="923508" y="927063"/>
                  </a:lnTo>
                  <a:lnTo>
                    <a:pt x="918145" y="922449"/>
                  </a:lnTo>
                  <a:lnTo>
                    <a:pt x="914399" y="918773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2517059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0842" y="931969"/>
                  </a:lnTo>
                  <a:lnTo>
                    <a:pt x="919552" y="931150"/>
                  </a:lnTo>
                  <a:lnTo>
                    <a:pt x="914400" y="92731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2526500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2535940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2545380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2554820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2564261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2573701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2583141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2592581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2602022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2611462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2620902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2630342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2639783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2649223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2658663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2668103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2677544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2686984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2696424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2705864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2715305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2724745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2734185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2743625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2753065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2762506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2771946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2781386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2790826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2800267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2809707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2819147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2828587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2838028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2847468" y="2835444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8120"/>
                  </a:lnTo>
                  <a:lnTo>
                    <a:pt x="921831" y="910088"/>
                  </a:lnTo>
                  <a:lnTo>
                    <a:pt x="916821" y="914400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2856908" y="2817874"/>
              <a:ext cx="923840" cy="925690"/>
            </a:xfrm>
            <a:custGeom>
              <a:avLst/>
              <a:pathLst>
                <a:path w="923840" h="92569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5478"/>
                  </a:lnTo>
                  <a:lnTo>
                    <a:pt x="922563" y="917060"/>
                  </a:lnTo>
                  <a:lnTo>
                    <a:pt x="917550" y="922603"/>
                  </a:lnTo>
                  <a:lnTo>
                    <a:pt x="914400" y="925690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2866348" y="2817874"/>
              <a:ext cx="915269" cy="915478"/>
            </a:xfrm>
            <a:custGeom>
              <a:avLst/>
              <a:pathLst>
                <a:path w="915269" h="915478">
                  <a:moveTo>
                    <a:pt x="914399" y="914400"/>
                  </a:moveTo>
                  <a:lnTo>
                    <a:pt x="915269" y="914400"/>
                  </a:lnTo>
                  <a:lnTo>
                    <a:pt x="914399" y="91547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2498179" y="2800304"/>
              <a:ext cx="914400" cy="925671"/>
            </a:xfrm>
            <a:custGeom>
              <a:avLst/>
              <a:pathLst>
                <a:path w="914400" h="925671">
                  <a:moveTo>
                    <a:pt x="914400" y="914400"/>
                  </a:moveTo>
                  <a:lnTo>
                    <a:pt x="914400" y="925671"/>
                  </a:lnTo>
                  <a:lnTo>
                    <a:pt x="912374" y="923149"/>
                  </a:lnTo>
                  <a:lnTo>
                    <a:pt x="907641" y="916568"/>
                  </a:lnTo>
                  <a:lnTo>
                    <a:pt x="906240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2498179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725" y="931969"/>
                  </a:lnTo>
                  <a:lnTo>
                    <a:pt x="917284" y="929262"/>
                  </a:lnTo>
                  <a:lnTo>
                    <a:pt x="914400" y="925671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2507619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2517059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2526500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2535940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2545380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2554820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2564261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2573701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2583141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2592581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2602022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2611462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2620902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2630342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2639783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2649223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2658663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2668103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2677544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2686984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2696424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2705864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2715305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2724745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2734185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2743625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2753065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2762506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2771946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2781386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2790826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2800267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2809707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2819147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2828587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2838028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2847468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2856908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2866348" y="2817874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2847"/>
                  </a:lnTo>
                  <a:lnTo>
                    <a:pt x="923638" y="903141"/>
                  </a:lnTo>
                  <a:lnTo>
                    <a:pt x="922656" y="904574"/>
                  </a:lnTo>
                  <a:lnTo>
                    <a:pt x="917976" y="911045"/>
                  </a:lnTo>
                  <a:lnTo>
                    <a:pt x="915269" y="914400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2875789" y="2800304"/>
              <a:ext cx="918528" cy="920417"/>
            </a:xfrm>
            <a:custGeom>
              <a:avLst/>
              <a:pathLst>
                <a:path w="918528" h="920417">
                  <a:moveTo>
                    <a:pt x="914400" y="914400"/>
                  </a:moveTo>
                  <a:lnTo>
                    <a:pt x="918528" y="914400"/>
                  </a:lnTo>
                  <a:lnTo>
                    <a:pt x="918106" y="915014"/>
                  </a:lnTo>
                  <a:lnTo>
                    <a:pt x="917129" y="916438"/>
                  </a:lnTo>
                  <a:lnTo>
                    <a:pt x="916151" y="917862"/>
                  </a:lnTo>
                  <a:lnTo>
                    <a:pt x="915175" y="919286"/>
                  </a:lnTo>
                  <a:lnTo>
                    <a:pt x="914400" y="920417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2488739" y="2782734"/>
              <a:ext cx="914399" cy="929987"/>
            </a:xfrm>
            <a:custGeom>
              <a:avLst/>
              <a:pathLst>
                <a:path w="914399" h="929987">
                  <a:moveTo>
                    <a:pt x="914399" y="914399"/>
                  </a:moveTo>
                  <a:lnTo>
                    <a:pt x="914399" y="929987"/>
                  </a:lnTo>
                  <a:lnTo>
                    <a:pt x="912539" y="927107"/>
                  </a:lnTo>
                  <a:lnTo>
                    <a:pt x="908200" y="919644"/>
                  </a:lnTo>
                  <a:lnTo>
                    <a:pt x="905453" y="91439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2488739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5680" y="931969"/>
                  </a:lnTo>
                  <a:lnTo>
                    <a:pt x="914399" y="929987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2498179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2507619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2517059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2526500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2535940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2545380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2554820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2564261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2573701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583141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592581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602022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611462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620902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630342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639783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649223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658663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668103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677544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686984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696424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705864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715305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724745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734185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743625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753065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762506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771946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781386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790826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800267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809707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819147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828587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838028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847468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856908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2866348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875789" y="2800304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6667"/>
                  </a:lnTo>
                  <a:lnTo>
                    <a:pt x="922996" y="907895"/>
                  </a:lnTo>
                  <a:lnTo>
                    <a:pt x="922017" y="909319"/>
                  </a:lnTo>
                  <a:lnTo>
                    <a:pt x="921039" y="910742"/>
                  </a:lnTo>
                  <a:lnTo>
                    <a:pt x="920061" y="912166"/>
                  </a:lnTo>
                  <a:lnTo>
                    <a:pt x="919083" y="913590"/>
                  </a:lnTo>
                  <a:lnTo>
                    <a:pt x="918528" y="914400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885229" y="2782734"/>
              <a:ext cx="921168" cy="924237"/>
            </a:xfrm>
            <a:custGeom>
              <a:avLst/>
              <a:pathLst>
                <a:path w="921168" h="924237">
                  <a:moveTo>
                    <a:pt x="914399" y="914399"/>
                  </a:moveTo>
                  <a:lnTo>
                    <a:pt x="921168" y="914399"/>
                  </a:lnTo>
                  <a:lnTo>
                    <a:pt x="920409" y="915502"/>
                  </a:lnTo>
                  <a:lnTo>
                    <a:pt x="919430" y="916925"/>
                  </a:lnTo>
                  <a:lnTo>
                    <a:pt x="918450" y="918348"/>
                  </a:lnTo>
                  <a:lnTo>
                    <a:pt x="917471" y="919771"/>
                  </a:lnTo>
                  <a:lnTo>
                    <a:pt x="916492" y="921194"/>
                  </a:lnTo>
                  <a:lnTo>
                    <a:pt x="915513" y="922618"/>
                  </a:lnTo>
                  <a:lnTo>
                    <a:pt x="914534" y="924041"/>
                  </a:lnTo>
                  <a:lnTo>
                    <a:pt x="914399" y="924237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479299" y="2765164"/>
              <a:ext cx="914400" cy="931026"/>
            </a:xfrm>
            <a:custGeom>
              <a:avLst/>
              <a:pathLst>
                <a:path w="914400" h="931026">
                  <a:moveTo>
                    <a:pt x="914400" y="914400"/>
                  </a:moveTo>
                  <a:lnTo>
                    <a:pt x="914400" y="931026"/>
                  </a:lnTo>
                  <a:lnTo>
                    <a:pt x="913517" y="929341"/>
                  </a:lnTo>
                  <a:lnTo>
                    <a:pt x="909619" y="921078"/>
                  </a:lnTo>
                  <a:lnTo>
                    <a:pt x="906786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479299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893" y="931969"/>
                  </a:lnTo>
                  <a:lnTo>
                    <a:pt x="914400" y="931026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488739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498179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507619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517059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2526500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2535940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2545380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2554820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2564261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2573701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2583141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2592581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2602022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2611462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2620902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2630342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2639783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2649223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2658663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2668103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2677544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2686984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2696424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2705864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2715305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2724745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2734185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2743625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2753065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2762506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2771946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2781386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2790826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2800267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2809707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2819147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2828587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2838028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2847468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2856908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2866348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2875789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2885229" y="2782734"/>
              <a:ext cx="923840" cy="914399"/>
            </a:xfrm>
            <a:custGeom>
              <a:avLst/>
              <a:pathLst>
                <a:path w="923840" h="914399">
                  <a:moveTo>
                    <a:pt x="914399" y="914399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10522"/>
                  </a:lnTo>
                  <a:lnTo>
                    <a:pt x="923350" y="911233"/>
                  </a:lnTo>
                  <a:lnTo>
                    <a:pt x="922370" y="912656"/>
                  </a:lnTo>
                  <a:lnTo>
                    <a:pt x="921389" y="914079"/>
                  </a:lnTo>
                  <a:lnTo>
                    <a:pt x="921168" y="91439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2894669" y="2765164"/>
              <a:ext cx="923840" cy="928092"/>
            </a:xfrm>
            <a:custGeom>
              <a:avLst/>
              <a:pathLst>
                <a:path w="923840" h="928092">
                  <a:moveTo>
                    <a:pt x="914400" y="914400"/>
                  </a:moveTo>
                  <a:lnTo>
                    <a:pt x="923840" y="914412"/>
                  </a:lnTo>
                  <a:lnTo>
                    <a:pt x="923725" y="914578"/>
                  </a:lnTo>
                  <a:lnTo>
                    <a:pt x="922742" y="916000"/>
                  </a:lnTo>
                  <a:lnTo>
                    <a:pt x="921760" y="917422"/>
                  </a:lnTo>
                  <a:lnTo>
                    <a:pt x="920778" y="918845"/>
                  </a:lnTo>
                  <a:lnTo>
                    <a:pt x="919796" y="920267"/>
                  </a:lnTo>
                  <a:lnTo>
                    <a:pt x="918815" y="921689"/>
                  </a:lnTo>
                  <a:lnTo>
                    <a:pt x="917833" y="923112"/>
                  </a:lnTo>
                  <a:lnTo>
                    <a:pt x="916852" y="924534"/>
                  </a:lnTo>
                  <a:lnTo>
                    <a:pt x="915871" y="925957"/>
                  </a:lnTo>
                  <a:lnTo>
                    <a:pt x="914890" y="927380"/>
                  </a:lnTo>
                  <a:lnTo>
                    <a:pt x="914400" y="928092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2469858" y="2747595"/>
              <a:ext cx="914399" cy="927394"/>
            </a:xfrm>
            <a:custGeom>
              <a:avLst/>
              <a:pathLst>
                <a:path w="914399" h="927394">
                  <a:moveTo>
                    <a:pt x="914399" y="914400"/>
                  </a:moveTo>
                  <a:lnTo>
                    <a:pt x="914399" y="927394"/>
                  </a:lnTo>
                  <a:lnTo>
                    <a:pt x="911984" y="921045"/>
                  </a:lnTo>
                  <a:lnTo>
                    <a:pt x="909725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2469858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226" y="931969"/>
                  </a:lnTo>
                  <a:lnTo>
                    <a:pt x="915398" y="930018"/>
                  </a:lnTo>
                  <a:lnTo>
                    <a:pt x="914399" y="927394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2479299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2488739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2498179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2507619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2517059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2526500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2535940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2545380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2554820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2564261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2573701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2583141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2592581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2602022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2611462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2620902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2630342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2639783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2649223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2658663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2668103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2677544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2686984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2696424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2705864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2715305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2724745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2734185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2743625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2753065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2762506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2771946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2781386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2790826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2800267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2809707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2819147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2828587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2838028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2847468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2856908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2866348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2875789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2885229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2894669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2904109" y="2765164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899642"/>
                  </a:lnTo>
                  <a:lnTo>
                    <a:pt x="920790" y="904807"/>
                  </a:lnTo>
                  <a:lnTo>
                    <a:pt x="916256" y="911726"/>
                  </a:lnTo>
                  <a:lnTo>
                    <a:pt x="915267" y="913156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2913550" y="2747595"/>
              <a:ext cx="916023" cy="917211"/>
            </a:xfrm>
            <a:custGeom>
              <a:avLst/>
              <a:pathLst>
                <a:path w="916023" h="917211">
                  <a:moveTo>
                    <a:pt x="914400" y="914400"/>
                  </a:moveTo>
                  <a:lnTo>
                    <a:pt x="916023" y="914400"/>
                  </a:lnTo>
                  <a:lnTo>
                    <a:pt x="915687" y="915031"/>
                  </a:lnTo>
                  <a:lnTo>
                    <a:pt x="914400" y="917211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2460418" y="2730025"/>
              <a:ext cx="914400" cy="916080"/>
            </a:xfrm>
            <a:custGeom>
              <a:avLst/>
              <a:pathLst>
                <a:path w="914400" h="916080">
                  <a:moveTo>
                    <a:pt x="914400" y="914400"/>
                  </a:moveTo>
                  <a:lnTo>
                    <a:pt x="914400" y="916080"/>
                  </a:lnTo>
                  <a:lnTo>
                    <a:pt x="913952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2460418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165" y="931969"/>
                  </a:lnTo>
                  <a:lnTo>
                    <a:pt x="918266" y="929323"/>
                  </a:lnTo>
                  <a:lnTo>
                    <a:pt x="915372" y="919737"/>
                  </a:lnTo>
                  <a:lnTo>
                    <a:pt x="914400" y="91608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2469858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2479299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2488739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2498179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2507619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2517059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2526500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2535940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2545380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2554820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2564261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2573701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2583141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2592581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2602022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2611462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2620902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2630342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2639783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2649223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2658663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2668103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2677544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2686984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2696424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2705864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2715305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2724745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2734185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2743625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2753065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2762506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2771946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2781386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2790826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2800267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2809707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2819147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2828587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2838028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2847468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2856908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2866348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2875789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2885229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2894669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2904109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2913550" y="2747595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898855"/>
                  </a:lnTo>
                  <a:lnTo>
                    <a:pt x="923718" y="899136"/>
                  </a:lnTo>
                  <a:lnTo>
                    <a:pt x="919813" y="907277"/>
                  </a:lnTo>
                  <a:lnTo>
                    <a:pt x="916023" y="914400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2922990" y="2730025"/>
              <a:ext cx="915274" cy="916425"/>
            </a:xfrm>
            <a:custGeom>
              <a:avLst/>
              <a:pathLst>
                <a:path w="915274" h="916425">
                  <a:moveTo>
                    <a:pt x="914399" y="914400"/>
                  </a:moveTo>
                  <a:lnTo>
                    <a:pt x="915274" y="914400"/>
                  </a:lnTo>
                  <a:lnTo>
                    <a:pt x="914399" y="916425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2460418" y="271245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3952" y="931969"/>
                  </a:lnTo>
                  <a:lnTo>
                    <a:pt x="912751" y="927453"/>
                  </a:lnTo>
                  <a:lnTo>
                    <a:pt x="910409" y="917358"/>
                  </a:lnTo>
                  <a:lnTo>
                    <a:pt x="909819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2460418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2469858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2479299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2488739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2498179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2507619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2517059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2526500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2535940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2545380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2554820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2564261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2573701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2583141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2592581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2602022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2611462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2620902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2630342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2639783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2649223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2658663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2668103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2677544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2686984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2696424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2705864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2715305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2724745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2734185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2743625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2753065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2762506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2771946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2781386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2790826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2800267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2809707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2819147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2828587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2838028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2847468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2856908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2866348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2875789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2885229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2894669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2904109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2913550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2922990" y="2730025"/>
              <a:ext cx="922259" cy="914400"/>
            </a:xfrm>
            <a:custGeom>
              <a:avLst/>
              <a:pathLst>
                <a:path w="922259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2259" y="896830"/>
                  </a:lnTo>
                  <a:lnTo>
                    <a:pt x="921384" y="899352"/>
                  </a:lnTo>
                  <a:lnTo>
                    <a:pt x="917952" y="908200"/>
                  </a:lnTo>
                  <a:lnTo>
                    <a:pt x="915274" y="914400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2460418" y="269488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819" y="931969"/>
                  </a:lnTo>
                  <a:lnTo>
                    <a:pt x="908353" y="924620"/>
                  </a:lnTo>
                  <a:lnTo>
                    <a:pt x="906635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2460418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2469858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2479299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2488739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2498179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2507619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2517059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2526500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2535940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2545380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2554820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2564261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2573701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2583141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2592581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602022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611462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620902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630342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639783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649223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658663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668103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677544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686984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696424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705864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715305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724745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734185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743625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753065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2762506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2771946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2781386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2790826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800267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2809707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2819147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2828587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2838028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2847468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2856908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866348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875789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2885229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2894669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2904109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2913550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2922990" y="2712455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9846"/>
                  </a:lnTo>
                  <a:lnTo>
                    <a:pt x="922259" y="914400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2932430" y="2694885"/>
              <a:ext cx="918447" cy="927415"/>
            </a:xfrm>
            <a:custGeom>
              <a:avLst/>
              <a:pathLst>
                <a:path w="918447" h="927415">
                  <a:moveTo>
                    <a:pt x="914400" y="914400"/>
                  </a:moveTo>
                  <a:lnTo>
                    <a:pt x="918447" y="914400"/>
                  </a:lnTo>
                  <a:lnTo>
                    <a:pt x="918048" y="915863"/>
                  </a:lnTo>
                  <a:lnTo>
                    <a:pt x="915125" y="925324"/>
                  </a:lnTo>
                  <a:lnTo>
                    <a:pt x="914400" y="927415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2450978" y="2677316"/>
              <a:ext cx="914399" cy="919549"/>
            </a:xfrm>
            <a:custGeom>
              <a:avLst/>
              <a:pathLst>
                <a:path w="914399" h="919549">
                  <a:moveTo>
                    <a:pt x="914399" y="914400"/>
                  </a:moveTo>
                  <a:lnTo>
                    <a:pt x="914399" y="919549"/>
                  </a:lnTo>
                  <a:lnTo>
                    <a:pt x="913842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2450978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075" y="931969"/>
                  </a:lnTo>
                  <a:lnTo>
                    <a:pt x="916029" y="931696"/>
                  </a:lnTo>
                  <a:lnTo>
                    <a:pt x="914562" y="921045"/>
                  </a:lnTo>
                  <a:lnTo>
                    <a:pt x="914399" y="91954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2460418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2469858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2479299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2488739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2498179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2507619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2517059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2526500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2535940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2545380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2554820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2564261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2573701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2583141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2592581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2602022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2611462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620902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630342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639783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649223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658663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668103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677544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686984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696424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705864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715305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724745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734185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743625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753065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762506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771946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781386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790826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800267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809707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819147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828587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838028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847468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856908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866348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875789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885229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894669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904109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913550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922990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932430" y="2694885"/>
              <a:ext cx="922925" cy="914400"/>
            </a:xfrm>
            <a:custGeom>
              <a:avLst/>
              <a:pathLst>
                <a:path w="92292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925" y="896830"/>
                  </a:lnTo>
                  <a:lnTo>
                    <a:pt x="920703" y="906133"/>
                  </a:lnTo>
                  <a:lnTo>
                    <a:pt x="918447" y="914400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450978" y="2659746"/>
              <a:ext cx="914399" cy="931969"/>
            </a:xfrm>
            <a:custGeom>
              <a:avLst/>
              <a:pathLst>
                <a:path w="914399" h="931969">
                  <a:moveTo>
                    <a:pt x="914399" y="914399"/>
                  </a:moveTo>
                  <a:lnTo>
                    <a:pt x="914399" y="931969"/>
                  </a:lnTo>
                  <a:lnTo>
                    <a:pt x="913842" y="931969"/>
                  </a:lnTo>
                  <a:lnTo>
                    <a:pt x="913394" y="927836"/>
                  </a:lnTo>
                  <a:lnTo>
                    <a:pt x="912530" y="916959"/>
                  </a:lnTo>
                  <a:lnTo>
                    <a:pt x="912399" y="91439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450978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460418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469858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79299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488739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498179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507619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517059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526500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535940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545380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54820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564261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73701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583141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592581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602022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611462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620902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630342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639783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649223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658663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668103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677544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686984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696424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705864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715305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724745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734185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743625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753065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762506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771946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781386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790826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800267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809707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819147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828587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838028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847468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E">
                <a:alpha val="100000"/>
              </a:srgbClr>
            </a:solidFill>
            <a:ln w="5420" cap="flat">
              <a:solidFill>
                <a:srgbClr val="FFB3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856908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866348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875789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885229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894669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904109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913550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922990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932430" y="2677316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0069"/>
                  </a:lnTo>
                  <a:lnTo>
                    <a:pt x="923085" y="913730"/>
                  </a:lnTo>
                  <a:lnTo>
                    <a:pt x="922925" y="914400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941870" y="2659746"/>
              <a:ext cx="916920" cy="927639"/>
            </a:xfrm>
            <a:custGeom>
              <a:avLst/>
              <a:pathLst>
                <a:path w="916920" h="927639">
                  <a:moveTo>
                    <a:pt x="914399" y="914399"/>
                  </a:moveTo>
                  <a:lnTo>
                    <a:pt x="916920" y="914399"/>
                  </a:lnTo>
                  <a:lnTo>
                    <a:pt x="915746" y="921111"/>
                  </a:lnTo>
                  <a:lnTo>
                    <a:pt x="914399" y="92763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450978" y="264217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2399" y="931969"/>
                  </a:lnTo>
                  <a:lnTo>
                    <a:pt x="911972" y="923583"/>
                  </a:lnTo>
                  <a:lnTo>
                    <a:pt x="911762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450978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460418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469858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479299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488739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498179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07619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17059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26500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535940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545380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554820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64261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573701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583141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92581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602022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611462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620902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630342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639783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649223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658663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668103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677544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686984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696424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705864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715305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724745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734185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743625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753065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762506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771946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781386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790826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800267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809707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819147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828587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838028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847468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856908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866348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875789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885229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894669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904109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913550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922990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932430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941870" y="2659746"/>
              <a:ext cx="919472" cy="914399"/>
            </a:xfrm>
            <a:custGeom>
              <a:avLst/>
              <a:pathLst>
                <a:path w="919472" h="914399">
                  <a:moveTo>
                    <a:pt x="914399" y="914399"/>
                  </a:moveTo>
                  <a:lnTo>
                    <a:pt x="914399" y="896830"/>
                  </a:lnTo>
                  <a:lnTo>
                    <a:pt x="919472" y="896830"/>
                  </a:lnTo>
                  <a:lnTo>
                    <a:pt x="919085" y="900195"/>
                  </a:lnTo>
                  <a:lnTo>
                    <a:pt x="917561" y="910733"/>
                  </a:lnTo>
                  <a:lnTo>
                    <a:pt x="916920" y="91439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450978" y="262460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1762" y="931969"/>
                  </a:lnTo>
                  <a:lnTo>
                    <a:pt x="911721" y="930167"/>
                  </a:lnTo>
                  <a:lnTo>
                    <a:pt x="911778" y="919173"/>
                  </a:lnTo>
                  <a:lnTo>
                    <a:pt x="911937" y="914400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50978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460418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469858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479299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488739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498179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07619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17059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26500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35940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45380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54820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64261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73701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83141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592581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602022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611462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620902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630342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639783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649223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658663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668103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677544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686984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696424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705864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715305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724745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734185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743625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753065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762506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771946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781386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790826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800267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809707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819147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828587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838028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847468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856908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866348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875789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885229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894669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904109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913550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922990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932430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941870" y="2642176"/>
              <a:ext cx="921200" cy="914400"/>
            </a:xfrm>
            <a:custGeom>
              <a:avLst/>
              <a:pathLst>
                <a:path w="92120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1200" y="896830"/>
                  </a:lnTo>
                  <a:lnTo>
                    <a:pt x="920314" y="907094"/>
                  </a:lnTo>
                  <a:lnTo>
                    <a:pt x="919472" y="91440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450978" y="260703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1937" y="931969"/>
                  </a:lnTo>
                  <a:lnTo>
                    <a:pt x="912143" y="925768"/>
                  </a:lnTo>
                  <a:lnTo>
                    <a:pt x="912815" y="914844"/>
                  </a:lnTo>
                  <a:lnTo>
                    <a:pt x="912856" y="914400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50978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460418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469858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479299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488739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498179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07619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17059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526500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35940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45380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554820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64261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73701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3141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592581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602022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611462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620902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630342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639783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2649223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2658663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668103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677544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2686984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696424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705864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715305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2724745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2734185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743625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753065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2762506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771946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2781386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790826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2800267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2809707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2819147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2828587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2838028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2847468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2856908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2866348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2875789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2885229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2894669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2904109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2913550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2922990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2932430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2941870" y="2624606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7519"/>
                  </a:lnTo>
                  <a:lnTo>
                    <a:pt x="921532" y="908931"/>
                  </a:lnTo>
                  <a:lnTo>
                    <a:pt x="921244" y="913888"/>
                  </a:lnTo>
                  <a:lnTo>
                    <a:pt x="921200" y="914400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2951311" y="2607036"/>
              <a:ext cx="923840" cy="925089"/>
            </a:xfrm>
            <a:custGeom>
              <a:avLst/>
              <a:pathLst>
                <a:path w="923840" h="92508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8120"/>
                  </a:lnTo>
                  <a:lnTo>
                    <a:pt x="921337" y="920221"/>
                  </a:lnTo>
                  <a:lnTo>
                    <a:pt x="915742" y="924267"/>
                  </a:lnTo>
                  <a:lnTo>
                    <a:pt x="914400" y="92508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2960751" y="2607036"/>
              <a:ext cx="918648" cy="918120"/>
            </a:xfrm>
            <a:custGeom>
              <a:avLst/>
              <a:pathLst>
                <a:path w="918648" h="918120">
                  <a:moveTo>
                    <a:pt x="914399" y="914400"/>
                  </a:moveTo>
                  <a:lnTo>
                    <a:pt x="918648" y="914400"/>
                  </a:lnTo>
                  <a:lnTo>
                    <a:pt x="917368" y="915629"/>
                  </a:lnTo>
                  <a:lnTo>
                    <a:pt x="914399" y="918120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2450978" y="2607036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2856" y="914400"/>
                  </a:lnTo>
                  <a:lnTo>
                    <a:pt x="913793" y="904000"/>
                  </a:lnTo>
                  <a:lnTo>
                    <a:pt x="914399" y="89890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2460418" y="2589467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479"/>
                  </a:lnTo>
                  <a:lnTo>
                    <a:pt x="905207" y="91439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2460418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2469858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2479299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2488739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2498179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2507619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517059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2526500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535940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545380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2554820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2564261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2573701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583141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592581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602022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611462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620902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630342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639783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2649223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2658663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668103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677544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686984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696424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2705864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2715305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2724745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2734185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743625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753065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2762506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2771946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781386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2790826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800267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809707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819147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828587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2838028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847468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2856908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866348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875789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885229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2894669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904109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913550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2922990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2932430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2941870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951311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2960751" y="2607036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9264"/>
                  </a:lnTo>
                  <a:lnTo>
                    <a:pt x="922702" y="910504"/>
                  </a:lnTo>
                  <a:lnTo>
                    <a:pt x="918648" y="914400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2970191" y="2589467"/>
              <a:ext cx="923840" cy="926834"/>
            </a:xfrm>
            <a:custGeom>
              <a:avLst/>
              <a:pathLst>
                <a:path w="923840" h="926834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5753"/>
                  </a:lnTo>
                  <a:lnTo>
                    <a:pt x="923454" y="916283"/>
                  </a:lnTo>
                  <a:lnTo>
                    <a:pt x="918441" y="922430"/>
                  </a:lnTo>
                  <a:lnTo>
                    <a:pt x="914400" y="926834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2979631" y="2589467"/>
              <a:ext cx="915385" cy="915753"/>
            </a:xfrm>
            <a:custGeom>
              <a:avLst/>
              <a:pathLst>
                <a:path w="915385" h="915753">
                  <a:moveTo>
                    <a:pt x="914399" y="914399"/>
                  </a:moveTo>
                  <a:lnTo>
                    <a:pt x="915385" y="914399"/>
                  </a:lnTo>
                  <a:lnTo>
                    <a:pt x="914399" y="915753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3092914" y="2589467"/>
              <a:ext cx="914400" cy="917155"/>
            </a:xfrm>
            <a:custGeom>
              <a:avLst/>
              <a:pathLst>
                <a:path w="914400" h="917155">
                  <a:moveTo>
                    <a:pt x="914400" y="914399"/>
                  </a:moveTo>
                  <a:lnTo>
                    <a:pt x="914400" y="917155"/>
                  </a:lnTo>
                  <a:lnTo>
                    <a:pt x="909664" y="915098"/>
                  </a:lnTo>
                  <a:lnTo>
                    <a:pt x="908367" y="91439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3092914" y="2589467"/>
              <a:ext cx="923840" cy="920148"/>
            </a:xfrm>
            <a:custGeom>
              <a:avLst/>
              <a:pathLst>
                <a:path w="923840" h="920148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0148"/>
                  </a:lnTo>
                  <a:lnTo>
                    <a:pt x="921293" y="919555"/>
                  </a:lnTo>
                  <a:lnTo>
                    <a:pt x="915447" y="917610"/>
                  </a:lnTo>
                  <a:lnTo>
                    <a:pt x="914400" y="917155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3102354" y="2589467"/>
              <a:ext cx="923840" cy="921728"/>
            </a:xfrm>
            <a:custGeom>
              <a:avLst/>
              <a:pathLst>
                <a:path w="923840" h="921728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1728"/>
                  </a:lnTo>
                  <a:lnTo>
                    <a:pt x="923669" y="921722"/>
                  </a:lnTo>
                  <a:lnTo>
                    <a:pt x="917746" y="920927"/>
                  </a:lnTo>
                  <a:lnTo>
                    <a:pt x="914400" y="92014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3111795" y="2589467"/>
              <a:ext cx="923840" cy="921938"/>
            </a:xfrm>
            <a:custGeom>
              <a:avLst/>
              <a:pathLst>
                <a:path w="923840" h="921938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21713"/>
                  </a:lnTo>
                  <a:lnTo>
                    <a:pt x="920167" y="921938"/>
                  </a:lnTo>
                  <a:lnTo>
                    <a:pt x="914399" y="92172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3121235" y="2589467"/>
              <a:ext cx="923840" cy="921713"/>
            </a:xfrm>
            <a:custGeom>
              <a:avLst/>
              <a:pathLst>
                <a:path w="923840" h="921713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20308"/>
                  </a:lnTo>
                  <a:lnTo>
                    <a:pt x="922579" y="920633"/>
                  </a:lnTo>
                  <a:lnTo>
                    <a:pt x="916662" y="921574"/>
                  </a:lnTo>
                  <a:lnTo>
                    <a:pt x="914399" y="921713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3130675" y="2589467"/>
              <a:ext cx="923840" cy="920308"/>
            </a:xfrm>
            <a:custGeom>
              <a:avLst/>
              <a:pathLst>
                <a:path w="923840" h="920308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7389"/>
                  </a:lnTo>
                  <a:lnTo>
                    <a:pt x="919021" y="919115"/>
                  </a:lnTo>
                  <a:lnTo>
                    <a:pt x="914400" y="92030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3140115" y="2589467"/>
              <a:ext cx="921116" cy="917389"/>
            </a:xfrm>
            <a:custGeom>
              <a:avLst/>
              <a:pathLst>
                <a:path w="921116" h="917389">
                  <a:moveTo>
                    <a:pt x="914400" y="914399"/>
                  </a:moveTo>
                  <a:lnTo>
                    <a:pt x="921116" y="914399"/>
                  </a:lnTo>
                  <a:lnTo>
                    <a:pt x="915413" y="917026"/>
                  </a:lnTo>
                  <a:lnTo>
                    <a:pt x="914400" y="91738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450978" y="2571897"/>
              <a:ext cx="914399" cy="922216"/>
            </a:xfrm>
            <a:custGeom>
              <a:avLst/>
              <a:pathLst>
                <a:path w="914399" h="922216">
                  <a:moveTo>
                    <a:pt x="914399" y="914400"/>
                  </a:moveTo>
                  <a:lnTo>
                    <a:pt x="914399" y="922216"/>
                  </a:lnTo>
                  <a:lnTo>
                    <a:pt x="913069" y="919596"/>
                  </a:lnTo>
                  <a:lnTo>
                    <a:pt x="911661" y="916823"/>
                  </a:lnTo>
                  <a:lnTo>
                    <a:pt x="910429" y="914400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2450978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647" y="931969"/>
                  </a:lnTo>
                  <a:lnTo>
                    <a:pt x="915072" y="928405"/>
                  </a:lnTo>
                  <a:lnTo>
                    <a:pt x="915632" y="924645"/>
                  </a:lnTo>
                  <a:lnTo>
                    <a:pt x="914477" y="922369"/>
                  </a:lnTo>
                  <a:lnTo>
                    <a:pt x="914399" y="922216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2460418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2469858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479299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2488739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498179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507619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2517059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2526500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535940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2545380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554820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564261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2573701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583141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592581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2602022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611462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2620902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630342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2639783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649223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2658663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668103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677544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68698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69642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70586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2715305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724745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2734185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2743625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2753065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2762506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771946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2781386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790826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2800267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809707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2819147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828587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2838028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2847468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856908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2866348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875789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2885229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2894669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2904109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913550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922990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932430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941870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951311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960751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970191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979631" y="2589467"/>
              <a:ext cx="923840" cy="914399"/>
            </a:xfrm>
            <a:custGeom>
              <a:avLst/>
              <a:pathLst>
                <a:path w="923840" h="914399">
                  <a:moveTo>
                    <a:pt x="914399" y="914399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8640"/>
                  </a:lnTo>
                  <a:lnTo>
                    <a:pt x="922798" y="908490"/>
                  </a:lnTo>
                  <a:lnTo>
                    <a:pt x="921181" y="908256"/>
                  </a:lnTo>
                  <a:lnTo>
                    <a:pt x="919878" y="908068"/>
                  </a:lnTo>
                  <a:lnTo>
                    <a:pt x="918844" y="909652"/>
                  </a:lnTo>
                  <a:lnTo>
                    <a:pt x="915385" y="91439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989071" y="2571897"/>
              <a:ext cx="923840" cy="927579"/>
            </a:xfrm>
            <a:custGeom>
              <a:avLst/>
              <a:pathLst>
                <a:path w="923840" h="92757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7579"/>
                  </a:lnTo>
                  <a:lnTo>
                    <a:pt x="923057" y="927466"/>
                  </a:lnTo>
                  <a:lnTo>
                    <a:pt x="921441" y="927231"/>
                  </a:lnTo>
                  <a:lnTo>
                    <a:pt x="919824" y="926996"/>
                  </a:lnTo>
                  <a:lnTo>
                    <a:pt x="918208" y="926762"/>
                  </a:lnTo>
                  <a:lnTo>
                    <a:pt x="916591" y="926527"/>
                  </a:lnTo>
                  <a:lnTo>
                    <a:pt x="914975" y="926293"/>
                  </a:lnTo>
                  <a:lnTo>
                    <a:pt x="914400" y="926210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998512" y="2571897"/>
              <a:ext cx="923840" cy="928956"/>
            </a:xfrm>
            <a:custGeom>
              <a:avLst/>
              <a:pathLst>
                <a:path w="923840" h="928956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8956"/>
                  </a:lnTo>
                  <a:lnTo>
                    <a:pt x="923314" y="928879"/>
                  </a:lnTo>
                  <a:lnTo>
                    <a:pt x="921698" y="928643"/>
                  </a:lnTo>
                  <a:lnTo>
                    <a:pt x="920082" y="928407"/>
                  </a:lnTo>
                  <a:lnTo>
                    <a:pt x="918466" y="928172"/>
                  </a:lnTo>
                  <a:lnTo>
                    <a:pt x="916850" y="927936"/>
                  </a:lnTo>
                  <a:lnTo>
                    <a:pt x="915233" y="927701"/>
                  </a:lnTo>
                  <a:lnTo>
                    <a:pt x="914400" y="92757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3007952" y="2571897"/>
              <a:ext cx="923840" cy="930155"/>
            </a:xfrm>
            <a:custGeom>
              <a:avLst/>
              <a:pathLst>
                <a:path w="923840" h="930155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155"/>
                  </a:lnTo>
                  <a:lnTo>
                    <a:pt x="919937" y="929767"/>
                  </a:lnTo>
                  <a:lnTo>
                    <a:pt x="918723" y="929589"/>
                  </a:lnTo>
                  <a:lnTo>
                    <a:pt x="917106" y="929352"/>
                  </a:lnTo>
                  <a:lnTo>
                    <a:pt x="915490" y="929116"/>
                  </a:lnTo>
                  <a:lnTo>
                    <a:pt x="914400" y="928956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3017392" y="2571897"/>
              <a:ext cx="923840" cy="930364"/>
            </a:xfrm>
            <a:custGeom>
              <a:avLst/>
              <a:pathLst>
                <a:path w="923840" h="930364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197"/>
                  </a:lnTo>
                  <a:lnTo>
                    <a:pt x="921969" y="930364"/>
                  </a:lnTo>
                  <a:lnTo>
                    <a:pt x="916229" y="930336"/>
                  </a:lnTo>
                  <a:lnTo>
                    <a:pt x="914400" y="930155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3026832" y="2571897"/>
              <a:ext cx="923840" cy="930197"/>
            </a:xfrm>
            <a:custGeom>
              <a:avLst/>
              <a:pathLst>
                <a:path w="923840" h="93019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8822"/>
                  </a:lnTo>
                  <a:lnTo>
                    <a:pt x="918263" y="929851"/>
                  </a:lnTo>
                  <a:lnTo>
                    <a:pt x="914400" y="930197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3036273" y="2571897"/>
              <a:ext cx="923840" cy="928822"/>
            </a:xfrm>
            <a:custGeom>
              <a:avLst/>
              <a:pathLst>
                <a:path w="923840" h="928822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6015"/>
                  </a:lnTo>
                  <a:lnTo>
                    <a:pt x="922364" y="926499"/>
                  </a:lnTo>
                  <a:lnTo>
                    <a:pt x="920211" y="927207"/>
                  </a:lnTo>
                  <a:lnTo>
                    <a:pt x="914535" y="928797"/>
                  </a:lnTo>
                  <a:lnTo>
                    <a:pt x="914399" y="928822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3045713" y="2571897"/>
              <a:ext cx="923840" cy="926015"/>
            </a:xfrm>
            <a:custGeom>
              <a:avLst/>
              <a:pathLst>
                <a:path w="923840" h="92601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2919"/>
                  </a:lnTo>
                  <a:lnTo>
                    <a:pt x="923662" y="922977"/>
                  </a:lnTo>
                  <a:lnTo>
                    <a:pt x="921514" y="923681"/>
                  </a:lnTo>
                  <a:lnTo>
                    <a:pt x="919366" y="924385"/>
                  </a:lnTo>
                  <a:lnTo>
                    <a:pt x="917219" y="925089"/>
                  </a:lnTo>
                  <a:lnTo>
                    <a:pt x="915071" y="925794"/>
                  </a:lnTo>
                  <a:lnTo>
                    <a:pt x="914399" y="926015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3055153" y="2571897"/>
              <a:ext cx="923840" cy="922919"/>
            </a:xfrm>
            <a:custGeom>
              <a:avLst/>
              <a:pathLst>
                <a:path w="923840" h="92291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9832"/>
                  </a:lnTo>
                  <a:lnTo>
                    <a:pt x="922817" y="920166"/>
                  </a:lnTo>
                  <a:lnTo>
                    <a:pt x="920668" y="920868"/>
                  </a:lnTo>
                  <a:lnTo>
                    <a:pt x="918519" y="921571"/>
                  </a:lnTo>
                  <a:lnTo>
                    <a:pt x="916370" y="922274"/>
                  </a:lnTo>
                  <a:lnTo>
                    <a:pt x="914400" y="92291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3064593" y="2571897"/>
              <a:ext cx="923840" cy="923986"/>
            </a:xfrm>
            <a:custGeom>
              <a:avLst/>
              <a:pathLst>
                <a:path w="923840" h="923986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3986"/>
                  </a:lnTo>
                  <a:lnTo>
                    <a:pt x="923001" y="923398"/>
                  </a:lnTo>
                  <a:lnTo>
                    <a:pt x="921779" y="922542"/>
                  </a:lnTo>
                  <a:lnTo>
                    <a:pt x="920557" y="921686"/>
                  </a:lnTo>
                  <a:lnTo>
                    <a:pt x="919335" y="920830"/>
                  </a:lnTo>
                  <a:lnTo>
                    <a:pt x="918112" y="919974"/>
                  </a:lnTo>
                  <a:lnTo>
                    <a:pt x="916793" y="919051"/>
                  </a:lnTo>
                  <a:lnTo>
                    <a:pt x="915526" y="919464"/>
                  </a:lnTo>
                  <a:lnTo>
                    <a:pt x="914400" y="919832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3074034" y="2571897"/>
              <a:ext cx="923840" cy="930134"/>
            </a:xfrm>
            <a:custGeom>
              <a:avLst/>
              <a:pathLst>
                <a:path w="923840" h="930134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134"/>
                  </a:lnTo>
                  <a:lnTo>
                    <a:pt x="922840" y="929595"/>
                  </a:lnTo>
                  <a:lnTo>
                    <a:pt x="917230" y="925970"/>
                  </a:lnTo>
                  <a:lnTo>
                    <a:pt x="916004" y="925111"/>
                  </a:lnTo>
                  <a:lnTo>
                    <a:pt x="914782" y="924254"/>
                  </a:lnTo>
                  <a:lnTo>
                    <a:pt x="914400" y="923986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308347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807" y="931969"/>
                  </a:lnTo>
                  <a:lnTo>
                    <a:pt x="914400" y="930134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309291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310235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3111795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3121235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3130675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3140115" y="2589467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865"/>
                  </a:lnTo>
                  <a:lnTo>
                    <a:pt x="921116" y="91439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3149556" y="2571897"/>
              <a:ext cx="923840" cy="930435"/>
            </a:xfrm>
            <a:custGeom>
              <a:avLst/>
              <a:pathLst>
                <a:path w="923840" h="93043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4306"/>
                  </a:lnTo>
                  <a:lnTo>
                    <a:pt x="923003" y="924964"/>
                  </a:lnTo>
                  <a:lnTo>
                    <a:pt x="917419" y="928727"/>
                  </a:lnTo>
                  <a:lnTo>
                    <a:pt x="914399" y="930435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3158996" y="2571897"/>
              <a:ext cx="923840" cy="924306"/>
            </a:xfrm>
            <a:custGeom>
              <a:avLst/>
              <a:pathLst>
                <a:path w="923840" h="924306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16602"/>
                  </a:lnTo>
                  <a:lnTo>
                    <a:pt x="923417" y="916959"/>
                  </a:lnTo>
                  <a:lnTo>
                    <a:pt x="922322" y="917883"/>
                  </a:lnTo>
                  <a:lnTo>
                    <a:pt x="921227" y="918807"/>
                  </a:lnTo>
                  <a:lnTo>
                    <a:pt x="920133" y="919732"/>
                  </a:lnTo>
                  <a:lnTo>
                    <a:pt x="919033" y="920661"/>
                  </a:lnTo>
                  <a:lnTo>
                    <a:pt x="914399" y="924306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3168436" y="2571897"/>
              <a:ext cx="917010" cy="916602"/>
            </a:xfrm>
            <a:custGeom>
              <a:avLst/>
              <a:pathLst>
                <a:path w="917010" h="916602">
                  <a:moveTo>
                    <a:pt x="914399" y="914400"/>
                  </a:moveTo>
                  <a:lnTo>
                    <a:pt x="917010" y="914400"/>
                  </a:lnTo>
                  <a:lnTo>
                    <a:pt x="916168" y="915110"/>
                  </a:lnTo>
                  <a:lnTo>
                    <a:pt x="915072" y="916034"/>
                  </a:lnTo>
                  <a:lnTo>
                    <a:pt x="914399" y="916602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1538" y="2554327"/>
              <a:ext cx="914400" cy="921219"/>
            </a:xfrm>
            <a:custGeom>
              <a:avLst/>
              <a:pathLst>
                <a:path w="914400" h="921219">
                  <a:moveTo>
                    <a:pt x="914400" y="914400"/>
                  </a:moveTo>
                  <a:lnTo>
                    <a:pt x="914400" y="921219"/>
                  </a:lnTo>
                  <a:lnTo>
                    <a:pt x="914050" y="920532"/>
                  </a:lnTo>
                  <a:lnTo>
                    <a:pt x="912637" y="917760"/>
                  </a:lnTo>
                  <a:lnTo>
                    <a:pt x="911225" y="914989"/>
                  </a:lnTo>
                  <a:lnTo>
                    <a:pt x="910924" y="914400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41538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869" y="931969"/>
                  </a:lnTo>
                  <a:lnTo>
                    <a:pt x="919692" y="931621"/>
                  </a:lnTo>
                  <a:lnTo>
                    <a:pt x="918282" y="928848"/>
                  </a:lnTo>
                  <a:lnTo>
                    <a:pt x="916872" y="926076"/>
                  </a:lnTo>
                  <a:lnTo>
                    <a:pt x="915461" y="923304"/>
                  </a:lnTo>
                  <a:lnTo>
                    <a:pt x="914400" y="92121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50978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460418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69858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79299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88739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498179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07619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517059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526500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535940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545380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554820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564261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73701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583141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92581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602022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61146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620902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63034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639783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649223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658663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668103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677544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68698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69642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70586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715305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724745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734185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743625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753065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762506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771946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781386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790826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800267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809707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819147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828587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838028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847468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856908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866348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875789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885229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894669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904109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913550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922990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932430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941870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951311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960751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970191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979631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989071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99851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300795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301739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302683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3036273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3045713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3055153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3064593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307403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308347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309291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310235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3111795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3121235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3130675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3140115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3149556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3158996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3168436" y="2571897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39" y="908643"/>
                  </a:lnTo>
                  <a:lnTo>
                    <a:pt x="922743" y="909567"/>
                  </a:lnTo>
                  <a:lnTo>
                    <a:pt x="921647" y="910490"/>
                  </a:lnTo>
                  <a:lnTo>
                    <a:pt x="920550" y="911414"/>
                  </a:lnTo>
                  <a:lnTo>
                    <a:pt x="919455" y="912338"/>
                  </a:lnTo>
                  <a:lnTo>
                    <a:pt x="918359" y="913262"/>
                  </a:lnTo>
                  <a:lnTo>
                    <a:pt x="917263" y="914186"/>
                  </a:lnTo>
                  <a:lnTo>
                    <a:pt x="917010" y="914400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3177876" y="2554327"/>
              <a:ext cx="923840" cy="926213"/>
            </a:xfrm>
            <a:custGeom>
              <a:avLst/>
              <a:pathLst>
                <a:path w="923840" h="926213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17796"/>
                  </a:lnTo>
                  <a:lnTo>
                    <a:pt x="922848" y="918805"/>
                  </a:lnTo>
                  <a:lnTo>
                    <a:pt x="917694" y="923439"/>
                  </a:lnTo>
                  <a:lnTo>
                    <a:pt x="916592" y="924366"/>
                  </a:lnTo>
                  <a:lnTo>
                    <a:pt x="915496" y="925290"/>
                  </a:lnTo>
                  <a:lnTo>
                    <a:pt x="914399" y="926213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3187316" y="2554327"/>
              <a:ext cx="917736" cy="917796"/>
            </a:xfrm>
            <a:custGeom>
              <a:avLst/>
              <a:pathLst>
                <a:path w="917736" h="917796">
                  <a:moveTo>
                    <a:pt x="914400" y="914400"/>
                  </a:moveTo>
                  <a:lnTo>
                    <a:pt x="917736" y="914400"/>
                  </a:lnTo>
                  <a:lnTo>
                    <a:pt x="914400" y="917796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432097" y="2536757"/>
              <a:ext cx="914399" cy="920281"/>
            </a:xfrm>
            <a:custGeom>
              <a:avLst/>
              <a:pathLst>
                <a:path w="914399" h="920281">
                  <a:moveTo>
                    <a:pt x="914399" y="914399"/>
                  </a:moveTo>
                  <a:lnTo>
                    <a:pt x="914399" y="920281"/>
                  </a:lnTo>
                  <a:lnTo>
                    <a:pt x="913593" y="918703"/>
                  </a:lnTo>
                  <a:lnTo>
                    <a:pt x="912177" y="915932"/>
                  </a:lnTo>
                  <a:lnTo>
                    <a:pt x="911393" y="91439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432097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20365" y="931969"/>
                  </a:lnTo>
                  <a:lnTo>
                    <a:pt x="919252" y="929787"/>
                  </a:lnTo>
                  <a:lnTo>
                    <a:pt x="917838" y="927016"/>
                  </a:lnTo>
                  <a:lnTo>
                    <a:pt x="916424" y="924245"/>
                  </a:lnTo>
                  <a:lnTo>
                    <a:pt x="915009" y="921474"/>
                  </a:lnTo>
                  <a:lnTo>
                    <a:pt x="914399" y="920281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41538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50978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0418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69858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79299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488739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498179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507619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17059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526500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535940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45380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554820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64261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573701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583141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92581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602022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61146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620902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63034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639783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649223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658663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668103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677544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68698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69642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70586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715305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724745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734185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2743625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753065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762506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771946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781386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790826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800267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809707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819147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828587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838028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847468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856908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866348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875789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885229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894669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904109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913550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922990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932430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941870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951311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960751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970191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979631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989071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99851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300795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301739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302683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3036273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3045713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3055153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3064593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307403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308347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309291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310235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3111795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3121235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3130675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3140115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3149556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3158996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3168436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3177876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3187316" y="2554327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7434"/>
                  </a:lnTo>
                  <a:lnTo>
                    <a:pt x="923307" y="908115"/>
                  </a:lnTo>
                  <a:lnTo>
                    <a:pt x="918430" y="913693"/>
                  </a:lnTo>
                  <a:lnTo>
                    <a:pt x="917736" y="914400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3196757" y="2536757"/>
              <a:ext cx="922485" cy="925003"/>
            </a:xfrm>
            <a:custGeom>
              <a:avLst/>
              <a:pathLst>
                <a:path w="922485" h="925003">
                  <a:moveTo>
                    <a:pt x="914400" y="914399"/>
                  </a:moveTo>
                  <a:lnTo>
                    <a:pt x="922485" y="914399"/>
                  </a:lnTo>
                  <a:lnTo>
                    <a:pt x="922156" y="914843"/>
                  </a:lnTo>
                  <a:lnTo>
                    <a:pt x="920376" y="917242"/>
                  </a:lnTo>
                  <a:lnTo>
                    <a:pt x="918586" y="919655"/>
                  </a:lnTo>
                  <a:lnTo>
                    <a:pt x="914400" y="925003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422657" y="2519187"/>
              <a:ext cx="914400" cy="919217"/>
            </a:xfrm>
            <a:custGeom>
              <a:avLst/>
              <a:pathLst>
                <a:path w="914400" h="919217">
                  <a:moveTo>
                    <a:pt x="914400" y="914400"/>
                  </a:moveTo>
                  <a:lnTo>
                    <a:pt x="914400" y="919217"/>
                  </a:lnTo>
                  <a:lnTo>
                    <a:pt x="912074" y="914400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2422657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0833" y="931969"/>
                  </a:lnTo>
                  <a:lnTo>
                    <a:pt x="920201" y="930732"/>
                  </a:lnTo>
                  <a:lnTo>
                    <a:pt x="918783" y="927962"/>
                  </a:lnTo>
                  <a:lnTo>
                    <a:pt x="917365" y="925192"/>
                  </a:lnTo>
                  <a:lnTo>
                    <a:pt x="915938" y="922404"/>
                  </a:lnTo>
                  <a:lnTo>
                    <a:pt x="914400" y="919217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432097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441538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450978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460418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469858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479299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488739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498179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507619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517059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526500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535940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545380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554820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564261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573701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583141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592581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602022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61146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620902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63034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639783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649223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658663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668103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677544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68698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69642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70586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715305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724745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734185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743625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753065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762506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771946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781386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790826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800267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809707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819147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828587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838028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847468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856908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866348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875789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885229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894669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904109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913550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922990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932430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941870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951311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960751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970191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979631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989071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99851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300795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301739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302683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3036273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3045713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3055153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3064593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307403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308347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309291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310235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3111795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3121235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3130675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3140115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3149556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3158996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3168436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3177876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3187316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3196757" y="2536757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575"/>
                  </a:lnTo>
                  <a:lnTo>
                    <a:pt x="922485" y="91439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3206197" y="2519187"/>
              <a:ext cx="923840" cy="930145"/>
            </a:xfrm>
            <a:custGeom>
              <a:avLst/>
              <a:pathLst>
                <a:path w="923840" h="93014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17415"/>
                  </a:lnTo>
                  <a:lnTo>
                    <a:pt x="923422" y="918010"/>
                  </a:lnTo>
                  <a:lnTo>
                    <a:pt x="921627" y="920422"/>
                  </a:lnTo>
                  <a:lnTo>
                    <a:pt x="919844" y="922819"/>
                  </a:lnTo>
                  <a:lnTo>
                    <a:pt x="918061" y="925217"/>
                  </a:lnTo>
                  <a:lnTo>
                    <a:pt x="916278" y="927615"/>
                  </a:lnTo>
                  <a:lnTo>
                    <a:pt x="914497" y="930014"/>
                  </a:lnTo>
                  <a:lnTo>
                    <a:pt x="914399" y="930145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3215637" y="2519187"/>
              <a:ext cx="916518" cy="917415"/>
            </a:xfrm>
            <a:custGeom>
              <a:avLst/>
              <a:pathLst>
                <a:path w="916518" h="917415">
                  <a:moveTo>
                    <a:pt x="914399" y="914400"/>
                  </a:moveTo>
                  <a:lnTo>
                    <a:pt x="916518" y="914400"/>
                  </a:lnTo>
                  <a:lnTo>
                    <a:pt x="914399" y="917415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413217" y="2501618"/>
              <a:ext cx="914399" cy="914794"/>
            </a:xfrm>
            <a:custGeom>
              <a:avLst/>
              <a:pathLst>
                <a:path w="914399" h="914794">
                  <a:moveTo>
                    <a:pt x="914399" y="914400"/>
                  </a:moveTo>
                  <a:lnTo>
                    <a:pt x="914399" y="914794"/>
                  </a:lnTo>
                  <a:lnTo>
                    <a:pt x="914250" y="914400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13217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1515" y="931969"/>
                  </a:lnTo>
                  <a:lnTo>
                    <a:pt x="920907" y="930710"/>
                  </a:lnTo>
                  <a:lnTo>
                    <a:pt x="916738" y="920972"/>
                  </a:lnTo>
                  <a:lnTo>
                    <a:pt x="914399" y="914794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22657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432097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41538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450978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460418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2469858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2479299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2488739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2498179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2507619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2517059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2526500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2535940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2545380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2554820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2564261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2573701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2583141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2592581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2602022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261146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2620902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263034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2639783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2649223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2658663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2668103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2677544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268698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269642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270586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715305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724745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734185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743625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753065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762506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771946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781386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790826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800267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809707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819147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828587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838028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847468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856908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866348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875789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885229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894669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904109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913550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922990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932430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941870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951311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960751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970191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979631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989071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99851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300795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301739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302683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3036273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3045713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3055153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3064593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307403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308347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309291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310235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3111795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3121235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3130675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3140115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3149556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3158996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3168436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3177876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3187316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3196757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3206197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3215637" y="2519187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3121"/>
                  </a:lnTo>
                  <a:lnTo>
                    <a:pt x="923728" y="903321"/>
                  </a:lnTo>
                  <a:lnTo>
                    <a:pt x="918964" y="910917"/>
                  </a:lnTo>
                  <a:lnTo>
                    <a:pt x="916518" y="914400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3225077" y="2501618"/>
              <a:ext cx="917929" cy="920691"/>
            </a:xfrm>
            <a:custGeom>
              <a:avLst/>
              <a:pathLst>
                <a:path w="917929" h="920691">
                  <a:moveTo>
                    <a:pt x="914400" y="914400"/>
                  </a:moveTo>
                  <a:lnTo>
                    <a:pt x="917929" y="914400"/>
                  </a:lnTo>
                  <a:lnTo>
                    <a:pt x="914400" y="920691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413217" y="2484048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4250" y="931969"/>
                  </a:lnTo>
                  <a:lnTo>
                    <a:pt x="912885" y="928363"/>
                  </a:lnTo>
                  <a:lnTo>
                    <a:pt x="912048" y="926007"/>
                  </a:lnTo>
                  <a:lnTo>
                    <a:pt x="911216" y="923666"/>
                  </a:lnTo>
                  <a:lnTo>
                    <a:pt x="910384" y="921325"/>
                  </a:lnTo>
                  <a:lnTo>
                    <a:pt x="909551" y="918984"/>
                  </a:lnTo>
                  <a:lnTo>
                    <a:pt x="908718" y="916643"/>
                  </a:lnTo>
                  <a:lnTo>
                    <a:pt x="907920" y="914400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413217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422657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432097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441538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450978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460418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469858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479299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488739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498179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507619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517059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526500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535940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545380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554820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564261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573701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583141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592581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02022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61146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620902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63034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639783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649223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658663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668103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77544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68698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69642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0586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15305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24745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734185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43625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53065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762506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771946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781386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790826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800267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09707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819147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828587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838028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847468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856908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866348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875789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885229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894669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904109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913550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922990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932430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941870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951311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960751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970191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979631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989071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99851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300795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301739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2683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3036273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3045713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55153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3064593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307403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308347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309291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310235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3111795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3121235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3130675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3140115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3149556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3158996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3168436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3177876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3187316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3196757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3206197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3215637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3225077" y="250161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2642"/>
                  </a:lnTo>
                  <a:lnTo>
                    <a:pt x="923102" y="904286"/>
                  </a:lnTo>
                  <a:lnTo>
                    <a:pt x="918818" y="912815"/>
                  </a:lnTo>
                  <a:lnTo>
                    <a:pt x="917929" y="914400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3234518" y="2484048"/>
              <a:ext cx="917010" cy="920212"/>
            </a:xfrm>
            <a:custGeom>
              <a:avLst/>
              <a:pathLst>
                <a:path w="917010" h="920212">
                  <a:moveTo>
                    <a:pt x="914400" y="914400"/>
                  </a:moveTo>
                  <a:lnTo>
                    <a:pt x="917010" y="914400"/>
                  </a:lnTo>
                  <a:lnTo>
                    <a:pt x="914400" y="920212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403777" y="2466478"/>
              <a:ext cx="914400" cy="926054"/>
            </a:xfrm>
            <a:custGeom>
              <a:avLst/>
              <a:pathLst>
                <a:path w="914400" h="926054">
                  <a:moveTo>
                    <a:pt x="914400" y="914399"/>
                  </a:moveTo>
                  <a:lnTo>
                    <a:pt x="914400" y="926054"/>
                  </a:lnTo>
                  <a:lnTo>
                    <a:pt x="913765" y="924932"/>
                  </a:lnTo>
                  <a:lnTo>
                    <a:pt x="909713" y="916980"/>
                  </a:lnTo>
                  <a:lnTo>
                    <a:pt x="908528" y="91439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40377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7325" y="931872"/>
                  </a:lnTo>
                  <a:lnTo>
                    <a:pt x="916706" y="930132"/>
                  </a:lnTo>
                  <a:lnTo>
                    <a:pt x="914400" y="926054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413217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42265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432097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441538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450978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460418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469858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479299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488739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498179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507619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517059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526500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535940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545380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554820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564261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573701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583141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592581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602022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61146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620902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3034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639783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49223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58663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668103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677544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68698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69642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70586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5305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24745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734185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2743625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753065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62506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2771946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781386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790826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80026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809707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81914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82858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38028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847468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856908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866348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875789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885229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894669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904109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913550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922990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932430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941870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951311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960751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970191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79631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989071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99851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300795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301739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302683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3036273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3045713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3055153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3064593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307403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308347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309291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310235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3111795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3121235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3130675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3140115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3149556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3158996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3168436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3177876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3187316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319675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3206197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3215637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322507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234518" y="2484048"/>
              <a:ext cx="923826" cy="914400"/>
            </a:xfrm>
            <a:custGeom>
              <a:avLst/>
              <a:pathLst>
                <a:path w="92382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26" y="896830"/>
                  </a:lnTo>
                  <a:lnTo>
                    <a:pt x="921435" y="903539"/>
                  </a:lnTo>
                  <a:lnTo>
                    <a:pt x="917685" y="912898"/>
                  </a:lnTo>
                  <a:lnTo>
                    <a:pt x="917010" y="914400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394336" y="2448908"/>
              <a:ext cx="914399" cy="923967"/>
            </a:xfrm>
            <a:custGeom>
              <a:avLst/>
              <a:pathLst>
                <a:path w="914399" h="923967">
                  <a:moveTo>
                    <a:pt x="914399" y="914400"/>
                  </a:moveTo>
                  <a:lnTo>
                    <a:pt x="914399" y="923967"/>
                  </a:lnTo>
                  <a:lnTo>
                    <a:pt x="911740" y="917524"/>
                  </a:lnTo>
                  <a:lnTo>
                    <a:pt x="910584" y="914400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39433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968" y="931969"/>
                  </a:lnTo>
                  <a:lnTo>
                    <a:pt x="915328" y="926216"/>
                  </a:lnTo>
                  <a:lnTo>
                    <a:pt x="914399" y="923967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40377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413217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42265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432097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441538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450978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460418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469858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479299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488739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498179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507619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517059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526500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535940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545380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554820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564261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573701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583141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592581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602022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61146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620902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63034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39783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649223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58663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668103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677544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68698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69642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0586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715305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724745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734185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43625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53065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762506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7194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81386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90826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80026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809707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81914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82858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838028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847468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856908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866348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75789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85229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894669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904109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913550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922990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932430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941870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951311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960751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970191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979631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989071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99851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300795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301739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302683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3036273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3045713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3055153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3064593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307403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308347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309291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310235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3111795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3121235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3130675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3140115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314955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315899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316843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317787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3187316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319675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3206197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3215637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322507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3234518" y="2466478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26" y="91439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3243958" y="2448908"/>
              <a:ext cx="919955" cy="931930"/>
            </a:xfrm>
            <a:custGeom>
              <a:avLst/>
              <a:pathLst>
                <a:path w="919955" h="931930">
                  <a:moveTo>
                    <a:pt x="914400" y="914400"/>
                  </a:moveTo>
                  <a:lnTo>
                    <a:pt x="919955" y="914400"/>
                  </a:lnTo>
                  <a:lnTo>
                    <a:pt x="919530" y="915838"/>
                  </a:lnTo>
                  <a:lnTo>
                    <a:pt x="918633" y="918875"/>
                  </a:lnTo>
                  <a:lnTo>
                    <a:pt x="915462" y="928948"/>
                  </a:lnTo>
                  <a:lnTo>
                    <a:pt x="914400" y="931930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384896" y="2431338"/>
              <a:ext cx="914400" cy="915506"/>
            </a:xfrm>
            <a:custGeom>
              <a:avLst/>
              <a:pathLst>
                <a:path w="914400" h="915506">
                  <a:moveTo>
                    <a:pt x="914400" y="914400"/>
                  </a:moveTo>
                  <a:lnTo>
                    <a:pt x="914400" y="915506"/>
                  </a:lnTo>
                  <a:lnTo>
                    <a:pt x="914076" y="914400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384896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0025" y="931969"/>
                  </a:lnTo>
                  <a:lnTo>
                    <a:pt x="917841" y="926066"/>
                  </a:lnTo>
                  <a:lnTo>
                    <a:pt x="914757" y="916728"/>
                  </a:lnTo>
                  <a:lnTo>
                    <a:pt x="914400" y="915506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39433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240377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413217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42265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432097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441538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450978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460418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469858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479299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488739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2498179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507619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2517059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526500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535940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545380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554820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564261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573701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583141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592581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602022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61146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620902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63034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39783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649223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58663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668103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686984" y="244890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700" y="896830"/>
                  </a:lnTo>
                  <a:lnTo>
                    <a:pt x="909298" y="899301"/>
                  </a:lnTo>
                  <a:lnTo>
                    <a:pt x="909534" y="899227"/>
                  </a:lnTo>
                  <a:lnTo>
                    <a:pt x="909894" y="899114"/>
                  </a:lnTo>
                  <a:lnTo>
                    <a:pt x="910254" y="899001"/>
                  </a:lnTo>
                  <a:lnTo>
                    <a:pt x="910614" y="898887"/>
                  </a:lnTo>
                  <a:lnTo>
                    <a:pt x="910974" y="898774"/>
                  </a:lnTo>
                  <a:lnTo>
                    <a:pt x="911334" y="898661"/>
                  </a:lnTo>
                  <a:lnTo>
                    <a:pt x="911693" y="898548"/>
                  </a:lnTo>
                  <a:lnTo>
                    <a:pt x="912053" y="898435"/>
                  </a:lnTo>
                  <a:lnTo>
                    <a:pt x="912413" y="898322"/>
                  </a:lnTo>
                  <a:lnTo>
                    <a:pt x="912773" y="898209"/>
                  </a:lnTo>
                  <a:lnTo>
                    <a:pt x="913133" y="898096"/>
                  </a:lnTo>
                  <a:lnTo>
                    <a:pt x="913493" y="897983"/>
                  </a:lnTo>
                  <a:lnTo>
                    <a:pt x="913853" y="897870"/>
                  </a:lnTo>
                  <a:lnTo>
                    <a:pt x="914213" y="897757"/>
                  </a:lnTo>
                  <a:lnTo>
                    <a:pt x="914400" y="89769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696424" y="243133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5268"/>
                  </a:lnTo>
                  <a:lnTo>
                    <a:pt x="905132" y="915214"/>
                  </a:lnTo>
                  <a:lnTo>
                    <a:pt x="905492" y="915101"/>
                  </a:lnTo>
                  <a:lnTo>
                    <a:pt x="905852" y="914988"/>
                  </a:lnTo>
                  <a:lnTo>
                    <a:pt x="906212" y="914875"/>
                  </a:lnTo>
                  <a:lnTo>
                    <a:pt x="906572" y="914762"/>
                  </a:lnTo>
                  <a:lnTo>
                    <a:pt x="906932" y="914650"/>
                  </a:lnTo>
                  <a:lnTo>
                    <a:pt x="907292" y="914537"/>
                  </a:lnTo>
                  <a:lnTo>
                    <a:pt x="907729" y="914400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69642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70586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715305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24745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734185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743625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53065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762506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77194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781386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790826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80026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809707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81914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2858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838028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847468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856908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66348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875789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885229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94669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904109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913550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922990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932430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941870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951311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960751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970191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979631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989071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99851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300795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301739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302683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3036273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3045713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3055153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3064593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307403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308347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309291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310235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3111795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3121235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3130675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3140115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314955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315899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316843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317787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3187316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319675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3206197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3215637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322507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3234518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243958" y="244890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1260"/>
                  </a:lnTo>
                  <a:lnTo>
                    <a:pt x="923099" y="903762"/>
                  </a:lnTo>
                  <a:lnTo>
                    <a:pt x="922207" y="906781"/>
                  </a:lnTo>
                  <a:lnTo>
                    <a:pt x="921314" y="909800"/>
                  </a:lnTo>
                  <a:lnTo>
                    <a:pt x="920422" y="912819"/>
                  </a:lnTo>
                  <a:lnTo>
                    <a:pt x="919955" y="914400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3253398" y="2431338"/>
              <a:ext cx="915711" cy="918830"/>
            </a:xfrm>
            <a:custGeom>
              <a:avLst/>
              <a:pathLst>
                <a:path w="915711" h="918830">
                  <a:moveTo>
                    <a:pt x="914400" y="914400"/>
                  </a:moveTo>
                  <a:lnTo>
                    <a:pt x="915711" y="914400"/>
                  </a:lnTo>
                  <a:lnTo>
                    <a:pt x="915446" y="915294"/>
                  </a:lnTo>
                  <a:lnTo>
                    <a:pt x="914553" y="918313"/>
                  </a:lnTo>
                  <a:lnTo>
                    <a:pt x="914400" y="918830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384896" y="241376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4076" y="931969"/>
                  </a:lnTo>
                  <a:lnTo>
                    <a:pt x="911939" y="924674"/>
                  </a:lnTo>
                  <a:lnTo>
                    <a:pt x="909393" y="914791"/>
                  </a:lnTo>
                  <a:lnTo>
                    <a:pt x="909306" y="914400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384896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39433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40377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413217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42265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432097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44153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450978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46041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469858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479299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488739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498179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507619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517059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526500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535940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545380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554820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564261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573701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583141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592581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602022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61146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0902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63034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639783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649223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658663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677544" y="2431338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366" y="896830"/>
                  </a:lnTo>
                  <a:lnTo>
                    <a:pt x="913433" y="897055"/>
                  </a:lnTo>
                  <a:lnTo>
                    <a:pt x="913528" y="897377"/>
                  </a:lnTo>
                  <a:lnTo>
                    <a:pt x="913623" y="897699"/>
                  </a:lnTo>
                  <a:lnTo>
                    <a:pt x="913718" y="898021"/>
                  </a:lnTo>
                  <a:lnTo>
                    <a:pt x="913814" y="898342"/>
                  </a:lnTo>
                  <a:lnTo>
                    <a:pt x="913909" y="898664"/>
                  </a:lnTo>
                  <a:lnTo>
                    <a:pt x="914004" y="898986"/>
                  </a:lnTo>
                  <a:lnTo>
                    <a:pt x="914099" y="899308"/>
                  </a:lnTo>
                  <a:lnTo>
                    <a:pt x="914194" y="899630"/>
                  </a:lnTo>
                  <a:lnTo>
                    <a:pt x="914290" y="899951"/>
                  </a:lnTo>
                  <a:lnTo>
                    <a:pt x="914399" y="90034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677544" y="2431338"/>
              <a:ext cx="918140" cy="914400"/>
            </a:xfrm>
            <a:custGeom>
              <a:avLst/>
              <a:pathLst>
                <a:path w="918140" h="914400">
                  <a:moveTo>
                    <a:pt x="914399" y="914400"/>
                  </a:moveTo>
                  <a:lnTo>
                    <a:pt x="914399" y="900348"/>
                  </a:lnTo>
                  <a:lnTo>
                    <a:pt x="917069" y="909970"/>
                  </a:lnTo>
                  <a:lnTo>
                    <a:pt x="918140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696424" y="243133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729" y="914400"/>
                  </a:lnTo>
                  <a:lnTo>
                    <a:pt x="908012" y="914311"/>
                  </a:lnTo>
                  <a:lnTo>
                    <a:pt x="908372" y="914198"/>
                  </a:lnTo>
                  <a:lnTo>
                    <a:pt x="908732" y="914085"/>
                  </a:lnTo>
                  <a:lnTo>
                    <a:pt x="909092" y="913972"/>
                  </a:lnTo>
                  <a:lnTo>
                    <a:pt x="909452" y="913860"/>
                  </a:lnTo>
                  <a:lnTo>
                    <a:pt x="909812" y="913747"/>
                  </a:lnTo>
                  <a:lnTo>
                    <a:pt x="910172" y="913634"/>
                  </a:lnTo>
                  <a:lnTo>
                    <a:pt x="910532" y="913521"/>
                  </a:lnTo>
                  <a:lnTo>
                    <a:pt x="910892" y="913408"/>
                  </a:lnTo>
                  <a:lnTo>
                    <a:pt x="911252" y="913296"/>
                  </a:lnTo>
                  <a:lnTo>
                    <a:pt x="911612" y="913183"/>
                  </a:lnTo>
                  <a:lnTo>
                    <a:pt x="911972" y="913070"/>
                  </a:lnTo>
                  <a:lnTo>
                    <a:pt x="912332" y="912957"/>
                  </a:lnTo>
                  <a:lnTo>
                    <a:pt x="912692" y="912845"/>
                  </a:lnTo>
                  <a:lnTo>
                    <a:pt x="913052" y="912732"/>
                  </a:lnTo>
                  <a:lnTo>
                    <a:pt x="913412" y="912619"/>
                  </a:lnTo>
                  <a:lnTo>
                    <a:pt x="913772" y="912506"/>
                  </a:lnTo>
                  <a:lnTo>
                    <a:pt x="914132" y="912394"/>
                  </a:lnTo>
                  <a:lnTo>
                    <a:pt x="914400" y="912310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705864" y="243133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5052" y="912281"/>
                  </a:lnTo>
                  <a:lnTo>
                    <a:pt x="905412" y="912168"/>
                  </a:lnTo>
                  <a:lnTo>
                    <a:pt x="905772" y="912056"/>
                  </a:lnTo>
                  <a:lnTo>
                    <a:pt x="906132" y="911943"/>
                  </a:lnTo>
                  <a:lnTo>
                    <a:pt x="906492" y="911830"/>
                  </a:lnTo>
                  <a:lnTo>
                    <a:pt x="906852" y="911718"/>
                  </a:lnTo>
                  <a:lnTo>
                    <a:pt x="907212" y="911605"/>
                  </a:lnTo>
                  <a:lnTo>
                    <a:pt x="907572" y="911493"/>
                  </a:lnTo>
                  <a:lnTo>
                    <a:pt x="907932" y="911380"/>
                  </a:lnTo>
                  <a:lnTo>
                    <a:pt x="908292" y="911267"/>
                  </a:lnTo>
                  <a:lnTo>
                    <a:pt x="908653" y="911155"/>
                  </a:lnTo>
                  <a:lnTo>
                    <a:pt x="909013" y="911042"/>
                  </a:lnTo>
                  <a:lnTo>
                    <a:pt x="909373" y="910930"/>
                  </a:lnTo>
                  <a:lnTo>
                    <a:pt x="909733" y="910817"/>
                  </a:lnTo>
                  <a:lnTo>
                    <a:pt x="910093" y="910705"/>
                  </a:lnTo>
                  <a:lnTo>
                    <a:pt x="910453" y="910592"/>
                  </a:lnTo>
                  <a:lnTo>
                    <a:pt x="910813" y="910480"/>
                  </a:lnTo>
                  <a:lnTo>
                    <a:pt x="911174" y="910367"/>
                  </a:lnTo>
                  <a:lnTo>
                    <a:pt x="911534" y="910255"/>
                  </a:lnTo>
                  <a:lnTo>
                    <a:pt x="911894" y="910142"/>
                  </a:lnTo>
                  <a:lnTo>
                    <a:pt x="912254" y="910030"/>
                  </a:lnTo>
                  <a:lnTo>
                    <a:pt x="912614" y="909917"/>
                  </a:lnTo>
                  <a:lnTo>
                    <a:pt x="912847" y="909844"/>
                  </a:lnTo>
                  <a:lnTo>
                    <a:pt x="913925" y="903451"/>
                  </a:lnTo>
                  <a:lnTo>
                    <a:pt x="914400" y="901090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15305" y="2413769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18660"/>
                  </a:lnTo>
                  <a:lnTo>
                    <a:pt x="905815" y="914400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715305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724745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734185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43625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53065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762506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77194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781386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790826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80026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09707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81914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82858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83802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847468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85690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866348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75789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885229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894669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904109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913550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922990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932430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941870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951311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960751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970191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979631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989071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99851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300795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301739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302683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3036273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3045713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3055153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3064593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3074034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3083474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3092914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3102354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3111795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3121235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3130675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3140115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314955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315899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316843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317787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C7F">
                <a:alpha val="100000"/>
              </a:srgbClr>
            </a:solidFill>
            <a:ln w="5420" cap="flat">
              <a:solidFill>
                <a:srgbClr val="FFCC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3187316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319675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3206197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3215637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322507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323451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324395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3253398" y="2431338"/>
              <a:ext cx="920922" cy="914400"/>
            </a:xfrm>
            <a:custGeom>
              <a:avLst/>
              <a:pathLst>
                <a:path w="920922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922" y="896830"/>
                  </a:lnTo>
                  <a:lnTo>
                    <a:pt x="920817" y="897184"/>
                  </a:lnTo>
                  <a:lnTo>
                    <a:pt x="919921" y="900202"/>
                  </a:lnTo>
                  <a:lnTo>
                    <a:pt x="919025" y="903220"/>
                  </a:lnTo>
                  <a:lnTo>
                    <a:pt x="918130" y="906239"/>
                  </a:lnTo>
                  <a:lnTo>
                    <a:pt x="917235" y="909257"/>
                  </a:lnTo>
                  <a:lnTo>
                    <a:pt x="916340" y="912276"/>
                  </a:lnTo>
                  <a:lnTo>
                    <a:pt x="915711" y="914400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384896" y="239619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306" y="931969"/>
                  </a:lnTo>
                  <a:lnTo>
                    <a:pt x="907127" y="922244"/>
                  </a:lnTo>
                  <a:lnTo>
                    <a:pt x="905622" y="914400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384896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39433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40377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413217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42265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432097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44153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450978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46041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469858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479299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488739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498179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507619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517059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526500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535940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545380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554820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564261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573701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583141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592581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02022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61146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620902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3034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39783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649223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658663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668103" y="2413769"/>
              <a:ext cx="922806" cy="914400"/>
            </a:xfrm>
            <a:custGeom>
              <a:avLst/>
              <a:pathLst>
                <a:path w="92280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7630" y="896932"/>
                  </a:lnTo>
                  <a:lnTo>
                    <a:pt x="917724" y="897250"/>
                  </a:lnTo>
                  <a:lnTo>
                    <a:pt x="917819" y="897572"/>
                  </a:lnTo>
                  <a:lnTo>
                    <a:pt x="917915" y="897894"/>
                  </a:lnTo>
                  <a:lnTo>
                    <a:pt x="918010" y="898215"/>
                  </a:lnTo>
                  <a:lnTo>
                    <a:pt x="918106" y="898537"/>
                  </a:lnTo>
                  <a:lnTo>
                    <a:pt x="918201" y="898859"/>
                  </a:lnTo>
                  <a:lnTo>
                    <a:pt x="918297" y="899181"/>
                  </a:lnTo>
                  <a:lnTo>
                    <a:pt x="918392" y="899502"/>
                  </a:lnTo>
                  <a:lnTo>
                    <a:pt x="918488" y="899824"/>
                  </a:lnTo>
                  <a:lnTo>
                    <a:pt x="918583" y="900146"/>
                  </a:lnTo>
                  <a:lnTo>
                    <a:pt x="918679" y="900468"/>
                  </a:lnTo>
                  <a:lnTo>
                    <a:pt x="918774" y="900789"/>
                  </a:lnTo>
                  <a:lnTo>
                    <a:pt x="918869" y="901111"/>
                  </a:lnTo>
                  <a:lnTo>
                    <a:pt x="918965" y="901433"/>
                  </a:lnTo>
                  <a:lnTo>
                    <a:pt x="919060" y="901755"/>
                  </a:lnTo>
                  <a:lnTo>
                    <a:pt x="919156" y="902076"/>
                  </a:lnTo>
                  <a:lnTo>
                    <a:pt x="919251" y="902398"/>
                  </a:lnTo>
                  <a:lnTo>
                    <a:pt x="919346" y="902720"/>
                  </a:lnTo>
                  <a:lnTo>
                    <a:pt x="919442" y="903042"/>
                  </a:lnTo>
                  <a:lnTo>
                    <a:pt x="919537" y="903363"/>
                  </a:lnTo>
                  <a:lnTo>
                    <a:pt x="919633" y="903685"/>
                  </a:lnTo>
                  <a:lnTo>
                    <a:pt x="919728" y="904007"/>
                  </a:lnTo>
                  <a:lnTo>
                    <a:pt x="919823" y="904329"/>
                  </a:lnTo>
                  <a:lnTo>
                    <a:pt x="919919" y="904650"/>
                  </a:lnTo>
                  <a:lnTo>
                    <a:pt x="920014" y="904972"/>
                  </a:lnTo>
                  <a:lnTo>
                    <a:pt x="920109" y="905294"/>
                  </a:lnTo>
                  <a:lnTo>
                    <a:pt x="920205" y="905616"/>
                  </a:lnTo>
                  <a:lnTo>
                    <a:pt x="920300" y="905938"/>
                  </a:lnTo>
                  <a:lnTo>
                    <a:pt x="920395" y="906259"/>
                  </a:lnTo>
                  <a:lnTo>
                    <a:pt x="920491" y="906581"/>
                  </a:lnTo>
                  <a:lnTo>
                    <a:pt x="920586" y="906903"/>
                  </a:lnTo>
                  <a:lnTo>
                    <a:pt x="920681" y="907225"/>
                  </a:lnTo>
                  <a:lnTo>
                    <a:pt x="920777" y="907546"/>
                  </a:lnTo>
                  <a:lnTo>
                    <a:pt x="920872" y="907868"/>
                  </a:lnTo>
                  <a:lnTo>
                    <a:pt x="920967" y="908190"/>
                  </a:lnTo>
                  <a:lnTo>
                    <a:pt x="921063" y="908512"/>
                  </a:lnTo>
                  <a:lnTo>
                    <a:pt x="921158" y="908833"/>
                  </a:lnTo>
                  <a:lnTo>
                    <a:pt x="921253" y="909155"/>
                  </a:lnTo>
                  <a:lnTo>
                    <a:pt x="921349" y="909477"/>
                  </a:lnTo>
                  <a:lnTo>
                    <a:pt x="921444" y="909799"/>
                  </a:lnTo>
                  <a:lnTo>
                    <a:pt x="921539" y="910120"/>
                  </a:lnTo>
                  <a:lnTo>
                    <a:pt x="921635" y="910442"/>
                  </a:lnTo>
                  <a:lnTo>
                    <a:pt x="921730" y="910764"/>
                  </a:lnTo>
                  <a:lnTo>
                    <a:pt x="921825" y="911086"/>
                  </a:lnTo>
                  <a:lnTo>
                    <a:pt x="921920" y="911407"/>
                  </a:lnTo>
                  <a:lnTo>
                    <a:pt x="922016" y="911729"/>
                  </a:lnTo>
                  <a:lnTo>
                    <a:pt x="922111" y="912051"/>
                  </a:lnTo>
                  <a:lnTo>
                    <a:pt x="922206" y="912373"/>
                  </a:lnTo>
                  <a:lnTo>
                    <a:pt x="922301" y="912695"/>
                  </a:lnTo>
                  <a:lnTo>
                    <a:pt x="922397" y="913016"/>
                  </a:lnTo>
                  <a:lnTo>
                    <a:pt x="922492" y="913338"/>
                  </a:lnTo>
                  <a:lnTo>
                    <a:pt x="922587" y="913660"/>
                  </a:lnTo>
                  <a:lnTo>
                    <a:pt x="922682" y="913982"/>
                  </a:lnTo>
                  <a:lnTo>
                    <a:pt x="922806" y="914400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15305" y="2396199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5815" y="931969"/>
                  </a:lnTo>
                  <a:lnTo>
                    <a:pt x="906608" y="928019"/>
                  </a:lnTo>
                  <a:lnTo>
                    <a:pt x="909032" y="917675"/>
                  </a:lnTo>
                  <a:lnTo>
                    <a:pt x="909914" y="914400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715305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724745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34185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43625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753065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762506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77194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781386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790826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80026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809707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81914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2858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802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847468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85690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866348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875789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885229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894669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904109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913550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922990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932430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941870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951311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960751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970191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79631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989071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99851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300795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301739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302683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3036273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3045713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3055153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3064593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3074034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3083474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3092914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3102354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3111795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3121235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3130675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3140115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314955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315899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316843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317787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3187316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319675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3206197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3215637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322507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323451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324395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3253398" y="2413769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4584"/>
                  </a:lnTo>
                  <a:lnTo>
                    <a:pt x="923508" y="905700"/>
                  </a:lnTo>
                  <a:lnTo>
                    <a:pt x="922610" y="908718"/>
                  </a:lnTo>
                  <a:lnTo>
                    <a:pt x="921713" y="911736"/>
                  </a:lnTo>
                  <a:lnTo>
                    <a:pt x="920922" y="914400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3262838" y="2396199"/>
              <a:ext cx="916707" cy="922154"/>
            </a:xfrm>
            <a:custGeom>
              <a:avLst/>
              <a:pathLst>
                <a:path w="916707" h="922154">
                  <a:moveTo>
                    <a:pt x="914400" y="914400"/>
                  </a:moveTo>
                  <a:lnTo>
                    <a:pt x="916707" y="914400"/>
                  </a:lnTo>
                  <a:lnTo>
                    <a:pt x="915863" y="917234"/>
                  </a:lnTo>
                  <a:lnTo>
                    <a:pt x="914965" y="920252"/>
                  </a:lnTo>
                  <a:lnTo>
                    <a:pt x="914400" y="922154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375456" y="2378629"/>
              <a:ext cx="914399" cy="928331"/>
            </a:xfrm>
            <a:custGeom>
              <a:avLst/>
              <a:pathLst>
                <a:path w="914399" h="928331">
                  <a:moveTo>
                    <a:pt x="914399" y="914400"/>
                  </a:moveTo>
                  <a:lnTo>
                    <a:pt x="914399" y="928331"/>
                  </a:lnTo>
                  <a:lnTo>
                    <a:pt x="912896" y="918993"/>
                  </a:lnTo>
                  <a:lnTo>
                    <a:pt x="912295" y="914400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37545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062" y="931969"/>
                  </a:lnTo>
                  <a:lnTo>
                    <a:pt x="914586" y="929492"/>
                  </a:lnTo>
                  <a:lnTo>
                    <a:pt x="914399" y="928331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384896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39433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40377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413217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42265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432097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44153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450978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46041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469858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479299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488739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498179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507619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517059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526500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535940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545380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554820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564261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2573701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583141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592581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02022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1146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620902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3034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639783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49223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68103" y="239619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1752" y="896830"/>
                  </a:lnTo>
                  <a:lnTo>
                    <a:pt x="914400" y="904355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668103" y="2396199"/>
              <a:ext cx="917597" cy="914400"/>
            </a:xfrm>
            <a:custGeom>
              <a:avLst/>
              <a:pathLst>
                <a:path w="917597" h="914400">
                  <a:moveTo>
                    <a:pt x="914400" y="914400"/>
                  </a:moveTo>
                  <a:lnTo>
                    <a:pt x="914400" y="904355"/>
                  </a:lnTo>
                  <a:lnTo>
                    <a:pt x="914764" y="905393"/>
                  </a:lnTo>
                  <a:lnTo>
                    <a:pt x="917597" y="914400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15305" y="2396199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9914" y="914400"/>
                  </a:lnTo>
                  <a:lnTo>
                    <a:pt x="911750" y="907587"/>
                  </a:lnTo>
                  <a:lnTo>
                    <a:pt x="914399" y="898940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24745" y="237862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510"/>
                  </a:lnTo>
                  <a:lnTo>
                    <a:pt x="905313" y="915354"/>
                  </a:lnTo>
                  <a:lnTo>
                    <a:pt x="905643" y="914400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724745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34185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2743625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753065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762506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7194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781386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790826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80026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809707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81914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82858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83802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847468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85690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866348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875789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885229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894669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904109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913550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922990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932430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941870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951311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960751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970191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979631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989071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99851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300795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301739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302683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3036273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3045713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3055153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3064593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3074034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3083474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3092914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3102354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3111795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3121235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3130675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3140115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314955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315899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316843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317787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3187316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319675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3206197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3215637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322507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323451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324395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325339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3262838" y="2396199"/>
              <a:ext cx="921947" cy="914400"/>
            </a:xfrm>
            <a:custGeom>
              <a:avLst/>
              <a:pathLst>
                <a:path w="921947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947" y="896830"/>
                  </a:lnTo>
                  <a:lnTo>
                    <a:pt x="921261" y="899129"/>
                  </a:lnTo>
                  <a:lnTo>
                    <a:pt x="920360" y="902147"/>
                  </a:lnTo>
                  <a:lnTo>
                    <a:pt x="919460" y="905164"/>
                  </a:lnTo>
                  <a:lnTo>
                    <a:pt x="918560" y="908181"/>
                  </a:lnTo>
                  <a:lnTo>
                    <a:pt x="917661" y="911199"/>
                  </a:lnTo>
                  <a:lnTo>
                    <a:pt x="916762" y="914216"/>
                  </a:lnTo>
                  <a:lnTo>
                    <a:pt x="916707" y="914400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375456" y="2361059"/>
              <a:ext cx="914399" cy="931969"/>
            </a:xfrm>
            <a:custGeom>
              <a:avLst/>
              <a:pathLst>
                <a:path w="914399" h="931969">
                  <a:moveTo>
                    <a:pt x="914399" y="914399"/>
                  </a:moveTo>
                  <a:lnTo>
                    <a:pt x="914399" y="931969"/>
                  </a:lnTo>
                  <a:lnTo>
                    <a:pt x="912295" y="931969"/>
                  </a:lnTo>
                  <a:lnTo>
                    <a:pt x="911502" y="925914"/>
                  </a:lnTo>
                  <a:lnTo>
                    <a:pt x="910407" y="915144"/>
                  </a:lnTo>
                  <a:lnTo>
                    <a:pt x="910352" y="91439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37545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384896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39433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40377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413217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42265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432097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44153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450978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46041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469858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479299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488739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498179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07619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517059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526500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35940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45380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54820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564261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573701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583141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592581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02022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1146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620902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63034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39783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49223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58663" y="2378629"/>
              <a:ext cx="921192" cy="914400"/>
            </a:xfrm>
            <a:custGeom>
              <a:avLst/>
              <a:pathLst>
                <a:path w="921192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9576" y="896830"/>
                  </a:lnTo>
                  <a:lnTo>
                    <a:pt x="919316" y="897639"/>
                  </a:lnTo>
                  <a:lnTo>
                    <a:pt x="917038" y="903945"/>
                  </a:lnTo>
                  <a:lnTo>
                    <a:pt x="917758" y="905600"/>
                  </a:lnTo>
                  <a:lnTo>
                    <a:pt x="921098" y="914131"/>
                  </a:lnTo>
                  <a:lnTo>
                    <a:pt x="921192" y="914400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724745" y="2361059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5643" y="931969"/>
                  </a:lnTo>
                  <a:lnTo>
                    <a:pt x="908595" y="923434"/>
                  </a:lnTo>
                  <a:lnTo>
                    <a:pt x="912100" y="91439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724745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734185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743625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753065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762506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77194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781386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790826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80026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809707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81914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82858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83802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847468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85690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866348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875789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885229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894669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904109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913550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922990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932430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941870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951311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960751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970191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979631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989071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99851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300795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301739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302683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3036273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3045713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3055153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3064593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3074034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3083474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3092914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3102354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3111795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3121235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3130675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3140115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314955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080">
                <a:alpha val="100000"/>
              </a:srgbClr>
            </a:solidFill>
            <a:ln w="5420" cap="flat">
              <a:solidFill>
                <a:srgbClr val="FFD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315899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316843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317787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3187316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319675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3206197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3215637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322507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323451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324395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325339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3262838" y="2378629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066"/>
                  </a:lnTo>
                  <a:lnTo>
                    <a:pt x="923063" y="910665"/>
                  </a:lnTo>
                  <a:lnTo>
                    <a:pt x="922162" y="913682"/>
                  </a:lnTo>
                  <a:lnTo>
                    <a:pt x="921947" y="914400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3272279" y="2361059"/>
              <a:ext cx="919260" cy="925636"/>
            </a:xfrm>
            <a:custGeom>
              <a:avLst/>
              <a:pathLst>
                <a:path w="919260" h="925636">
                  <a:moveTo>
                    <a:pt x="914400" y="914399"/>
                  </a:moveTo>
                  <a:lnTo>
                    <a:pt x="919260" y="914399"/>
                  </a:lnTo>
                  <a:lnTo>
                    <a:pt x="917798" y="916856"/>
                  </a:lnTo>
                  <a:lnTo>
                    <a:pt x="916910" y="918349"/>
                  </a:lnTo>
                  <a:lnTo>
                    <a:pt x="916685" y="918916"/>
                  </a:lnTo>
                  <a:lnTo>
                    <a:pt x="915919" y="920848"/>
                  </a:lnTo>
                  <a:lnTo>
                    <a:pt x="915563" y="921747"/>
                  </a:lnTo>
                  <a:lnTo>
                    <a:pt x="915427" y="922201"/>
                  </a:lnTo>
                  <a:lnTo>
                    <a:pt x="914525" y="925218"/>
                  </a:lnTo>
                  <a:lnTo>
                    <a:pt x="914400" y="925636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375456" y="2343490"/>
              <a:ext cx="914399" cy="931969"/>
            </a:xfrm>
            <a:custGeom>
              <a:avLst/>
              <a:pathLst>
                <a:path w="914399" h="931969">
                  <a:moveTo>
                    <a:pt x="914399" y="914399"/>
                  </a:moveTo>
                  <a:lnTo>
                    <a:pt x="914399" y="931969"/>
                  </a:lnTo>
                  <a:lnTo>
                    <a:pt x="910352" y="931969"/>
                  </a:lnTo>
                  <a:lnTo>
                    <a:pt x="909614" y="921854"/>
                  </a:lnTo>
                  <a:lnTo>
                    <a:pt x="909280" y="91439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37545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384896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39433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40377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413217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42265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432097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44153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450978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46041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469858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479299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488739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498179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507619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517059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526500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535940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45380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554820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564261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73701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83141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592581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02022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61146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20902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63034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39783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49223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658663" y="2361059"/>
              <a:ext cx="923840" cy="914399"/>
            </a:xfrm>
            <a:custGeom>
              <a:avLst/>
              <a:pathLst>
                <a:path w="923840" h="914399">
                  <a:moveTo>
                    <a:pt x="914399" y="914399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0536"/>
                  </a:lnTo>
                  <a:lnTo>
                    <a:pt x="922401" y="905608"/>
                  </a:lnTo>
                  <a:lnTo>
                    <a:pt x="919576" y="91439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668103" y="2343490"/>
              <a:ext cx="915451" cy="918106"/>
            </a:xfrm>
            <a:custGeom>
              <a:avLst/>
              <a:pathLst>
                <a:path w="915451" h="918106">
                  <a:moveTo>
                    <a:pt x="914400" y="914399"/>
                  </a:moveTo>
                  <a:lnTo>
                    <a:pt x="915451" y="914399"/>
                  </a:lnTo>
                  <a:lnTo>
                    <a:pt x="914400" y="918106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724745" y="236105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44" y="914284"/>
                  </a:lnTo>
                  <a:lnTo>
                    <a:pt x="914400" y="909082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734185" y="2343490"/>
              <a:ext cx="914399" cy="931969"/>
            </a:xfrm>
            <a:custGeom>
              <a:avLst/>
              <a:pathLst>
                <a:path w="914399" h="931969">
                  <a:moveTo>
                    <a:pt x="914399" y="914399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6652"/>
                  </a:lnTo>
                  <a:lnTo>
                    <a:pt x="906512" y="923071"/>
                  </a:lnTo>
                  <a:lnTo>
                    <a:pt x="906650" y="922769"/>
                  </a:lnTo>
                  <a:lnTo>
                    <a:pt x="906790" y="922464"/>
                  </a:lnTo>
                  <a:lnTo>
                    <a:pt x="906930" y="922158"/>
                  </a:lnTo>
                  <a:lnTo>
                    <a:pt x="907069" y="921853"/>
                  </a:lnTo>
                  <a:lnTo>
                    <a:pt x="907209" y="921547"/>
                  </a:lnTo>
                  <a:lnTo>
                    <a:pt x="907349" y="921242"/>
                  </a:lnTo>
                  <a:lnTo>
                    <a:pt x="907489" y="920936"/>
                  </a:lnTo>
                  <a:lnTo>
                    <a:pt x="907629" y="920631"/>
                  </a:lnTo>
                  <a:lnTo>
                    <a:pt x="907769" y="920325"/>
                  </a:lnTo>
                  <a:lnTo>
                    <a:pt x="907909" y="920020"/>
                  </a:lnTo>
                  <a:lnTo>
                    <a:pt x="908049" y="919714"/>
                  </a:lnTo>
                  <a:lnTo>
                    <a:pt x="908189" y="919408"/>
                  </a:lnTo>
                  <a:lnTo>
                    <a:pt x="908329" y="919103"/>
                  </a:lnTo>
                  <a:lnTo>
                    <a:pt x="908469" y="918797"/>
                  </a:lnTo>
                  <a:lnTo>
                    <a:pt x="908609" y="918492"/>
                  </a:lnTo>
                  <a:lnTo>
                    <a:pt x="908749" y="918186"/>
                  </a:lnTo>
                  <a:lnTo>
                    <a:pt x="908889" y="917881"/>
                  </a:lnTo>
                  <a:lnTo>
                    <a:pt x="909029" y="917575"/>
                  </a:lnTo>
                  <a:lnTo>
                    <a:pt x="909169" y="917270"/>
                  </a:lnTo>
                  <a:lnTo>
                    <a:pt x="909309" y="916964"/>
                  </a:lnTo>
                  <a:lnTo>
                    <a:pt x="909449" y="916659"/>
                  </a:lnTo>
                  <a:lnTo>
                    <a:pt x="909589" y="916353"/>
                  </a:lnTo>
                  <a:lnTo>
                    <a:pt x="909729" y="916048"/>
                  </a:lnTo>
                  <a:lnTo>
                    <a:pt x="909869" y="915742"/>
                  </a:lnTo>
                  <a:lnTo>
                    <a:pt x="910009" y="915437"/>
                  </a:lnTo>
                  <a:lnTo>
                    <a:pt x="910149" y="915131"/>
                  </a:lnTo>
                  <a:lnTo>
                    <a:pt x="910289" y="914826"/>
                  </a:lnTo>
                  <a:lnTo>
                    <a:pt x="910484" y="91439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734185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43625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753065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762506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77194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81386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790826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80026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809707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81914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82858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83802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847468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85690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866348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875789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885229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894669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904109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913550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922990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932430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941870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951311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960751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970191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979631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989071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99851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300795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301739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302683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3036273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3045713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3055153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3064593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3074034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3083474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3092914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3102354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3111795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3121235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080">
                <a:alpha val="100000"/>
              </a:srgbClr>
            </a:solidFill>
            <a:ln w="5420" cap="flat">
              <a:solidFill>
                <a:srgbClr val="FFD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3130675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3140115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314955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315899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316843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317787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3187316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319675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3206197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3215637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322507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323451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324395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325339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326283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3272279" y="2361059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6711"/>
                  </a:lnTo>
                  <a:lnTo>
                    <a:pt x="922419" y="909095"/>
                  </a:lnTo>
                  <a:lnTo>
                    <a:pt x="920878" y="911682"/>
                  </a:lnTo>
                  <a:lnTo>
                    <a:pt x="919337" y="914269"/>
                  </a:lnTo>
                  <a:lnTo>
                    <a:pt x="919260" y="91439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3281719" y="2343490"/>
              <a:ext cx="920295" cy="924281"/>
            </a:xfrm>
            <a:custGeom>
              <a:avLst/>
              <a:pathLst>
                <a:path w="920295" h="924281">
                  <a:moveTo>
                    <a:pt x="914400" y="914399"/>
                  </a:moveTo>
                  <a:lnTo>
                    <a:pt x="920295" y="914399"/>
                  </a:lnTo>
                  <a:lnTo>
                    <a:pt x="919149" y="916320"/>
                  </a:lnTo>
                  <a:lnTo>
                    <a:pt x="917605" y="918906"/>
                  </a:lnTo>
                  <a:lnTo>
                    <a:pt x="916062" y="921492"/>
                  </a:lnTo>
                  <a:lnTo>
                    <a:pt x="914520" y="924078"/>
                  </a:lnTo>
                  <a:lnTo>
                    <a:pt x="914400" y="924281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75456" y="2325920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9280" y="931969"/>
                  </a:lnTo>
                  <a:lnTo>
                    <a:pt x="909125" y="928501"/>
                  </a:lnTo>
                  <a:lnTo>
                    <a:pt x="908942" y="917545"/>
                  </a:lnTo>
                  <a:lnTo>
                    <a:pt x="908977" y="914400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7545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384896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39433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40377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13217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242265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2432097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244153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2450978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246041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2469858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247929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2488739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249817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2507619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251705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2526500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2535940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2545380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2554820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2564261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2573701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2583141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2592581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2602022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261146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2620902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263034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2639783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2649223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2658663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2668103" y="2343490"/>
              <a:ext cx="919639" cy="914399"/>
            </a:xfrm>
            <a:custGeom>
              <a:avLst/>
              <a:pathLst>
                <a:path w="919639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9639" y="896830"/>
                  </a:lnTo>
                  <a:lnTo>
                    <a:pt x="918287" y="903132"/>
                  </a:lnTo>
                  <a:lnTo>
                    <a:pt x="915767" y="913287"/>
                  </a:lnTo>
                  <a:lnTo>
                    <a:pt x="915451" y="91439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2734185" y="2343490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10484" y="914399"/>
                  </a:lnTo>
                  <a:lnTo>
                    <a:pt x="910569" y="914215"/>
                  </a:lnTo>
                  <a:lnTo>
                    <a:pt x="910709" y="913909"/>
                  </a:lnTo>
                  <a:lnTo>
                    <a:pt x="910849" y="913604"/>
                  </a:lnTo>
                  <a:lnTo>
                    <a:pt x="910989" y="913298"/>
                  </a:lnTo>
                  <a:lnTo>
                    <a:pt x="911129" y="912993"/>
                  </a:lnTo>
                  <a:lnTo>
                    <a:pt x="911269" y="912687"/>
                  </a:lnTo>
                  <a:lnTo>
                    <a:pt x="911409" y="912382"/>
                  </a:lnTo>
                  <a:lnTo>
                    <a:pt x="911549" y="912076"/>
                  </a:lnTo>
                  <a:lnTo>
                    <a:pt x="911689" y="911771"/>
                  </a:lnTo>
                  <a:lnTo>
                    <a:pt x="911830" y="911465"/>
                  </a:lnTo>
                  <a:lnTo>
                    <a:pt x="911970" y="911160"/>
                  </a:lnTo>
                  <a:lnTo>
                    <a:pt x="912110" y="910854"/>
                  </a:lnTo>
                  <a:lnTo>
                    <a:pt x="912250" y="910549"/>
                  </a:lnTo>
                  <a:lnTo>
                    <a:pt x="912390" y="910243"/>
                  </a:lnTo>
                  <a:lnTo>
                    <a:pt x="912530" y="909938"/>
                  </a:lnTo>
                  <a:lnTo>
                    <a:pt x="912670" y="909632"/>
                  </a:lnTo>
                  <a:lnTo>
                    <a:pt x="912810" y="909327"/>
                  </a:lnTo>
                  <a:lnTo>
                    <a:pt x="912951" y="909021"/>
                  </a:lnTo>
                  <a:lnTo>
                    <a:pt x="913091" y="908716"/>
                  </a:lnTo>
                  <a:lnTo>
                    <a:pt x="913231" y="908410"/>
                  </a:lnTo>
                  <a:lnTo>
                    <a:pt x="913371" y="908105"/>
                  </a:lnTo>
                  <a:lnTo>
                    <a:pt x="913511" y="907799"/>
                  </a:lnTo>
                  <a:lnTo>
                    <a:pt x="913652" y="907494"/>
                  </a:lnTo>
                  <a:lnTo>
                    <a:pt x="913792" y="907188"/>
                  </a:lnTo>
                  <a:lnTo>
                    <a:pt x="913932" y="906883"/>
                  </a:lnTo>
                  <a:lnTo>
                    <a:pt x="914072" y="906577"/>
                  </a:lnTo>
                  <a:lnTo>
                    <a:pt x="914212" y="906272"/>
                  </a:lnTo>
                  <a:lnTo>
                    <a:pt x="914399" y="905864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2743625" y="232592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3434"/>
                  </a:lnTo>
                  <a:lnTo>
                    <a:pt x="905053" y="923231"/>
                  </a:lnTo>
                  <a:lnTo>
                    <a:pt x="905193" y="922925"/>
                  </a:lnTo>
                  <a:lnTo>
                    <a:pt x="905333" y="922620"/>
                  </a:lnTo>
                  <a:lnTo>
                    <a:pt x="905473" y="922314"/>
                  </a:lnTo>
                  <a:lnTo>
                    <a:pt x="905613" y="922009"/>
                  </a:lnTo>
                  <a:lnTo>
                    <a:pt x="905754" y="921703"/>
                  </a:lnTo>
                  <a:lnTo>
                    <a:pt x="905894" y="921398"/>
                  </a:lnTo>
                  <a:lnTo>
                    <a:pt x="906034" y="921092"/>
                  </a:lnTo>
                  <a:lnTo>
                    <a:pt x="909264" y="914400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2743625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2753065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2762506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277194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2781386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2790826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280026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2809707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281914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282858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283802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2847468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285690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2866348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287578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2885229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289466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2904109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2913550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2922990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2932430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2941870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2951311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2960751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2970191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2979631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2989071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299851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00795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01739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02683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036273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045713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055153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064593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074034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083474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092914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102354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0">
                <a:alpha val="100000"/>
              </a:srgbClr>
            </a:solidFill>
            <a:ln w="5420" cap="flat">
              <a:solidFill>
                <a:srgbClr val="FFD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111795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121235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130675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140115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14955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15899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16843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17787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187316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19675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206197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215637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22507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23451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24395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25339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26283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27227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281719" y="2343490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792" y="908546"/>
                  </a:lnTo>
                  <a:lnTo>
                    <a:pt x="922237" y="911148"/>
                  </a:lnTo>
                  <a:lnTo>
                    <a:pt x="920693" y="913734"/>
                  </a:lnTo>
                  <a:lnTo>
                    <a:pt x="920295" y="91439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291159" y="2325920"/>
              <a:ext cx="920769" cy="926033"/>
            </a:xfrm>
            <a:custGeom>
              <a:avLst/>
              <a:pathLst>
                <a:path w="920769" h="926033">
                  <a:moveTo>
                    <a:pt x="914400" y="914400"/>
                  </a:moveTo>
                  <a:lnTo>
                    <a:pt x="920769" y="914400"/>
                  </a:lnTo>
                  <a:lnTo>
                    <a:pt x="918515" y="918789"/>
                  </a:lnTo>
                  <a:lnTo>
                    <a:pt x="914400" y="926033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2375456" y="2308350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8977" y="931969"/>
                  </a:lnTo>
                  <a:lnTo>
                    <a:pt x="909065" y="924157"/>
                  </a:lnTo>
                  <a:lnTo>
                    <a:pt x="909447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237545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2384896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239433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40377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413217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42265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432097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44153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450978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46041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69858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47929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488739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49817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07619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51705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526500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535940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545380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554820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64261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73701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83141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92581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602022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61146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620902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63034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639783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649223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658663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668103" y="2325920"/>
              <a:ext cx="922879" cy="914400"/>
            </a:xfrm>
            <a:custGeom>
              <a:avLst/>
              <a:pathLst>
                <a:path w="922879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879" y="896830"/>
                  </a:lnTo>
                  <a:lnTo>
                    <a:pt x="922443" y="899719"/>
                  </a:lnTo>
                  <a:lnTo>
                    <a:pt x="920515" y="910313"/>
                  </a:lnTo>
                  <a:lnTo>
                    <a:pt x="919639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743625" y="232592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264" y="914400"/>
                  </a:lnTo>
                  <a:lnTo>
                    <a:pt x="909755" y="913382"/>
                  </a:lnTo>
                  <a:lnTo>
                    <a:pt x="913675" y="906021"/>
                  </a:lnTo>
                  <a:lnTo>
                    <a:pt x="914400" y="90478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753065" y="2308350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2358"/>
                  </a:lnTo>
                  <a:lnTo>
                    <a:pt x="908344" y="916597"/>
                  </a:lnTo>
                  <a:lnTo>
                    <a:pt x="909770" y="914400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753065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762506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77194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781386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790826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80026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809707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81914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82858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83802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847468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85690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866348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87578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885229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89466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904109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913550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922990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932430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941870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951311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960751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970191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979631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989071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99851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300795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301739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302683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3036273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3045713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3055153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3064593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3074034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3083474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3092914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3102354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3111795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3121235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3130675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3140115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314955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315899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316843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317787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3187316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319675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3206197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3215637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322507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323451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324395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325339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326283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327227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328171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3291159" y="232592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133"/>
                  </a:lnTo>
                  <a:lnTo>
                    <a:pt x="922473" y="911080"/>
                  </a:lnTo>
                  <a:lnTo>
                    <a:pt x="920769" y="914400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3300599" y="2308350"/>
              <a:ext cx="919361" cy="925702"/>
            </a:xfrm>
            <a:custGeom>
              <a:avLst/>
              <a:pathLst>
                <a:path w="919361" h="925702">
                  <a:moveTo>
                    <a:pt x="914400" y="914400"/>
                  </a:moveTo>
                  <a:lnTo>
                    <a:pt x="919361" y="914400"/>
                  </a:lnTo>
                  <a:lnTo>
                    <a:pt x="916776" y="920578"/>
                  </a:lnTo>
                  <a:lnTo>
                    <a:pt x="914400" y="925702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2375456" y="2290780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9447" y="931969"/>
                  </a:lnTo>
                  <a:lnTo>
                    <a:pt x="909493" y="930796"/>
                  </a:lnTo>
                  <a:lnTo>
                    <a:pt x="910227" y="919920"/>
                  </a:lnTo>
                  <a:lnTo>
                    <a:pt x="910757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237545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2384896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239433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240377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2413217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242265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2432097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244153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2450978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246041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2469858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247929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2488739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249817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2507619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251705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2526500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2535940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2545380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2554820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2564261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2573701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2583141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2592581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2602022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261146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2620902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263034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2639783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2649223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2658663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2668103" y="230835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029"/>
                  </a:lnTo>
                  <a:lnTo>
                    <a:pt x="922879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2677544" y="2290780"/>
              <a:ext cx="915794" cy="925599"/>
            </a:xfrm>
            <a:custGeom>
              <a:avLst/>
              <a:pathLst>
                <a:path w="915794" h="925599">
                  <a:moveTo>
                    <a:pt x="914399" y="914400"/>
                  </a:moveTo>
                  <a:lnTo>
                    <a:pt x="915794" y="914400"/>
                  </a:lnTo>
                  <a:lnTo>
                    <a:pt x="914627" y="924089"/>
                  </a:lnTo>
                  <a:lnTo>
                    <a:pt x="914399" y="92559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2753065" y="230835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9770" y="914400"/>
                  </a:lnTo>
                  <a:lnTo>
                    <a:pt x="912634" y="909988"/>
                  </a:lnTo>
                  <a:lnTo>
                    <a:pt x="914399" y="90752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2762506" y="229078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5098"/>
                  </a:lnTo>
                  <a:lnTo>
                    <a:pt x="907652" y="921348"/>
                  </a:lnTo>
                  <a:lnTo>
                    <a:pt x="912269" y="915555"/>
                  </a:lnTo>
                  <a:lnTo>
                    <a:pt x="912475" y="915309"/>
                  </a:lnTo>
                  <a:lnTo>
                    <a:pt x="912683" y="915062"/>
                  </a:lnTo>
                  <a:lnTo>
                    <a:pt x="912892" y="914814"/>
                  </a:lnTo>
                  <a:lnTo>
                    <a:pt x="913100" y="914566"/>
                  </a:lnTo>
                  <a:lnTo>
                    <a:pt x="913240" y="91440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2762506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277194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2">
                <a:alpha val="100000"/>
              </a:srgbClr>
            </a:solidFill>
            <a:ln w="5420" cap="flat">
              <a:solidFill>
                <a:srgbClr val="FFB7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2781386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2790826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280026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2809707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281914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282858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283802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2847468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285690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2866348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287578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2885229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289466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2904109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2913550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2922990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2932430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2941870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2951311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2960751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2970191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2979631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2989071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299851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300795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301739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302683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3036273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3045713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3055153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3064593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3074034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3083474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3092914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3102354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3111795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3121235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3130675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3140115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314955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315899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316843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317787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3187316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319675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3206197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3215637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322507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323451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324395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25339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26283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7227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8171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29115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300599" y="230835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2666"/>
                  </a:lnTo>
                  <a:lnTo>
                    <a:pt x="923582" y="903431"/>
                  </a:lnTo>
                  <a:lnTo>
                    <a:pt x="920296" y="912165"/>
                  </a:lnTo>
                  <a:lnTo>
                    <a:pt x="919361" y="914400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310040" y="2290780"/>
              <a:ext cx="916367" cy="920236"/>
            </a:xfrm>
            <a:custGeom>
              <a:avLst/>
              <a:pathLst>
                <a:path w="916367" h="920236">
                  <a:moveTo>
                    <a:pt x="914400" y="914400"/>
                  </a:moveTo>
                  <a:lnTo>
                    <a:pt x="916367" y="914400"/>
                  </a:lnTo>
                  <a:lnTo>
                    <a:pt x="914400" y="920236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2375456" y="2273210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0757" y="931969"/>
                  </a:lnTo>
                  <a:lnTo>
                    <a:pt x="911263" y="926701"/>
                  </a:lnTo>
                  <a:lnTo>
                    <a:pt x="912599" y="916026"/>
                  </a:lnTo>
                  <a:lnTo>
                    <a:pt x="912851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237545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2384896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239433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240377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2413217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242265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2432097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244153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2450978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46041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69858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47929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88739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49817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507619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51705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26500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535940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545380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554820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4261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73701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583141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92581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602022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61146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620902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63034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639783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49223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658663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668103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677544" y="2290780"/>
              <a:ext cx="917272" cy="914400"/>
            </a:xfrm>
            <a:custGeom>
              <a:avLst/>
              <a:pathLst>
                <a:path w="917272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272" y="896830"/>
                  </a:lnTo>
                  <a:lnTo>
                    <a:pt x="916944" y="902145"/>
                  </a:lnTo>
                  <a:lnTo>
                    <a:pt x="915942" y="913174"/>
                  </a:lnTo>
                  <a:lnTo>
                    <a:pt x="915794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762506" y="229078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308" y="914319"/>
                  </a:lnTo>
                  <a:lnTo>
                    <a:pt x="913516" y="914071"/>
                  </a:lnTo>
                  <a:lnTo>
                    <a:pt x="913725" y="913823"/>
                  </a:lnTo>
                  <a:lnTo>
                    <a:pt x="913933" y="913576"/>
                  </a:lnTo>
                  <a:lnTo>
                    <a:pt x="914141" y="913328"/>
                  </a:lnTo>
                  <a:lnTo>
                    <a:pt x="914400" y="913021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771946" y="229078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13021"/>
                  </a:lnTo>
                  <a:lnTo>
                    <a:pt x="905118" y="912833"/>
                  </a:lnTo>
                  <a:lnTo>
                    <a:pt x="905326" y="912585"/>
                  </a:lnTo>
                  <a:lnTo>
                    <a:pt x="905534" y="912337"/>
                  </a:lnTo>
                  <a:lnTo>
                    <a:pt x="905743" y="912090"/>
                  </a:lnTo>
                  <a:lnTo>
                    <a:pt x="905951" y="911842"/>
                  </a:lnTo>
                  <a:lnTo>
                    <a:pt x="906159" y="911595"/>
                  </a:lnTo>
                  <a:lnTo>
                    <a:pt x="906368" y="911347"/>
                  </a:lnTo>
                  <a:lnTo>
                    <a:pt x="906576" y="911099"/>
                  </a:lnTo>
                  <a:lnTo>
                    <a:pt x="906785" y="910852"/>
                  </a:lnTo>
                  <a:lnTo>
                    <a:pt x="906993" y="910604"/>
                  </a:lnTo>
                  <a:lnTo>
                    <a:pt x="907201" y="910356"/>
                  </a:lnTo>
                  <a:lnTo>
                    <a:pt x="907410" y="910109"/>
                  </a:lnTo>
                  <a:lnTo>
                    <a:pt x="907618" y="909861"/>
                  </a:lnTo>
                  <a:lnTo>
                    <a:pt x="907827" y="909614"/>
                  </a:lnTo>
                  <a:lnTo>
                    <a:pt x="908035" y="909366"/>
                  </a:lnTo>
                  <a:lnTo>
                    <a:pt x="908244" y="909118"/>
                  </a:lnTo>
                  <a:lnTo>
                    <a:pt x="908452" y="908871"/>
                  </a:lnTo>
                  <a:lnTo>
                    <a:pt x="908660" y="908623"/>
                  </a:lnTo>
                  <a:lnTo>
                    <a:pt x="908869" y="908376"/>
                  </a:lnTo>
                  <a:lnTo>
                    <a:pt x="909077" y="908128"/>
                  </a:lnTo>
                  <a:lnTo>
                    <a:pt x="909286" y="907880"/>
                  </a:lnTo>
                  <a:lnTo>
                    <a:pt x="909494" y="907633"/>
                  </a:lnTo>
                  <a:lnTo>
                    <a:pt x="909703" y="907385"/>
                  </a:lnTo>
                  <a:lnTo>
                    <a:pt x="909911" y="907138"/>
                  </a:lnTo>
                  <a:lnTo>
                    <a:pt x="910120" y="906890"/>
                  </a:lnTo>
                  <a:lnTo>
                    <a:pt x="910328" y="906643"/>
                  </a:lnTo>
                  <a:lnTo>
                    <a:pt x="910537" y="906395"/>
                  </a:lnTo>
                  <a:lnTo>
                    <a:pt x="910745" y="906148"/>
                  </a:lnTo>
                  <a:lnTo>
                    <a:pt x="910954" y="905900"/>
                  </a:lnTo>
                  <a:lnTo>
                    <a:pt x="911162" y="905652"/>
                  </a:lnTo>
                  <a:lnTo>
                    <a:pt x="911371" y="905405"/>
                  </a:lnTo>
                  <a:lnTo>
                    <a:pt x="911579" y="905157"/>
                  </a:lnTo>
                  <a:lnTo>
                    <a:pt x="911788" y="904910"/>
                  </a:lnTo>
                  <a:lnTo>
                    <a:pt x="911997" y="904662"/>
                  </a:lnTo>
                  <a:lnTo>
                    <a:pt x="912205" y="904415"/>
                  </a:lnTo>
                  <a:lnTo>
                    <a:pt x="912414" y="904167"/>
                  </a:lnTo>
                  <a:lnTo>
                    <a:pt x="912622" y="903920"/>
                  </a:lnTo>
                  <a:lnTo>
                    <a:pt x="912831" y="903672"/>
                  </a:lnTo>
                  <a:lnTo>
                    <a:pt x="913040" y="903425"/>
                  </a:lnTo>
                  <a:lnTo>
                    <a:pt x="913248" y="903177"/>
                  </a:lnTo>
                  <a:lnTo>
                    <a:pt x="913457" y="902930"/>
                  </a:lnTo>
                  <a:lnTo>
                    <a:pt x="913665" y="902682"/>
                  </a:lnTo>
                  <a:lnTo>
                    <a:pt x="913874" y="902435"/>
                  </a:lnTo>
                  <a:lnTo>
                    <a:pt x="914083" y="902187"/>
                  </a:lnTo>
                  <a:lnTo>
                    <a:pt x="914291" y="901940"/>
                  </a:lnTo>
                  <a:lnTo>
                    <a:pt x="914399" y="901811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781386" y="227321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5060" y="919262"/>
                  </a:lnTo>
                  <a:lnTo>
                    <a:pt x="905268" y="919014"/>
                  </a:lnTo>
                  <a:lnTo>
                    <a:pt x="905477" y="918767"/>
                  </a:lnTo>
                  <a:lnTo>
                    <a:pt x="905686" y="918519"/>
                  </a:lnTo>
                  <a:lnTo>
                    <a:pt x="905894" y="918272"/>
                  </a:lnTo>
                  <a:lnTo>
                    <a:pt x="906103" y="918024"/>
                  </a:lnTo>
                  <a:lnTo>
                    <a:pt x="906312" y="917777"/>
                  </a:lnTo>
                  <a:lnTo>
                    <a:pt x="906521" y="917530"/>
                  </a:lnTo>
                  <a:lnTo>
                    <a:pt x="906729" y="917282"/>
                  </a:lnTo>
                  <a:lnTo>
                    <a:pt x="906938" y="917035"/>
                  </a:lnTo>
                  <a:lnTo>
                    <a:pt x="907147" y="916787"/>
                  </a:lnTo>
                  <a:lnTo>
                    <a:pt x="907356" y="916540"/>
                  </a:lnTo>
                  <a:lnTo>
                    <a:pt x="907564" y="916292"/>
                  </a:lnTo>
                  <a:lnTo>
                    <a:pt x="907773" y="916045"/>
                  </a:lnTo>
                  <a:lnTo>
                    <a:pt x="907982" y="915797"/>
                  </a:lnTo>
                  <a:lnTo>
                    <a:pt x="908191" y="915550"/>
                  </a:lnTo>
                  <a:lnTo>
                    <a:pt x="908399" y="915302"/>
                  </a:lnTo>
                  <a:lnTo>
                    <a:pt x="908608" y="915055"/>
                  </a:lnTo>
                  <a:lnTo>
                    <a:pt x="908817" y="914808"/>
                  </a:lnTo>
                  <a:lnTo>
                    <a:pt x="909026" y="914560"/>
                  </a:lnTo>
                  <a:lnTo>
                    <a:pt x="909161" y="914400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781386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790826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80026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809707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81914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82858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83802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847468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85690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866348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87578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885229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89466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904109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913550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922990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932430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941870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951311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960751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970191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979631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989071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99851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300795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301739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302683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3036273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3045713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3055153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3064593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3074034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3083474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3092914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3102354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3111795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3121235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3130675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3140115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314955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315899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316843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317787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3187316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319675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3206197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3215637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322507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323451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324395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325339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326283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327227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328171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329115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330059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3310040" y="2290780"/>
              <a:ext cx="922002" cy="914400"/>
            </a:xfrm>
            <a:custGeom>
              <a:avLst/>
              <a:pathLst>
                <a:path w="922002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002" y="896864"/>
                  </a:lnTo>
                  <a:lnTo>
                    <a:pt x="921314" y="899019"/>
                  </a:lnTo>
                  <a:lnTo>
                    <a:pt x="920627" y="901175"/>
                  </a:lnTo>
                  <a:lnTo>
                    <a:pt x="919939" y="903331"/>
                  </a:lnTo>
                  <a:lnTo>
                    <a:pt x="919252" y="905487"/>
                  </a:lnTo>
                  <a:lnTo>
                    <a:pt x="918565" y="907643"/>
                  </a:lnTo>
                  <a:lnTo>
                    <a:pt x="917878" y="909799"/>
                  </a:lnTo>
                  <a:lnTo>
                    <a:pt x="917187" y="911968"/>
                  </a:lnTo>
                  <a:lnTo>
                    <a:pt x="916367" y="914400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375456" y="227321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2851" y="914400"/>
                  </a:lnTo>
                  <a:lnTo>
                    <a:pt x="914231" y="905495"/>
                  </a:lnTo>
                  <a:lnTo>
                    <a:pt x="914399" y="90459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384896" y="225564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2159"/>
                  </a:lnTo>
                  <a:lnTo>
                    <a:pt x="906401" y="914400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384896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394336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40377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413217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42265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432097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44153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450978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46041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469858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47929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488739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49817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507619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1705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526500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535940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545380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554820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564261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573701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583141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592581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602022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1146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620902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3034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639783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649223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658663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668103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677544" y="2273210"/>
              <a:ext cx="918001" cy="914400"/>
            </a:xfrm>
            <a:custGeom>
              <a:avLst/>
              <a:pathLst>
                <a:path w="918001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8001" y="896830"/>
                  </a:lnTo>
                  <a:lnTo>
                    <a:pt x="917998" y="897438"/>
                  </a:lnTo>
                  <a:lnTo>
                    <a:pt x="917630" y="908602"/>
                  </a:lnTo>
                  <a:lnTo>
                    <a:pt x="917272" y="914400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81386" y="22732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235" y="914313"/>
                  </a:lnTo>
                  <a:lnTo>
                    <a:pt x="909443" y="914065"/>
                  </a:lnTo>
                  <a:lnTo>
                    <a:pt x="909652" y="913818"/>
                  </a:lnTo>
                  <a:lnTo>
                    <a:pt x="909861" y="913570"/>
                  </a:lnTo>
                  <a:lnTo>
                    <a:pt x="910070" y="913323"/>
                  </a:lnTo>
                  <a:lnTo>
                    <a:pt x="910279" y="913076"/>
                  </a:lnTo>
                  <a:lnTo>
                    <a:pt x="910488" y="912828"/>
                  </a:lnTo>
                  <a:lnTo>
                    <a:pt x="910696" y="912581"/>
                  </a:lnTo>
                  <a:lnTo>
                    <a:pt x="910905" y="912333"/>
                  </a:lnTo>
                  <a:lnTo>
                    <a:pt x="911114" y="912086"/>
                  </a:lnTo>
                  <a:lnTo>
                    <a:pt x="911323" y="911839"/>
                  </a:lnTo>
                  <a:lnTo>
                    <a:pt x="911532" y="911591"/>
                  </a:lnTo>
                  <a:lnTo>
                    <a:pt x="911741" y="911344"/>
                  </a:lnTo>
                  <a:lnTo>
                    <a:pt x="911950" y="911097"/>
                  </a:lnTo>
                  <a:lnTo>
                    <a:pt x="912159" y="910849"/>
                  </a:lnTo>
                  <a:lnTo>
                    <a:pt x="912368" y="910602"/>
                  </a:lnTo>
                  <a:lnTo>
                    <a:pt x="912576" y="910354"/>
                  </a:lnTo>
                  <a:lnTo>
                    <a:pt x="912785" y="910107"/>
                  </a:lnTo>
                  <a:lnTo>
                    <a:pt x="912994" y="909860"/>
                  </a:lnTo>
                  <a:lnTo>
                    <a:pt x="913203" y="909612"/>
                  </a:lnTo>
                  <a:lnTo>
                    <a:pt x="913412" y="909365"/>
                  </a:lnTo>
                  <a:lnTo>
                    <a:pt x="913621" y="909118"/>
                  </a:lnTo>
                  <a:lnTo>
                    <a:pt x="913830" y="908870"/>
                  </a:lnTo>
                  <a:lnTo>
                    <a:pt x="914039" y="908623"/>
                  </a:lnTo>
                  <a:lnTo>
                    <a:pt x="914248" y="908376"/>
                  </a:lnTo>
                  <a:lnTo>
                    <a:pt x="914400" y="908197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2790826" y="22732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5017" y="908128"/>
                  </a:lnTo>
                  <a:lnTo>
                    <a:pt x="905226" y="907881"/>
                  </a:lnTo>
                  <a:lnTo>
                    <a:pt x="905435" y="907634"/>
                  </a:lnTo>
                  <a:lnTo>
                    <a:pt x="905644" y="907386"/>
                  </a:lnTo>
                  <a:lnTo>
                    <a:pt x="905853" y="907139"/>
                  </a:lnTo>
                  <a:lnTo>
                    <a:pt x="906062" y="906892"/>
                  </a:lnTo>
                  <a:lnTo>
                    <a:pt x="906271" y="906644"/>
                  </a:lnTo>
                  <a:lnTo>
                    <a:pt x="906480" y="906397"/>
                  </a:lnTo>
                  <a:lnTo>
                    <a:pt x="906689" y="906150"/>
                  </a:lnTo>
                  <a:lnTo>
                    <a:pt x="906898" y="905902"/>
                  </a:lnTo>
                  <a:lnTo>
                    <a:pt x="907107" y="905655"/>
                  </a:lnTo>
                  <a:lnTo>
                    <a:pt x="907316" y="905408"/>
                  </a:lnTo>
                  <a:lnTo>
                    <a:pt x="907525" y="905160"/>
                  </a:lnTo>
                  <a:lnTo>
                    <a:pt x="907735" y="904913"/>
                  </a:lnTo>
                  <a:lnTo>
                    <a:pt x="907944" y="904666"/>
                  </a:lnTo>
                  <a:lnTo>
                    <a:pt x="908153" y="904419"/>
                  </a:lnTo>
                  <a:lnTo>
                    <a:pt x="908362" y="904171"/>
                  </a:lnTo>
                  <a:lnTo>
                    <a:pt x="908571" y="903924"/>
                  </a:lnTo>
                  <a:lnTo>
                    <a:pt x="908780" y="903677"/>
                  </a:lnTo>
                  <a:lnTo>
                    <a:pt x="908989" y="903430"/>
                  </a:lnTo>
                  <a:lnTo>
                    <a:pt x="909198" y="903182"/>
                  </a:lnTo>
                  <a:lnTo>
                    <a:pt x="909408" y="902935"/>
                  </a:lnTo>
                  <a:lnTo>
                    <a:pt x="909617" y="902688"/>
                  </a:lnTo>
                  <a:lnTo>
                    <a:pt x="909826" y="902440"/>
                  </a:lnTo>
                  <a:lnTo>
                    <a:pt x="910035" y="902193"/>
                  </a:lnTo>
                  <a:lnTo>
                    <a:pt x="910244" y="901946"/>
                  </a:lnTo>
                  <a:lnTo>
                    <a:pt x="910453" y="901699"/>
                  </a:lnTo>
                  <a:lnTo>
                    <a:pt x="910663" y="901451"/>
                  </a:lnTo>
                  <a:lnTo>
                    <a:pt x="914400" y="897227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2800267" y="225564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4797"/>
                  </a:lnTo>
                  <a:lnTo>
                    <a:pt x="905087" y="914653"/>
                  </a:lnTo>
                  <a:lnTo>
                    <a:pt x="905333" y="914400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280026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809707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1914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82858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83802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847468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85690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866348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87578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885229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89466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904109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913550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922990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932430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941870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951311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960751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970191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79631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989071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9851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300795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301739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302683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3036273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3045713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3055153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3064593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0">
                <a:alpha val="100000"/>
              </a:srgbClr>
            </a:solidFill>
            <a:ln w="5420" cap="flat">
              <a:solidFill>
                <a:srgbClr val="FFD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3074034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83474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3092914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3102354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3111795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3121235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3130675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3140115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3149556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3158996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3168436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177876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3187316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319675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3206197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3215637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322507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323451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324395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325339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326283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327227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328171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329115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330059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3310040" y="227321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680"/>
                  </a:lnTo>
                  <a:lnTo>
                    <a:pt x="923379" y="910122"/>
                  </a:lnTo>
                  <a:lnTo>
                    <a:pt x="922691" y="912278"/>
                  </a:lnTo>
                  <a:lnTo>
                    <a:pt x="922013" y="914400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3319480" y="2255641"/>
              <a:ext cx="918189" cy="926250"/>
            </a:xfrm>
            <a:custGeom>
              <a:avLst/>
              <a:pathLst>
                <a:path w="918189" h="926250">
                  <a:moveTo>
                    <a:pt x="914400" y="914400"/>
                  </a:moveTo>
                  <a:lnTo>
                    <a:pt x="918189" y="914400"/>
                  </a:lnTo>
                  <a:lnTo>
                    <a:pt x="918074" y="914760"/>
                  </a:lnTo>
                  <a:lnTo>
                    <a:pt x="917384" y="916915"/>
                  </a:lnTo>
                  <a:lnTo>
                    <a:pt x="916695" y="919070"/>
                  </a:lnTo>
                  <a:lnTo>
                    <a:pt x="916005" y="921226"/>
                  </a:lnTo>
                  <a:lnTo>
                    <a:pt x="915316" y="923381"/>
                  </a:lnTo>
                  <a:lnTo>
                    <a:pt x="914627" y="925537"/>
                  </a:lnTo>
                  <a:lnTo>
                    <a:pt x="914400" y="926250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384896" y="223807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6401" y="931969"/>
                  </a:lnTo>
                  <a:lnTo>
                    <a:pt x="906715" y="930276"/>
                  </a:lnTo>
                  <a:lnTo>
                    <a:pt x="908926" y="920117"/>
                  </a:lnTo>
                  <a:lnTo>
                    <a:pt x="910360" y="914400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384896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394336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40377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413217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42265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432097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44153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450978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46041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469858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47929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488739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49817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507619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51705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526500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535940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2545380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554820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564261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573701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583141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592581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602022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61146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620902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63034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2639783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649223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2658663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2668103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677544" y="2255641"/>
              <a:ext cx="918048" cy="914400"/>
            </a:xfrm>
            <a:custGeom>
              <a:avLst/>
              <a:pathLst>
                <a:path w="918048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880" y="896830"/>
                  </a:lnTo>
                  <a:lnTo>
                    <a:pt x="918048" y="903822"/>
                  </a:lnTo>
                  <a:lnTo>
                    <a:pt x="918001" y="914400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800267" y="22556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333" y="914400"/>
                  </a:lnTo>
                  <a:lnTo>
                    <a:pt x="909042" y="910575"/>
                  </a:lnTo>
                  <a:lnTo>
                    <a:pt x="909463" y="910161"/>
                  </a:lnTo>
                  <a:lnTo>
                    <a:pt x="909887" y="909744"/>
                  </a:lnTo>
                  <a:lnTo>
                    <a:pt x="910311" y="909328"/>
                  </a:lnTo>
                  <a:lnTo>
                    <a:pt x="910735" y="908911"/>
                  </a:lnTo>
                  <a:lnTo>
                    <a:pt x="911160" y="908494"/>
                  </a:lnTo>
                  <a:lnTo>
                    <a:pt x="911584" y="908077"/>
                  </a:lnTo>
                  <a:lnTo>
                    <a:pt x="912008" y="907660"/>
                  </a:lnTo>
                  <a:lnTo>
                    <a:pt x="912432" y="907243"/>
                  </a:lnTo>
                  <a:lnTo>
                    <a:pt x="912857" y="906826"/>
                  </a:lnTo>
                  <a:lnTo>
                    <a:pt x="913281" y="906410"/>
                  </a:lnTo>
                  <a:lnTo>
                    <a:pt x="913706" y="905993"/>
                  </a:lnTo>
                  <a:lnTo>
                    <a:pt x="914130" y="905576"/>
                  </a:lnTo>
                  <a:lnTo>
                    <a:pt x="914400" y="905311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809707" y="2238071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2881"/>
                  </a:lnTo>
                  <a:lnTo>
                    <a:pt x="905114" y="922729"/>
                  </a:lnTo>
                  <a:lnTo>
                    <a:pt x="905539" y="922312"/>
                  </a:lnTo>
                  <a:lnTo>
                    <a:pt x="905963" y="921896"/>
                  </a:lnTo>
                  <a:lnTo>
                    <a:pt x="906388" y="921479"/>
                  </a:lnTo>
                  <a:lnTo>
                    <a:pt x="906812" y="921062"/>
                  </a:lnTo>
                  <a:lnTo>
                    <a:pt x="907237" y="920645"/>
                  </a:lnTo>
                  <a:lnTo>
                    <a:pt x="907661" y="920229"/>
                  </a:lnTo>
                  <a:lnTo>
                    <a:pt x="908086" y="919812"/>
                  </a:lnTo>
                  <a:lnTo>
                    <a:pt x="908511" y="919395"/>
                  </a:lnTo>
                  <a:lnTo>
                    <a:pt x="908935" y="918979"/>
                  </a:lnTo>
                  <a:lnTo>
                    <a:pt x="909360" y="918562"/>
                  </a:lnTo>
                  <a:lnTo>
                    <a:pt x="909785" y="918146"/>
                  </a:lnTo>
                  <a:lnTo>
                    <a:pt x="910210" y="917729"/>
                  </a:lnTo>
                  <a:lnTo>
                    <a:pt x="910634" y="917312"/>
                  </a:lnTo>
                  <a:lnTo>
                    <a:pt x="911059" y="916896"/>
                  </a:lnTo>
                  <a:lnTo>
                    <a:pt x="911484" y="916479"/>
                  </a:lnTo>
                  <a:lnTo>
                    <a:pt x="911909" y="916063"/>
                  </a:lnTo>
                  <a:lnTo>
                    <a:pt x="912334" y="915646"/>
                  </a:lnTo>
                  <a:lnTo>
                    <a:pt x="912759" y="915230"/>
                  </a:lnTo>
                  <a:lnTo>
                    <a:pt x="913184" y="914813"/>
                  </a:lnTo>
                  <a:lnTo>
                    <a:pt x="913633" y="914400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809707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281914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2858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3802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847468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5690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866348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87578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885229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89466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904109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913550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922990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932430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941870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951311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960751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970191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979631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989071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99851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300795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301739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302683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3036273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3045713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3055153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3064593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3074034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3083474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3092914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3102354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3111795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121235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3130675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3140115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3149556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3158996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3168436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3177876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3187316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319675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3206197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3215637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22507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323451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324395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325339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326283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327227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28171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329115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330059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3310040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3319480" y="2255641"/>
              <a:ext cx="923318" cy="914400"/>
            </a:xfrm>
            <a:custGeom>
              <a:avLst/>
              <a:pathLst>
                <a:path w="92331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318" y="896830"/>
                  </a:lnTo>
                  <a:lnTo>
                    <a:pt x="921370" y="904016"/>
                  </a:lnTo>
                  <a:lnTo>
                    <a:pt x="918769" y="912590"/>
                  </a:lnTo>
                  <a:lnTo>
                    <a:pt x="918189" y="914400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375456" y="2220501"/>
              <a:ext cx="914399" cy="915010"/>
            </a:xfrm>
            <a:custGeom>
              <a:avLst/>
              <a:pathLst>
                <a:path w="914399" h="915010">
                  <a:moveTo>
                    <a:pt x="914399" y="914400"/>
                  </a:moveTo>
                  <a:lnTo>
                    <a:pt x="914399" y="915010"/>
                  </a:lnTo>
                  <a:lnTo>
                    <a:pt x="914125" y="914400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37545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800" y="931969"/>
                  </a:lnTo>
                  <a:lnTo>
                    <a:pt x="920594" y="928805"/>
                  </a:lnTo>
                  <a:lnTo>
                    <a:pt x="920353" y="928266"/>
                  </a:lnTo>
                  <a:lnTo>
                    <a:pt x="919573" y="926529"/>
                  </a:lnTo>
                  <a:lnTo>
                    <a:pt x="918793" y="924791"/>
                  </a:lnTo>
                  <a:lnTo>
                    <a:pt x="918013" y="923053"/>
                  </a:lnTo>
                  <a:lnTo>
                    <a:pt x="917233" y="921316"/>
                  </a:lnTo>
                  <a:lnTo>
                    <a:pt x="916453" y="919579"/>
                  </a:lnTo>
                  <a:lnTo>
                    <a:pt x="915672" y="917841"/>
                  </a:lnTo>
                  <a:lnTo>
                    <a:pt x="914891" y="916104"/>
                  </a:lnTo>
                  <a:lnTo>
                    <a:pt x="914399" y="915010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384896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39433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403777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413217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422657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432097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44153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2450978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46041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469858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47929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488739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49817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507619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51705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526500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535940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545380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554820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64261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573701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583141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92581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602022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261146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620902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3034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639783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649223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658663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668103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677544" y="2238071"/>
              <a:ext cx="917880" cy="914400"/>
            </a:xfrm>
            <a:custGeom>
              <a:avLst/>
              <a:pathLst>
                <a:path w="91788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008" y="896830"/>
                  </a:lnTo>
                  <a:lnTo>
                    <a:pt x="917192" y="899085"/>
                  </a:lnTo>
                  <a:lnTo>
                    <a:pt x="917779" y="910217"/>
                  </a:lnTo>
                  <a:lnTo>
                    <a:pt x="917880" y="914400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809707" y="223807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3633" y="914400"/>
                  </a:lnTo>
                  <a:lnTo>
                    <a:pt x="914399" y="913694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819147" y="2238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3694"/>
                  </a:lnTo>
                  <a:lnTo>
                    <a:pt x="908934" y="910037"/>
                  </a:lnTo>
                  <a:lnTo>
                    <a:pt x="914249" y="905761"/>
                  </a:lnTo>
                  <a:lnTo>
                    <a:pt x="914400" y="90564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828587" y="2238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5060" y="905573"/>
                  </a:lnTo>
                  <a:lnTo>
                    <a:pt x="905314" y="905383"/>
                  </a:lnTo>
                  <a:lnTo>
                    <a:pt x="905567" y="905193"/>
                  </a:lnTo>
                  <a:lnTo>
                    <a:pt x="905821" y="905003"/>
                  </a:lnTo>
                  <a:lnTo>
                    <a:pt x="906074" y="904813"/>
                  </a:lnTo>
                  <a:lnTo>
                    <a:pt x="906328" y="904623"/>
                  </a:lnTo>
                  <a:lnTo>
                    <a:pt x="906581" y="904434"/>
                  </a:lnTo>
                  <a:lnTo>
                    <a:pt x="906835" y="904244"/>
                  </a:lnTo>
                  <a:lnTo>
                    <a:pt x="907089" y="904054"/>
                  </a:lnTo>
                  <a:lnTo>
                    <a:pt x="907342" y="903864"/>
                  </a:lnTo>
                  <a:lnTo>
                    <a:pt x="907596" y="903674"/>
                  </a:lnTo>
                  <a:lnTo>
                    <a:pt x="907850" y="903485"/>
                  </a:lnTo>
                  <a:lnTo>
                    <a:pt x="908103" y="903295"/>
                  </a:lnTo>
                  <a:lnTo>
                    <a:pt x="908357" y="903105"/>
                  </a:lnTo>
                  <a:lnTo>
                    <a:pt x="908611" y="902915"/>
                  </a:lnTo>
                  <a:lnTo>
                    <a:pt x="908864" y="902725"/>
                  </a:lnTo>
                  <a:lnTo>
                    <a:pt x="909118" y="902536"/>
                  </a:lnTo>
                  <a:lnTo>
                    <a:pt x="909372" y="902346"/>
                  </a:lnTo>
                  <a:lnTo>
                    <a:pt x="909625" y="902156"/>
                  </a:lnTo>
                  <a:lnTo>
                    <a:pt x="909879" y="901966"/>
                  </a:lnTo>
                  <a:lnTo>
                    <a:pt x="910133" y="901777"/>
                  </a:lnTo>
                  <a:lnTo>
                    <a:pt x="910386" y="901587"/>
                  </a:lnTo>
                  <a:lnTo>
                    <a:pt x="910640" y="901397"/>
                  </a:lnTo>
                  <a:lnTo>
                    <a:pt x="910894" y="901208"/>
                  </a:lnTo>
                  <a:lnTo>
                    <a:pt x="911147" y="901018"/>
                  </a:lnTo>
                  <a:lnTo>
                    <a:pt x="911401" y="900828"/>
                  </a:lnTo>
                  <a:lnTo>
                    <a:pt x="911655" y="900638"/>
                  </a:lnTo>
                  <a:lnTo>
                    <a:pt x="911909" y="900449"/>
                  </a:lnTo>
                  <a:lnTo>
                    <a:pt x="912162" y="900259"/>
                  </a:lnTo>
                  <a:lnTo>
                    <a:pt x="912416" y="900069"/>
                  </a:lnTo>
                  <a:lnTo>
                    <a:pt x="912670" y="899880"/>
                  </a:lnTo>
                  <a:lnTo>
                    <a:pt x="912924" y="899690"/>
                  </a:lnTo>
                  <a:lnTo>
                    <a:pt x="913178" y="899500"/>
                  </a:lnTo>
                  <a:lnTo>
                    <a:pt x="913431" y="899310"/>
                  </a:lnTo>
                  <a:lnTo>
                    <a:pt x="913685" y="899121"/>
                  </a:lnTo>
                  <a:lnTo>
                    <a:pt x="913939" y="898931"/>
                  </a:lnTo>
                  <a:lnTo>
                    <a:pt x="914193" y="898741"/>
                  </a:lnTo>
                  <a:lnTo>
                    <a:pt x="914400" y="898587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38028" y="222050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5006" y="916122"/>
                  </a:lnTo>
                  <a:lnTo>
                    <a:pt x="905260" y="915932"/>
                  </a:lnTo>
                  <a:lnTo>
                    <a:pt x="905514" y="915742"/>
                  </a:lnTo>
                  <a:lnTo>
                    <a:pt x="905768" y="915553"/>
                  </a:lnTo>
                  <a:lnTo>
                    <a:pt x="906022" y="915363"/>
                  </a:lnTo>
                  <a:lnTo>
                    <a:pt x="906276" y="915173"/>
                  </a:lnTo>
                  <a:lnTo>
                    <a:pt x="906529" y="914984"/>
                  </a:lnTo>
                  <a:lnTo>
                    <a:pt x="906783" y="914794"/>
                  </a:lnTo>
                  <a:lnTo>
                    <a:pt x="907037" y="914605"/>
                  </a:lnTo>
                  <a:lnTo>
                    <a:pt x="907312" y="914400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83802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847468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690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66348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87578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885229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89466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904109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913550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922990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932430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941870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951311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960751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970191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979631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989071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99851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300795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301739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02683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036273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045713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055153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064593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074034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083474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092914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102354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111795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121235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130675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140115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14955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15899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16843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17787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187316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196757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206197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215637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225077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23451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24395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25339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26283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27227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28171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29115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30059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310040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319480" y="2238071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435"/>
                  </a:lnTo>
                  <a:lnTo>
                    <a:pt x="923753" y="912796"/>
                  </a:lnTo>
                  <a:lnTo>
                    <a:pt x="923318" y="914400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328920" y="2220501"/>
              <a:ext cx="918047" cy="930005"/>
            </a:xfrm>
            <a:custGeom>
              <a:avLst/>
              <a:pathLst>
                <a:path w="918047" h="930005">
                  <a:moveTo>
                    <a:pt x="914400" y="914400"/>
                  </a:moveTo>
                  <a:lnTo>
                    <a:pt x="918047" y="914400"/>
                  </a:lnTo>
                  <a:lnTo>
                    <a:pt x="917633" y="916231"/>
                  </a:lnTo>
                  <a:lnTo>
                    <a:pt x="917055" y="918797"/>
                  </a:lnTo>
                  <a:lnTo>
                    <a:pt x="916473" y="921377"/>
                  </a:lnTo>
                  <a:lnTo>
                    <a:pt x="914400" y="930005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2375456" y="2202931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4110" y="931936"/>
                  </a:lnTo>
                  <a:lnTo>
                    <a:pt x="913329" y="930199"/>
                  </a:lnTo>
                  <a:lnTo>
                    <a:pt x="912547" y="928462"/>
                  </a:lnTo>
                  <a:lnTo>
                    <a:pt x="911766" y="926725"/>
                  </a:lnTo>
                  <a:lnTo>
                    <a:pt x="910984" y="924988"/>
                  </a:lnTo>
                  <a:lnTo>
                    <a:pt x="910202" y="923251"/>
                  </a:lnTo>
                  <a:lnTo>
                    <a:pt x="909420" y="921514"/>
                  </a:lnTo>
                  <a:lnTo>
                    <a:pt x="908637" y="919777"/>
                  </a:lnTo>
                  <a:lnTo>
                    <a:pt x="907854" y="918040"/>
                  </a:lnTo>
                  <a:lnTo>
                    <a:pt x="907071" y="916303"/>
                  </a:lnTo>
                  <a:lnTo>
                    <a:pt x="906288" y="914567"/>
                  </a:lnTo>
                  <a:lnTo>
                    <a:pt x="906213" y="914400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237545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2384896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239433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2403777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2413217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2422657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2432097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244153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2450978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246041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2469858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247929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2488739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249817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2507619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251705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2526500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253594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2545380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255482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2564261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2573701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2583141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2592581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2602022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261146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2620902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263034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2639783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2649223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2658663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2668103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2677544" y="2220501"/>
              <a:ext cx="917008" cy="914400"/>
            </a:xfrm>
            <a:custGeom>
              <a:avLst/>
              <a:pathLst>
                <a:path w="917008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5315" y="896830"/>
                  </a:lnTo>
                  <a:lnTo>
                    <a:pt x="916289" y="905596"/>
                  </a:lnTo>
                  <a:lnTo>
                    <a:pt x="917008" y="914400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2838028" y="222050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312" y="914400"/>
                  </a:lnTo>
                  <a:lnTo>
                    <a:pt x="907545" y="914225"/>
                  </a:lnTo>
                  <a:lnTo>
                    <a:pt x="907799" y="914036"/>
                  </a:lnTo>
                  <a:lnTo>
                    <a:pt x="908053" y="913846"/>
                  </a:lnTo>
                  <a:lnTo>
                    <a:pt x="908307" y="913657"/>
                  </a:lnTo>
                  <a:lnTo>
                    <a:pt x="908561" y="913467"/>
                  </a:lnTo>
                  <a:lnTo>
                    <a:pt x="908814" y="913277"/>
                  </a:lnTo>
                  <a:lnTo>
                    <a:pt x="909068" y="913088"/>
                  </a:lnTo>
                  <a:lnTo>
                    <a:pt x="909322" y="912898"/>
                  </a:lnTo>
                  <a:lnTo>
                    <a:pt x="909576" y="912709"/>
                  </a:lnTo>
                  <a:lnTo>
                    <a:pt x="909830" y="912519"/>
                  </a:lnTo>
                  <a:lnTo>
                    <a:pt x="910084" y="912330"/>
                  </a:lnTo>
                  <a:lnTo>
                    <a:pt x="910338" y="912140"/>
                  </a:lnTo>
                  <a:lnTo>
                    <a:pt x="910592" y="911950"/>
                  </a:lnTo>
                  <a:lnTo>
                    <a:pt x="910846" y="911761"/>
                  </a:lnTo>
                  <a:lnTo>
                    <a:pt x="911100" y="911571"/>
                  </a:lnTo>
                  <a:lnTo>
                    <a:pt x="911354" y="911382"/>
                  </a:lnTo>
                  <a:lnTo>
                    <a:pt x="911608" y="911192"/>
                  </a:lnTo>
                  <a:lnTo>
                    <a:pt x="914400" y="909215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2847468" y="222050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9215"/>
                  </a:lnTo>
                  <a:lnTo>
                    <a:pt x="905162" y="908913"/>
                  </a:lnTo>
                  <a:lnTo>
                    <a:pt x="909969" y="902483"/>
                  </a:lnTo>
                  <a:lnTo>
                    <a:pt x="914399" y="897187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2856908" y="220293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4757"/>
                  </a:lnTo>
                  <a:lnTo>
                    <a:pt x="905258" y="914400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285690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2866348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287578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2885229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289466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2904109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291355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2922990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293243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2941870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2951311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2960751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2970191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2979631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2989071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299851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00795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01739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02683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036273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045713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055153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064593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074034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083474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092914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102354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111795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121235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130675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140115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14955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15899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16843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17787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187316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196757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206197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215637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225077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23451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24395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25339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26283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27227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6">
                <a:alpha val="100000"/>
              </a:srgbClr>
            </a:solidFill>
            <a:ln w="5420" cap="flat">
              <a:solidFill>
                <a:srgbClr val="FFD7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28171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29115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30059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31004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31948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328920" y="2220501"/>
              <a:ext cx="922016" cy="914400"/>
            </a:xfrm>
            <a:custGeom>
              <a:avLst/>
              <a:pathLst>
                <a:path w="92201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016" y="896830"/>
                  </a:lnTo>
                  <a:lnTo>
                    <a:pt x="921691" y="898269"/>
                  </a:lnTo>
                  <a:lnTo>
                    <a:pt x="921110" y="900834"/>
                  </a:lnTo>
                  <a:lnTo>
                    <a:pt x="920530" y="903400"/>
                  </a:lnTo>
                  <a:lnTo>
                    <a:pt x="919951" y="905966"/>
                  </a:lnTo>
                  <a:lnTo>
                    <a:pt x="919371" y="908532"/>
                  </a:lnTo>
                  <a:lnTo>
                    <a:pt x="918792" y="911098"/>
                  </a:lnTo>
                  <a:lnTo>
                    <a:pt x="918212" y="913665"/>
                  </a:lnTo>
                  <a:lnTo>
                    <a:pt x="918047" y="914400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2366016" y="2185361"/>
              <a:ext cx="914400" cy="929190"/>
            </a:xfrm>
            <a:custGeom>
              <a:avLst/>
              <a:pathLst>
                <a:path w="914400" h="929190">
                  <a:moveTo>
                    <a:pt x="914400" y="914400"/>
                  </a:moveTo>
                  <a:lnTo>
                    <a:pt x="914400" y="929190"/>
                  </a:lnTo>
                  <a:lnTo>
                    <a:pt x="914162" y="928663"/>
                  </a:lnTo>
                  <a:lnTo>
                    <a:pt x="913378" y="926927"/>
                  </a:lnTo>
                  <a:lnTo>
                    <a:pt x="912594" y="925190"/>
                  </a:lnTo>
                  <a:lnTo>
                    <a:pt x="911810" y="923454"/>
                  </a:lnTo>
                  <a:lnTo>
                    <a:pt x="911025" y="921717"/>
                  </a:lnTo>
                  <a:lnTo>
                    <a:pt x="910241" y="919981"/>
                  </a:lnTo>
                  <a:lnTo>
                    <a:pt x="909456" y="918244"/>
                  </a:lnTo>
                  <a:lnTo>
                    <a:pt x="908671" y="916508"/>
                  </a:lnTo>
                  <a:lnTo>
                    <a:pt x="907886" y="914772"/>
                  </a:lnTo>
                  <a:lnTo>
                    <a:pt x="907717" y="914400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2366016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653" y="931969"/>
                  </a:lnTo>
                  <a:lnTo>
                    <a:pt x="914945" y="930400"/>
                  </a:lnTo>
                  <a:lnTo>
                    <a:pt x="914400" y="929190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237545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2384896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239433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2403777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2413217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2422657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2432097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244153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2450978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246041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2469858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247929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2488739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249817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2507619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251705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2526500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253594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2545380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255482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2564261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2573701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2583141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2592581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2602022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261146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2620902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263034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2639783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2649223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2658663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2677544" y="220293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758" y="896830"/>
                  </a:lnTo>
                  <a:lnTo>
                    <a:pt x="913544" y="901394"/>
                  </a:lnTo>
                  <a:lnTo>
                    <a:pt x="914399" y="907454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2677544" y="2202931"/>
              <a:ext cx="915315" cy="914400"/>
            </a:xfrm>
            <a:custGeom>
              <a:avLst/>
              <a:pathLst>
                <a:path w="915315" h="914400">
                  <a:moveTo>
                    <a:pt x="914399" y="914400"/>
                  </a:moveTo>
                  <a:lnTo>
                    <a:pt x="914399" y="907454"/>
                  </a:lnTo>
                  <a:lnTo>
                    <a:pt x="915071" y="912212"/>
                  </a:lnTo>
                  <a:lnTo>
                    <a:pt x="915315" y="914400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2856908" y="220293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258" y="914400"/>
                  </a:lnTo>
                  <a:lnTo>
                    <a:pt x="905509" y="914099"/>
                  </a:lnTo>
                  <a:lnTo>
                    <a:pt x="910650" y="908638"/>
                  </a:lnTo>
                  <a:lnTo>
                    <a:pt x="914400" y="905125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2866348" y="220293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5125"/>
                  </a:lnTo>
                  <a:lnTo>
                    <a:pt x="906497" y="903683"/>
                  </a:lnTo>
                  <a:lnTo>
                    <a:pt x="911917" y="899250"/>
                  </a:lnTo>
                  <a:lnTo>
                    <a:pt x="912318" y="898945"/>
                  </a:lnTo>
                  <a:lnTo>
                    <a:pt x="912723" y="898637"/>
                  </a:lnTo>
                  <a:lnTo>
                    <a:pt x="913127" y="898329"/>
                  </a:lnTo>
                  <a:lnTo>
                    <a:pt x="913532" y="898022"/>
                  </a:lnTo>
                  <a:lnTo>
                    <a:pt x="913936" y="897714"/>
                  </a:lnTo>
                  <a:lnTo>
                    <a:pt x="914399" y="897362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875789" y="218536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4931"/>
                  </a:lnTo>
                  <a:lnTo>
                    <a:pt x="905305" y="914668"/>
                  </a:lnTo>
                  <a:lnTo>
                    <a:pt x="905659" y="914400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87578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885229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89466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904109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91355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922990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93243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941870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951311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960751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970191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979631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989071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99851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300795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301739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302683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3036273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3045713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3055153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3064593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0">
                <a:alpha val="100000"/>
              </a:srgbClr>
            </a:solidFill>
            <a:ln w="5420" cap="flat">
              <a:solidFill>
                <a:srgbClr val="FFD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3074034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3083474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3092914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3102354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3111795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3121235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3130675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3140115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314955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786">
                <a:alpha val="100000"/>
              </a:srgbClr>
            </a:solidFill>
            <a:ln w="5420" cap="flat">
              <a:solidFill>
                <a:srgbClr val="FFD7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315899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316843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317787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3187316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3196757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3206197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3215637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3225077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323451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324395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325339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326283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327227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328171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329115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330059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331004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331948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3328920" y="2202931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6345"/>
                  </a:lnTo>
                  <a:lnTo>
                    <a:pt x="923433" y="908141"/>
                  </a:lnTo>
                  <a:lnTo>
                    <a:pt x="922852" y="910707"/>
                  </a:lnTo>
                  <a:lnTo>
                    <a:pt x="922271" y="913272"/>
                  </a:lnTo>
                  <a:lnTo>
                    <a:pt x="922016" y="914400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3338360" y="2185361"/>
              <a:ext cx="916838" cy="923915"/>
            </a:xfrm>
            <a:custGeom>
              <a:avLst/>
              <a:pathLst>
                <a:path w="916838" h="923915">
                  <a:moveTo>
                    <a:pt x="914400" y="914400"/>
                  </a:moveTo>
                  <a:lnTo>
                    <a:pt x="916838" y="914400"/>
                  </a:lnTo>
                  <a:lnTo>
                    <a:pt x="916710" y="914876"/>
                  </a:lnTo>
                  <a:lnTo>
                    <a:pt x="915891" y="917944"/>
                  </a:lnTo>
                  <a:lnTo>
                    <a:pt x="915072" y="921012"/>
                  </a:lnTo>
                  <a:lnTo>
                    <a:pt x="914974" y="921382"/>
                  </a:lnTo>
                  <a:lnTo>
                    <a:pt x="914574" y="923145"/>
                  </a:lnTo>
                  <a:lnTo>
                    <a:pt x="914400" y="923915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2356575" y="2167792"/>
              <a:ext cx="914399" cy="925876"/>
            </a:xfrm>
            <a:custGeom>
              <a:avLst/>
              <a:pathLst>
                <a:path w="914399" h="925876">
                  <a:moveTo>
                    <a:pt x="914399" y="914400"/>
                  </a:moveTo>
                  <a:lnTo>
                    <a:pt x="914399" y="925876"/>
                  </a:lnTo>
                  <a:lnTo>
                    <a:pt x="914183" y="925397"/>
                  </a:lnTo>
                  <a:lnTo>
                    <a:pt x="913397" y="923661"/>
                  </a:lnTo>
                  <a:lnTo>
                    <a:pt x="912610" y="921926"/>
                  </a:lnTo>
                  <a:lnTo>
                    <a:pt x="911823" y="920190"/>
                  </a:lnTo>
                  <a:lnTo>
                    <a:pt x="911037" y="918454"/>
                  </a:lnTo>
                  <a:lnTo>
                    <a:pt x="910249" y="916718"/>
                  </a:lnTo>
                  <a:lnTo>
                    <a:pt x="909462" y="914983"/>
                  </a:lnTo>
                  <a:lnTo>
                    <a:pt x="909198" y="914400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356575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157" y="931969"/>
                  </a:lnTo>
                  <a:lnTo>
                    <a:pt x="916540" y="930606"/>
                  </a:lnTo>
                  <a:lnTo>
                    <a:pt x="915755" y="928869"/>
                  </a:lnTo>
                  <a:lnTo>
                    <a:pt x="914969" y="927133"/>
                  </a:lnTo>
                  <a:lnTo>
                    <a:pt x="914399" y="925876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366016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237545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384896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39433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403777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2413217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2422657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2432097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244153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2450978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246041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2469858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247929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2488739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249817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2507619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251705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2526500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253594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2545380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255482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2564261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2573701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2583141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2592581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2602022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261146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2620902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263034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2639783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2649223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2658663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2668103" y="2185361"/>
              <a:ext cx="922198" cy="914400"/>
            </a:xfrm>
            <a:custGeom>
              <a:avLst/>
              <a:pathLst>
                <a:path w="92219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990" y="896830"/>
                  </a:lnTo>
                  <a:lnTo>
                    <a:pt x="919019" y="896987"/>
                  </a:lnTo>
                  <a:lnTo>
                    <a:pt x="919126" y="897554"/>
                  </a:lnTo>
                  <a:lnTo>
                    <a:pt x="919233" y="898120"/>
                  </a:lnTo>
                  <a:lnTo>
                    <a:pt x="919339" y="898686"/>
                  </a:lnTo>
                  <a:lnTo>
                    <a:pt x="919446" y="899252"/>
                  </a:lnTo>
                  <a:lnTo>
                    <a:pt x="919553" y="899818"/>
                  </a:lnTo>
                  <a:lnTo>
                    <a:pt x="919659" y="900385"/>
                  </a:lnTo>
                  <a:lnTo>
                    <a:pt x="919766" y="900951"/>
                  </a:lnTo>
                  <a:lnTo>
                    <a:pt x="919872" y="901517"/>
                  </a:lnTo>
                  <a:lnTo>
                    <a:pt x="919979" y="902083"/>
                  </a:lnTo>
                  <a:lnTo>
                    <a:pt x="920085" y="902649"/>
                  </a:lnTo>
                  <a:lnTo>
                    <a:pt x="920192" y="903216"/>
                  </a:lnTo>
                  <a:lnTo>
                    <a:pt x="920298" y="903782"/>
                  </a:lnTo>
                  <a:lnTo>
                    <a:pt x="920405" y="904348"/>
                  </a:lnTo>
                  <a:lnTo>
                    <a:pt x="920511" y="904914"/>
                  </a:lnTo>
                  <a:lnTo>
                    <a:pt x="920618" y="905480"/>
                  </a:lnTo>
                  <a:lnTo>
                    <a:pt x="920724" y="906047"/>
                  </a:lnTo>
                  <a:lnTo>
                    <a:pt x="920831" y="906613"/>
                  </a:lnTo>
                  <a:lnTo>
                    <a:pt x="920937" y="907179"/>
                  </a:lnTo>
                  <a:lnTo>
                    <a:pt x="921044" y="907745"/>
                  </a:lnTo>
                  <a:lnTo>
                    <a:pt x="921150" y="908311"/>
                  </a:lnTo>
                  <a:lnTo>
                    <a:pt x="922198" y="914400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2875789" y="218536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710" y="914361"/>
                  </a:lnTo>
                  <a:lnTo>
                    <a:pt x="906115" y="914053"/>
                  </a:lnTo>
                  <a:lnTo>
                    <a:pt x="906519" y="913746"/>
                  </a:lnTo>
                  <a:lnTo>
                    <a:pt x="906924" y="913438"/>
                  </a:lnTo>
                  <a:lnTo>
                    <a:pt x="907329" y="913130"/>
                  </a:lnTo>
                  <a:lnTo>
                    <a:pt x="907733" y="912823"/>
                  </a:lnTo>
                  <a:lnTo>
                    <a:pt x="908138" y="912515"/>
                  </a:lnTo>
                  <a:lnTo>
                    <a:pt x="908543" y="912208"/>
                  </a:lnTo>
                  <a:lnTo>
                    <a:pt x="908948" y="911900"/>
                  </a:lnTo>
                  <a:lnTo>
                    <a:pt x="909353" y="911593"/>
                  </a:lnTo>
                  <a:lnTo>
                    <a:pt x="909757" y="911285"/>
                  </a:lnTo>
                  <a:lnTo>
                    <a:pt x="910162" y="910978"/>
                  </a:lnTo>
                  <a:lnTo>
                    <a:pt x="910567" y="910670"/>
                  </a:lnTo>
                  <a:lnTo>
                    <a:pt x="910972" y="910363"/>
                  </a:lnTo>
                  <a:lnTo>
                    <a:pt x="911377" y="910055"/>
                  </a:lnTo>
                  <a:lnTo>
                    <a:pt x="911782" y="909748"/>
                  </a:lnTo>
                  <a:lnTo>
                    <a:pt x="912187" y="909440"/>
                  </a:lnTo>
                  <a:lnTo>
                    <a:pt x="912592" y="909133"/>
                  </a:lnTo>
                  <a:lnTo>
                    <a:pt x="912997" y="908826"/>
                  </a:lnTo>
                  <a:lnTo>
                    <a:pt x="913402" y="908518"/>
                  </a:lnTo>
                  <a:lnTo>
                    <a:pt x="913807" y="908211"/>
                  </a:lnTo>
                  <a:lnTo>
                    <a:pt x="914212" y="907903"/>
                  </a:lnTo>
                  <a:lnTo>
                    <a:pt x="914400" y="907761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2885229" y="218536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7761"/>
                  </a:lnTo>
                  <a:lnTo>
                    <a:pt x="905177" y="907596"/>
                  </a:lnTo>
                  <a:lnTo>
                    <a:pt x="905582" y="907289"/>
                  </a:lnTo>
                  <a:lnTo>
                    <a:pt x="905987" y="906981"/>
                  </a:lnTo>
                  <a:lnTo>
                    <a:pt x="911248" y="903271"/>
                  </a:lnTo>
                  <a:lnTo>
                    <a:pt x="914399" y="901375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2894669" y="2167792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8945"/>
                  </a:lnTo>
                  <a:lnTo>
                    <a:pt x="907162" y="917620"/>
                  </a:lnTo>
                  <a:lnTo>
                    <a:pt x="912595" y="914899"/>
                  </a:lnTo>
                  <a:lnTo>
                    <a:pt x="913835" y="914400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289466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2904109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291355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2922990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293243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2941870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2951311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2960751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2970191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2979631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2989071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299851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300795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301739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302683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3036273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3045713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3055153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3064593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3074034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3083474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3092914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3102354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3111795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3121235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3130675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3140115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314955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315899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316843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317787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3187316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3196757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3206197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3215637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3225077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323451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324395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325339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326283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327227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328171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329115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330059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331004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331948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332892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3338360" y="2185361"/>
              <a:ext cx="921538" cy="914400"/>
            </a:xfrm>
            <a:custGeom>
              <a:avLst/>
              <a:pathLst>
                <a:path w="92153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538" y="896830"/>
                  </a:lnTo>
                  <a:lnTo>
                    <a:pt x="920812" y="899538"/>
                  </a:lnTo>
                  <a:lnTo>
                    <a:pt x="919991" y="902606"/>
                  </a:lnTo>
                  <a:lnTo>
                    <a:pt x="919170" y="905673"/>
                  </a:lnTo>
                  <a:lnTo>
                    <a:pt x="918350" y="908741"/>
                  </a:lnTo>
                  <a:lnTo>
                    <a:pt x="917530" y="911808"/>
                  </a:lnTo>
                  <a:lnTo>
                    <a:pt x="916838" y="914400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2347135" y="2150222"/>
              <a:ext cx="914400" cy="922636"/>
            </a:xfrm>
            <a:custGeom>
              <a:avLst/>
              <a:pathLst>
                <a:path w="914400" h="922636">
                  <a:moveTo>
                    <a:pt x="914400" y="914400"/>
                  </a:moveTo>
                  <a:lnTo>
                    <a:pt x="914400" y="922636"/>
                  </a:lnTo>
                  <a:lnTo>
                    <a:pt x="914174" y="922139"/>
                  </a:lnTo>
                  <a:lnTo>
                    <a:pt x="913385" y="920404"/>
                  </a:lnTo>
                  <a:lnTo>
                    <a:pt x="912596" y="918669"/>
                  </a:lnTo>
                  <a:lnTo>
                    <a:pt x="911807" y="916934"/>
                  </a:lnTo>
                  <a:lnTo>
                    <a:pt x="911017" y="915198"/>
                  </a:lnTo>
                  <a:lnTo>
                    <a:pt x="910654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2347135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8638" y="931969"/>
                  </a:lnTo>
                  <a:lnTo>
                    <a:pt x="918115" y="930817"/>
                  </a:lnTo>
                  <a:lnTo>
                    <a:pt x="917327" y="929081"/>
                  </a:lnTo>
                  <a:lnTo>
                    <a:pt x="916539" y="927346"/>
                  </a:lnTo>
                  <a:lnTo>
                    <a:pt x="915751" y="925610"/>
                  </a:lnTo>
                  <a:lnTo>
                    <a:pt x="914962" y="923875"/>
                  </a:lnTo>
                  <a:lnTo>
                    <a:pt x="914400" y="922636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2356575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2366016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237545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2384896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239433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2403777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2413217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2422657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2432097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244153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2450978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246041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2469858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247929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2488739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249817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2507619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251705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2526500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2535940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2545380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2554820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2564261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2573701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2583141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2592581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2602022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2611462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2620902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2630342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2639783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2649223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2658663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2668103" y="2167792"/>
              <a:ext cx="918990" cy="914400"/>
            </a:xfrm>
            <a:custGeom>
              <a:avLst/>
              <a:pathLst>
                <a:path w="91899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5676" y="896830"/>
                  </a:lnTo>
                  <a:lnTo>
                    <a:pt x="915710" y="897005"/>
                  </a:lnTo>
                  <a:lnTo>
                    <a:pt x="915817" y="897571"/>
                  </a:lnTo>
                  <a:lnTo>
                    <a:pt x="915923" y="898138"/>
                  </a:lnTo>
                  <a:lnTo>
                    <a:pt x="916030" y="898704"/>
                  </a:lnTo>
                  <a:lnTo>
                    <a:pt x="916137" y="899270"/>
                  </a:lnTo>
                  <a:lnTo>
                    <a:pt x="916244" y="899836"/>
                  </a:lnTo>
                  <a:lnTo>
                    <a:pt x="916351" y="900402"/>
                  </a:lnTo>
                  <a:lnTo>
                    <a:pt x="916458" y="900969"/>
                  </a:lnTo>
                  <a:lnTo>
                    <a:pt x="916565" y="901535"/>
                  </a:lnTo>
                  <a:lnTo>
                    <a:pt x="916671" y="902101"/>
                  </a:lnTo>
                  <a:lnTo>
                    <a:pt x="916778" y="902667"/>
                  </a:lnTo>
                  <a:lnTo>
                    <a:pt x="916885" y="903233"/>
                  </a:lnTo>
                  <a:lnTo>
                    <a:pt x="916992" y="903800"/>
                  </a:lnTo>
                  <a:lnTo>
                    <a:pt x="917099" y="904366"/>
                  </a:lnTo>
                  <a:lnTo>
                    <a:pt x="917205" y="904932"/>
                  </a:lnTo>
                  <a:lnTo>
                    <a:pt x="917312" y="905498"/>
                  </a:lnTo>
                  <a:lnTo>
                    <a:pt x="917419" y="906064"/>
                  </a:lnTo>
                  <a:lnTo>
                    <a:pt x="917526" y="906631"/>
                  </a:lnTo>
                  <a:lnTo>
                    <a:pt x="917633" y="907197"/>
                  </a:lnTo>
                  <a:lnTo>
                    <a:pt x="917739" y="907763"/>
                  </a:lnTo>
                  <a:lnTo>
                    <a:pt x="917846" y="908329"/>
                  </a:lnTo>
                  <a:lnTo>
                    <a:pt x="917953" y="908895"/>
                  </a:lnTo>
                  <a:lnTo>
                    <a:pt x="918059" y="909461"/>
                  </a:lnTo>
                  <a:lnTo>
                    <a:pt x="918166" y="910028"/>
                  </a:lnTo>
                  <a:lnTo>
                    <a:pt x="918273" y="910594"/>
                  </a:lnTo>
                  <a:lnTo>
                    <a:pt x="918380" y="911160"/>
                  </a:lnTo>
                  <a:lnTo>
                    <a:pt x="918486" y="911726"/>
                  </a:lnTo>
                  <a:lnTo>
                    <a:pt x="918593" y="912292"/>
                  </a:lnTo>
                  <a:lnTo>
                    <a:pt x="918700" y="912859"/>
                  </a:lnTo>
                  <a:lnTo>
                    <a:pt x="918806" y="913425"/>
                  </a:lnTo>
                  <a:lnTo>
                    <a:pt x="918913" y="913991"/>
                  </a:lnTo>
                  <a:lnTo>
                    <a:pt x="918990" y="914400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2894669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35" y="914400"/>
                  </a:lnTo>
                  <a:lnTo>
                    <a:pt x="914400" y="914172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2904109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14172"/>
                  </a:lnTo>
                  <a:lnTo>
                    <a:pt x="908654" y="912683"/>
                  </a:lnTo>
                  <a:lnTo>
                    <a:pt x="914206" y="910978"/>
                  </a:lnTo>
                  <a:lnTo>
                    <a:pt x="914399" y="910937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2913550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0937"/>
                  </a:lnTo>
                  <a:lnTo>
                    <a:pt x="910356" y="909789"/>
                  </a:lnTo>
                  <a:lnTo>
                    <a:pt x="914400" y="909305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2922990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9305"/>
                  </a:lnTo>
                  <a:lnTo>
                    <a:pt x="906530" y="909117"/>
                  </a:lnTo>
                  <a:lnTo>
                    <a:pt x="906927" y="909088"/>
                  </a:lnTo>
                  <a:lnTo>
                    <a:pt x="907326" y="909059"/>
                  </a:lnTo>
                  <a:lnTo>
                    <a:pt x="907725" y="909030"/>
                  </a:lnTo>
                  <a:lnTo>
                    <a:pt x="908124" y="909000"/>
                  </a:lnTo>
                  <a:lnTo>
                    <a:pt x="908523" y="908971"/>
                  </a:lnTo>
                  <a:lnTo>
                    <a:pt x="908921" y="908942"/>
                  </a:lnTo>
                  <a:lnTo>
                    <a:pt x="909320" y="908913"/>
                  </a:lnTo>
                  <a:lnTo>
                    <a:pt x="909719" y="908884"/>
                  </a:lnTo>
                  <a:lnTo>
                    <a:pt x="910118" y="908855"/>
                  </a:lnTo>
                  <a:lnTo>
                    <a:pt x="910517" y="908825"/>
                  </a:lnTo>
                  <a:lnTo>
                    <a:pt x="910916" y="908796"/>
                  </a:lnTo>
                  <a:lnTo>
                    <a:pt x="911315" y="908767"/>
                  </a:lnTo>
                  <a:lnTo>
                    <a:pt x="911713" y="908738"/>
                  </a:lnTo>
                  <a:lnTo>
                    <a:pt x="912112" y="908709"/>
                  </a:lnTo>
                  <a:lnTo>
                    <a:pt x="912511" y="908680"/>
                  </a:lnTo>
                  <a:lnTo>
                    <a:pt x="912910" y="908651"/>
                  </a:lnTo>
                  <a:lnTo>
                    <a:pt x="913309" y="908622"/>
                  </a:lnTo>
                  <a:lnTo>
                    <a:pt x="913708" y="908593"/>
                  </a:lnTo>
                  <a:lnTo>
                    <a:pt x="914106" y="908564"/>
                  </a:lnTo>
                  <a:lnTo>
                    <a:pt x="914399" y="908543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2932430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5065" y="908535"/>
                  </a:lnTo>
                  <a:lnTo>
                    <a:pt x="905464" y="908506"/>
                  </a:lnTo>
                  <a:lnTo>
                    <a:pt x="905863" y="908477"/>
                  </a:lnTo>
                  <a:lnTo>
                    <a:pt x="906262" y="908448"/>
                  </a:lnTo>
                  <a:lnTo>
                    <a:pt x="906660" y="908419"/>
                  </a:lnTo>
                  <a:lnTo>
                    <a:pt x="907059" y="908390"/>
                  </a:lnTo>
                  <a:lnTo>
                    <a:pt x="907458" y="908361"/>
                  </a:lnTo>
                  <a:lnTo>
                    <a:pt x="907857" y="908333"/>
                  </a:lnTo>
                  <a:lnTo>
                    <a:pt x="908256" y="908304"/>
                  </a:lnTo>
                  <a:lnTo>
                    <a:pt x="908655" y="908275"/>
                  </a:lnTo>
                  <a:lnTo>
                    <a:pt x="909054" y="908246"/>
                  </a:lnTo>
                  <a:lnTo>
                    <a:pt x="909453" y="908217"/>
                  </a:lnTo>
                  <a:lnTo>
                    <a:pt x="909851" y="908188"/>
                  </a:lnTo>
                  <a:lnTo>
                    <a:pt x="910250" y="908159"/>
                  </a:lnTo>
                  <a:lnTo>
                    <a:pt x="910649" y="908131"/>
                  </a:lnTo>
                  <a:lnTo>
                    <a:pt x="911048" y="908102"/>
                  </a:lnTo>
                  <a:lnTo>
                    <a:pt x="911447" y="908073"/>
                  </a:lnTo>
                  <a:lnTo>
                    <a:pt x="911846" y="908044"/>
                  </a:lnTo>
                  <a:lnTo>
                    <a:pt x="912245" y="908016"/>
                  </a:lnTo>
                  <a:lnTo>
                    <a:pt x="912644" y="907987"/>
                  </a:lnTo>
                  <a:lnTo>
                    <a:pt x="913043" y="907958"/>
                  </a:lnTo>
                  <a:lnTo>
                    <a:pt x="913441" y="907929"/>
                  </a:lnTo>
                  <a:lnTo>
                    <a:pt x="913840" y="907901"/>
                  </a:lnTo>
                  <a:lnTo>
                    <a:pt x="914239" y="907872"/>
                  </a:lnTo>
                  <a:lnTo>
                    <a:pt x="914400" y="907860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2941870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7860"/>
                  </a:lnTo>
                  <a:lnTo>
                    <a:pt x="905198" y="907843"/>
                  </a:lnTo>
                  <a:lnTo>
                    <a:pt x="905597" y="907815"/>
                  </a:lnTo>
                  <a:lnTo>
                    <a:pt x="905996" y="907786"/>
                  </a:lnTo>
                  <a:lnTo>
                    <a:pt x="906395" y="907757"/>
                  </a:lnTo>
                  <a:lnTo>
                    <a:pt x="906793" y="907729"/>
                  </a:lnTo>
                  <a:lnTo>
                    <a:pt x="907192" y="907700"/>
                  </a:lnTo>
                  <a:lnTo>
                    <a:pt x="907591" y="907671"/>
                  </a:lnTo>
                  <a:lnTo>
                    <a:pt x="907990" y="907643"/>
                  </a:lnTo>
                  <a:lnTo>
                    <a:pt x="908389" y="907614"/>
                  </a:lnTo>
                  <a:lnTo>
                    <a:pt x="908788" y="907586"/>
                  </a:lnTo>
                  <a:lnTo>
                    <a:pt x="909187" y="907557"/>
                  </a:lnTo>
                  <a:lnTo>
                    <a:pt x="909586" y="907529"/>
                  </a:lnTo>
                  <a:lnTo>
                    <a:pt x="909985" y="907500"/>
                  </a:lnTo>
                  <a:lnTo>
                    <a:pt x="910384" y="907472"/>
                  </a:lnTo>
                  <a:lnTo>
                    <a:pt x="910783" y="907443"/>
                  </a:lnTo>
                  <a:lnTo>
                    <a:pt x="911181" y="907415"/>
                  </a:lnTo>
                  <a:lnTo>
                    <a:pt x="911580" y="907386"/>
                  </a:lnTo>
                  <a:lnTo>
                    <a:pt x="911979" y="907358"/>
                  </a:lnTo>
                  <a:lnTo>
                    <a:pt x="912378" y="907329"/>
                  </a:lnTo>
                  <a:lnTo>
                    <a:pt x="912777" y="907301"/>
                  </a:lnTo>
                  <a:lnTo>
                    <a:pt x="913176" y="907272"/>
                  </a:lnTo>
                  <a:lnTo>
                    <a:pt x="913575" y="907244"/>
                  </a:lnTo>
                  <a:lnTo>
                    <a:pt x="913974" y="907216"/>
                  </a:lnTo>
                  <a:lnTo>
                    <a:pt x="914399" y="907185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2951311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7185"/>
                  </a:lnTo>
                  <a:lnTo>
                    <a:pt x="905332" y="907159"/>
                  </a:lnTo>
                  <a:lnTo>
                    <a:pt x="905731" y="907130"/>
                  </a:lnTo>
                  <a:lnTo>
                    <a:pt x="906129" y="907102"/>
                  </a:lnTo>
                  <a:lnTo>
                    <a:pt x="906528" y="907074"/>
                  </a:lnTo>
                  <a:lnTo>
                    <a:pt x="906927" y="907045"/>
                  </a:lnTo>
                  <a:lnTo>
                    <a:pt x="907326" y="907017"/>
                  </a:lnTo>
                  <a:lnTo>
                    <a:pt x="907725" y="906989"/>
                  </a:lnTo>
                  <a:lnTo>
                    <a:pt x="908124" y="906960"/>
                  </a:lnTo>
                  <a:lnTo>
                    <a:pt x="908523" y="906932"/>
                  </a:lnTo>
                  <a:lnTo>
                    <a:pt x="908922" y="906904"/>
                  </a:lnTo>
                  <a:lnTo>
                    <a:pt x="909321" y="906876"/>
                  </a:lnTo>
                  <a:lnTo>
                    <a:pt x="909720" y="906847"/>
                  </a:lnTo>
                  <a:lnTo>
                    <a:pt x="910119" y="906819"/>
                  </a:lnTo>
                  <a:lnTo>
                    <a:pt x="910518" y="906791"/>
                  </a:lnTo>
                  <a:lnTo>
                    <a:pt x="910917" y="906763"/>
                  </a:lnTo>
                  <a:lnTo>
                    <a:pt x="911316" y="906735"/>
                  </a:lnTo>
                  <a:lnTo>
                    <a:pt x="911715" y="906706"/>
                  </a:lnTo>
                  <a:lnTo>
                    <a:pt x="912114" y="906678"/>
                  </a:lnTo>
                  <a:lnTo>
                    <a:pt x="912513" y="906650"/>
                  </a:lnTo>
                  <a:lnTo>
                    <a:pt x="912912" y="906622"/>
                  </a:lnTo>
                  <a:lnTo>
                    <a:pt x="913311" y="906594"/>
                  </a:lnTo>
                  <a:lnTo>
                    <a:pt x="913710" y="906566"/>
                  </a:lnTo>
                  <a:lnTo>
                    <a:pt x="914109" y="906538"/>
                  </a:lnTo>
                  <a:lnTo>
                    <a:pt x="914400" y="906517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2960751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5067" y="906510"/>
                  </a:lnTo>
                  <a:lnTo>
                    <a:pt x="905466" y="906481"/>
                  </a:lnTo>
                  <a:lnTo>
                    <a:pt x="905865" y="906453"/>
                  </a:lnTo>
                  <a:lnTo>
                    <a:pt x="906264" y="906425"/>
                  </a:lnTo>
                  <a:lnTo>
                    <a:pt x="906663" y="906397"/>
                  </a:lnTo>
                  <a:lnTo>
                    <a:pt x="907062" y="906369"/>
                  </a:lnTo>
                  <a:lnTo>
                    <a:pt x="907461" y="906341"/>
                  </a:lnTo>
                  <a:lnTo>
                    <a:pt x="907860" y="906313"/>
                  </a:lnTo>
                  <a:lnTo>
                    <a:pt x="908259" y="906285"/>
                  </a:lnTo>
                  <a:lnTo>
                    <a:pt x="908658" y="906257"/>
                  </a:lnTo>
                  <a:lnTo>
                    <a:pt x="909057" y="906229"/>
                  </a:lnTo>
                  <a:lnTo>
                    <a:pt x="909456" y="906201"/>
                  </a:lnTo>
                  <a:lnTo>
                    <a:pt x="909855" y="906173"/>
                  </a:lnTo>
                  <a:lnTo>
                    <a:pt x="910254" y="906146"/>
                  </a:lnTo>
                  <a:lnTo>
                    <a:pt x="910653" y="906118"/>
                  </a:lnTo>
                  <a:lnTo>
                    <a:pt x="911052" y="906090"/>
                  </a:lnTo>
                  <a:lnTo>
                    <a:pt x="911451" y="906062"/>
                  </a:lnTo>
                  <a:lnTo>
                    <a:pt x="911850" y="906034"/>
                  </a:lnTo>
                  <a:lnTo>
                    <a:pt x="912249" y="906006"/>
                  </a:lnTo>
                  <a:lnTo>
                    <a:pt x="912648" y="905978"/>
                  </a:lnTo>
                  <a:lnTo>
                    <a:pt x="913047" y="905950"/>
                  </a:lnTo>
                  <a:lnTo>
                    <a:pt x="913446" y="905923"/>
                  </a:lnTo>
                  <a:lnTo>
                    <a:pt x="913845" y="905895"/>
                  </a:lnTo>
                  <a:lnTo>
                    <a:pt x="914244" y="905867"/>
                  </a:lnTo>
                  <a:lnTo>
                    <a:pt x="914399" y="905856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2970191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5856"/>
                  </a:lnTo>
                  <a:lnTo>
                    <a:pt x="905203" y="905839"/>
                  </a:lnTo>
                  <a:lnTo>
                    <a:pt x="905602" y="905811"/>
                  </a:lnTo>
                  <a:lnTo>
                    <a:pt x="906001" y="905784"/>
                  </a:lnTo>
                  <a:lnTo>
                    <a:pt x="906400" y="905756"/>
                  </a:lnTo>
                  <a:lnTo>
                    <a:pt x="906799" y="905728"/>
                  </a:lnTo>
                  <a:lnTo>
                    <a:pt x="907198" y="905700"/>
                  </a:lnTo>
                  <a:lnTo>
                    <a:pt x="907597" y="905673"/>
                  </a:lnTo>
                  <a:lnTo>
                    <a:pt x="907996" y="905645"/>
                  </a:lnTo>
                  <a:lnTo>
                    <a:pt x="908395" y="905617"/>
                  </a:lnTo>
                  <a:lnTo>
                    <a:pt x="908794" y="905590"/>
                  </a:lnTo>
                  <a:lnTo>
                    <a:pt x="909193" y="905562"/>
                  </a:lnTo>
                  <a:lnTo>
                    <a:pt x="909592" y="905534"/>
                  </a:lnTo>
                  <a:lnTo>
                    <a:pt x="909991" y="905507"/>
                  </a:lnTo>
                  <a:lnTo>
                    <a:pt x="910390" y="905479"/>
                  </a:lnTo>
                  <a:lnTo>
                    <a:pt x="914400" y="905411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2979631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5411"/>
                  </a:lnTo>
                  <a:lnTo>
                    <a:pt x="907297" y="905371"/>
                  </a:lnTo>
                  <a:lnTo>
                    <a:pt x="913638" y="905925"/>
                  </a:lnTo>
                  <a:lnTo>
                    <a:pt x="914399" y="906031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2989071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6031"/>
                  </a:lnTo>
                  <a:lnTo>
                    <a:pt x="914400" y="907350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2998512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7350"/>
                  </a:lnTo>
                  <a:lnTo>
                    <a:pt x="914400" y="90866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3007952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668"/>
                  </a:lnTo>
                  <a:lnTo>
                    <a:pt x="914400" y="909987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3017392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9987"/>
                  </a:lnTo>
                  <a:lnTo>
                    <a:pt x="914400" y="9112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3026832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1238"/>
                  </a:lnTo>
                  <a:lnTo>
                    <a:pt x="905451" y="911077"/>
                  </a:lnTo>
                  <a:lnTo>
                    <a:pt x="905994" y="910899"/>
                  </a:lnTo>
                  <a:lnTo>
                    <a:pt x="906538" y="910721"/>
                  </a:lnTo>
                  <a:lnTo>
                    <a:pt x="907081" y="910543"/>
                  </a:lnTo>
                  <a:lnTo>
                    <a:pt x="907624" y="910366"/>
                  </a:lnTo>
                  <a:lnTo>
                    <a:pt x="908167" y="910188"/>
                  </a:lnTo>
                  <a:lnTo>
                    <a:pt x="908710" y="910010"/>
                  </a:lnTo>
                  <a:lnTo>
                    <a:pt x="909254" y="909833"/>
                  </a:lnTo>
                  <a:lnTo>
                    <a:pt x="909797" y="909655"/>
                  </a:lnTo>
                  <a:lnTo>
                    <a:pt x="910340" y="909478"/>
                  </a:lnTo>
                  <a:lnTo>
                    <a:pt x="910883" y="909300"/>
                  </a:lnTo>
                  <a:lnTo>
                    <a:pt x="911426" y="909123"/>
                  </a:lnTo>
                  <a:lnTo>
                    <a:pt x="911970" y="908945"/>
                  </a:lnTo>
                  <a:lnTo>
                    <a:pt x="912513" y="908768"/>
                  </a:lnTo>
                  <a:lnTo>
                    <a:pt x="913056" y="908590"/>
                  </a:lnTo>
                  <a:lnTo>
                    <a:pt x="913600" y="908413"/>
                  </a:lnTo>
                  <a:lnTo>
                    <a:pt x="914143" y="908236"/>
                  </a:lnTo>
                  <a:lnTo>
                    <a:pt x="914400" y="908152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3036273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8152"/>
                  </a:lnTo>
                  <a:lnTo>
                    <a:pt x="905246" y="908058"/>
                  </a:lnTo>
                  <a:lnTo>
                    <a:pt x="905790" y="907881"/>
                  </a:lnTo>
                  <a:lnTo>
                    <a:pt x="906333" y="907704"/>
                  </a:lnTo>
                  <a:lnTo>
                    <a:pt x="906876" y="907526"/>
                  </a:lnTo>
                  <a:lnTo>
                    <a:pt x="907420" y="907349"/>
                  </a:lnTo>
                  <a:lnTo>
                    <a:pt x="907963" y="907172"/>
                  </a:lnTo>
                  <a:lnTo>
                    <a:pt x="908507" y="906995"/>
                  </a:lnTo>
                  <a:lnTo>
                    <a:pt x="909050" y="906817"/>
                  </a:lnTo>
                  <a:lnTo>
                    <a:pt x="909593" y="906640"/>
                  </a:lnTo>
                  <a:lnTo>
                    <a:pt x="910137" y="906463"/>
                  </a:lnTo>
                  <a:lnTo>
                    <a:pt x="910680" y="906286"/>
                  </a:lnTo>
                  <a:lnTo>
                    <a:pt x="911224" y="906109"/>
                  </a:lnTo>
                  <a:lnTo>
                    <a:pt x="911767" y="905932"/>
                  </a:lnTo>
                  <a:lnTo>
                    <a:pt x="912311" y="905755"/>
                  </a:lnTo>
                  <a:lnTo>
                    <a:pt x="912855" y="905578"/>
                  </a:lnTo>
                  <a:lnTo>
                    <a:pt x="913398" y="905401"/>
                  </a:lnTo>
                  <a:lnTo>
                    <a:pt x="913942" y="905224"/>
                  </a:lnTo>
                  <a:lnTo>
                    <a:pt x="914399" y="905075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3045713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5045" y="905047"/>
                  </a:lnTo>
                  <a:lnTo>
                    <a:pt x="905589" y="904870"/>
                  </a:lnTo>
                  <a:lnTo>
                    <a:pt x="906132" y="904693"/>
                  </a:lnTo>
                  <a:lnTo>
                    <a:pt x="911753" y="903133"/>
                  </a:lnTo>
                  <a:lnTo>
                    <a:pt x="914399" y="90264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3055153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2649"/>
                  </a:lnTo>
                  <a:lnTo>
                    <a:pt x="907968" y="902100"/>
                  </a:lnTo>
                  <a:lnTo>
                    <a:pt x="913645" y="901595"/>
                  </a:lnTo>
                  <a:lnTo>
                    <a:pt x="913989" y="901581"/>
                  </a:lnTo>
                  <a:lnTo>
                    <a:pt x="914400" y="901564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3064593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1564"/>
                  </a:lnTo>
                  <a:lnTo>
                    <a:pt x="905242" y="901552"/>
                  </a:lnTo>
                  <a:lnTo>
                    <a:pt x="905589" y="901537"/>
                  </a:lnTo>
                  <a:lnTo>
                    <a:pt x="905935" y="901523"/>
                  </a:lnTo>
                  <a:lnTo>
                    <a:pt x="906282" y="901508"/>
                  </a:lnTo>
                  <a:lnTo>
                    <a:pt x="906628" y="901494"/>
                  </a:lnTo>
                  <a:lnTo>
                    <a:pt x="906975" y="901479"/>
                  </a:lnTo>
                  <a:lnTo>
                    <a:pt x="907321" y="901465"/>
                  </a:lnTo>
                  <a:lnTo>
                    <a:pt x="907668" y="901450"/>
                  </a:lnTo>
                  <a:lnTo>
                    <a:pt x="908014" y="901436"/>
                  </a:lnTo>
                  <a:lnTo>
                    <a:pt x="908361" y="901421"/>
                  </a:lnTo>
                  <a:lnTo>
                    <a:pt x="908707" y="901407"/>
                  </a:lnTo>
                  <a:lnTo>
                    <a:pt x="909054" y="901392"/>
                  </a:lnTo>
                  <a:lnTo>
                    <a:pt x="909400" y="901378"/>
                  </a:lnTo>
                  <a:lnTo>
                    <a:pt x="909747" y="901363"/>
                  </a:lnTo>
                  <a:lnTo>
                    <a:pt x="910093" y="901349"/>
                  </a:lnTo>
                  <a:lnTo>
                    <a:pt x="910440" y="901335"/>
                  </a:lnTo>
                  <a:lnTo>
                    <a:pt x="910786" y="901320"/>
                  </a:lnTo>
                  <a:lnTo>
                    <a:pt x="911133" y="901306"/>
                  </a:lnTo>
                  <a:lnTo>
                    <a:pt x="911479" y="901291"/>
                  </a:lnTo>
                  <a:lnTo>
                    <a:pt x="911826" y="901277"/>
                  </a:lnTo>
                  <a:lnTo>
                    <a:pt x="912172" y="901263"/>
                  </a:lnTo>
                  <a:lnTo>
                    <a:pt x="912519" y="901248"/>
                  </a:lnTo>
                  <a:lnTo>
                    <a:pt x="912865" y="901234"/>
                  </a:lnTo>
                  <a:lnTo>
                    <a:pt x="913212" y="901220"/>
                  </a:lnTo>
                  <a:lnTo>
                    <a:pt x="913558" y="901205"/>
                  </a:lnTo>
                  <a:lnTo>
                    <a:pt x="913905" y="901191"/>
                  </a:lnTo>
                  <a:lnTo>
                    <a:pt x="914251" y="901177"/>
                  </a:lnTo>
                  <a:lnTo>
                    <a:pt x="914400" y="901170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3074034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1170"/>
                  </a:lnTo>
                  <a:lnTo>
                    <a:pt x="905158" y="901162"/>
                  </a:lnTo>
                  <a:lnTo>
                    <a:pt x="905504" y="901148"/>
                  </a:lnTo>
                  <a:lnTo>
                    <a:pt x="905851" y="901134"/>
                  </a:lnTo>
                  <a:lnTo>
                    <a:pt x="906197" y="901119"/>
                  </a:lnTo>
                  <a:lnTo>
                    <a:pt x="906544" y="901105"/>
                  </a:lnTo>
                  <a:lnTo>
                    <a:pt x="906890" y="901091"/>
                  </a:lnTo>
                  <a:lnTo>
                    <a:pt x="907237" y="901077"/>
                  </a:lnTo>
                  <a:lnTo>
                    <a:pt x="907583" y="901062"/>
                  </a:lnTo>
                  <a:lnTo>
                    <a:pt x="907930" y="901048"/>
                  </a:lnTo>
                  <a:lnTo>
                    <a:pt x="908276" y="901034"/>
                  </a:lnTo>
                  <a:lnTo>
                    <a:pt x="908623" y="901020"/>
                  </a:lnTo>
                  <a:lnTo>
                    <a:pt x="908970" y="901006"/>
                  </a:lnTo>
                  <a:lnTo>
                    <a:pt x="909316" y="900991"/>
                  </a:lnTo>
                  <a:lnTo>
                    <a:pt x="909663" y="900977"/>
                  </a:lnTo>
                  <a:lnTo>
                    <a:pt x="910009" y="900963"/>
                  </a:lnTo>
                  <a:lnTo>
                    <a:pt x="910356" y="900949"/>
                  </a:lnTo>
                  <a:lnTo>
                    <a:pt x="910702" y="900935"/>
                  </a:lnTo>
                  <a:lnTo>
                    <a:pt x="911049" y="900921"/>
                  </a:lnTo>
                  <a:lnTo>
                    <a:pt x="911395" y="900906"/>
                  </a:lnTo>
                  <a:lnTo>
                    <a:pt x="911742" y="900892"/>
                  </a:lnTo>
                  <a:lnTo>
                    <a:pt x="912088" y="900878"/>
                  </a:lnTo>
                  <a:lnTo>
                    <a:pt x="912435" y="900864"/>
                  </a:lnTo>
                  <a:lnTo>
                    <a:pt x="912781" y="900850"/>
                  </a:lnTo>
                  <a:lnTo>
                    <a:pt x="913128" y="900836"/>
                  </a:lnTo>
                  <a:lnTo>
                    <a:pt x="913474" y="900822"/>
                  </a:lnTo>
                  <a:lnTo>
                    <a:pt x="913821" y="900808"/>
                  </a:lnTo>
                  <a:lnTo>
                    <a:pt x="914168" y="900794"/>
                  </a:lnTo>
                  <a:lnTo>
                    <a:pt x="914400" y="900784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3083474" y="2150222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5074" y="918350"/>
                  </a:lnTo>
                  <a:lnTo>
                    <a:pt x="905420" y="918335"/>
                  </a:lnTo>
                  <a:lnTo>
                    <a:pt x="905767" y="918321"/>
                  </a:lnTo>
                  <a:lnTo>
                    <a:pt x="906113" y="918307"/>
                  </a:lnTo>
                  <a:lnTo>
                    <a:pt x="906460" y="918293"/>
                  </a:lnTo>
                  <a:lnTo>
                    <a:pt x="906807" y="918279"/>
                  </a:lnTo>
                  <a:lnTo>
                    <a:pt x="907153" y="918265"/>
                  </a:lnTo>
                  <a:lnTo>
                    <a:pt x="907500" y="918251"/>
                  </a:lnTo>
                  <a:lnTo>
                    <a:pt x="909169" y="918259"/>
                  </a:lnTo>
                  <a:lnTo>
                    <a:pt x="909282" y="917885"/>
                  </a:lnTo>
                  <a:lnTo>
                    <a:pt x="909397" y="917498"/>
                  </a:lnTo>
                  <a:lnTo>
                    <a:pt x="909513" y="917112"/>
                  </a:lnTo>
                  <a:lnTo>
                    <a:pt x="909629" y="916725"/>
                  </a:lnTo>
                  <a:lnTo>
                    <a:pt x="909745" y="916339"/>
                  </a:lnTo>
                  <a:lnTo>
                    <a:pt x="909861" y="915952"/>
                  </a:lnTo>
                  <a:lnTo>
                    <a:pt x="909976" y="915566"/>
                  </a:lnTo>
                  <a:lnTo>
                    <a:pt x="910352" y="914400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3083474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3092914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3102354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3111795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3121235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3130675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3140115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314955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315899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316843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317787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3187316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3196757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3206197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3215637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3225077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323451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324395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325339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326283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327227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328171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329115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330059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3310040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3319480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3328920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3338360" y="2167792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5811"/>
                  </a:lnTo>
                  <a:lnTo>
                    <a:pt x="923278" y="907906"/>
                  </a:lnTo>
                  <a:lnTo>
                    <a:pt x="922456" y="910973"/>
                  </a:lnTo>
                  <a:lnTo>
                    <a:pt x="921634" y="914041"/>
                  </a:lnTo>
                  <a:lnTo>
                    <a:pt x="921538" y="914400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3347801" y="2150222"/>
              <a:ext cx="916811" cy="923381"/>
            </a:xfrm>
            <a:custGeom>
              <a:avLst/>
              <a:pathLst>
                <a:path w="916811" h="923381">
                  <a:moveTo>
                    <a:pt x="914400" y="914400"/>
                  </a:moveTo>
                  <a:lnTo>
                    <a:pt x="916811" y="914400"/>
                  </a:lnTo>
                  <a:lnTo>
                    <a:pt x="916307" y="916275"/>
                  </a:lnTo>
                  <a:lnTo>
                    <a:pt x="915483" y="919342"/>
                  </a:lnTo>
                  <a:lnTo>
                    <a:pt x="914660" y="922409"/>
                  </a:lnTo>
                  <a:lnTo>
                    <a:pt x="914400" y="923381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2337695" y="2132652"/>
              <a:ext cx="914399" cy="919470"/>
            </a:xfrm>
            <a:custGeom>
              <a:avLst/>
              <a:pathLst>
                <a:path w="914399" h="919470">
                  <a:moveTo>
                    <a:pt x="914399" y="914400"/>
                  </a:moveTo>
                  <a:lnTo>
                    <a:pt x="914399" y="919470"/>
                  </a:lnTo>
                  <a:lnTo>
                    <a:pt x="914134" y="918889"/>
                  </a:lnTo>
                  <a:lnTo>
                    <a:pt x="913337" y="917142"/>
                  </a:lnTo>
                  <a:lnTo>
                    <a:pt x="912157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2337695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0094" y="931969"/>
                  </a:lnTo>
                  <a:lnTo>
                    <a:pt x="919668" y="931033"/>
                  </a:lnTo>
                  <a:lnTo>
                    <a:pt x="918878" y="929298"/>
                  </a:lnTo>
                  <a:lnTo>
                    <a:pt x="918088" y="927563"/>
                  </a:lnTo>
                  <a:lnTo>
                    <a:pt x="917298" y="925828"/>
                  </a:lnTo>
                  <a:lnTo>
                    <a:pt x="916507" y="924093"/>
                  </a:lnTo>
                  <a:lnTo>
                    <a:pt x="915716" y="922358"/>
                  </a:lnTo>
                  <a:lnTo>
                    <a:pt x="914925" y="920624"/>
                  </a:lnTo>
                  <a:lnTo>
                    <a:pt x="914399" y="919470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2347135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2356575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2366016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237545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2384896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239433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2403777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2413217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2422657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2432097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244153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2450978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246041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2469858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47929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88739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49817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507619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51705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526500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53594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545380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55482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564261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573701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2583141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2592581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2602022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2611462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2620902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2630342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2639783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2649223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2668103" y="215022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189" y="896830"/>
                  </a:lnTo>
                  <a:lnTo>
                    <a:pt x="914320" y="907220"/>
                  </a:lnTo>
                  <a:lnTo>
                    <a:pt x="914400" y="907640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2668103" y="2150222"/>
              <a:ext cx="915676" cy="914400"/>
            </a:xfrm>
            <a:custGeom>
              <a:avLst/>
              <a:pathLst>
                <a:path w="915676" h="914400">
                  <a:moveTo>
                    <a:pt x="914400" y="914400"/>
                  </a:moveTo>
                  <a:lnTo>
                    <a:pt x="914400" y="907640"/>
                  </a:lnTo>
                  <a:lnTo>
                    <a:pt x="914426" y="907781"/>
                  </a:lnTo>
                  <a:lnTo>
                    <a:pt x="914533" y="908347"/>
                  </a:lnTo>
                  <a:lnTo>
                    <a:pt x="914640" y="908913"/>
                  </a:lnTo>
                  <a:lnTo>
                    <a:pt x="914747" y="909479"/>
                  </a:lnTo>
                  <a:lnTo>
                    <a:pt x="914854" y="910046"/>
                  </a:lnTo>
                  <a:lnTo>
                    <a:pt x="914961" y="910612"/>
                  </a:lnTo>
                  <a:lnTo>
                    <a:pt x="915068" y="911178"/>
                  </a:lnTo>
                  <a:lnTo>
                    <a:pt x="915175" y="911744"/>
                  </a:lnTo>
                  <a:lnTo>
                    <a:pt x="915282" y="912310"/>
                  </a:lnTo>
                  <a:lnTo>
                    <a:pt x="915389" y="912876"/>
                  </a:lnTo>
                  <a:lnTo>
                    <a:pt x="915496" y="913443"/>
                  </a:lnTo>
                  <a:lnTo>
                    <a:pt x="915603" y="914009"/>
                  </a:lnTo>
                  <a:lnTo>
                    <a:pt x="915676" y="914400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083474" y="215022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352" y="914400"/>
                  </a:lnTo>
                  <a:lnTo>
                    <a:pt x="913645" y="904182"/>
                  </a:lnTo>
                  <a:lnTo>
                    <a:pt x="914400" y="902144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092914" y="2132652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9714"/>
                  </a:lnTo>
                  <a:lnTo>
                    <a:pt x="906926" y="914400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092914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0">
                <a:alpha val="100000"/>
              </a:srgbClr>
            </a:solidFill>
            <a:ln w="5420" cap="flat">
              <a:solidFill>
                <a:srgbClr val="FFD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102354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111795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121235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130675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140115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14955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15899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16843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17787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187316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196757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206197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215637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225077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23451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24395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25339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26283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27227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28171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29115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30059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31004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31948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32892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33836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347801" y="2150222"/>
              <a:ext cx="921032" cy="914400"/>
            </a:xfrm>
            <a:custGeom>
              <a:avLst/>
              <a:pathLst>
                <a:path w="921032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032" y="896830"/>
                  </a:lnTo>
                  <a:lnTo>
                    <a:pt x="919658" y="903146"/>
                  </a:lnTo>
                  <a:lnTo>
                    <a:pt x="917136" y="913189"/>
                  </a:lnTo>
                  <a:lnTo>
                    <a:pt x="916811" y="914400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2337695" y="2115082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2157" y="931969"/>
                  </a:lnTo>
                  <a:lnTo>
                    <a:pt x="909304" y="925343"/>
                  </a:lnTo>
                  <a:lnTo>
                    <a:pt x="905564" y="915562"/>
                  </a:lnTo>
                  <a:lnTo>
                    <a:pt x="905171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2337695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2347135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2356575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2366016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237545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2384896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239433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2403777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2413217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2422657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2432097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244153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2450978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246041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2469858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247929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2488739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249817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2507619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251705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2526500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253594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2545380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255482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2564261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2573701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2583141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2592581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2602022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2611462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2620902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2630342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2639783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2649223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2658663" y="2132652"/>
              <a:ext cx="921629" cy="914400"/>
            </a:xfrm>
            <a:custGeom>
              <a:avLst/>
              <a:pathLst>
                <a:path w="921629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185" y="896830"/>
                  </a:lnTo>
                  <a:lnTo>
                    <a:pt x="919202" y="904216"/>
                  </a:lnTo>
                  <a:lnTo>
                    <a:pt x="921629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092914" y="2115082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6926" y="931969"/>
                  </a:lnTo>
                  <a:lnTo>
                    <a:pt x="908251" y="928390"/>
                  </a:lnTo>
                  <a:lnTo>
                    <a:pt x="908445" y="927900"/>
                  </a:lnTo>
                  <a:lnTo>
                    <a:pt x="908641" y="927404"/>
                  </a:lnTo>
                  <a:lnTo>
                    <a:pt x="908838" y="926908"/>
                  </a:lnTo>
                  <a:lnTo>
                    <a:pt x="909034" y="926412"/>
                  </a:lnTo>
                  <a:lnTo>
                    <a:pt x="909230" y="925916"/>
                  </a:lnTo>
                  <a:lnTo>
                    <a:pt x="909427" y="925420"/>
                  </a:lnTo>
                  <a:lnTo>
                    <a:pt x="909623" y="924924"/>
                  </a:lnTo>
                  <a:lnTo>
                    <a:pt x="909819" y="924428"/>
                  </a:lnTo>
                  <a:lnTo>
                    <a:pt x="910016" y="923932"/>
                  </a:lnTo>
                  <a:lnTo>
                    <a:pt x="910212" y="923436"/>
                  </a:lnTo>
                  <a:lnTo>
                    <a:pt x="910408" y="922939"/>
                  </a:lnTo>
                  <a:lnTo>
                    <a:pt x="910605" y="922443"/>
                  </a:lnTo>
                  <a:lnTo>
                    <a:pt x="910801" y="921947"/>
                  </a:lnTo>
                  <a:lnTo>
                    <a:pt x="910998" y="921451"/>
                  </a:lnTo>
                  <a:lnTo>
                    <a:pt x="911194" y="920955"/>
                  </a:lnTo>
                  <a:lnTo>
                    <a:pt x="911391" y="920459"/>
                  </a:lnTo>
                  <a:lnTo>
                    <a:pt x="911587" y="919963"/>
                  </a:lnTo>
                  <a:lnTo>
                    <a:pt x="911784" y="919467"/>
                  </a:lnTo>
                  <a:lnTo>
                    <a:pt x="911980" y="918971"/>
                  </a:lnTo>
                  <a:lnTo>
                    <a:pt x="912177" y="918475"/>
                  </a:lnTo>
                  <a:lnTo>
                    <a:pt x="912374" y="917979"/>
                  </a:lnTo>
                  <a:lnTo>
                    <a:pt x="912570" y="917483"/>
                  </a:lnTo>
                  <a:lnTo>
                    <a:pt x="912767" y="916987"/>
                  </a:lnTo>
                  <a:lnTo>
                    <a:pt x="912963" y="916491"/>
                  </a:lnTo>
                  <a:lnTo>
                    <a:pt x="913160" y="915995"/>
                  </a:lnTo>
                  <a:lnTo>
                    <a:pt x="913357" y="915499"/>
                  </a:lnTo>
                  <a:lnTo>
                    <a:pt x="913553" y="915003"/>
                  </a:lnTo>
                  <a:lnTo>
                    <a:pt x="913792" y="914400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092914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102354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111795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080">
                <a:alpha val="100000"/>
              </a:srgbClr>
            </a:solidFill>
            <a:ln w="5420" cap="flat">
              <a:solidFill>
                <a:srgbClr val="FFD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121235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130675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140115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14955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15899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16843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17787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187316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196757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206197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215637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225077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23451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24395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25339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26283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27227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28171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29115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30059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31004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31948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32892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33836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347801" y="2132652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36" y="899957"/>
                  </a:lnTo>
                  <a:lnTo>
                    <a:pt x="921894" y="910439"/>
                  </a:lnTo>
                  <a:lnTo>
                    <a:pt x="921032" y="914400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357241" y="2115082"/>
              <a:ext cx="914879" cy="917505"/>
            </a:xfrm>
            <a:custGeom>
              <a:avLst/>
              <a:pathLst>
                <a:path w="914879" h="917505">
                  <a:moveTo>
                    <a:pt x="914400" y="914400"/>
                  </a:moveTo>
                  <a:lnTo>
                    <a:pt x="914879" y="914400"/>
                  </a:lnTo>
                  <a:lnTo>
                    <a:pt x="914400" y="917505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2328255" y="2097513"/>
              <a:ext cx="914400" cy="931343"/>
            </a:xfrm>
            <a:custGeom>
              <a:avLst/>
              <a:pathLst>
                <a:path w="914400" h="931343">
                  <a:moveTo>
                    <a:pt x="914400" y="914400"/>
                  </a:moveTo>
                  <a:lnTo>
                    <a:pt x="914400" y="931343"/>
                  </a:lnTo>
                  <a:lnTo>
                    <a:pt x="911569" y="922970"/>
                  </a:lnTo>
                  <a:lnTo>
                    <a:pt x="911438" y="922527"/>
                  </a:lnTo>
                  <a:lnTo>
                    <a:pt x="907999" y="918269"/>
                  </a:lnTo>
                  <a:lnTo>
                    <a:pt x="905203" y="914400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2328255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611" y="931969"/>
                  </a:lnTo>
                  <a:lnTo>
                    <a:pt x="914400" y="931343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2337695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2347135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2356575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2366016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237545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2384896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239433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2403777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2413217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2422657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2432097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244153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2450978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246041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2469858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247929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2488739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249817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2507619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251705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2526500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253594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2545380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255482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2564261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2573701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2583141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2592581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h3196"/>
            <p:cNvSpPr/>
            <p:nvPr/>
          </p:nvSpPr>
          <p:spPr>
            <a:xfrm>
              <a:off x="2602022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h3197"/>
            <p:cNvSpPr/>
            <p:nvPr/>
          </p:nvSpPr>
          <p:spPr>
            <a:xfrm>
              <a:off x="2611462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h3198"/>
            <p:cNvSpPr/>
            <p:nvPr/>
          </p:nvSpPr>
          <p:spPr>
            <a:xfrm>
              <a:off x="2620902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h3199"/>
            <p:cNvSpPr/>
            <p:nvPr/>
          </p:nvSpPr>
          <p:spPr>
            <a:xfrm>
              <a:off x="2630342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h3200"/>
            <p:cNvSpPr/>
            <p:nvPr/>
          </p:nvSpPr>
          <p:spPr>
            <a:xfrm>
              <a:off x="2639783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h3201"/>
            <p:cNvSpPr/>
            <p:nvPr/>
          </p:nvSpPr>
          <p:spPr>
            <a:xfrm>
              <a:off x="2658663" y="211508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1624" y="896830"/>
                  </a:lnTo>
                  <a:lnTo>
                    <a:pt x="913504" y="902220"/>
                  </a:lnTo>
                  <a:lnTo>
                    <a:pt x="914399" y="90510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h3202"/>
            <p:cNvSpPr/>
            <p:nvPr/>
          </p:nvSpPr>
          <p:spPr>
            <a:xfrm>
              <a:off x="2658663" y="2115082"/>
              <a:ext cx="917185" cy="914400"/>
            </a:xfrm>
            <a:custGeom>
              <a:avLst/>
              <a:pathLst>
                <a:path w="917185" h="914400">
                  <a:moveTo>
                    <a:pt x="914399" y="914400"/>
                  </a:moveTo>
                  <a:lnTo>
                    <a:pt x="914399" y="905109"/>
                  </a:lnTo>
                  <a:lnTo>
                    <a:pt x="916492" y="911863"/>
                  </a:lnTo>
                  <a:lnTo>
                    <a:pt x="917185" y="914400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h3203"/>
            <p:cNvSpPr/>
            <p:nvPr/>
          </p:nvSpPr>
          <p:spPr>
            <a:xfrm>
              <a:off x="3092914" y="211508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792" y="914400"/>
                  </a:lnTo>
                  <a:lnTo>
                    <a:pt x="913947" y="914011"/>
                  </a:lnTo>
                  <a:lnTo>
                    <a:pt x="914143" y="913515"/>
                  </a:lnTo>
                  <a:lnTo>
                    <a:pt x="914340" y="913019"/>
                  </a:lnTo>
                  <a:lnTo>
                    <a:pt x="914400" y="9128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h3204"/>
            <p:cNvSpPr/>
            <p:nvPr/>
          </p:nvSpPr>
          <p:spPr>
            <a:xfrm>
              <a:off x="3102354" y="209751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30439"/>
                  </a:lnTo>
                  <a:lnTo>
                    <a:pt x="905096" y="930093"/>
                  </a:lnTo>
                  <a:lnTo>
                    <a:pt x="905293" y="929597"/>
                  </a:lnTo>
                  <a:lnTo>
                    <a:pt x="905490" y="929101"/>
                  </a:lnTo>
                  <a:lnTo>
                    <a:pt x="905687" y="928605"/>
                  </a:lnTo>
                  <a:lnTo>
                    <a:pt x="905884" y="928109"/>
                  </a:lnTo>
                  <a:lnTo>
                    <a:pt x="906080" y="927613"/>
                  </a:lnTo>
                  <a:lnTo>
                    <a:pt x="906277" y="927117"/>
                  </a:lnTo>
                  <a:lnTo>
                    <a:pt x="906474" y="926621"/>
                  </a:lnTo>
                  <a:lnTo>
                    <a:pt x="906671" y="926125"/>
                  </a:lnTo>
                  <a:lnTo>
                    <a:pt x="906868" y="925629"/>
                  </a:lnTo>
                  <a:lnTo>
                    <a:pt x="907065" y="925133"/>
                  </a:lnTo>
                  <a:lnTo>
                    <a:pt x="907261" y="924637"/>
                  </a:lnTo>
                  <a:lnTo>
                    <a:pt x="907458" y="924141"/>
                  </a:lnTo>
                  <a:lnTo>
                    <a:pt x="907655" y="923645"/>
                  </a:lnTo>
                  <a:lnTo>
                    <a:pt x="907852" y="923149"/>
                  </a:lnTo>
                  <a:lnTo>
                    <a:pt x="908049" y="922653"/>
                  </a:lnTo>
                  <a:lnTo>
                    <a:pt x="908246" y="922157"/>
                  </a:lnTo>
                  <a:lnTo>
                    <a:pt x="908443" y="921661"/>
                  </a:lnTo>
                  <a:lnTo>
                    <a:pt x="908640" y="921165"/>
                  </a:lnTo>
                  <a:lnTo>
                    <a:pt x="908837" y="920669"/>
                  </a:lnTo>
                  <a:lnTo>
                    <a:pt x="909034" y="920173"/>
                  </a:lnTo>
                  <a:lnTo>
                    <a:pt x="909231" y="919677"/>
                  </a:lnTo>
                  <a:lnTo>
                    <a:pt x="909428" y="919181"/>
                  </a:lnTo>
                  <a:lnTo>
                    <a:pt x="909625" y="918685"/>
                  </a:lnTo>
                  <a:lnTo>
                    <a:pt x="909822" y="918190"/>
                  </a:lnTo>
                  <a:lnTo>
                    <a:pt x="910019" y="917694"/>
                  </a:lnTo>
                  <a:lnTo>
                    <a:pt x="910217" y="917198"/>
                  </a:lnTo>
                  <a:lnTo>
                    <a:pt x="910414" y="916702"/>
                  </a:lnTo>
                  <a:lnTo>
                    <a:pt x="910611" y="916206"/>
                  </a:lnTo>
                  <a:lnTo>
                    <a:pt x="910808" y="915710"/>
                  </a:lnTo>
                  <a:lnTo>
                    <a:pt x="911005" y="915214"/>
                  </a:lnTo>
                  <a:lnTo>
                    <a:pt x="911202" y="914718"/>
                  </a:lnTo>
                  <a:lnTo>
                    <a:pt x="911329" y="914400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h3205"/>
            <p:cNvSpPr/>
            <p:nvPr/>
          </p:nvSpPr>
          <p:spPr>
            <a:xfrm>
              <a:off x="3102354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F">
                <a:alpha val="100000"/>
              </a:srgbClr>
            </a:solidFill>
            <a:ln w="5420" cap="flat">
              <a:solidFill>
                <a:srgbClr val="FFCC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h3206"/>
            <p:cNvSpPr/>
            <p:nvPr/>
          </p:nvSpPr>
          <p:spPr>
            <a:xfrm>
              <a:off x="3111795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h3207"/>
            <p:cNvSpPr/>
            <p:nvPr/>
          </p:nvSpPr>
          <p:spPr>
            <a:xfrm>
              <a:off x="3121235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h3208"/>
            <p:cNvSpPr/>
            <p:nvPr/>
          </p:nvSpPr>
          <p:spPr>
            <a:xfrm>
              <a:off x="3130675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h3209"/>
            <p:cNvSpPr/>
            <p:nvPr/>
          </p:nvSpPr>
          <p:spPr>
            <a:xfrm>
              <a:off x="3140115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h3210"/>
            <p:cNvSpPr/>
            <p:nvPr/>
          </p:nvSpPr>
          <p:spPr>
            <a:xfrm>
              <a:off x="314955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h3211"/>
            <p:cNvSpPr/>
            <p:nvPr/>
          </p:nvSpPr>
          <p:spPr>
            <a:xfrm>
              <a:off x="315899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h3212"/>
            <p:cNvSpPr/>
            <p:nvPr/>
          </p:nvSpPr>
          <p:spPr>
            <a:xfrm>
              <a:off x="316843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h3213"/>
            <p:cNvSpPr/>
            <p:nvPr/>
          </p:nvSpPr>
          <p:spPr>
            <a:xfrm>
              <a:off x="317787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h3214"/>
            <p:cNvSpPr/>
            <p:nvPr/>
          </p:nvSpPr>
          <p:spPr>
            <a:xfrm>
              <a:off x="3187316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h3215"/>
            <p:cNvSpPr/>
            <p:nvPr/>
          </p:nvSpPr>
          <p:spPr>
            <a:xfrm>
              <a:off x="3196757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h3216"/>
            <p:cNvSpPr/>
            <p:nvPr/>
          </p:nvSpPr>
          <p:spPr>
            <a:xfrm>
              <a:off x="3206197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h3217"/>
            <p:cNvSpPr/>
            <p:nvPr/>
          </p:nvSpPr>
          <p:spPr>
            <a:xfrm>
              <a:off x="3215637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h3218"/>
            <p:cNvSpPr/>
            <p:nvPr/>
          </p:nvSpPr>
          <p:spPr>
            <a:xfrm>
              <a:off x="3225077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h3219"/>
            <p:cNvSpPr/>
            <p:nvPr/>
          </p:nvSpPr>
          <p:spPr>
            <a:xfrm>
              <a:off x="323451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h3220"/>
            <p:cNvSpPr/>
            <p:nvPr/>
          </p:nvSpPr>
          <p:spPr>
            <a:xfrm>
              <a:off x="324395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h3221"/>
            <p:cNvSpPr/>
            <p:nvPr/>
          </p:nvSpPr>
          <p:spPr>
            <a:xfrm>
              <a:off x="325339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h3222"/>
            <p:cNvSpPr/>
            <p:nvPr/>
          </p:nvSpPr>
          <p:spPr>
            <a:xfrm>
              <a:off x="326283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h3223"/>
            <p:cNvSpPr/>
            <p:nvPr/>
          </p:nvSpPr>
          <p:spPr>
            <a:xfrm>
              <a:off x="327227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h3224"/>
            <p:cNvSpPr/>
            <p:nvPr/>
          </p:nvSpPr>
          <p:spPr>
            <a:xfrm>
              <a:off x="328171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h3225"/>
            <p:cNvSpPr/>
            <p:nvPr/>
          </p:nvSpPr>
          <p:spPr>
            <a:xfrm>
              <a:off x="329115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h3226"/>
            <p:cNvSpPr/>
            <p:nvPr/>
          </p:nvSpPr>
          <p:spPr>
            <a:xfrm>
              <a:off x="330059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h3227"/>
            <p:cNvSpPr/>
            <p:nvPr/>
          </p:nvSpPr>
          <p:spPr>
            <a:xfrm>
              <a:off x="331004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h3228"/>
            <p:cNvSpPr/>
            <p:nvPr/>
          </p:nvSpPr>
          <p:spPr>
            <a:xfrm>
              <a:off x="331948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h3229"/>
            <p:cNvSpPr/>
            <p:nvPr/>
          </p:nvSpPr>
          <p:spPr>
            <a:xfrm>
              <a:off x="332892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h3230"/>
            <p:cNvSpPr/>
            <p:nvPr/>
          </p:nvSpPr>
          <p:spPr>
            <a:xfrm>
              <a:off x="333836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h3231"/>
            <p:cNvSpPr/>
            <p:nvPr/>
          </p:nvSpPr>
          <p:spPr>
            <a:xfrm>
              <a:off x="3347801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h3232"/>
            <p:cNvSpPr/>
            <p:nvPr/>
          </p:nvSpPr>
          <p:spPr>
            <a:xfrm>
              <a:off x="3357241" y="2115082"/>
              <a:ext cx="917285" cy="914400"/>
            </a:xfrm>
            <a:custGeom>
              <a:avLst/>
              <a:pathLst>
                <a:path w="91728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7285" y="896830"/>
                  </a:lnTo>
                  <a:lnTo>
                    <a:pt x="916040" y="906870"/>
                  </a:lnTo>
                  <a:lnTo>
                    <a:pt x="914879" y="914400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h3233"/>
            <p:cNvSpPr/>
            <p:nvPr/>
          </p:nvSpPr>
          <p:spPr>
            <a:xfrm>
              <a:off x="2309374" y="2079943"/>
              <a:ext cx="914400" cy="916806"/>
            </a:xfrm>
            <a:custGeom>
              <a:avLst/>
              <a:pathLst>
                <a:path w="914400" h="916806">
                  <a:moveTo>
                    <a:pt x="914400" y="914400"/>
                  </a:moveTo>
                  <a:lnTo>
                    <a:pt x="914400" y="916806"/>
                  </a:lnTo>
                  <a:lnTo>
                    <a:pt x="913190" y="914734"/>
                  </a:lnTo>
                  <a:lnTo>
                    <a:pt x="913014" y="914400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h3234"/>
            <p:cNvSpPr/>
            <p:nvPr/>
          </p:nvSpPr>
          <p:spPr>
            <a:xfrm>
              <a:off x="2309374" y="2079943"/>
              <a:ext cx="923840" cy="931632"/>
            </a:xfrm>
            <a:custGeom>
              <a:avLst/>
              <a:pathLst>
                <a:path w="923840" h="931632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632"/>
                  </a:lnTo>
                  <a:lnTo>
                    <a:pt x="922120" y="929252"/>
                  </a:lnTo>
                  <a:lnTo>
                    <a:pt x="917553" y="922210"/>
                  </a:lnTo>
                  <a:lnTo>
                    <a:pt x="914400" y="916806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h3235"/>
            <p:cNvSpPr/>
            <p:nvPr/>
          </p:nvSpPr>
          <p:spPr>
            <a:xfrm>
              <a:off x="2318814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643" y="931969"/>
                  </a:lnTo>
                  <a:lnTo>
                    <a:pt x="914400" y="931632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h3236"/>
            <p:cNvSpPr/>
            <p:nvPr/>
          </p:nvSpPr>
          <p:spPr>
            <a:xfrm>
              <a:off x="2328255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h3237"/>
            <p:cNvSpPr/>
            <p:nvPr/>
          </p:nvSpPr>
          <p:spPr>
            <a:xfrm>
              <a:off x="2337695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2347135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2356575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2366016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237545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2384896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239433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2403777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2413217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2422657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2432097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244153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2450978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246041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2469858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247929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2488739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249817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2507619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251705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2526500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253594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2545380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255482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2564261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2573701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2583141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2592581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2602022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2611462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2620902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2630342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2649223" y="209751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4156" y="896830"/>
                  </a:lnTo>
                  <a:lnTo>
                    <a:pt x="914400" y="89738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2649223" y="2097513"/>
              <a:ext cx="921064" cy="914400"/>
            </a:xfrm>
            <a:custGeom>
              <a:avLst/>
              <a:pathLst>
                <a:path w="921064" h="914400">
                  <a:moveTo>
                    <a:pt x="914400" y="914400"/>
                  </a:moveTo>
                  <a:lnTo>
                    <a:pt x="914400" y="897388"/>
                  </a:lnTo>
                  <a:lnTo>
                    <a:pt x="916170" y="901451"/>
                  </a:lnTo>
                  <a:lnTo>
                    <a:pt x="919688" y="910454"/>
                  </a:lnTo>
                  <a:lnTo>
                    <a:pt x="921064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3102354" y="209751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329" y="914400"/>
                  </a:lnTo>
                  <a:lnTo>
                    <a:pt x="911400" y="914222"/>
                  </a:lnTo>
                  <a:lnTo>
                    <a:pt x="914400" y="907053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3111795" y="2079943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4623"/>
                  </a:lnTo>
                  <a:lnTo>
                    <a:pt x="905382" y="923613"/>
                  </a:lnTo>
                  <a:lnTo>
                    <a:pt x="909016" y="915758"/>
                  </a:lnTo>
                  <a:lnTo>
                    <a:pt x="909710" y="914400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3111795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3121235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3130675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3140115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314955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315899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316843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317787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3187316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3196757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3206197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3215637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3225077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323451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324395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325339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326283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327227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328171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329115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330059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331004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331948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332892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333836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3347801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3357241" y="2097513"/>
              <a:ext cx="918801" cy="914400"/>
            </a:xfrm>
            <a:custGeom>
              <a:avLst/>
              <a:pathLst>
                <a:path w="91880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801" y="896830"/>
                  </a:lnTo>
                  <a:lnTo>
                    <a:pt x="918413" y="902718"/>
                  </a:lnTo>
                  <a:lnTo>
                    <a:pt x="917380" y="913637"/>
                  </a:lnTo>
                  <a:lnTo>
                    <a:pt x="917285" y="914400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2299934" y="2062373"/>
              <a:ext cx="914400" cy="915741"/>
            </a:xfrm>
            <a:custGeom>
              <a:avLst/>
              <a:pathLst>
                <a:path w="914400" h="915741">
                  <a:moveTo>
                    <a:pt x="914400" y="914400"/>
                  </a:moveTo>
                  <a:lnTo>
                    <a:pt x="914400" y="915741"/>
                  </a:lnTo>
                  <a:lnTo>
                    <a:pt x="913829" y="914400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2299934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2455" y="931969"/>
                  </a:lnTo>
                  <a:lnTo>
                    <a:pt x="918483" y="924412"/>
                  </a:lnTo>
                  <a:lnTo>
                    <a:pt x="914564" y="916128"/>
                  </a:lnTo>
                  <a:lnTo>
                    <a:pt x="914400" y="915741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2309374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2318814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2328255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2337695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2347135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2356575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2366016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237545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2384896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239433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2403777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2413217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2422657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2432097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244153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2450978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246041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2469858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247929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2488739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249817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2507619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251705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2526500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253594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2545380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255482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2564261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2573701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2583141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2592581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2602022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2611462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2620902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2630342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2639783" y="2079943"/>
              <a:ext cx="923596" cy="914400"/>
            </a:xfrm>
            <a:custGeom>
              <a:avLst/>
              <a:pathLst>
                <a:path w="923596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4987" y="896830"/>
                  </a:lnTo>
                  <a:lnTo>
                    <a:pt x="917835" y="902114"/>
                  </a:lnTo>
                  <a:lnTo>
                    <a:pt x="921843" y="910376"/>
                  </a:lnTo>
                  <a:lnTo>
                    <a:pt x="923596" y="914400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3111795" y="207994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9710" y="914400"/>
                  </a:lnTo>
                  <a:lnTo>
                    <a:pt x="912854" y="908244"/>
                  </a:lnTo>
                  <a:lnTo>
                    <a:pt x="914399" y="905501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3121235" y="2062373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3071"/>
                  </a:lnTo>
                  <a:lnTo>
                    <a:pt x="907445" y="918661"/>
                  </a:lnTo>
                  <a:lnTo>
                    <a:pt x="909967" y="914400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3121235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3130675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3140115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314955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315899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316843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317787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3187316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3196757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3206197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3215637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3225077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323451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324395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325339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326283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327227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328171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329115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330059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331004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331948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332892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333836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3347801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3357241" y="2079943"/>
              <a:ext cx="919561" cy="914400"/>
            </a:xfrm>
            <a:custGeom>
              <a:avLst/>
              <a:pathLst>
                <a:path w="91956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9561" y="896830"/>
                  </a:lnTo>
                  <a:lnTo>
                    <a:pt x="919549" y="898222"/>
                  </a:lnTo>
                  <a:lnTo>
                    <a:pt x="919137" y="909283"/>
                  </a:lnTo>
                  <a:lnTo>
                    <a:pt x="918801" y="914400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2299934" y="204480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3829" y="931969"/>
                  </a:lnTo>
                  <a:lnTo>
                    <a:pt x="910883" y="925043"/>
                  </a:lnTo>
                  <a:lnTo>
                    <a:pt x="907451" y="916042"/>
                  </a:lnTo>
                  <a:lnTo>
                    <a:pt x="906892" y="914400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2299934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2309374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2318814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2328255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2337695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2347135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2356575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2366016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237545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2384896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239433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2403777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2413217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2422657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2432097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244153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2450978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246041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2469858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247929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2488739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249817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2507619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251705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2526500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253594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2545380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255482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2564261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2573701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2583141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2592581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2602022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2611462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2630342" y="206237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495" y="896830"/>
                  </a:lnTo>
                  <a:lnTo>
                    <a:pt x="913929" y="897413"/>
                  </a:lnTo>
                  <a:lnTo>
                    <a:pt x="914400" y="89811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2639783" y="206237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8118"/>
                  </a:lnTo>
                  <a:lnTo>
                    <a:pt x="909146" y="904395"/>
                  </a:lnTo>
                  <a:lnTo>
                    <a:pt x="913599" y="911826"/>
                  </a:lnTo>
                  <a:lnTo>
                    <a:pt x="914399" y="91331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2639783" y="2062373"/>
              <a:ext cx="914987" cy="914400"/>
            </a:xfrm>
            <a:custGeom>
              <a:avLst/>
              <a:pathLst>
                <a:path w="914987" h="914400">
                  <a:moveTo>
                    <a:pt x="914399" y="914400"/>
                  </a:moveTo>
                  <a:lnTo>
                    <a:pt x="914399" y="913310"/>
                  </a:lnTo>
                  <a:lnTo>
                    <a:pt x="914987" y="914400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3121235" y="206237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9967" y="914400"/>
                  </a:lnTo>
                  <a:lnTo>
                    <a:pt x="914399" y="906913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3130675" y="204480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4483"/>
                  </a:lnTo>
                  <a:lnTo>
                    <a:pt x="909787" y="916250"/>
                  </a:lnTo>
                  <a:lnTo>
                    <a:pt x="909861" y="915922"/>
                  </a:lnTo>
                  <a:lnTo>
                    <a:pt x="909935" y="915595"/>
                  </a:lnTo>
                  <a:lnTo>
                    <a:pt x="910009" y="915267"/>
                  </a:lnTo>
                  <a:lnTo>
                    <a:pt x="910083" y="914939"/>
                  </a:lnTo>
                  <a:lnTo>
                    <a:pt x="910157" y="914611"/>
                  </a:lnTo>
                  <a:lnTo>
                    <a:pt x="910205" y="914400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3130675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3140115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314955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315899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316843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317787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3187316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3196757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3206197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3215637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3225077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323451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324395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325339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326283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327227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328171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329115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330059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331004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331948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332892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333836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3347801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3357241" y="2062373"/>
              <a:ext cx="919910" cy="914400"/>
            </a:xfrm>
            <a:custGeom>
              <a:avLst/>
              <a:pathLst>
                <a:path w="91991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9910" y="896830"/>
                  </a:lnTo>
                  <a:lnTo>
                    <a:pt x="919517" y="897955"/>
                  </a:lnTo>
                  <a:lnTo>
                    <a:pt x="919647" y="904706"/>
                  </a:lnTo>
                  <a:lnTo>
                    <a:pt x="919561" y="914400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2290494" y="2027233"/>
              <a:ext cx="914400" cy="926294"/>
            </a:xfrm>
            <a:custGeom>
              <a:avLst/>
              <a:pathLst>
                <a:path w="914400" h="926294">
                  <a:moveTo>
                    <a:pt x="914400" y="914400"/>
                  </a:moveTo>
                  <a:lnTo>
                    <a:pt x="914400" y="926294"/>
                  </a:lnTo>
                  <a:lnTo>
                    <a:pt x="913717" y="924288"/>
                  </a:lnTo>
                  <a:lnTo>
                    <a:pt x="910808" y="914668"/>
                  </a:lnTo>
                  <a:lnTo>
                    <a:pt x="910737" y="914400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2290494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332" y="931969"/>
                  </a:lnTo>
                  <a:lnTo>
                    <a:pt x="914400" y="926294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2299934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2309374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2318814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2328255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2337695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2347135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2356575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2366016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237545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2384896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239433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2403777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2413217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2422657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2432097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244153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2450978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246041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2469858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247929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2488739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249817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2507619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251705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2526500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253594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2545380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255482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2564261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2573701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2583141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2592581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2602022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2620902" y="204480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302" y="896909"/>
                  </a:lnTo>
                  <a:lnTo>
                    <a:pt x="913493" y="902437"/>
                  </a:lnTo>
                  <a:lnTo>
                    <a:pt x="914399" y="903525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2620902" y="2044803"/>
              <a:ext cx="922935" cy="914400"/>
            </a:xfrm>
            <a:custGeom>
              <a:avLst/>
              <a:pathLst>
                <a:path w="922935" h="914400">
                  <a:moveTo>
                    <a:pt x="914399" y="914400"/>
                  </a:moveTo>
                  <a:lnTo>
                    <a:pt x="914399" y="903525"/>
                  </a:lnTo>
                  <a:lnTo>
                    <a:pt x="918520" y="908467"/>
                  </a:lnTo>
                  <a:lnTo>
                    <a:pt x="922935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3130675" y="202723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231" y="931853"/>
                  </a:lnTo>
                  <a:lnTo>
                    <a:pt x="910305" y="931526"/>
                  </a:lnTo>
                  <a:lnTo>
                    <a:pt x="910380" y="931198"/>
                  </a:lnTo>
                  <a:lnTo>
                    <a:pt x="910454" y="930870"/>
                  </a:lnTo>
                  <a:lnTo>
                    <a:pt x="910528" y="930542"/>
                  </a:lnTo>
                  <a:lnTo>
                    <a:pt x="910602" y="930214"/>
                  </a:lnTo>
                  <a:lnTo>
                    <a:pt x="910676" y="929887"/>
                  </a:lnTo>
                  <a:lnTo>
                    <a:pt x="910750" y="929559"/>
                  </a:lnTo>
                  <a:lnTo>
                    <a:pt x="910824" y="929231"/>
                  </a:lnTo>
                  <a:lnTo>
                    <a:pt x="910898" y="928903"/>
                  </a:lnTo>
                  <a:lnTo>
                    <a:pt x="910973" y="928576"/>
                  </a:lnTo>
                  <a:lnTo>
                    <a:pt x="911047" y="928248"/>
                  </a:lnTo>
                  <a:lnTo>
                    <a:pt x="911121" y="927920"/>
                  </a:lnTo>
                  <a:lnTo>
                    <a:pt x="911195" y="927592"/>
                  </a:lnTo>
                  <a:lnTo>
                    <a:pt x="911269" y="927264"/>
                  </a:lnTo>
                  <a:lnTo>
                    <a:pt x="911343" y="926937"/>
                  </a:lnTo>
                  <a:lnTo>
                    <a:pt x="911445" y="926486"/>
                  </a:lnTo>
                  <a:lnTo>
                    <a:pt x="911021" y="919941"/>
                  </a:lnTo>
                  <a:lnTo>
                    <a:pt x="910811" y="914400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3130675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3140115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314955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315899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316843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317787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3187316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3196757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3206197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3215637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3225077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323451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324395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325339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326283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327227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328171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329115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330059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331004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331948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332892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333836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3347801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3357241" y="204480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2622"/>
                  </a:lnTo>
                  <a:lnTo>
                    <a:pt x="922335" y="907456"/>
                  </a:lnTo>
                  <a:lnTo>
                    <a:pt x="919910" y="914400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3366681" y="2027233"/>
              <a:ext cx="916157" cy="920191"/>
            </a:xfrm>
            <a:custGeom>
              <a:avLst/>
              <a:pathLst>
                <a:path w="916157" h="920191">
                  <a:moveTo>
                    <a:pt x="914400" y="914400"/>
                  </a:moveTo>
                  <a:lnTo>
                    <a:pt x="916157" y="914400"/>
                  </a:lnTo>
                  <a:lnTo>
                    <a:pt x="915810" y="915659"/>
                  </a:lnTo>
                  <a:lnTo>
                    <a:pt x="914400" y="920191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2290494" y="200966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737" y="931969"/>
                  </a:lnTo>
                  <a:lnTo>
                    <a:pt x="908175" y="922348"/>
                  </a:lnTo>
                  <a:lnTo>
                    <a:pt x="907654" y="920255"/>
                  </a:lnTo>
                  <a:lnTo>
                    <a:pt x="907135" y="918175"/>
                  </a:lnTo>
                  <a:lnTo>
                    <a:pt x="906617" y="916094"/>
                  </a:lnTo>
                  <a:lnTo>
                    <a:pt x="906195" y="914400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2290494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2299934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2309374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2318814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2328255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2337695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2347135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2356575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2366016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237545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2384896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239433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2403777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2413217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2422657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2432097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244153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2450978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246041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2469858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247929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2488739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249817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2507619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251705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2526500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253594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2545380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255482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2564261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2573701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2592581" y="20272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759" y="896878"/>
                  </a:lnTo>
                  <a:lnTo>
                    <a:pt x="914028" y="897052"/>
                  </a:lnTo>
                  <a:lnTo>
                    <a:pt x="914400" y="897293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2602022" y="202723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7293"/>
                  </a:lnTo>
                  <a:lnTo>
                    <a:pt x="905126" y="897400"/>
                  </a:lnTo>
                  <a:lnTo>
                    <a:pt x="905394" y="897574"/>
                  </a:lnTo>
                  <a:lnTo>
                    <a:pt x="905663" y="897748"/>
                  </a:lnTo>
                  <a:lnTo>
                    <a:pt x="905932" y="897922"/>
                  </a:lnTo>
                  <a:lnTo>
                    <a:pt x="906201" y="898096"/>
                  </a:lnTo>
                  <a:lnTo>
                    <a:pt x="906470" y="898270"/>
                  </a:lnTo>
                  <a:lnTo>
                    <a:pt x="906739" y="898444"/>
                  </a:lnTo>
                  <a:lnTo>
                    <a:pt x="907008" y="898618"/>
                  </a:lnTo>
                  <a:lnTo>
                    <a:pt x="907277" y="898792"/>
                  </a:lnTo>
                  <a:lnTo>
                    <a:pt x="907546" y="898966"/>
                  </a:lnTo>
                  <a:lnTo>
                    <a:pt x="907814" y="899140"/>
                  </a:lnTo>
                  <a:lnTo>
                    <a:pt x="908083" y="899314"/>
                  </a:lnTo>
                  <a:lnTo>
                    <a:pt x="908352" y="899488"/>
                  </a:lnTo>
                  <a:lnTo>
                    <a:pt x="908621" y="899663"/>
                  </a:lnTo>
                  <a:lnTo>
                    <a:pt x="908890" y="899837"/>
                  </a:lnTo>
                  <a:lnTo>
                    <a:pt x="909159" y="900011"/>
                  </a:lnTo>
                  <a:lnTo>
                    <a:pt x="909428" y="900185"/>
                  </a:lnTo>
                  <a:lnTo>
                    <a:pt x="909696" y="900359"/>
                  </a:lnTo>
                  <a:lnTo>
                    <a:pt x="909965" y="900533"/>
                  </a:lnTo>
                  <a:lnTo>
                    <a:pt x="910234" y="900707"/>
                  </a:lnTo>
                  <a:lnTo>
                    <a:pt x="910503" y="900881"/>
                  </a:lnTo>
                  <a:lnTo>
                    <a:pt x="910772" y="901055"/>
                  </a:lnTo>
                  <a:lnTo>
                    <a:pt x="914399" y="903607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2611462" y="20272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3607"/>
                  </a:lnTo>
                  <a:lnTo>
                    <a:pt x="906926" y="904990"/>
                  </a:lnTo>
                  <a:lnTo>
                    <a:pt x="912401" y="909468"/>
                  </a:lnTo>
                  <a:lnTo>
                    <a:pt x="914400" y="911343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2611462" y="2027233"/>
              <a:ext cx="917657" cy="914400"/>
            </a:xfrm>
            <a:custGeom>
              <a:avLst/>
              <a:pathLst>
                <a:path w="917657" h="914400">
                  <a:moveTo>
                    <a:pt x="914400" y="914400"/>
                  </a:moveTo>
                  <a:lnTo>
                    <a:pt x="914400" y="911343"/>
                  </a:lnTo>
                  <a:lnTo>
                    <a:pt x="917657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3130675" y="200966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811" y="931969"/>
                  </a:lnTo>
                  <a:lnTo>
                    <a:pt x="910623" y="927008"/>
                  </a:lnTo>
                  <a:lnTo>
                    <a:pt x="910541" y="923609"/>
                  </a:lnTo>
                  <a:lnTo>
                    <a:pt x="910458" y="920213"/>
                  </a:lnTo>
                  <a:lnTo>
                    <a:pt x="910375" y="916816"/>
                  </a:lnTo>
                  <a:lnTo>
                    <a:pt x="910316" y="914400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3130675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3140115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314955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315899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316843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317787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3187316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3196757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3206197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3215637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3225077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323451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324395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325339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326283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327227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328171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329115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330059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331004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331948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332892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333836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3347801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3357241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3366681" y="2027233"/>
              <a:ext cx="920685" cy="914400"/>
            </a:xfrm>
            <a:custGeom>
              <a:avLst/>
              <a:pathLst>
                <a:path w="92068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685" y="896830"/>
                  </a:lnTo>
                  <a:lnTo>
                    <a:pt x="918464" y="906027"/>
                  </a:lnTo>
                  <a:lnTo>
                    <a:pt x="916157" y="914400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2281053" y="1992094"/>
              <a:ext cx="914400" cy="927015"/>
            </a:xfrm>
            <a:custGeom>
              <a:avLst/>
              <a:pathLst>
                <a:path w="914400" h="927015">
                  <a:moveTo>
                    <a:pt x="914400" y="914400"/>
                  </a:moveTo>
                  <a:lnTo>
                    <a:pt x="914400" y="927015"/>
                  </a:lnTo>
                  <a:lnTo>
                    <a:pt x="913982" y="925342"/>
                  </a:lnTo>
                  <a:lnTo>
                    <a:pt x="913463" y="923262"/>
                  </a:lnTo>
                  <a:lnTo>
                    <a:pt x="913181" y="922132"/>
                  </a:lnTo>
                  <a:lnTo>
                    <a:pt x="911754" y="920336"/>
                  </a:lnTo>
                  <a:lnTo>
                    <a:pt x="907526" y="914400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2281053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635" y="931969"/>
                  </a:lnTo>
                  <a:lnTo>
                    <a:pt x="915539" y="931584"/>
                  </a:lnTo>
                  <a:lnTo>
                    <a:pt x="915020" y="929503"/>
                  </a:lnTo>
                  <a:lnTo>
                    <a:pt x="914501" y="927423"/>
                  </a:lnTo>
                  <a:lnTo>
                    <a:pt x="914400" y="927015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2290494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2299934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2309374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2318814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2328255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2337695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2347135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2356575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2366016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237545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2384896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239433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2403777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2413217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2422657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2432097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244153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2450978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246041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2469858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247929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2488739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249817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2507619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251705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2526500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253594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2545380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255482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2564261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2583141" y="200966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970" y="896830"/>
                  </a:lnTo>
                  <a:lnTo>
                    <a:pt x="914399" y="897656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2583141" y="2009664"/>
              <a:ext cx="923124" cy="914400"/>
            </a:xfrm>
            <a:custGeom>
              <a:avLst/>
              <a:pathLst>
                <a:path w="923124" h="914400">
                  <a:moveTo>
                    <a:pt x="914399" y="914400"/>
                  </a:moveTo>
                  <a:lnTo>
                    <a:pt x="914399" y="897656"/>
                  </a:lnTo>
                  <a:lnTo>
                    <a:pt x="917249" y="903143"/>
                  </a:lnTo>
                  <a:lnTo>
                    <a:pt x="922661" y="914100"/>
                  </a:lnTo>
                  <a:lnTo>
                    <a:pt x="922930" y="914274"/>
                  </a:lnTo>
                  <a:lnTo>
                    <a:pt x="923124" y="914400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3130675" y="199209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316" y="931969"/>
                  </a:lnTo>
                  <a:lnTo>
                    <a:pt x="910292" y="930989"/>
                  </a:lnTo>
                  <a:lnTo>
                    <a:pt x="910210" y="927593"/>
                  </a:lnTo>
                  <a:lnTo>
                    <a:pt x="910127" y="924196"/>
                  </a:lnTo>
                  <a:lnTo>
                    <a:pt x="910044" y="920800"/>
                  </a:lnTo>
                  <a:lnTo>
                    <a:pt x="909961" y="917401"/>
                  </a:lnTo>
                  <a:lnTo>
                    <a:pt x="909930" y="91440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3130675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3140115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314955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315899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316843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317787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3187316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3196757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3206197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3215637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3225077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323451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324395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325339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326283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327227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328171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329115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330059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331004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331948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332892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333836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3347801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3357241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3366681" y="2009664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898671"/>
                  </a:lnTo>
                  <a:lnTo>
                    <a:pt x="922956" y="903636"/>
                  </a:lnTo>
                  <a:lnTo>
                    <a:pt x="920848" y="913724"/>
                  </a:lnTo>
                  <a:lnTo>
                    <a:pt x="920685" y="914400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3376121" y="1992094"/>
              <a:ext cx="914727" cy="916241"/>
            </a:xfrm>
            <a:custGeom>
              <a:avLst/>
              <a:pathLst>
                <a:path w="914727" h="916241">
                  <a:moveTo>
                    <a:pt x="914400" y="914400"/>
                  </a:moveTo>
                  <a:lnTo>
                    <a:pt x="914727" y="914400"/>
                  </a:lnTo>
                  <a:lnTo>
                    <a:pt x="914400" y="916241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2271613" y="1974524"/>
              <a:ext cx="914400" cy="928031"/>
            </a:xfrm>
            <a:custGeom>
              <a:avLst/>
              <a:pathLst>
                <a:path w="914400" h="928031">
                  <a:moveTo>
                    <a:pt x="914400" y="914400"/>
                  </a:moveTo>
                  <a:lnTo>
                    <a:pt x="914400" y="928031"/>
                  </a:lnTo>
                  <a:lnTo>
                    <a:pt x="912048" y="924361"/>
                  </a:lnTo>
                  <a:lnTo>
                    <a:pt x="907769" y="916948"/>
                  </a:lnTo>
                  <a:lnTo>
                    <a:pt x="906442" y="914400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2271613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966" y="931969"/>
                  </a:lnTo>
                  <a:lnTo>
                    <a:pt x="916528" y="931353"/>
                  </a:lnTo>
                  <a:lnTo>
                    <a:pt x="914400" y="928031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2281053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2290494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2299934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2309374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2318814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2328255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2337695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2347135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2356575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2366016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237545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2384896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239433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2403777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2413217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2422657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2432097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244153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2450978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246041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2469858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247929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2488739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249817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2507619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251705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2526500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253594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2545380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255482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2573701" y="1992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781" y="896830"/>
                  </a:lnTo>
                  <a:lnTo>
                    <a:pt x="913194" y="897401"/>
                  </a:lnTo>
                  <a:lnTo>
                    <a:pt x="914400" y="89926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2573701" y="1992094"/>
              <a:ext cx="923411" cy="914400"/>
            </a:xfrm>
            <a:custGeom>
              <a:avLst/>
              <a:pathLst>
                <a:path w="923411" h="914400">
                  <a:moveTo>
                    <a:pt x="914400" y="914400"/>
                  </a:moveTo>
                  <a:lnTo>
                    <a:pt x="914400" y="899268"/>
                  </a:lnTo>
                  <a:lnTo>
                    <a:pt x="917917" y="904714"/>
                  </a:lnTo>
                  <a:lnTo>
                    <a:pt x="922420" y="912492"/>
                  </a:lnTo>
                  <a:lnTo>
                    <a:pt x="923411" y="91440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3130675" y="197452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930" y="931969"/>
                  </a:lnTo>
                  <a:lnTo>
                    <a:pt x="909847" y="923777"/>
                  </a:lnTo>
                  <a:lnTo>
                    <a:pt x="910019" y="914400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3130675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3140115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314955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315899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316843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317787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3187316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3196757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3206197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3215637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3225077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323451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324395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325339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326283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327227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328171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329115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330059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331004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331948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332892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333836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3347801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3357241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3366681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3376121" y="1992094"/>
              <a:ext cx="917640" cy="914400"/>
            </a:xfrm>
            <a:custGeom>
              <a:avLst/>
              <a:pathLst>
                <a:path w="9176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7640" y="896830"/>
                  </a:lnTo>
                  <a:lnTo>
                    <a:pt x="917346" y="898638"/>
                  </a:lnTo>
                  <a:lnTo>
                    <a:pt x="916845" y="901707"/>
                  </a:lnTo>
                  <a:lnTo>
                    <a:pt x="916345" y="904777"/>
                  </a:lnTo>
                  <a:lnTo>
                    <a:pt x="915846" y="907847"/>
                  </a:lnTo>
                  <a:lnTo>
                    <a:pt x="915344" y="910930"/>
                  </a:lnTo>
                  <a:lnTo>
                    <a:pt x="914727" y="91440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2262173" y="1956954"/>
              <a:ext cx="914400" cy="929122"/>
            </a:xfrm>
            <a:custGeom>
              <a:avLst/>
              <a:pathLst>
                <a:path w="914400" h="929122">
                  <a:moveTo>
                    <a:pt x="914400" y="914400"/>
                  </a:moveTo>
                  <a:lnTo>
                    <a:pt x="914400" y="929122"/>
                  </a:lnTo>
                  <a:lnTo>
                    <a:pt x="913141" y="926704"/>
                  </a:lnTo>
                  <a:lnTo>
                    <a:pt x="909294" y="918510"/>
                  </a:lnTo>
                  <a:lnTo>
                    <a:pt x="907558" y="914400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2262173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882" y="931969"/>
                  </a:lnTo>
                  <a:lnTo>
                    <a:pt x="914400" y="929122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2271613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148">
                <a:alpha val="100000"/>
              </a:srgbClr>
            </a:solidFill>
            <a:ln w="5420" cap="flat">
              <a:solidFill>
                <a:srgbClr val="F1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2281053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2290494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2299934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2309374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2318814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2328255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2337695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2347135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2356575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2366016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237545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2384896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239433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2403777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2413217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2422657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2432097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244153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2450978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246041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2469858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247929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2488739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249817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2507619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251705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2526500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2535940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2545380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2564261" y="197452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013" y="896830"/>
                  </a:lnTo>
                  <a:lnTo>
                    <a:pt x="912584" y="901828"/>
                  </a:lnTo>
                  <a:lnTo>
                    <a:pt x="914399" y="90406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2564261" y="1974524"/>
              <a:ext cx="922221" cy="914400"/>
            </a:xfrm>
            <a:custGeom>
              <a:avLst/>
              <a:pathLst>
                <a:path w="922221" h="914400">
                  <a:moveTo>
                    <a:pt x="914399" y="914400"/>
                  </a:moveTo>
                  <a:lnTo>
                    <a:pt x="914399" y="904068"/>
                  </a:lnTo>
                  <a:lnTo>
                    <a:pt x="917705" y="908146"/>
                  </a:lnTo>
                  <a:lnTo>
                    <a:pt x="922221" y="914400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3130675" y="195695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019" y="931969"/>
                  </a:lnTo>
                  <a:lnTo>
                    <a:pt x="910053" y="930157"/>
                  </a:lnTo>
                  <a:lnTo>
                    <a:pt x="910577" y="919004"/>
                  </a:lnTo>
                  <a:lnTo>
                    <a:pt x="910927" y="914400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3130675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3140115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314955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315899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316843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317787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3187316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3196757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3206197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3215637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3225077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323451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324395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325339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326283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327227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328171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329115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330059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3310040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3319480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3328920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3338360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3347801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3357241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3366681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3376121" y="1974524"/>
              <a:ext cx="920397" cy="914400"/>
            </a:xfrm>
            <a:custGeom>
              <a:avLst/>
              <a:pathLst>
                <a:path w="920397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397" y="896830"/>
                  </a:lnTo>
                  <a:lnTo>
                    <a:pt x="919351" y="903916"/>
                  </a:lnTo>
                  <a:lnTo>
                    <a:pt x="918847" y="906999"/>
                  </a:lnTo>
                  <a:lnTo>
                    <a:pt x="918347" y="910068"/>
                  </a:lnTo>
                  <a:lnTo>
                    <a:pt x="917846" y="913138"/>
                  </a:lnTo>
                  <a:lnTo>
                    <a:pt x="917640" y="914400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2252733" y="1939384"/>
              <a:ext cx="914400" cy="925626"/>
            </a:xfrm>
            <a:custGeom>
              <a:avLst/>
              <a:pathLst>
                <a:path w="914400" h="925626">
                  <a:moveTo>
                    <a:pt x="914400" y="914400"/>
                  </a:moveTo>
                  <a:lnTo>
                    <a:pt x="914400" y="925626"/>
                  </a:lnTo>
                  <a:lnTo>
                    <a:pt x="911749" y="918638"/>
                  </a:lnTo>
                  <a:lnTo>
                    <a:pt x="910310" y="914400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2252733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998" y="931969"/>
                  </a:lnTo>
                  <a:lnTo>
                    <a:pt x="915121" y="927527"/>
                  </a:lnTo>
                  <a:lnTo>
                    <a:pt x="914400" y="925626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2262173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2271613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2281053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2290494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2299934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2309374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2318814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2328255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2337695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2347135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2356575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2366016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237545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2384896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239433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2403777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2413217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2422657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2432097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244153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2450978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246041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2469858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247929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2488739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249817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2507619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251705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2526500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2545380" y="195695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243" y="896830"/>
                  </a:lnTo>
                  <a:lnTo>
                    <a:pt x="914399" y="89938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2554820" y="195695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9388"/>
                  </a:lnTo>
                  <a:lnTo>
                    <a:pt x="906834" y="903462"/>
                  </a:lnTo>
                  <a:lnTo>
                    <a:pt x="907059" y="903693"/>
                  </a:lnTo>
                  <a:lnTo>
                    <a:pt x="907284" y="903923"/>
                  </a:lnTo>
                  <a:lnTo>
                    <a:pt x="907509" y="904153"/>
                  </a:lnTo>
                  <a:lnTo>
                    <a:pt x="907734" y="904384"/>
                  </a:lnTo>
                  <a:lnTo>
                    <a:pt x="907959" y="904614"/>
                  </a:lnTo>
                  <a:lnTo>
                    <a:pt x="908184" y="904845"/>
                  </a:lnTo>
                  <a:lnTo>
                    <a:pt x="908409" y="905075"/>
                  </a:lnTo>
                  <a:lnTo>
                    <a:pt x="908634" y="905306"/>
                  </a:lnTo>
                  <a:lnTo>
                    <a:pt x="908859" y="905536"/>
                  </a:lnTo>
                  <a:lnTo>
                    <a:pt x="909084" y="905767"/>
                  </a:lnTo>
                  <a:lnTo>
                    <a:pt x="909309" y="905997"/>
                  </a:lnTo>
                  <a:lnTo>
                    <a:pt x="909534" y="906228"/>
                  </a:lnTo>
                  <a:lnTo>
                    <a:pt x="909759" y="906458"/>
                  </a:lnTo>
                  <a:lnTo>
                    <a:pt x="909984" y="906689"/>
                  </a:lnTo>
                  <a:lnTo>
                    <a:pt x="910209" y="906919"/>
                  </a:lnTo>
                  <a:lnTo>
                    <a:pt x="910433" y="907150"/>
                  </a:lnTo>
                  <a:lnTo>
                    <a:pt x="910658" y="907380"/>
                  </a:lnTo>
                  <a:lnTo>
                    <a:pt x="910883" y="907611"/>
                  </a:lnTo>
                  <a:lnTo>
                    <a:pt x="911108" y="907841"/>
                  </a:lnTo>
                  <a:lnTo>
                    <a:pt x="911333" y="908072"/>
                  </a:lnTo>
                  <a:lnTo>
                    <a:pt x="911558" y="908302"/>
                  </a:lnTo>
                  <a:lnTo>
                    <a:pt x="911783" y="908533"/>
                  </a:lnTo>
                  <a:lnTo>
                    <a:pt x="912007" y="908764"/>
                  </a:lnTo>
                  <a:lnTo>
                    <a:pt x="912232" y="908994"/>
                  </a:lnTo>
                  <a:lnTo>
                    <a:pt x="912457" y="909225"/>
                  </a:lnTo>
                  <a:lnTo>
                    <a:pt x="912682" y="909455"/>
                  </a:lnTo>
                  <a:lnTo>
                    <a:pt x="912907" y="909686"/>
                  </a:lnTo>
                  <a:lnTo>
                    <a:pt x="913131" y="909916"/>
                  </a:lnTo>
                  <a:lnTo>
                    <a:pt x="913356" y="910147"/>
                  </a:lnTo>
                  <a:lnTo>
                    <a:pt x="913581" y="910377"/>
                  </a:lnTo>
                  <a:lnTo>
                    <a:pt x="913806" y="910608"/>
                  </a:lnTo>
                  <a:lnTo>
                    <a:pt x="914031" y="910839"/>
                  </a:lnTo>
                  <a:lnTo>
                    <a:pt x="914255" y="911069"/>
                  </a:lnTo>
                  <a:lnTo>
                    <a:pt x="914400" y="911217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2554820" y="1956954"/>
              <a:ext cx="917453" cy="914400"/>
            </a:xfrm>
            <a:custGeom>
              <a:avLst/>
              <a:pathLst>
                <a:path w="917453" h="914400">
                  <a:moveTo>
                    <a:pt x="914400" y="914400"/>
                  </a:moveTo>
                  <a:lnTo>
                    <a:pt x="914480" y="911300"/>
                  </a:lnTo>
                  <a:lnTo>
                    <a:pt x="914705" y="911530"/>
                  </a:lnTo>
                  <a:lnTo>
                    <a:pt x="914929" y="911761"/>
                  </a:lnTo>
                  <a:lnTo>
                    <a:pt x="915154" y="911992"/>
                  </a:lnTo>
                  <a:lnTo>
                    <a:pt x="915379" y="912222"/>
                  </a:lnTo>
                  <a:lnTo>
                    <a:pt x="915604" y="912453"/>
                  </a:lnTo>
                  <a:lnTo>
                    <a:pt x="915828" y="912683"/>
                  </a:lnTo>
                  <a:lnTo>
                    <a:pt x="916053" y="912914"/>
                  </a:lnTo>
                  <a:lnTo>
                    <a:pt x="916278" y="913145"/>
                  </a:lnTo>
                  <a:lnTo>
                    <a:pt x="916502" y="913375"/>
                  </a:lnTo>
                  <a:lnTo>
                    <a:pt x="916727" y="913606"/>
                  </a:lnTo>
                  <a:lnTo>
                    <a:pt x="917453" y="914400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3130675" y="193938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927" y="931969"/>
                  </a:lnTo>
                  <a:lnTo>
                    <a:pt x="911419" y="925489"/>
                  </a:lnTo>
                  <a:lnTo>
                    <a:pt x="912590" y="914400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3130675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3140115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314955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315899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316843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317787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3187316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3196757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3206197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3215637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3225077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323451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324395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325339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326283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327227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328171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329115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330059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3310040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3319480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3328920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3338360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3347801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3357241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3366681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3376121" y="1956954"/>
              <a:ext cx="922489" cy="914400"/>
            </a:xfrm>
            <a:custGeom>
              <a:avLst/>
              <a:pathLst>
                <a:path w="922489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489" y="896830"/>
                  </a:lnTo>
                  <a:lnTo>
                    <a:pt x="922244" y="899630"/>
                  </a:lnTo>
                  <a:lnTo>
                    <a:pt x="920954" y="910630"/>
                  </a:lnTo>
                  <a:lnTo>
                    <a:pt x="920397" y="914400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2243293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751" y="931969"/>
                  </a:lnTo>
                  <a:lnTo>
                    <a:pt x="918067" y="927008"/>
                  </a:lnTo>
                  <a:lnTo>
                    <a:pt x="915205" y="917520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2252733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2262173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2271613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2281053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2290494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2299934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2309374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2318814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2328255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2337695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2347135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2356575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2366016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237545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2384896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239433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2403777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2413217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2422657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2432097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244153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2450978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246041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2469858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247929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2488739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249817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2507619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251705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2526500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2535940" y="1939384"/>
              <a:ext cx="922684" cy="914400"/>
            </a:xfrm>
            <a:custGeom>
              <a:avLst/>
              <a:pathLst>
                <a:path w="922684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4743" y="896830"/>
                  </a:lnTo>
                  <a:lnTo>
                    <a:pt x="922684" y="914400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3130675" y="193938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590" y="914400"/>
                  </a:lnTo>
                  <a:lnTo>
                    <a:pt x="914045" y="903645"/>
                  </a:lnTo>
                  <a:lnTo>
                    <a:pt x="914400" y="90150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3140115" y="192181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9079"/>
                  </a:lnTo>
                  <a:lnTo>
                    <a:pt x="905736" y="91440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3140115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314955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315899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316843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317787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3187316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3196757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3206197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3215637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3225077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323451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324395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325339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326283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327227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328171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329115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330059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3310040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3319480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3328920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3338360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3347801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3357241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3366681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3376121" y="1939384"/>
              <a:ext cx="923756" cy="914400"/>
            </a:xfrm>
            <a:custGeom>
              <a:avLst/>
              <a:pathLst>
                <a:path w="92375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756" y="896830"/>
                  </a:lnTo>
                  <a:lnTo>
                    <a:pt x="923217" y="906088"/>
                  </a:lnTo>
                  <a:lnTo>
                    <a:pt x="922489" y="914400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2243293" y="190424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375" y="931969"/>
                  </a:lnTo>
                  <a:lnTo>
                    <a:pt x="912610" y="925340"/>
                  </a:lnTo>
                  <a:lnTo>
                    <a:pt x="910289" y="915354"/>
                  </a:lnTo>
                  <a:lnTo>
                    <a:pt x="910097" y="914400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2243293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2252733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2262173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2271613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2281053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2290494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2299934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2309374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2318814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2328255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2337695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2347135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2356575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2366016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237545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2384896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239433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2403777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2413217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2422657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2432097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244153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2450978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246041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2469858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247929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2488739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249817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2507619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251705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2535940" y="192181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6843" y="896937"/>
                  </a:lnTo>
                  <a:lnTo>
                    <a:pt x="907045" y="897383"/>
                  </a:lnTo>
                  <a:lnTo>
                    <a:pt x="907247" y="897829"/>
                  </a:lnTo>
                  <a:lnTo>
                    <a:pt x="907449" y="898274"/>
                  </a:lnTo>
                  <a:lnTo>
                    <a:pt x="907651" y="898720"/>
                  </a:lnTo>
                  <a:lnTo>
                    <a:pt x="907853" y="899166"/>
                  </a:lnTo>
                  <a:lnTo>
                    <a:pt x="908055" y="899612"/>
                  </a:lnTo>
                  <a:lnTo>
                    <a:pt x="908257" y="900058"/>
                  </a:lnTo>
                  <a:lnTo>
                    <a:pt x="908458" y="900504"/>
                  </a:lnTo>
                  <a:lnTo>
                    <a:pt x="908660" y="900950"/>
                  </a:lnTo>
                  <a:lnTo>
                    <a:pt x="908862" y="901395"/>
                  </a:lnTo>
                  <a:lnTo>
                    <a:pt x="909064" y="901841"/>
                  </a:lnTo>
                  <a:lnTo>
                    <a:pt x="909266" y="902287"/>
                  </a:lnTo>
                  <a:lnTo>
                    <a:pt x="909468" y="902733"/>
                  </a:lnTo>
                  <a:lnTo>
                    <a:pt x="909670" y="903179"/>
                  </a:lnTo>
                  <a:lnTo>
                    <a:pt x="909871" y="903625"/>
                  </a:lnTo>
                  <a:lnTo>
                    <a:pt x="910073" y="904071"/>
                  </a:lnTo>
                  <a:lnTo>
                    <a:pt x="910275" y="904517"/>
                  </a:lnTo>
                  <a:lnTo>
                    <a:pt x="910477" y="904962"/>
                  </a:lnTo>
                  <a:lnTo>
                    <a:pt x="910678" y="905408"/>
                  </a:lnTo>
                  <a:lnTo>
                    <a:pt x="910880" y="905854"/>
                  </a:lnTo>
                  <a:lnTo>
                    <a:pt x="911082" y="906300"/>
                  </a:lnTo>
                  <a:lnTo>
                    <a:pt x="911284" y="906746"/>
                  </a:lnTo>
                  <a:lnTo>
                    <a:pt x="911485" y="907192"/>
                  </a:lnTo>
                  <a:lnTo>
                    <a:pt x="911687" y="907638"/>
                  </a:lnTo>
                  <a:lnTo>
                    <a:pt x="911889" y="908084"/>
                  </a:lnTo>
                  <a:lnTo>
                    <a:pt x="912090" y="908530"/>
                  </a:lnTo>
                  <a:lnTo>
                    <a:pt x="912292" y="908976"/>
                  </a:lnTo>
                  <a:lnTo>
                    <a:pt x="912493" y="909421"/>
                  </a:lnTo>
                  <a:lnTo>
                    <a:pt x="912695" y="909867"/>
                  </a:lnTo>
                  <a:lnTo>
                    <a:pt x="912897" y="910313"/>
                  </a:lnTo>
                  <a:lnTo>
                    <a:pt x="913098" y="910759"/>
                  </a:lnTo>
                  <a:lnTo>
                    <a:pt x="913300" y="911205"/>
                  </a:lnTo>
                  <a:lnTo>
                    <a:pt x="913501" y="911651"/>
                  </a:lnTo>
                  <a:lnTo>
                    <a:pt x="913703" y="912097"/>
                  </a:lnTo>
                  <a:lnTo>
                    <a:pt x="914400" y="913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2535940" y="1921815"/>
              <a:ext cx="914743" cy="914400"/>
            </a:xfrm>
            <a:custGeom>
              <a:avLst/>
              <a:pathLst>
                <a:path w="914743" h="914400">
                  <a:moveTo>
                    <a:pt x="914400" y="914400"/>
                  </a:moveTo>
                  <a:lnTo>
                    <a:pt x="914400" y="913638"/>
                  </a:lnTo>
                  <a:lnTo>
                    <a:pt x="914743" y="914400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3140115" y="190424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736" y="931969"/>
                  </a:lnTo>
                  <a:lnTo>
                    <a:pt x="906381" y="928089"/>
                  </a:lnTo>
                  <a:lnTo>
                    <a:pt x="908459" y="917583"/>
                  </a:lnTo>
                  <a:lnTo>
                    <a:pt x="909195" y="914400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3140115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314955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315899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316843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317787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3187316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3196757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3206197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3215637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3225077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323451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324395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325339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326283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327227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328171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329115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330059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3310040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3319480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3328920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3338360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3347801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3357241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3366681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3376121" y="1921815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966"/>
                  </a:lnTo>
                  <a:lnTo>
                    <a:pt x="923756" y="914400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3385562" y="1904245"/>
              <a:ext cx="914762" cy="930536"/>
            </a:xfrm>
            <a:custGeom>
              <a:avLst/>
              <a:pathLst>
                <a:path w="914762" h="930536">
                  <a:moveTo>
                    <a:pt x="914400" y="914400"/>
                  </a:moveTo>
                  <a:lnTo>
                    <a:pt x="914762" y="914400"/>
                  </a:lnTo>
                  <a:lnTo>
                    <a:pt x="914759" y="918794"/>
                  </a:lnTo>
                  <a:lnTo>
                    <a:pt x="914429" y="930035"/>
                  </a:lnTo>
                  <a:lnTo>
                    <a:pt x="914400" y="930536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2243293" y="188667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097" y="931969"/>
                  </a:lnTo>
                  <a:lnTo>
                    <a:pt x="908247" y="922728"/>
                  </a:lnTo>
                  <a:lnTo>
                    <a:pt x="906995" y="915332"/>
                  </a:lnTo>
                  <a:lnTo>
                    <a:pt x="906566" y="914684"/>
                  </a:lnTo>
                  <a:lnTo>
                    <a:pt x="906397" y="914400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2243293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2252733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2262173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2271613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2281053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2290494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2299934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2309374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2318814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2328255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2337695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2347135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2356575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2366016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237545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2384896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239433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2403777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2413217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2422657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2432097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244153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2450978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246041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2469858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247929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2488739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249817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2507619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2526500" y="1904245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262" y="896830"/>
                  </a:lnTo>
                  <a:lnTo>
                    <a:pt x="908395" y="897121"/>
                  </a:lnTo>
                  <a:lnTo>
                    <a:pt x="908597" y="897567"/>
                  </a:lnTo>
                  <a:lnTo>
                    <a:pt x="908800" y="898013"/>
                  </a:lnTo>
                  <a:lnTo>
                    <a:pt x="909002" y="898459"/>
                  </a:lnTo>
                  <a:lnTo>
                    <a:pt x="909205" y="898904"/>
                  </a:lnTo>
                  <a:lnTo>
                    <a:pt x="909407" y="899350"/>
                  </a:lnTo>
                  <a:lnTo>
                    <a:pt x="909610" y="899796"/>
                  </a:lnTo>
                  <a:lnTo>
                    <a:pt x="909812" y="900242"/>
                  </a:lnTo>
                  <a:lnTo>
                    <a:pt x="910015" y="900687"/>
                  </a:lnTo>
                  <a:lnTo>
                    <a:pt x="910217" y="901133"/>
                  </a:lnTo>
                  <a:lnTo>
                    <a:pt x="910419" y="901579"/>
                  </a:lnTo>
                  <a:lnTo>
                    <a:pt x="910622" y="902024"/>
                  </a:lnTo>
                  <a:lnTo>
                    <a:pt x="910824" y="902470"/>
                  </a:lnTo>
                  <a:lnTo>
                    <a:pt x="911027" y="902916"/>
                  </a:lnTo>
                  <a:lnTo>
                    <a:pt x="911229" y="903362"/>
                  </a:lnTo>
                  <a:lnTo>
                    <a:pt x="911431" y="903808"/>
                  </a:lnTo>
                  <a:lnTo>
                    <a:pt x="911634" y="904253"/>
                  </a:lnTo>
                  <a:lnTo>
                    <a:pt x="911836" y="904699"/>
                  </a:lnTo>
                  <a:lnTo>
                    <a:pt x="912038" y="905145"/>
                  </a:lnTo>
                  <a:lnTo>
                    <a:pt x="912241" y="905591"/>
                  </a:lnTo>
                  <a:lnTo>
                    <a:pt x="912443" y="906036"/>
                  </a:lnTo>
                  <a:lnTo>
                    <a:pt x="912645" y="906482"/>
                  </a:lnTo>
                  <a:lnTo>
                    <a:pt x="912847" y="906928"/>
                  </a:lnTo>
                  <a:lnTo>
                    <a:pt x="913049" y="907374"/>
                  </a:lnTo>
                  <a:lnTo>
                    <a:pt x="913252" y="907820"/>
                  </a:lnTo>
                  <a:lnTo>
                    <a:pt x="913454" y="908265"/>
                  </a:lnTo>
                  <a:lnTo>
                    <a:pt x="913656" y="908711"/>
                  </a:lnTo>
                  <a:lnTo>
                    <a:pt x="913858" y="909157"/>
                  </a:lnTo>
                  <a:lnTo>
                    <a:pt x="914060" y="909603"/>
                  </a:lnTo>
                  <a:lnTo>
                    <a:pt x="914263" y="910049"/>
                  </a:lnTo>
                  <a:lnTo>
                    <a:pt x="914399" y="910351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2526500" y="1904245"/>
              <a:ext cx="916235" cy="914400"/>
            </a:xfrm>
            <a:custGeom>
              <a:avLst/>
              <a:pathLst>
                <a:path w="916235" h="914400">
                  <a:moveTo>
                    <a:pt x="914399" y="914400"/>
                  </a:moveTo>
                  <a:lnTo>
                    <a:pt x="914399" y="910351"/>
                  </a:lnTo>
                  <a:lnTo>
                    <a:pt x="914465" y="910494"/>
                  </a:lnTo>
                  <a:lnTo>
                    <a:pt x="914667" y="910940"/>
                  </a:lnTo>
                  <a:lnTo>
                    <a:pt x="914869" y="911386"/>
                  </a:lnTo>
                  <a:lnTo>
                    <a:pt x="915071" y="911832"/>
                  </a:lnTo>
                  <a:lnTo>
                    <a:pt x="915273" y="912278"/>
                  </a:lnTo>
                  <a:lnTo>
                    <a:pt x="915475" y="912723"/>
                  </a:lnTo>
                  <a:lnTo>
                    <a:pt x="915677" y="913169"/>
                  </a:lnTo>
                  <a:lnTo>
                    <a:pt x="915879" y="913615"/>
                  </a:lnTo>
                  <a:lnTo>
                    <a:pt x="916081" y="914061"/>
                  </a:lnTo>
                  <a:lnTo>
                    <a:pt x="916235" y="914400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3140115" y="188667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195" y="931969"/>
                  </a:lnTo>
                  <a:lnTo>
                    <a:pt x="910835" y="924867"/>
                  </a:lnTo>
                  <a:lnTo>
                    <a:pt x="913500" y="914830"/>
                  </a:lnTo>
                  <a:lnTo>
                    <a:pt x="913631" y="914400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3140115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314955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315899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316843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317787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3187316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3196757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3206197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3215637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3225077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323451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324395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325339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326283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327227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328171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329115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330059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3310040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3319480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3328920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3338360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3347801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3357241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3366681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3376121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3385562" y="1904245"/>
              <a:ext cx="914767" cy="914400"/>
            </a:xfrm>
            <a:custGeom>
              <a:avLst/>
              <a:pathLst>
                <a:path w="914767" h="914400">
                  <a:moveTo>
                    <a:pt x="914400" y="914400"/>
                  </a:moveTo>
                  <a:lnTo>
                    <a:pt x="914466" y="896830"/>
                  </a:lnTo>
                  <a:lnTo>
                    <a:pt x="914767" y="907535"/>
                  </a:lnTo>
                  <a:lnTo>
                    <a:pt x="914762" y="914400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2233852" y="1869105"/>
              <a:ext cx="914400" cy="929550"/>
            </a:xfrm>
            <a:custGeom>
              <a:avLst/>
              <a:pathLst>
                <a:path w="914400" h="929550">
                  <a:moveTo>
                    <a:pt x="914400" y="914400"/>
                  </a:moveTo>
                  <a:lnTo>
                    <a:pt x="914400" y="929550"/>
                  </a:lnTo>
                  <a:lnTo>
                    <a:pt x="911558" y="924770"/>
                  </a:lnTo>
                  <a:lnTo>
                    <a:pt x="907329" y="916860"/>
                  </a:lnTo>
                  <a:lnTo>
                    <a:pt x="906146" y="914400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2233852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837" y="931969"/>
                  </a:lnTo>
                  <a:lnTo>
                    <a:pt x="914400" y="929550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2243293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2252733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2262173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2271613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2281053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2290494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2299934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2309374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2318814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2328255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2337695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2347135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2356575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2366016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237545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2384896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239433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2403777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2413217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2422657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2432097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244153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2450978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246041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2469858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247929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2488739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046">
                <a:alpha val="100000"/>
              </a:srgbClr>
            </a:solidFill>
            <a:ln w="5420" cap="flat">
              <a:solidFill>
                <a:srgbClr val="F070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249817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2517059" y="188667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243" y="896830"/>
                  </a:lnTo>
                  <a:lnTo>
                    <a:pt x="914400" y="901607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2517059" y="1886675"/>
              <a:ext cx="917703" cy="914400"/>
            </a:xfrm>
            <a:custGeom>
              <a:avLst/>
              <a:pathLst>
                <a:path w="917703" h="914400">
                  <a:moveTo>
                    <a:pt x="914400" y="914400"/>
                  </a:moveTo>
                  <a:lnTo>
                    <a:pt x="914400" y="901607"/>
                  </a:lnTo>
                  <a:lnTo>
                    <a:pt x="917261" y="913428"/>
                  </a:lnTo>
                  <a:lnTo>
                    <a:pt x="917430" y="913800"/>
                  </a:lnTo>
                  <a:lnTo>
                    <a:pt x="917633" y="914245"/>
                  </a:lnTo>
                  <a:lnTo>
                    <a:pt x="917703" y="914400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3140115" y="188667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31" y="914400"/>
                  </a:lnTo>
                  <a:lnTo>
                    <a:pt x="914400" y="911854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3149556" y="1869105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9424"/>
                  </a:lnTo>
                  <a:lnTo>
                    <a:pt x="907008" y="922641"/>
                  </a:lnTo>
                  <a:lnTo>
                    <a:pt x="909817" y="914400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314955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315899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316843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317787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3187316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3196757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3206197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3215637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3225077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323451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324395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325339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326283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327227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328171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329115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330059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3310040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3319480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3328920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3338360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3347801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3357241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3366681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3385562" y="188667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311" y="896830"/>
                  </a:lnTo>
                  <a:lnTo>
                    <a:pt x="913814" y="902666"/>
                  </a:lnTo>
                  <a:lnTo>
                    <a:pt x="914400" y="912950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3385562" y="1886675"/>
              <a:ext cx="914451" cy="914400"/>
            </a:xfrm>
            <a:custGeom>
              <a:avLst/>
              <a:pathLst>
                <a:path w="914451" h="914400">
                  <a:moveTo>
                    <a:pt x="914400" y="914400"/>
                  </a:moveTo>
                  <a:lnTo>
                    <a:pt x="914400" y="912950"/>
                  </a:lnTo>
                  <a:lnTo>
                    <a:pt x="914451" y="913862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2224412" y="1851536"/>
              <a:ext cx="914400" cy="929502"/>
            </a:xfrm>
            <a:custGeom>
              <a:avLst/>
              <a:pathLst>
                <a:path w="914400" h="929502">
                  <a:moveTo>
                    <a:pt x="914400" y="914400"/>
                  </a:moveTo>
                  <a:lnTo>
                    <a:pt x="914400" y="929502"/>
                  </a:lnTo>
                  <a:lnTo>
                    <a:pt x="912770" y="926114"/>
                  </a:lnTo>
                  <a:lnTo>
                    <a:pt x="911606" y="923558"/>
                  </a:lnTo>
                  <a:lnTo>
                    <a:pt x="910449" y="921021"/>
                  </a:lnTo>
                  <a:lnTo>
                    <a:pt x="909291" y="918483"/>
                  </a:lnTo>
                  <a:lnTo>
                    <a:pt x="908133" y="915946"/>
                  </a:lnTo>
                  <a:lnTo>
                    <a:pt x="907427" y="914400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2224412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586" y="931969"/>
                  </a:lnTo>
                  <a:lnTo>
                    <a:pt x="914400" y="929502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2233852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2243293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2252733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2262173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2271613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2281053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2290494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2299934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2309374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2318814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2328255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2337695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2347135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2356575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2366016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237545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2384896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239433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2403777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2413217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2422657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2432097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244153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2450978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246041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2469858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247929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2488739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249817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2507619" y="1869105"/>
              <a:ext cx="922683" cy="914400"/>
            </a:xfrm>
            <a:custGeom>
              <a:avLst/>
              <a:pathLst>
                <a:path w="922683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8430" y="896830"/>
                  </a:lnTo>
                  <a:lnTo>
                    <a:pt x="922683" y="914400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3149556" y="185153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9817" y="931969"/>
                  </a:lnTo>
                  <a:lnTo>
                    <a:pt x="910230" y="930757"/>
                  </a:lnTo>
                  <a:lnTo>
                    <a:pt x="911509" y="927412"/>
                  </a:lnTo>
                  <a:lnTo>
                    <a:pt x="911431" y="925423"/>
                  </a:lnTo>
                  <a:lnTo>
                    <a:pt x="911387" y="920411"/>
                  </a:lnTo>
                  <a:lnTo>
                    <a:pt x="910454" y="914964"/>
                  </a:lnTo>
                  <a:lnTo>
                    <a:pt x="910374" y="9144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314955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315899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316843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317787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3187316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3196757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3206197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3215637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3225077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323451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324395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325339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326283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327227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328171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329115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330059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3310040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3319480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3328920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3338360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3347801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3357241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3366681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3376121" y="1869105"/>
              <a:ext cx="922752" cy="914400"/>
            </a:xfrm>
            <a:custGeom>
              <a:avLst/>
              <a:pathLst>
                <a:path w="922752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834" y="896830"/>
                  </a:lnTo>
                  <a:lnTo>
                    <a:pt x="921022" y="898114"/>
                  </a:lnTo>
                  <a:lnTo>
                    <a:pt x="922297" y="909120"/>
                  </a:lnTo>
                  <a:lnTo>
                    <a:pt x="922752" y="914400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2214972" y="1833966"/>
              <a:ext cx="914400" cy="926568"/>
            </a:xfrm>
            <a:custGeom>
              <a:avLst/>
              <a:pathLst>
                <a:path w="914400" h="926568">
                  <a:moveTo>
                    <a:pt x="914400" y="914400"/>
                  </a:moveTo>
                  <a:lnTo>
                    <a:pt x="914400" y="926568"/>
                  </a:lnTo>
                  <a:lnTo>
                    <a:pt x="914096" y="925904"/>
                  </a:lnTo>
                  <a:lnTo>
                    <a:pt x="912936" y="923367"/>
                  </a:lnTo>
                  <a:lnTo>
                    <a:pt x="911776" y="920830"/>
                  </a:lnTo>
                  <a:lnTo>
                    <a:pt x="910615" y="918294"/>
                  </a:lnTo>
                  <a:lnTo>
                    <a:pt x="909453" y="915757"/>
                  </a:lnTo>
                  <a:lnTo>
                    <a:pt x="908831" y="914400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2214972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867" y="931969"/>
                  </a:lnTo>
                  <a:lnTo>
                    <a:pt x="916415" y="930978"/>
                  </a:lnTo>
                  <a:lnTo>
                    <a:pt x="915255" y="928441"/>
                  </a:lnTo>
                  <a:lnTo>
                    <a:pt x="914400" y="92656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2224412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2233852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2243293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2252733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2262173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2271613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2281053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2290494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2299934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2309374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2318814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2328255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2337695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2347135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2356575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2366016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237545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2384896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239433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2403777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2413217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2422657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2432097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244153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2450978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246041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2469858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2479299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2488739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2507619" y="1851536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4159" y="896830"/>
                  </a:lnTo>
                  <a:lnTo>
                    <a:pt x="914399" y="897756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2507619" y="1851536"/>
              <a:ext cx="918430" cy="914400"/>
            </a:xfrm>
            <a:custGeom>
              <a:avLst/>
              <a:pathLst>
                <a:path w="918430" h="914400">
                  <a:moveTo>
                    <a:pt x="914399" y="914400"/>
                  </a:moveTo>
                  <a:lnTo>
                    <a:pt x="914410" y="897796"/>
                  </a:lnTo>
                  <a:lnTo>
                    <a:pt x="914556" y="898400"/>
                  </a:lnTo>
                  <a:lnTo>
                    <a:pt x="914704" y="899011"/>
                  </a:lnTo>
                  <a:lnTo>
                    <a:pt x="914852" y="899622"/>
                  </a:lnTo>
                  <a:lnTo>
                    <a:pt x="915000" y="900233"/>
                  </a:lnTo>
                  <a:lnTo>
                    <a:pt x="915148" y="900844"/>
                  </a:lnTo>
                  <a:lnTo>
                    <a:pt x="915296" y="901455"/>
                  </a:lnTo>
                  <a:lnTo>
                    <a:pt x="915444" y="902066"/>
                  </a:lnTo>
                  <a:lnTo>
                    <a:pt x="915592" y="902676"/>
                  </a:lnTo>
                  <a:lnTo>
                    <a:pt x="915740" y="903287"/>
                  </a:lnTo>
                  <a:lnTo>
                    <a:pt x="915888" y="903898"/>
                  </a:lnTo>
                  <a:lnTo>
                    <a:pt x="916036" y="904509"/>
                  </a:lnTo>
                  <a:lnTo>
                    <a:pt x="916184" y="905120"/>
                  </a:lnTo>
                  <a:lnTo>
                    <a:pt x="918430" y="914400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3149556" y="183396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0374" y="931969"/>
                  </a:lnTo>
                  <a:lnTo>
                    <a:pt x="908962" y="921965"/>
                  </a:lnTo>
                  <a:lnTo>
                    <a:pt x="908117" y="914400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314955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315899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316843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317787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3187316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3196757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3206197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3215637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3225077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323451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324395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325339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326283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3272279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3281719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3291159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3300599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3310040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3319480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3328920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3338360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3347801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3357241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3366681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3376121" y="1851536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899022"/>
                  </a:lnTo>
                  <a:lnTo>
                    <a:pt x="921719" y="908110"/>
                  </a:lnTo>
                  <a:lnTo>
                    <a:pt x="920552" y="912474"/>
                  </a:lnTo>
                  <a:lnTo>
                    <a:pt x="920834" y="914400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3385562" y="1833966"/>
              <a:ext cx="914870" cy="916591"/>
            </a:xfrm>
            <a:custGeom>
              <a:avLst/>
              <a:pathLst>
                <a:path w="914870" h="916591">
                  <a:moveTo>
                    <a:pt x="914400" y="914400"/>
                  </a:moveTo>
                  <a:lnTo>
                    <a:pt x="914870" y="914400"/>
                  </a:lnTo>
                  <a:lnTo>
                    <a:pt x="914617" y="915660"/>
                  </a:lnTo>
                  <a:lnTo>
                    <a:pt x="914400" y="916591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2205532" y="1816396"/>
              <a:ext cx="914400" cy="923523"/>
            </a:xfrm>
            <a:custGeom>
              <a:avLst/>
              <a:pathLst>
                <a:path w="914400" h="923523">
                  <a:moveTo>
                    <a:pt x="914400" y="914400"/>
                  </a:moveTo>
                  <a:lnTo>
                    <a:pt x="914400" y="923523"/>
                  </a:lnTo>
                  <a:lnTo>
                    <a:pt x="914243" y="923182"/>
                  </a:lnTo>
                  <a:lnTo>
                    <a:pt x="913071" y="920628"/>
                  </a:lnTo>
                  <a:lnTo>
                    <a:pt x="910361" y="914400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2205532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8272" y="931969"/>
                  </a:lnTo>
                  <a:lnTo>
                    <a:pt x="917732" y="930791"/>
                  </a:lnTo>
                  <a:lnTo>
                    <a:pt x="916569" y="928254"/>
                  </a:lnTo>
                  <a:lnTo>
                    <a:pt x="915406" y="925718"/>
                  </a:lnTo>
                  <a:lnTo>
                    <a:pt x="914400" y="923523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2214972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2224412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2233852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2243293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2252733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2262173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2271613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2281053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2290494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2299934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2309374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2318814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2328255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2337695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2347135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2356575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2366016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237545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2384896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239433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2403777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2413217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2422657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2432097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244153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2450978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246041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2469858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2479299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2488739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2498179" y="1833966"/>
              <a:ext cx="923599" cy="914400"/>
            </a:xfrm>
            <a:custGeom>
              <a:avLst/>
              <a:pathLst>
                <a:path w="923599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732" y="896830"/>
                  </a:lnTo>
                  <a:lnTo>
                    <a:pt x="921252" y="905359"/>
                  </a:lnTo>
                  <a:lnTo>
                    <a:pt x="923599" y="914400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3149556" y="181639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8117" y="931969"/>
                  </a:lnTo>
                  <a:lnTo>
                    <a:pt x="907766" y="928836"/>
                  </a:lnTo>
                  <a:lnTo>
                    <a:pt x="906870" y="918037"/>
                  </a:lnTo>
                  <a:lnTo>
                    <a:pt x="906671" y="914400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314955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315899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316843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317787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3187316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3196757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3206197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3215637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3225077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323451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324395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325339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326283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3272279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3281719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3291159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3300599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3310040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3319480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3328920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3338360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3347801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3357241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3366681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3376121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3385562" y="1833966"/>
              <a:ext cx="918134" cy="914400"/>
            </a:xfrm>
            <a:custGeom>
              <a:avLst/>
              <a:pathLst>
                <a:path w="918134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134" y="896830"/>
                  </a:lnTo>
                  <a:lnTo>
                    <a:pt x="916673" y="905429"/>
                  </a:lnTo>
                  <a:lnTo>
                    <a:pt x="914870" y="914400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2196091" y="1798826"/>
              <a:ext cx="914400" cy="918128"/>
            </a:xfrm>
            <a:custGeom>
              <a:avLst/>
              <a:pathLst>
                <a:path w="914400" h="918128">
                  <a:moveTo>
                    <a:pt x="914400" y="914400"/>
                  </a:moveTo>
                  <a:lnTo>
                    <a:pt x="914400" y="918128"/>
                  </a:lnTo>
                  <a:lnTo>
                    <a:pt x="913098" y="914400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2196091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801" y="931969"/>
                  </a:lnTo>
                  <a:lnTo>
                    <a:pt x="918785" y="929633"/>
                  </a:lnTo>
                  <a:lnTo>
                    <a:pt x="915304" y="920718"/>
                  </a:lnTo>
                  <a:lnTo>
                    <a:pt x="914400" y="91812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2205532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2214972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2224412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2233852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2243293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2252733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2262173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C3C">
                <a:alpha val="100000"/>
              </a:srgbClr>
            </a:solidFill>
            <a:ln w="5420" cap="flat">
              <a:solidFill>
                <a:srgbClr val="E85C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2271613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2281053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2290494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2299934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2309374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2318814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2328255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2337695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2347135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2356575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2366016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237545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2384896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239433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2403777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2413217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2422657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2432097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244153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2450978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246041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2469858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2479299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2498179" y="181639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637" y="896830"/>
                  </a:lnTo>
                  <a:lnTo>
                    <a:pt x="914400" y="901540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2498179" y="1816396"/>
              <a:ext cx="918732" cy="914400"/>
            </a:xfrm>
            <a:custGeom>
              <a:avLst/>
              <a:pathLst>
                <a:path w="918732" h="914400">
                  <a:moveTo>
                    <a:pt x="914400" y="914400"/>
                  </a:moveTo>
                  <a:lnTo>
                    <a:pt x="914400" y="901540"/>
                  </a:lnTo>
                  <a:lnTo>
                    <a:pt x="915226" y="903748"/>
                  </a:lnTo>
                  <a:lnTo>
                    <a:pt x="918375" y="913191"/>
                  </a:lnTo>
                  <a:lnTo>
                    <a:pt x="918732" y="914400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3149556" y="179882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6671" y="931969"/>
                  </a:lnTo>
                  <a:lnTo>
                    <a:pt x="906276" y="924736"/>
                  </a:lnTo>
                  <a:lnTo>
                    <a:pt x="906000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314955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315899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316843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317787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3187316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3196757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3206197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3215637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3225077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323451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324395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325339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326283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3272279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3281719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3291159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3300599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3310040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3319480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3328920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3338360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3347801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3357241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3366681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3376121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3385562" y="1816396"/>
              <a:ext cx="920490" cy="914400"/>
            </a:xfrm>
            <a:custGeom>
              <a:avLst/>
              <a:pathLst>
                <a:path w="92049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490" y="896830"/>
                  </a:lnTo>
                  <a:lnTo>
                    <a:pt x="919919" y="902010"/>
                  </a:lnTo>
                  <a:lnTo>
                    <a:pt x="918442" y="912583"/>
                  </a:lnTo>
                  <a:lnTo>
                    <a:pt x="918134" y="914400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2196091" y="1781256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3098" y="931969"/>
                  </a:lnTo>
                  <a:lnTo>
                    <a:pt x="912078" y="929047"/>
                  </a:lnTo>
                  <a:lnTo>
                    <a:pt x="909116" y="919504"/>
                  </a:lnTo>
                  <a:lnTo>
                    <a:pt x="907717" y="914400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2196091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2205532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2214972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2224412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2233852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2243293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2252733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2262173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2271613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2281053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2290494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2299934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2309374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2318814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2328255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2337695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2347135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2356575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2366016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237545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2384896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239433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2403777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2413217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2422657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2432097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244153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2450978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246041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2469858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2479299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2488739" y="1798826"/>
              <a:ext cx="922078" cy="914400"/>
            </a:xfrm>
            <a:custGeom>
              <a:avLst/>
              <a:pathLst>
                <a:path w="922078" h="914400">
                  <a:moveTo>
                    <a:pt x="914399" y="914400"/>
                  </a:moveTo>
                  <a:lnTo>
                    <a:pt x="914520" y="896830"/>
                  </a:lnTo>
                  <a:lnTo>
                    <a:pt x="917588" y="903424"/>
                  </a:lnTo>
                  <a:lnTo>
                    <a:pt x="921254" y="912197"/>
                  </a:lnTo>
                  <a:lnTo>
                    <a:pt x="922078" y="914400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3149556" y="178125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6000" y="931969"/>
                  </a:lnTo>
                  <a:lnTo>
                    <a:pt x="905985" y="931392"/>
                  </a:lnTo>
                  <a:lnTo>
                    <a:pt x="905998" y="920465"/>
                  </a:lnTo>
                  <a:lnTo>
                    <a:pt x="906175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314955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315899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316843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317787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3187316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3196757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3206197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3215637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3225077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323451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324395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325339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326283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3272279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3281719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3291159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3300599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3310040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3319480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3328920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3338360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3347801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3357241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3366681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3376121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3385562" y="1798826"/>
              <a:ext cx="922047" cy="914400"/>
            </a:xfrm>
            <a:custGeom>
              <a:avLst/>
              <a:pathLst>
                <a:path w="922047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047" y="896830"/>
                  </a:lnTo>
                  <a:lnTo>
                    <a:pt x="921980" y="898079"/>
                  </a:lnTo>
                  <a:lnTo>
                    <a:pt x="921099" y="908879"/>
                  </a:lnTo>
                  <a:lnTo>
                    <a:pt x="920490" y="914400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2186651" y="1763687"/>
              <a:ext cx="914400" cy="921135"/>
            </a:xfrm>
            <a:custGeom>
              <a:avLst/>
              <a:pathLst>
                <a:path w="914400" h="921135">
                  <a:moveTo>
                    <a:pt x="914400" y="914400"/>
                  </a:moveTo>
                  <a:lnTo>
                    <a:pt x="914400" y="921135"/>
                  </a:lnTo>
                  <a:lnTo>
                    <a:pt x="913971" y="919345"/>
                  </a:lnTo>
                  <a:lnTo>
                    <a:pt x="911812" y="916469"/>
                  </a:lnTo>
                  <a:lnTo>
                    <a:pt x="910418" y="914400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218665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157" y="931969"/>
                  </a:lnTo>
                  <a:lnTo>
                    <a:pt x="915866" y="927257"/>
                  </a:lnTo>
                  <a:lnTo>
                    <a:pt x="914400" y="921135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219609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2205532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2214972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2224412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2233852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2243293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2252733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2262173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2271613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2281053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2290494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2299934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2309374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2318814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2328255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2337695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2347135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2356575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2366016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237545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2384896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239433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2403777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2413217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2422657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2432097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244153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2450978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246041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2469858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2488739" y="1781256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5069" y="896830"/>
                  </a:lnTo>
                  <a:lnTo>
                    <a:pt x="905175" y="896996"/>
                  </a:lnTo>
                  <a:lnTo>
                    <a:pt x="909537" y="904585"/>
                  </a:lnTo>
                  <a:lnTo>
                    <a:pt x="913679" y="912592"/>
                  </a:lnTo>
                  <a:lnTo>
                    <a:pt x="914399" y="914141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2488739" y="1781256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4399" y="914141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3149556" y="1763687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6175" y="931969"/>
                  </a:lnTo>
                  <a:lnTo>
                    <a:pt x="906316" y="927124"/>
                  </a:lnTo>
                  <a:lnTo>
                    <a:pt x="906936" y="916258"/>
                  </a:lnTo>
                  <a:lnTo>
                    <a:pt x="907095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314955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315899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316843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317787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3187316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3196757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3206197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3215637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3225077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323451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324395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325339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326283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3272279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3281719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3291159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3300599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3310040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3319480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3328920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3338360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334780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335724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336668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337612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3385562" y="1781256"/>
              <a:ext cx="922761" cy="914400"/>
            </a:xfrm>
            <a:custGeom>
              <a:avLst/>
              <a:pathLst>
                <a:path w="92276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761" y="896830"/>
                  </a:lnTo>
                  <a:lnTo>
                    <a:pt x="922559" y="904778"/>
                  </a:lnTo>
                  <a:lnTo>
                    <a:pt x="922047" y="914400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2177211" y="1746117"/>
              <a:ext cx="914400" cy="923493"/>
            </a:xfrm>
            <a:custGeom>
              <a:avLst/>
              <a:pathLst>
                <a:path w="914400" h="923493">
                  <a:moveTo>
                    <a:pt x="914400" y="914400"/>
                  </a:moveTo>
                  <a:lnTo>
                    <a:pt x="914400" y="923493"/>
                  </a:lnTo>
                  <a:lnTo>
                    <a:pt x="912200" y="919861"/>
                  </a:lnTo>
                  <a:lnTo>
                    <a:pt x="909222" y="914400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217721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858" y="931969"/>
                  </a:lnTo>
                  <a:lnTo>
                    <a:pt x="916627" y="927170"/>
                  </a:lnTo>
                  <a:lnTo>
                    <a:pt x="914400" y="923493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218665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219609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2205532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2214972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2224412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2233852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2243293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2252733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2262173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2271613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2281053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2290494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2299934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2309374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2318814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2328255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2337695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2347135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2356575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2366016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237545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2384896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239433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2403777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2413217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2422657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2432097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244153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2450978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246041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2479299" y="17636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947" y="896830"/>
                  </a:lnTo>
                  <a:lnTo>
                    <a:pt x="910149" y="905489"/>
                  </a:lnTo>
                  <a:lnTo>
                    <a:pt x="910853" y="908681"/>
                  </a:lnTo>
                  <a:lnTo>
                    <a:pt x="914400" y="91422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2479299" y="17636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22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3149556" y="1746117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7095" y="931969"/>
                  </a:lnTo>
                  <a:lnTo>
                    <a:pt x="907859" y="923036"/>
                  </a:lnTo>
                  <a:lnTo>
                    <a:pt x="908846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314955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315899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316843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317787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3187316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3196757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3206197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3215637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3225077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323451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324395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325339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326283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3272279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3281719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3291159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3300599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3310040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3319480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3328920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3338360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334780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335724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336668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337612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3385562" y="1763687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1294"/>
                  </a:lnTo>
                  <a:lnTo>
                    <a:pt x="923080" y="904042"/>
                  </a:lnTo>
                  <a:lnTo>
                    <a:pt x="922913" y="904574"/>
                  </a:lnTo>
                  <a:lnTo>
                    <a:pt x="922896" y="906096"/>
                  </a:lnTo>
                  <a:lnTo>
                    <a:pt x="922866" y="908766"/>
                  </a:lnTo>
                  <a:lnTo>
                    <a:pt x="922836" y="911436"/>
                  </a:lnTo>
                  <a:lnTo>
                    <a:pt x="922761" y="914400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3395002" y="1746117"/>
              <a:ext cx="915634" cy="918864"/>
            </a:xfrm>
            <a:custGeom>
              <a:avLst/>
              <a:pathLst>
                <a:path w="915634" h="918864">
                  <a:moveTo>
                    <a:pt x="914400" y="914400"/>
                  </a:moveTo>
                  <a:lnTo>
                    <a:pt x="915634" y="914400"/>
                  </a:lnTo>
                  <a:lnTo>
                    <a:pt x="914400" y="918864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2167771" y="1728547"/>
              <a:ext cx="914400" cy="923542"/>
            </a:xfrm>
            <a:custGeom>
              <a:avLst/>
              <a:pathLst>
                <a:path w="914400" h="923542">
                  <a:moveTo>
                    <a:pt x="914400" y="914400"/>
                  </a:moveTo>
                  <a:lnTo>
                    <a:pt x="914400" y="923542"/>
                  </a:lnTo>
                  <a:lnTo>
                    <a:pt x="913433" y="921573"/>
                  </a:lnTo>
                  <a:lnTo>
                    <a:pt x="910262" y="914400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216777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8662" y="931969"/>
                  </a:lnTo>
                  <a:lnTo>
                    <a:pt x="917425" y="929702"/>
                  </a:lnTo>
                  <a:lnTo>
                    <a:pt x="914400" y="923542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217721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218665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219609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2205532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2214972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2224412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2233852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A3A">
                <a:alpha val="100000"/>
              </a:srgbClr>
            </a:solidFill>
            <a:ln w="5420" cap="flat">
              <a:solidFill>
                <a:srgbClr val="E6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2243293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2252733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2262173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2271613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2281053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2290494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2299934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2309374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2318814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2328255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2337695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2347135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2356575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2366016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237545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2384896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239433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2403777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2413217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2422657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2432097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2441538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2450978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2469858" y="174611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102" y="896830"/>
                  </a:lnTo>
                  <a:lnTo>
                    <a:pt x="914212" y="903274"/>
                  </a:lnTo>
                  <a:lnTo>
                    <a:pt x="914399" y="903922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2469858" y="1746117"/>
              <a:ext cx="917388" cy="914400"/>
            </a:xfrm>
            <a:custGeom>
              <a:avLst/>
              <a:pathLst>
                <a:path w="917388" h="914400">
                  <a:moveTo>
                    <a:pt x="914399" y="914400"/>
                  </a:moveTo>
                  <a:lnTo>
                    <a:pt x="914399" y="903922"/>
                  </a:lnTo>
                  <a:lnTo>
                    <a:pt x="917041" y="913034"/>
                  </a:lnTo>
                  <a:lnTo>
                    <a:pt x="917388" y="914400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3149556" y="1728547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8846" y="931969"/>
                  </a:lnTo>
                  <a:lnTo>
                    <a:pt x="909080" y="929918"/>
                  </a:lnTo>
                  <a:lnTo>
                    <a:pt x="910598" y="919362"/>
                  </a:lnTo>
                  <a:lnTo>
                    <a:pt x="911461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314955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315899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316843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317787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3187316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3196757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3206197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3215637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3225077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3234518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3243958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3253398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3262838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3272279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3281719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3291159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3300599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3310040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3319480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3328920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3338360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334780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335724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336668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337612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3385562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3395002" y="1746117"/>
              <a:ext cx="919810" cy="914400"/>
            </a:xfrm>
            <a:custGeom>
              <a:avLst/>
              <a:pathLst>
                <a:path w="91981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9810" y="896830"/>
                  </a:lnTo>
                  <a:lnTo>
                    <a:pt x="918763" y="901834"/>
                  </a:lnTo>
                  <a:lnTo>
                    <a:pt x="916340" y="911847"/>
                  </a:lnTo>
                  <a:lnTo>
                    <a:pt x="915634" y="914400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2158330" y="1710977"/>
              <a:ext cx="914400" cy="918402"/>
            </a:xfrm>
            <a:custGeom>
              <a:avLst/>
              <a:pathLst>
                <a:path w="914400" h="918402">
                  <a:moveTo>
                    <a:pt x="914400" y="914400"/>
                  </a:moveTo>
                  <a:lnTo>
                    <a:pt x="914400" y="918402"/>
                  </a:lnTo>
                  <a:lnTo>
                    <a:pt x="912978" y="914400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2158330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702" y="931969"/>
                  </a:lnTo>
                  <a:lnTo>
                    <a:pt x="919114" y="930638"/>
                  </a:lnTo>
                  <a:lnTo>
                    <a:pt x="915598" y="921779"/>
                  </a:lnTo>
                  <a:lnTo>
                    <a:pt x="914400" y="918402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216777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217721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218665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219609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2205532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2214972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2224412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2233852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2243293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2252733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2262173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2271613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2281053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2290494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2299934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2309374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2318814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2328255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2337695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2347135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2356575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2366016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2375456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2384896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2394336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2403777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2413217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2422657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2432097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2441538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2450978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2460418" y="1728547"/>
              <a:ext cx="921542" cy="914400"/>
            </a:xfrm>
            <a:custGeom>
              <a:avLst/>
              <a:pathLst>
                <a:path w="921542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4974" y="896830"/>
                  </a:lnTo>
                  <a:lnTo>
                    <a:pt x="917187" y="902219"/>
                  </a:lnTo>
                  <a:lnTo>
                    <a:pt x="920551" y="911373"/>
                  </a:lnTo>
                  <a:lnTo>
                    <a:pt x="921542" y="914400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3149556" y="172854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1461" y="914400"/>
                  </a:lnTo>
                  <a:lnTo>
                    <a:pt x="912407" y="908966"/>
                  </a:lnTo>
                  <a:lnTo>
                    <a:pt x="914399" y="899263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3158996" y="1710977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16833"/>
                  </a:lnTo>
                  <a:lnTo>
                    <a:pt x="905063" y="916329"/>
                  </a:lnTo>
                  <a:lnTo>
                    <a:pt x="905185" y="915776"/>
                  </a:lnTo>
                  <a:lnTo>
                    <a:pt x="905309" y="915218"/>
                  </a:lnTo>
                  <a:lnTo>
                    <a:pt x="905433" y="914659"/>
                  </a:lnTo>
                  <a:lnTo>
                    <a:pt x="905490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3158996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3168436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3177876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3187316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3196757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3206197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3215637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3225077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3234518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3243958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3253398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3262838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3272279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3281719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3291159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3300599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3310040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3319480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3328920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3338360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334780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335724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336668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337612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3385562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3395002" y="1728547"/>
              <a:ext cx="923035" cy="914400"/>
            </a:xfrm>
            <a:custGeom>
              <a:avLst/>
              <a:pathLst>
                <a:path w="92303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035" y="896830"/>
                  </a:lnTo>
                  <a:lnTo>
                    <a:pt x="922754" y="898743"/>
                  </a:lnTo>
                  <a:lnTo>
                    <a:pt x="920903" y="909170"/>
                  </a:lnTo>
                  <a:lnTo>
                    <a:pt x="919810" y="914400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2158330" y="1693407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978" y="931969"/>
                  </a:lnTo>
                  <a:lnTo>
                    <a:pt x="912336" y="930161"/>
                  </a:lnTo>
                  <a:lnTo>
                    <a:pt x="909337" y="920668"/>
                  </a:lnTo>
                  <a:lnTo>
                    <a:pt x="907586" y="914400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2158330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216777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217721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218665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219609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2205532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2214972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2224412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2233852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2243293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2252733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2262173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2271613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2281053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2290494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2299934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2309374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2318814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2328255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2337695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2347135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2356575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2366016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237545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2384896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239433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2403777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2413217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2422657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E3D">
                <a:alpha val="100000"/>
              </a:srgbClr>
            </a:solidFill>
            <a:ln w="5420" cap="flat">
              <a:solidFill>
                <a:srgbClr val="E9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2432097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2441538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2460418" y="171097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6809" y="896830"/>
                  </a:lnTo>
                  <a:lnTo>
                    <a:pt x="909707" y="902532"/>
                  </a:lnTo>
                  <a:lnTo>
                    <a:pt x="913569" y="910977"/>
                  </a:lnTo>
                  <a:lnTo>
                    <a:pt x="914400" y="91299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2460418" y="1710977"/>
              <a:ext cx="914974" cy="914400"/>
            </a:xfrm>
            <a:custGeom>
              <a:avLst/>
              <a:pathLst>
                <a:path w="914974" h="914400">
                  <a:moveTo>
                    <a:pt x="914400" y="914400"/>
                  </a:moveTo>
                  <a:lnTo>
                    <a:pt x="914400" y="912999"/>
                  </a:lnTo>
                  <a:lnTo>
                    <a:pt x="914974" y="914400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3149556" y="1693407"/>
              <a:ext cx="914399" cy="921432"/>
            </a:xfrm>
            <a:custGeom>
              <a:avLst/>
              <a:pathLst>
                <a:path w="914399" h="921432">
                  <a:moveTo>
                    <a:pt x="914399" y="914400"/>
                  </a:moveTo>
                  <a:lnTo>
                    <a:pt x="914399" y="921432"/>
                  </a:lnTo>
                  <a:lnTo>
                    <a:pt x="911640" y="919468"/>
                  </a:lnTo>
                  <a:lnTo>
                    <a:pt x="906267" y="915037"/>
                  </a:lnTo>
                  <a:lnTo>
                    <a:pt x="905592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314955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930" y="931969"/>
                  </a:lnTo>
                  <a:lnTo>
                    <a:pt x="914997" y="931670"/>
                  </a:lnTo>
                  <a:lnTo>
                    <a:pt x="915120" y="931111"/>
                  </a:lnTo>
                  <a:lnTo>
                    <a:pt x="915244" y="930553"/>
                  </a:lnTo>
                  <a:lnTo>
                    <a:pt x="915368" y="929994"/>
                  </a:lnTo>
                  <a:lnTo>
                    <a:pt x="915492" y="929435"/>
                  </a:lnTo>
                  <a:lnTo>
                    <a:pt x="915616" y="928877"/>
                  </a:lnTo>
                  <a:lnTo>
                    <a:pt x="915740" y="928318"/>
                  </a:lnTo>
                  <a:lnTo>
                    <a:pt x="915863" y="927759"/>
                  </a:lnTo>
                  <a:lnTo>
                    <a:pt x="915987" y="927200"/>
                  </a:lnTo>
                  <a:lnTo>
                    <a:pt x="916111" y="926642"/>
                  </a:lnTo>
                  <a:lnTo>
                    <a:pt x="916235" y="926083"/>
                  </a:lnTo>
                  <a:lnTo>
                    <a:pt x="916359" y="925524"/>
                  </a:lnTo>
                  <a:lnTo>
                    <a:pt x="916483" y="924966"/>
                  </a:lnTo>
                  <a:lnTo>
                    <a:pt x="916607" y="924407"/>
                  </a:lnTo>
                  <a:lnTo>
                    <a:pt x="916731" y="923848"/>
                  </a:lnTo>
                  <a:lnTo>
                    <a:pt x="916876" y="923194"/>
                  </a:lnTo>
                  <a:lnTo>
                    <a:pt x="914399" y="921432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315899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316843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317787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3187316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3196757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3206197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3215637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3225077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3234518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3243958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3253398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3262838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3272279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3281719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3291159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3300599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3310040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3319480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3328920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3338360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334780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335724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336668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337612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3385562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3395002" y="1710977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920"/>
                  </a:lnTo>
                  <a:lnTo>
                    <a:pt x="923035" y="914400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3404442" y="1693407"/>
              <a:ext cx="918988" cy="926490"/>
            </a:xfrm>
            <a:custGeom>
              <a:avLst/>
              <a:pathLst>
                <a:path w="918988" h="926490">
                  <a:moveTo>
                    <a:pt x="914400" y="914400"/>
                  </a:moveTo>
                  <a:lnTo>
                    <a:pt x="918988" y="914400"/>
                  </a:lnTo>
                  <a:lnTo>
                    <a:pt x="918867" y="914670"/>
                  </a:lnTo>
                  <a:lnTo>
                    <a:pt x="914965" y="922475"/>
                  </a:lnTo>
                  <a:lnTo>
                    <a:pt x="914870" y="923289"/>
                  </a:lnTo>
                  <a:lnTo>
                    <a:pt x="914400" y="926490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2148890" y="1675838"/>
              <a:ext cx="914400" cy="921728"/>
            </a:xfrm>
            <a:custGeom>
              <a:avLst/>
              <a:pathLst>
                <a:path w="914400" h="921728">
                  <a:moveTo>
                    <a:pt x="914400" y="914400"/>
                  </a:moveTo>
                  <a:lnTo>
                    <a:pt x="914400" y="921728"/>
                  </a:lnTo>
                  <a:lnTo>
                    <a:pt x="913596" y="918442"/>
                  </a:lnTo>
                  <a:lnTo>
                    <a:pt x="912741" y="914400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214889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026" y="931969"/>
                  </a:lnTo>
                  <a:lnTo>
                    <a:pt x="916047" y="928466"/>
                  </a:lnTo>
                  <a:lnTo>
                    <a:pt x="914400" y="92172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215833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216777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217721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218665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219609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220553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221497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222441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223385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2243293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A3A">
                <a:alpha val="100000"/>
              </a:srgbClr>
            </a:solidFill>
            <a:ln w="5420" cap="flat">
              <a:solidFill>
                <a:srgbClr val="E6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2252733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2262173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2271613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2281053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2290494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2299934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2309374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2318814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2328255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2337695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2347135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2356575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2366016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237545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2384896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239433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2403777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2413217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2422657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2432097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2450978" y="169340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0138" y="896830"/>
                  </a:lnTo>
                  <a:lnTo>
                    <a:pt x="910503" y="898961"/>
                  </a:lnTo>
                  <a:lnTo>
                    <a:pt x="911444" y="905656"/>
                  </a:lnTo>
                  <a:lnTo>
                    <a:pt x="914399" y="91088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2450978" y="1693407"/>
              <a:ext cx="916249" cy="914400"/>
            </a:xfrm>
            <a:custGeom>
              <a:avLst/>
              <a:pathLst>
                <a:path w="916249" h="914400">
                  <a:moveTo>
                    <a:pt x="914399" y="914400"/>
                  </a:moveTo>
                  <a:lnTo>
                    <a:pt x="914399" y="910889"/>
                  </a:lnTo>
                  <a:lnTo>
                    <a:pt x="915052" y="912045"/>
                  </a:lnTo>
                  <a:lnTo>
                    <a:pt x="916249" y="914400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3130675" y="1675838"/>
              <a:ext cx="914400" cy="921729"/>
            </a:xfrm>
            <a:custGeom>
              <a:avLst/>
              <a:pathLst>
                <a:path w="914400" h="921729">
                  <a:moveTo>
                    <a:pt x="914400" y="914400"/>
                  </a:moveTo>
                  <a:lnTo>
                    <a:pt x="914400" y="921729"/>
                  </a:lnTo>
                  <a:lnTo>
                    <a:pt x="909869" y="916291"/>
                  </a:lnTo>
                  <a:lnTo>
                    <a:pt x="908459" y="914400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3130675" y="1675838"/>
              <a:ext cx="923840" cy="931373"/>
            </a:xfrm>
            <a:custGeom>
              <a:avLst/>
              <a:pathLst>
                <a:path w="923840" h="931373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373"/>
                  </a:lnTo>
                  <a:lnTo>
                    <a:pt x="919905" y="927663"/>
                  </a:lnTo>
                  <a:lnTo>
                    <a:pt x="914808" y="922219"/>
                  </a:lnTo>
                  <a:lnTo>
                    <a:pt x="914400" y="92172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3140115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032" y="931969"/>
                  </a:lnTo>
                  <a:lnTo>
                    <a:pt x="914400" y="931373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314955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315899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316843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317787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3187316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3196757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3206197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3215637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3225077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3234518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3243958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3253398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3262838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3272279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3281719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3291159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3300599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331004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331948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332892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333836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334780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335724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336668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337612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338556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339500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3404442" y="1693407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3313"/>
                  </a:lnTo>
                  <a:lnTo>
                    <a:pt x="922708" y="906121"/>
                  </a:lnTo>
                  <a:lnTo>
                    <a:pt x="918988" y="914400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3413882" y="1675838"/>
              <a:ext cx="916997" cy="920883"/>
            </a:xfrm>
            <a:custGeom>
              <a:avLst/>
              <a:pathLst>
                <a:path w="916997" h="920883">
                  <a:moveTo>
                    <a:pt x="914400" y="914400"/>
                  </a:moveTo>
                  <a:lnTo>
                    <a:pt x="916997" y="914400"/>
                  </a:lnTo>
                  <a:lnTo>
                    <a:pt x="916861" y="914775"/>
                  </a:lnTo>
                  <a:lnTo>
                    <a:pt x="914400" y="920883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2148890" y="165826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741" y="931969"/>
                  </a:lnTo>
                  <a:lnTo>
                    <a:pt x="911429" y="925764"/>
                  </a:lnTo>
                  <a:lnTo>
                    <a:pt x="909552" y="915320"/>
                  </a:lnTo>
                  <a:lnTo>
                    <a:pt x="909415" y="914400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214889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215833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216777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217721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218665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219609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220553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221497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222441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223385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2243293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2252733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2262173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2271613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2281053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2290494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2299934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2309374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2318814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2328255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2337695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2347135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2356575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2366016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237545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2384896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239433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2403777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2413217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2422657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2432097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2441538" y="1675838"/>
              <a:ext cx="919578" cy="914400"/>
            </a:xfrm>
            <a:custGeom>
              <a:avLst/>
              <a:pathLst>
                <a:path w="91957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6278" y="896830"/>
                  </a:lnTo>
                  <a:lnTo>
                    <a:pt x="918127" y="905934"/>
                  </a:lnTo>
                  <a:lnTo>
                    <a:pt x="919578" y="914400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3121235" y="1658268"/>
              <a:ext cx="914399" cy="927252"/>
            </a:xfrm>
            <a:custGeom>
              <a:avLst/>
              <a:pathLst>
                <a:path w="914399" h="927252">
                  <a:moveTo>
                    <a:pt x="914399" y="914400"/>
                  </a:moveTo>
                  <a:lnTo>
                    <a:pt x="914399" y="927252"/>
                  </a:lnTo>
                  <a:lnTo>
                    <a:pt x="909959" y="920616"/>
                  </a:lnTo>
                  <a:lnTo>
                    <a:pt x="906215" y="914400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3121235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899" y="931969"/>
                  </a:lnTo>
                  <a:lnTo>
                    <a:pt x="914542" y="927464"/>
                  </a:lnTo>
                  <a:lnTo>
                    <a:pt x="914399" y="927252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3130675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3140115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314955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315899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316843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317787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3187316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3196757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3206197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3215637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3225077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3234518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3243958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3253398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3262838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3272279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3281719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3291159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3300599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331004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331948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332892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333836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334780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335724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336668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337612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338556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339500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340444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3413882" y="167583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0519"/>
                  </a:lnTo>
                  <a:lnTo>
                    <a:pt x="922420" y="901269"/>
                  </a:lnTo>
                  <a:lnTo>
                    <a:pt x="921383" y="901817"/>
                  </a:lnTo>
                  <a:lnTo>
                    <a:pt x="920196" y="905519"/>
                  </a:lnTo>
                  <a:lnTo>
                    <a:pt x="916997" y="914400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3423322" y="1658268"/>
              <a:ext cx="921388" cy="918088"/>
            </a:xfrm>
            <a:custGeom>
              <a:avLst/>
              <a:pathLst>
                <a:path w="921388" h="918088">
                  <a:moveTo>
                    <a:pt x="914400" y="914400"/>
                  </a:moveTo>
                  <a:lnTo>
                    <a:pt x="921388" y="914400"/>
                  </a:lnTo>
                  <a:lnTo>
                    <a:pt x="920163" y="915046"/>
                  </a:lnTo>
                  <a:lnTo>
                    <a:pt x="918726" y="915804"/>
                  </a:lnTo>
                  <a:lnTo>
                    <a:pt x="917289" y="916563"/>
                  </a:lnTo>
                  <a:lnTo>
                    <a:pt x="915852" y="917321"/>
                  </a:lnTo>
                  <a:lnTo>
                    <a:pt x="914400" y="91808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2148890" y="164069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415" y="931969"/>
                  </a:lnTo>
                  <a:lnTo>
                    <a:pt x="907972" y="922277"/>
                  </a:lnTo>
                  <a:lnTo>
                    <a:pt x="907033" y="914400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214889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215833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216777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217721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218665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219609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220553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221497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222441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223385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2243293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2252733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2262173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2271613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2281053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2290494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2299934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2309374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2318814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2328255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2337695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5A3A">
                <a:alpha val="100000"/>
              </a:srgbClr>
            </a:solidFill>
            <a:ln w="5420" cap="flat">
              <a:solidFill>
                <a:srgbClr val="E6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2347135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2356575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2366016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237545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2384896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239433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2403777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2413217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2422657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2441538" y="165826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1959" y="896830"/>
                  </a:lnTo>
                  <a:lnTo>
                    <a:pt x="913608" y="902919"/>
                  </a:lnTo>
                  <a:lnTo>
                    <a:pt x="914400" y="906267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2441538" y="1658268"/>
              <a:ext cx="916278" cy="914400"/>
            </a:xfrm>
            <a:custGeom>
              <a:avLst/>
              <a:pathLst>
                <a:path w="916278" h="914400">
                  <a:moveTo>
                    <a:pt x="914400" y="914400"/>
                  </a:moveTo>
                  <a:lnTo>
                    <a:pt x="914400" y="906267"/>
                  </a:lnTo>
                  <a:lnTo>
                    <a:pt x="916014" y="913100"/>
                  </a:lnTo>
                  <a:lnTo>
                    <a:pt x="916278" y="914400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3111795" y="1640698"/>
              <a:ext cx="914399" cy="929772"/>
            </a:xfrm>
            <a:custGeom>
              <a:avLst/>
              <a:pathLst>
                <a:path w="914399" h="929772">
                  <a:moveTo>
                    <a:pt x="914399" y="914400"/>
                  </a:moveTo>
                  <a:lnTo>
                    <a:pt x="914399" y="929772"/>
                  </a:lnTo>
                  <a:lnTo>
                    <a:pt x="910837" y="923210"/>
                  </a:lnTo>
                  <a:lnTo>
                    <a:pt x="906880" y="915122"/>
                  </a:lnTo>
                  <a:lnTo>
                    <a:pt x="906562" y="9144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3111795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655" y="931969"/>
                  </a:lnTo>
                  <a:lnTo>
                    <a:pt x="915014" y="930904"/>
                  </a:lnTo>
                  <a:lnTo>
                    <a:pt x="914399" y="929772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3121235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3130675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3140115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314955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315899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316843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317787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3187316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3196757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3206197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3215637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3225077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3234518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3243958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3253398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3262838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3272279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3281719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3291159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3300599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331004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331948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332892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333836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334780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335724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336668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337612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338556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339500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340444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341388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3423322" y="165826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3107"/>
                  </a:lnTo>
                  <a:lnTo>
                    <a:pt x="923037" y="913530"/>
                  </a:lnTo>
                  <a:lnTo>
                    <a:pt x="921600" y="914288"/>
                  </a:lnTo>
                  <a:lnTo>
                    <a:pt x="921388" y="914400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3432763" y="1640698"/>
              <a:ext cx="923840" cy="930677"/>
            </a:xfrm>
            <a:custGeom>
              <a:avLst/>
              <a:pathLst>
                <a:path w="923840" h="93067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5127"/>
                  </a:lnTo>
                  <a:lnTo>
                    <a:pt x="921816" y="926502"/>
                  </a:lnTo>
                  <a:lnTo>
                    <a:pt x="916477" y="929582"/>
                  </a:lnTo>
                  <a:lnTo>
                    <a:pt x="915035" y="930342"/>
                  </a:lnTo>
                  <a:lnTo>
                    <a:pt x="914400" y="930677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3442203" y="1640698"/>
              <a:ext cx="923840" cy="925127"/>
            </a:xfrm>
            <a:custGeom>
              <a:avLst/>
              <a:pathLst>
                <a:path w="923840" h="92512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7938"/>
                  </a:lnTo>
                  <a:lnTo>
                    <a:pt x="922775" y="918892"/>
                  </a:lnTo>
                  <a:lnTo>
                    <a:pt x="917625" y="922936"/>
                  </a:lnTo>
                  <a:lnTo>
                    <a:pt x="914400" y="925127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3451643" y="1640698"/>
              <a:ext cx="918350" cy="917938"/>
            </a:xfrm>
            <a:custGeom>
              <a:avLst/>
              <a:pathLst>
                <a:path w="918350" h="917938">
                  <a:moveTo>
                    <a:pt x="914400" y="914400"/>
                  </a:moveTo>
                  <a:lnTo>
                    <a:pt x="918350" y="914400"/>
                  </a:lnTo>
                  <a:lnTo>
                    <a:pt x="914400" y="9179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2148890" y="162312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7033" y="931969"/>
                  </a:lnTo>
                  <a:lnTo>
                    <a:pt x="906691" y="929095"/>
                  </a:lnTo>
                  <a:lnTo>
                    <a:pt x="905713" y="918233"/>
                  </a:lnTo>
                  <a:lnTo>
                    <a:pt x="905478" y="914400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214889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215833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216777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217721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218665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219609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220553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221497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222441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223385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224329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225273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226217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227161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228105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2290494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2299934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2309374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2318814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2328255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2337695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2347135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2356575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2366016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237545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2384896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239433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2403777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2413217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2422657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2432097" y="1640698"/>
              <a:ext cx="921399" cy="914400"/>
            </a:xfrm>
            <a:custGeom>
              <a:avLst/>
              <a:pathLst>
                <a:path w="921399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5980" y="896830"/>
                  </a:lnTo>
                  <a:lnTo>
                    <a:pt x="917390" y="900903"/>
                  </a:lnTo>
                  <a:lnTo>
                    <a:pt x="920358" y="910557"/>
                  </a:lnTo>
                  <a:lnTo>
                    <a:pt x="921399" y="914400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3102354" y="1623128"/>
              <a:ext cx="914400" cy="928330"/>
            </a:xfrm>
            <a:custGeom>
              <a:avLst/>
              <a:pathLst>
                <a:path w="914400" h="928330">
                  <a:moveTo>
                    <a:pt x="914400" y="914400"/>
                  </a:moveTo>
                  <a:lnTo>
                    <a:pt x="914400" y="928330"/>
                  </a:lnTo>
                  <a:lnTo>
                    <a:pt x="912595" y="924233"/>
                  </a:lnTo>
                  <a:lnTo>
                    <a:pt x="909109" y="915426"/>
                  </a:lnTo>
                  <a:lnTo>
                    <a:pt x="908746" y="9144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3102354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003" y="931969"/>
                  </a:lnTo>
                  <a:lnTo>
                    <a:pt x="914400" y="92833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3111795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3121235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3130675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3140115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314955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315899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316843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317787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3187316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3196757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3206197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3215637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3225077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3234518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3243958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3253398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3262838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3272279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3281719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3291159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3300599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331004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331948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332892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333836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334780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335724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336668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337612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338556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339500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340444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341388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342332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343276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344220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3451643" y="164069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779"/>
                  </a:lnTo>
                  <a:lnTo>
                    <a:pt x="923281" y="909413"/>
                  </a:lnTo>
                  <a:lnTo>
                    <a:pt x="918350" y="914400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3461083" y="1623128"/>
              <a:ext cx="923840" cy="926348"/>
            </a:xfrm>
            <a:custGeom>
              <a:avLst/>
              <a:pathLst>
                <a:path w="923840" h="926348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4921"/>
                  </a:lnTo>
                  <a:lnTo>
                    <a:pt x="923236" y="915726"/>
                  </a:lnTo>
                  <a:lnTo>
                    <a:pt x="918613" y="921570"/>
                  </a:lnTo>
                  <a:lnTo>
                    <a:pt x="914400" y="92634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3470524" y="1623128"/>
              <a:ext cx="914791" cy="914921"/>
            </a:xfrm>
            <a:custGeom>
              <a:avLst/>
              <a:pathLst>
                <a:path w="914791" h="914921">
                  <a:moveTo>
                    <a:pt x="914400" y="914400"/>
                  </a:moveTo>
                  <a:lnTo>
                    <a:pt x="914791" y="914400"/>
                  </a:lnTo>
                  <a:lnTo>
                    <a:pt x="914400" y="914921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2139450" y="1605559"/>
              <a:ext cx="914400" cy="922371"/>
            </a:xfrm>
            <a:custGeom>
              <a:avLst/>
              <a:pathLst>
                <a:path w="914400" h="922371">
                  <a:moveTo>
                    <a:pt x="914400" y="914400"/>
                  </a:moveTo>
                  <a:lnTo>
                    <a:pt x="914400" y="922371"/>
                  </a:lnTo>
                  <a:lnTo>
                    <a:pt x="914136" y="91440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213945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918" y="931969"/>
                  </a:lnTo>
                  <a:lnTo>
                    <a:pt x="914482" y="924861"/>
                  </a:lnTo>
                  <a:lnTo>
                    <a:pt x="914400" y="922371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214889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215833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216777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217721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218665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219609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220553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221497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222441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223385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224329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225273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226217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227161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228105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229049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229993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230937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231881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2328255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2337695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2347135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2356575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2366016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237545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2384896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239433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2403777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2413217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2432097" y="1623128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237" y="896830"/>
                  </a:lnTo>
                  <a:lnTo>
                    <a:pt x="910655" y="900106"/>
                  </a:lnTo>
                  <a:lnTo>
                    <a:pt x="914153" y="909124"/>
                  </a:lnTo>
                  <a:lnTo>
                    <a:pt x="914399" y="909837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2432097" y="1623128"/>
              <a:ext cx="915980" cy="914400"/>
            </a:xfrm>
            <a:custGeom>
              <a:avLst/>
              <a:pathLst>
                <a:path w="915980" h="914400">
                  <a:moveTo>
                    <a:pt x="914399" y="914400"/>
                  </a:moveTo>
                  <a:lnTo>
                    <a:pt x="914399" y="909837"/>
                  </a:lnTo>
                  <a:lnTo>
                    <a:pt x="915980" y="914400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3092914" y="1605559"/>
              <a:ext cx="914400" cy="920965"/>
            </a:xfrm>
            <a:custGeom>
              <a:avLst/>
              <a:pathLst>
                <a:path w="914400" h="920965">
                  <a:moveTo>
                    <a:pt x="914400" y="914400"/>
                  </a:moveTo>
                  <a:lnTo>
                    <a:pt x="914400" y="920965"/>
                  </a:lnTo>
                  <a:lnTo>
                    <a:pt x="912329" y="914400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309291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8186" y="931969"/>
                  </a:lnTo>
                  <a:lnTo>
                    <a:pt x="915314" y="923864"/>
                  </a:lnTo>
                  <a:lnTo>
                    <a:pt x="914400" y="920965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310235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3111795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3121235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3130675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3140115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314955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315899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316843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317787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3187316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3196757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3206197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3215637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3225077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3234518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3243958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3253398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3262838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3272279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3281719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3291159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3300599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331004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331948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332892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333836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334780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335724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336668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337612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338556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339500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340444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341388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342332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343276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344220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345164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346108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3470524" y="162312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7378"/>
                  </a:lnTo>
                  <a:lnTo>
                    <a:pt x="923212" y="907695"/>
                  </a:lnTo>
                  <a:lnTo>
                    <a:pt x="921963" y="908325"/>
                  </a:lnTo>
                  <a:lnTo>
                    <a:pt x="920715" y="908956"/>
                  </a:lnTo>
                  <a:lnTo>
                    <a:pt x="919467" y="909586"/>
                  </a:lnTo>
                  <a:lnTo>
                    <a:pt x="918219" y="910217"/>
                  </a:lnTo>
                  <a:lnTo>
                    <a:pt x="917756" y="910451"/>
                  </a:lnTo>
                  <a:lnTo>
                    <a:pt x="917612" y="910643"/>
                  </a:lnTo>
                  <a:lnTo>
                    <a:pt x="916342" y="912334"/>
                  </a:lnTo>
                  <a:lnTo>
                    <a:pt x="915073" y="914025"/>
                  </a:lnTo>
                  <a:lnTo>
                    <a:pt x="914791" y="914400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3479964" y="1605559"/>
              <a:ext cx="923840" cy="924948"/>
            </a:xfrm>
            <a:custGeom>
              <a:avLst/>
              <a:pathLst>
                <a:path w="923840" h="924948">
                  <a:moveTo>
                    <a:pt x="914400" y="914400"/>
                  </a:moveTo>
                  <a:lnTo>
                    <a:pt x="923840" y="914400"/>
                  </a:lnTo>
                  <a:lnTo>
                    <a:pt x="923764" y="920227"/>
                  </a:lnTo>
                  <a:lnTo>
                    <a:pt x="922514" y="920856"/>
                  </a:lnTo>
                  <a:lnTo>
                    <a:pt x="921265" y="921485"/>
                  </a:lnTo>
                  <a:lnTo>
                    <a:pt x="920016" y="922115"/>
                  </a:lnTo>
                  <a:lnTo>
                    <a:pt x="918767" y="922745"/>
                  </a:lnTo>
                  <a:lnTo>
                    <a:pt x="917518" y="923375"/>
                  </a:lnTo>
                  <a:lnTo>
                    <a:pt x="916269" y="924005"/>
                  </a:lnTo>
                  <a:lnTo>
                    <a:pt x="915020" y="924635"/>
                  </a:lnTo>
                  <a:lnTo>
                    <a:pt x="914400" y="92494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3489404" y="1605559"/>
              <a:ext cx="923840" cy="920188"/>
            </a:xfrm>
            <a:custGeom>
              <a:avLst/>
              <a:pathLst>
                <a:path w="923840" h="920188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5201"/>
                  </a:lnTo>
                  <a:lnTo>
                    <a:pt x="919327" y="917708"/>
                  </a:lnTo>
                  <a:lnTo>
                    <a:pt x="918073" y="918339"/>
                  </a:lnTo>
                  <a:lnTo>
                    <a:pt x="916823" y="918968"/>
                  </a:lnTo>
                  <a:lnTo>
                    <a:pt x="915573" y="919597"/>
                  </a:lnTo>
                  <a:lnTo>
                    <a:pt x="914400" y="92018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3498844" y="1605559"/>
              <a:ext cx="915793" cy="915201"/>
            </a:xfrm>
            <a:custGeom>
              <a:avLst/>
              <a:pathLst>
                <a:path w="915793" h="915201">
                  <a:moveTo>
                    <a:pt x="914400" y="914400"/>
                  </a:moveTo>
                  <a:lnTo>
                    <a:pt x="915793" y="914400"/>
                  </a:lnTo>
                  <a:lnTo>
                    <a:pt x="915535" y="914571"/>
                  </a:lnTo>
                  <a:lnTo>
                    <a:pt x="914400" y="915201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2139450" y="158798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4136" y="931969"/>
                  </a:lnTo>
                  <a:lnTo>
                    <a:pt x="914118" y="931438"/>
                  </a:lnTo>
                  <a:lnTo>
                    <a:pt x="914064" y="920426"/>
                  </a:lnTo>
                  <a:lnTo>
                    <a:pt x="914203" y="914400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213945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214889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215833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216777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217721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218665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219609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220553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221497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222441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223385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224329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225273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226217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227161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228105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229049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229993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230937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231881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2328255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2337695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2347135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2356575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2366016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237545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2384896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239433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2403777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2422657" y="160555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0269" y="896830"/>
                  </a:lnTo>
                  <a:lnTo>
                    <a:pt x="912358" y="900731"/>
                  </a:lnTo>
                  <a:lnTo>
                    <a:pt x="914400" y="904971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2422657" y="1605559"/>
              <a:ext cx="918677" cy="914400"/>
            </a:xfrm>
            <a:custGeom>
              <a:avLst/>
              <a:pathLst>
                <a:path w="918677" h="914400">
                  <a:moveTo>
                    <a:pt x="914400" y="914400"/>
                  </a:moveTo>
                  <a:lnTo>
                    <a:pt x="914400" y="904971"/>
                  </a:lnTo>
                  <a:lnTo>
                    <a:pt x="916346" y="909014"/>
                  </a:lnTo>
                  <a:lnTo>
                    <a:pt x="918677" y="914400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3092914" y="158798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329" y="931969"/>
                  </a:lnTo>
                  <a:lnTo>
                    <a:pt x="909628" y="922297"/>
                  </a:lnTo>
                  <a:lnTo>
                    <a:pt x="907696" y="914400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309291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310235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3111795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3121235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3130675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3140115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314955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315899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316843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317787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3187316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3196757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3206197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3215637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3225077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3234518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3243958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3253398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3262838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3272279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3281719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3291159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3300599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331004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331948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332892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333836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334780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335724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336668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337612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338556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339500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340444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341388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342332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343276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344220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345164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346108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347052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347996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348940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3498844" y="1605559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9984"/>
                  </a:lnTo>
                  <a:lnTo>
                    <a:pt x="922292" y="910365"/>
                  </a:lnTo>
                  <a:lnTo>
                    <a:pt x="921644" y="910460"/>
                  </a:lnTo>
                  <a:lnTo>
                    <a:pt x="921088" y="910891"/>
                  </a:lnTo>
                  <a:lnTo>
                    <a:pt x="915793" y="914400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3508285" y="1587989"/>
              <a:ext cx="923840" cy="927553"/>
            </a:xfrm>
            <a:custGeom>
              <a:avLst/>
              <a:pathLst>
                <a:path w="923840" h="927553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4715"/>
                  </a:lnTo>
                  <a:lnTo>
                    <a:pt x="918875" y="926449"/>
                  </a:lnTo>
                  <a:lnTo>
                    <a:pt x="914400" y="927553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3517725" y="1587989"/>
              <a:ext cx="923840" cy="924715"/>
            </a:xfrm>
            <a:custGeom>
              <a:avLst/>
              <a:pathLst>
                <a:path w="923840" h="924715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0265"/>
                  </a:lnTo>
                  <a:lnTo>
                    <a:pt x="921309" y="921685"/>
                  </a:lnTo>
                  <a:lnTo>
                    <a:pt x="915406" y="924363"/>
                  </a:lnTo>
                  <a:lnTo>
                    <a:pt x="914400" y="924715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3527165" y="1587989"/>
              <a:ext cx="923840" cy="920265"/>
            </a:xfrm>
            <a:custGeom>
              <a:avLst/>
              <a:pathLst>
                <a:path w="923840" h="920265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4633"/>
                  </a:lnTo>
                  <a:lnTo>
                    <a:pt x="922803" y="915270"/>
                  </a:lnTo>
                  <a:lnTo>
                    <a:pt x="921099" y="916319"/>
                  </a:lnTo>
                  <a:lnTo>
                    <a:pt x="919395" y="917368"/>
                  </a:lnTo>
                  <a:lnTo>
                    <a:pt x="917686" y="918421"/>
                  </a:lnTo>
                  <a:lnTo>
                    <a:pt x="914400" y="920265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3536605" y="1587989"/>
              <a:ext cx="914779" cy="914633"/>
            </a:xfrm>
            <a:custGeom>
              <a:avLst/>
              <a:pathLst>
                <a:path w="914779" h="914633">
                  <a:moveTo>
                    <a:pt x="914400" y="914400"/>
                  </a:moveTo>
                  <a:lnTo>
                    <a:pt x="914779" y="914400"/>
                  </a:lnTo>
                  <a:lnTo>
                    <a:pt x="914400" y="914633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2139450" y="158798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203" y="914400"/>
                  </a:lnTo>
                  <a:lnTo>
                    <a:pt x="914318" y="909423"/>
                  </a:lnTo>
                  <a:lnTo>
                    <a:pt x="914340" y="908820"/>
                  </a:lnTo>
                  <a:lnTo>
                    <a:pt x="914363" y="908215"/>
                  </a:lnTo>
                  <a:lnTo>
                    <a:pt x="914385" y="907611"/>
                  </a:lnTo>
                  <a:lnTo>
                    <a:pt x="914400" y="907231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2148890" y="1570419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4801"/>
                  </a:lnTo>
                  <a:lnTo>
                    <a:pt x="904968" y="924576"/>
                  </a:lnTo>
                  <a:lnTo>
                    <a:pt x="904990" y="923971"/>
                  </a:lnTo>
                  <a:lnTo>
                    <a:pt x="905013" y="923367"/>
                  </a:lnTo>
                  <a:lnTo>
                    <a:pt x="905035" y="922762"/>
                  </a:lnTo>
                  <a:lnTo>
                    <a:pt x="905058" y="922157"/>
                  </a:lnTo>
                  <a:lnTo>
                    <a:pt x="905080" y="921553"/>
                  </a:lnTo>
                  <a:lnTo>
                    <a:pt x="905103" y="920948"/>
                  </a:lnTo>
                  <a:lnTo>
                    <a:pt x="905125" y="920343"/>
                  </a:lnTo>
                  <a:lnTo>
                    <a:pt x="905148" y="919739"/>
                  </a:lnTo>
                  <a:lnTo>
                    <a:pt x="905170" y="919134"/>
                  </a:lnTo>
                  <a:lnTo>
                    <a:pt x="905193" y="918530"/>
                  </a:lnTo>
                  <a:lnTo>
                    <a:pt x="905215" y="917925"/>
                  </a:lnTo>
                  <a:lnTo>
                    <a:pt x="905238" y="917320"/>
                  </a:lnTo>
                  <a:lnTo>
                    <a:pt x="905260" y="916716"/>
                  </a:lnTo>
                  <a:lnTo>
                    <a:pt x="905283" y="916111"/>
                  </a:lnTo>
                  <a:lnTo>
                    <a:pt x="905305" y="915506"/>
                  </a:lnTo>
                  <a:lnTo>
                    <a:pt x="905328" y="914902"/>
                  </a:lnTo>
                  <a:lnTo>
                    <a:pt x="905347" y="91439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214889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215833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216777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217721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218665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219609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220553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221497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222441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223385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224329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225273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226217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227161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228105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229049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229993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230937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231881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232825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2337695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234713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2356575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2366016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237545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2384896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239433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2413217" y="1587989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081" y="896830"/>
                  </a:lnTo>
                  <a:lnTo>
                    <a:pt x="913145" y="902967"/>
                  </a:lnTo>
                  <a:lnTo>
                    <a:pt x="914399" y="905076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2413217" y="1587989"/>
              <a:ext cx="919709" cy="914400"/>
            </a:xfrm>
            <a:custGeom>
              <a:avLst/>
              <a:pathLst>
                <a:path w="919709" h="914400">
                  <a:moveTo>
                    <a:pt x="914399" y="914400"/>
                  </a:moveTo>
                  <a:lnTo>
                    <a:pt x="914399" y="905076"/>
                  </a:lnTo>
                  <a:lnTo>
                    <a:pt x="917580" y="910422"/>
                  </a:lnTo>
                  <a:lnTo>
                    <a:pt x="919709" y="914400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3083474" y="1570419"/>
              <a:ext cx="914400" cy="919298"/>
            </a:xfrm>
            <a:custGeom>
              <a:avLst/>
              <a:pathLst>
                <a:path w="914400" h="919298">
                  <a:moveTo>
                    <a:pt x="914400" y="914399"/>
                  </a:moveTo>
                  <a:lnTo>
                    <a:pt x="914400" y="919298"/>
                  </a:lnTo>
                  <a:lnTo>
                    <a:pt x="913517" y="91439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308347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7137" y="931969"/>
                  </a:lnTo>
                  <a:lnTo>
                    <a:pt x="916633" y="929912"/>
                  </a:lnTo>
                  <a:lnTo>
                    <a:pt x="914478" y="919736"/>
                  </a:lnTo>
                  <a:lnTo>
                    <a:pt x="914400" y="91929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309291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310235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3111795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3121235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313067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314011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314955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315899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316843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317787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3187316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3196757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3206197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3215637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3225077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3234518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3243958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3253398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3262838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3272279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3281719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3291159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3300599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331004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331948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332892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333836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334780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335724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336668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337612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338556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339500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340444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341388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342332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343276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344220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345164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346108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347052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347996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348940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349884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350828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351772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352716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3536605" y="1587989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831"/>
                  </a:lnTo>
                  <a:lnTo>
                    <a:pt x="923594" y="908982"/>
                  </a:lnTo>
                  <a:lnTo>
                    <a:pt x="921889" y="910029"/>
                  </a:lnTo>
                  <a:lnTo>
                    <a:pt x="920183" y="911077"/>
                  </a:lnTo>
                  <a:lnTo>
                    <a:pt x="918478" y="912125"/>
                  </a:lnTo>
                  <a:lnTo>
                    <a:pt x="916772" y="913173"/>
                  </a:lnTo>
                  <a:lnTo>
                    <a:pt x="915068" y="914222"/>
                  </a:lnTo>
                  <a:lnTo>
                    <a:pt x="914779" y="914400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3546046" y="1570419"/>
              <a:ext cx="923840" cy="926401"/>
            </a:xfrm>
            <a:custGeom>
              <a:avLst/>
              <a:pathLst>
                <a:path w="923840" h="926401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0612"/>
                  </a:lnTo>
                  <a:lnTo>
                    <a:pt x="922688" y="921317"/>
                  </a:lnTo>
                  <a:lnTo>
                    <a:pt x="920981" y="922364"/>
                  </a:lnTo>
                  <a:lnTo>
                    <a:pt x="919274" y="923410"/>
                  </a:lnTo>
                  <a:lnTo>
                    <a:pt x="917567" y="924457"/>
                  </a:lnTo>
                  <a:lnTo>
                    <a:pt x="915860" y="925504"/>
                  </a:lnTo>
                  <a:lnTo>
                    <a:pt x="914400" y="926401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3555486" y="1570419"/>
              <a:ext cx="923669" cy="920612"/>
            </a:xfrm>
            <a:custGeom>
              <a:avLst/>
              <a:pathLst>
                <a:path w="923669" h="920612">
                  <a:moveTo>
                    <a:pt x="914400" y="914399"/>
                  </a:moveTo>
                  <a:lnTo>
                    <a:pt x="923669" y="914399"/>
                  </a:lnTo>
                  <a:lnTo>
                    <a:pt x="921408" y="916102"/>
                  </a:lnTo>
                  <a:lnTo>
                    <a:pt x="916670" y="919222"/>
                  </a:lnTo>
                  <a:lnTo>
                    <a:pt x="914956" y="920271"/>
                  </a:lnTo>
                  <a:lnTo>
                    <a:pt x="914400" y="920612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2148890" y="1552849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5350" y="931867"/>
                  </a:lnTo>
                  <a:lnTo>
                    <a:pt x="905373" y="931262"/>
                  </a:lnTo>
                  <a:lnTo>
                    <a:pt x="905395" y="930658"/>
                  </a:lnTo>
                  <a:lnTo>
                    <a:pt x="905418" y="930053"/>
                  </a:lnTo>
                  <a:lnTo>
                    <a:pt x="905441" y="929448"/>
                  </a:lnTo>
                  <a:lnTo>
                    <a:pt x="905463" y="928844"/>
                  </a:lnTo>
                  <a:lnTo>
                    <a:pt x="905486" y="928239"/>
                  </a:lnTo>
                  <a:lnTo>
                    <a:pt x="905508" y="927635"/>
                  </a:lnTo>
                  <a:lnTo>
                    <a:pt x="905531" y="927030"/>
                  </a:lnTo>
                  <a:lnTo>
                    <a:pt x="905553" y="926425"/>
                  </a:lnTo>
                  <a:lnTo>
                    <a:pt x="905576" y="925821"/>
                  </a:lnTo>
                  <a:lnTo>
                    <a:pt x="905598" y="925216"/>
                  </a:lnTo>
                  <a:lnTo>
                    <a:pt x="905832" y="920589"/>
                  </a:lnTo>
                  <a:lnTo>
                    <a:pt x="905813" y="920436"/>
                  </a:lnTo>
                  <a:lnTo>
                    <a:pt x="905532" y="918209"/>
                  </a:lnTo>
                  <a:lnTo>
                    <a:pt x="905252" y="915983"/>
                  </a:lnTo>
                  <a:lnTo>
                    <a:pt x="905052" y="91439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214889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215833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216777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217721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218665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219609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220553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221497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222441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223385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224329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225273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226217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227161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228105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229049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229993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230937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231881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232825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2337695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234713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2356575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2366016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2375456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2384896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2403777" y="157041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6937" y="896830"/>
                  </a:lnTo>
                  <a:lnTo>
                    <a:pt x="907436" y="900211"/>
                  </a:lnTo>
                  <a:lnTo>
                    <a:pt x="908101" y="900925"/>
                  </a:lnTo>
                  <a:lnTo>
                    <a:pt x="913112" y="906985"/>
                  </a:lnTo>
                  <a:lnTo>
                    <a:pt x="914400" y="90872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2403777" y="1570419"/>
              <a:ext cx="918521" cy="914399"/>
            </a:xfrm>
            <a:custGeom>
              <a:avLst/>
              <a:pathLst>
                <a:path w="918521" h="914399">
                  <a:moveTo>
                    <a:pt x="914400" y="914399"/>
                  </a:moveTo>
                  <a:lnTo>
                    <a:pt x="914400" y="908728"/>
                  </a:lnTo>
                  <a:lnTo>
                    <a:pt x="917945" y="913529"/>
                  </a:lnTo>
                  <a:lnTo>
                    <a:pt x="918521" y="91439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3083474" y="1552849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13517" y="931969"/>
                  </a:lnTo>
                  <a:lnTo>
                    <a:pt x="912610" y="926935"/>
                  </a:lnTo>
                  <a:lnTo>
                    <a:pt x="911033" y="916398"/>
                  </a:lnTo>
                  <a:lnTo>
                    <a:pt x="910793" y="91439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308347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309291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310235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3111795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3121235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313067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314011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3149556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3158996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3168436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3177876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3187316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3196757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3206197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3215637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3225077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3234518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3243958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3253398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3262838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3272279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3281719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3291159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3300599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331004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331948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332892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333836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334780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335724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336668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337612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338556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339500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340444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341388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342332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343276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344220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345164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346108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347052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347996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348940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349884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350828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351772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352716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353660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3546046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3555486" y="1570419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4271"/>
                  </a:lnTo>
                  <a:lnTo>
                    <a:pt x="923669" y="91439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3564926" y="1552849"/>
              <a:ext cx="923840" cy="931841"/>
            </a:xfrm>
            <a:custGeom>
              <a:avLst/>
              <a:pathLst>
                <a:path w="923840" h="931841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3894"/>
                  </a:lnTo>
                  <a:lnTo>
                    <a:pt x="922645" y="924970"/>
                  </a:lnTo>
                  <a:lnTo>
                    <a:pt x="921196" y="926276"/>
                  </a:lnTo>
                  <a:lnTo>
                    <a:pt x="916626" y="930164"/>
                  </a:lnTo>
                  <a:lnTo>
                    <a:pt x="914400" y="931841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3574366" y="1552849"/>
              <a:ext cx="923840" cy="923894"/>
            </a:xfrm>
            <a:custGeom>
              <a:avLst/>
              <a:pathLst>
                <a:path w="923840" h="923894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5399"/>
                  </a:lnTo>
                  <a:lnTo>
                    <a:pt x="923306" y="915879"/>
                  </a:lnTo>
                  <a:lnTo>
                    <a:pt x="921862" y="917177"/>
                  </a:lnTo>
                  <a:lnTo>
                    <a:pt x="920418" y="918476"/>
                  </a:lnTo>
                  <a:lnTo>
                    <a:pt x="918975" y="919774"/>
                  </a:lnTo>
                  <a:lnTo>
                    <a:pt x="917532" y="921073"/>
                  </a:lnTo>
                  <a:lnTo>
                    <a:pt x="916089" y="922372"/>
                  </a:lnTo>
                  <a:lnTo>
                    <a:pt x="914647" y="923671"/>
                  </a:lnTo>
                  <a:lnTo>
                    <a:pt x="914400" y="923894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3583807" y="1552849"/>
              <a:ext cx="915873" cy="915399"/>
            </a:xfrm>
            <a:custGeom>
              <a:avLst/>
              <a:pathLst>
                <a:path w="915873" h="915399">
                  <a:moveTo>
                    <a:pt x="914400" y="914399"/>
                  </a:moveTo>
                  <a:lnTo>
                    <a:pt x="915873" y="914399"/>
                  </a:lnTo>
                  <a:lnTo>
                    <a:pt x="915119" y="914753"/>
                  </a:lnTo>
                  <a:lnTo>
                    <a:pt x="914400" y="91539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2139450" y="1535279"/>
              <a:ext cx="914400" cy="931229"/>
            </a:xfrm>
            <a:custGeom>
              <a:avLst/>
              <a:pathLst>
                <a:path w="914400" h="931229">
                  <a:moveTo>
                    <a:pt x="914400" y="914400"/>
                  </a:moveTo>
                  <a:lnTo>
                    <a:pt x="914400" y="931229"/>
                  </a:lnTo>
                  <a:lnTo>
                    <a:pt x="914131" y="929099"/>
                  </a:lnTo>
                  <a:lnTo>
                    <a:pt x="913850" y="926873"/>
                  </a:lnTo>
                  <a:lnTo>
                    <a:pt x="913570" y="924646"/>
                  </a:lnTo>
                  <a:lnTo>
                    <a:pt x="913289" y="922420"/>
                  </a:lnTo>
                  <a:lnTo>
                    <a:pt x="913008" y="920193"/>
                  </a:lnTo>
                  <a:lnTo>
                    <a:pt x="912726" y="917967"/>
                  </a:lnTo>
                  <a:lnTo>
                    <a:pt x="912444" y="915732"/>
                  </a:lnTo>
                  <a:lnTo>
                    <a:pt x="912294" y="914400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213945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93" y="931969"/>
                  </a:lnTo>
                  <a:lnTo>
                    <a:pt x="914400" y="93122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214889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215833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216777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217721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218665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219609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220553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221497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222441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223385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224329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225273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226217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227161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228105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229049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229993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230937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231881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232825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2337695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234713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2356575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236601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2375456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2394336" y="1552849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13407" y="896830"/>
                  </a:lnTo>
                  <a:lnTo>
                    <a:pt x="913575" y="897626"/>
                  </a:lnTo>
                  <a:lnTo>
                    <a:pt x="914399" y="902244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2394336" y="1552849"/>
              <a:ext cx="916377" cy="914399"/>
            </a:xfrm>
            <a:custGeom>
              <a:avLst/>
              <a:pathLst>
                <a:path w="916377" h="914399">
                  <a:moveTo>
                    <a:pt x="914399" y="914399"/>
                  </a:moveTo>
                  <a:lnTo>
                    <a:pt x="914399" y="902244"/>
                  </a:lnTo>
                  <a:lnTo>
                    <a:pt x="915461" y="908190"/>
                  </a:lnTo>
                  <a:lnTo>
                    <a:pt x="916377" y="91439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3083474" y="153527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793" y="931969"/>
                  </a:lnTo>
                  <a:lnTo>
                    <a:pt x="909752" y="923293"/>
                  </a:lnTo>
                  <a:lnTo>
                    <a:pt x="908942" y="9144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308347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309291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310235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3111795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3121235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313067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314011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3149556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3158996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3168436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3177876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318731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3196757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3206197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3215637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3225077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3234518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3243958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3253398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3262838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3272279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3281719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3291159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3300599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331004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331948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332892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333836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334780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335724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336668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337612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338556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339500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340444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341388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342332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343276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344220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345164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346108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347052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347996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348940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349884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350828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351772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352716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353660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354604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355548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356492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357436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3583807" y="1552849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748" y="910713"/>
                  </a:lnTo>
                  <a:lnTo>
                    <a:pt x="922650" y="911226"/>
                  </a:lnTo>
                  <a:lnTo>
                    <a:pt x="921552" y="911740"/>
                  </a:lnTo>
                  <a:lnTo>
                    <a:pt x="920455" y="912254"/>
                  </a:lnTo>
                  <a:lnTo>
                    <a:pt x="919357" y="912768"/>
                  </a:lnTo>
                  <a:lnTo>
                    <a:pt x="918260" y="913281"/>
                  </a:lnTo>
                  <a:lnTo>
                    <a:pt x="917162" y="913795"/>
                  </a:lnTo>
                  <a:lnTo>
                    <a:pt x="916065" y="914310"/>
                  </a:lnTo>
                  <a:lnTo>
                    <a:pt x="915873" y="91439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3593247" y="1535279"/>
              <a:ext cx="923840" cy="928240"/>
            </a:xfrm>
            <a:custGeom>
              <a:avLst/>
              <a:pathLst>
                <a:path w="923840" h="92824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3829"/>
                  </a:lnTo>
                  <a:lnTo>
                    <a:pt x="923093" y="924178"/>
                  </a:lnTo>
                  <a:lnTo>
                    <a:pt x="921995" y="924691"/>
                  </a:lnTo>
                  <a:lnTo>
                    <a:pt x="920896" y="925203"/>
                  </a:lnTo>
                  <a:lnTo>
                    <a:pt x="919798" y="925716"/>
                  </a:lnTo>
                  <a:lnTo>
                    <a:pt x="918700" y="926229"/>
                  </a:lnTo>
                  <a:lnTo>
                    <a:pt x="917601" y="926743"/>
                  </a:lnTo>
                  <a:lnTo>
                    <a:pt x="916503" y="927256"/>
                  </a:lnTo>
                  <a:lnTo>
                    <a:pt x="915405" y="927769"/>
                  </a:lnTo>
                  <a:lnTo>
                    <a:pt x="914400" y="928240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3602687" y="1535279"/>
              <a:ext cx="923840" cy="923829"/>
            </a:xfrm>
            <a:custGeom>
              <a:avLst/>
              <a:pathLst>
                <a:path w="923840" h="92382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9242"/>
                  </a:lnTo>
                  <a:lnTo>
                    <a:pt x="920250" y="921101"/>
                  </a:lnTo>
                  <a:lnTo>
                    <a:pt x="919147" y="921615"/>
                  </a:lnTo>
                  <a:lnTo>
                    <a:pt x="918048" y="922127"/>
                  </a:lnTo>
                  <a:lnTo>
                    <a:pt x="916949" y="922640"/>
                  </a:lnTo>
                  <a:lnTo>
                    <a:pt x="915851" y="923152"/>
                  </a:lnTo>
                  <a:lnTo>
                    <a:pt x="914752" y="923665"/>
                  </a:lnTo>
                  <a:lnTo>
                    <a:pt x="914400" y="92382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3612127" y="1535279"/>
              <a:ext cx="922453" cy="919242"/>
            </a:xfrm>
            <a:custGeom>
              <a:avLst/>
              <a:pathLst>
                <a:path w="922453" h="919242">
                  <a:moveTo>
                    <a:pt x="914400" y="914400"/>
                  </a:moveTo>
                  <a:lnTo>
                    <a:pt x="922453" y="914400"/>
                  </a:lnTo>
                  <a:lnTo>
                    <a:pt x="922098" y="914660"/>
                  </a:lnTo>
                  <a:lnTo>
                    <a:pt x="916499" y="918154"/>
                  </a:lnTo>
                  <a:lnTo>
                    <a:pt x="914400" y="919242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2139450" y="151771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294" y="931969"/>
                  </a:lnTo>
                  <a:lnTo>
                    <a:pt x="911312" y="923249"/>
                  </a:lnTo>
                  <a:lnTo>
                    <a:pt x="910556" y="914400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213945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214889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215833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216777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217721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218665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219609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220553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221497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222441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223385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224329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225273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226217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227161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228105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229049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229993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230937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231881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232825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2337695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234713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2356575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236601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2375456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2384896" y="1535279"/>
              <a:ext cx="922848" cy="914400"/>
            </a:xfrm>
            <a:custGeom>
              <a:avLst/>
              <a:pathLst>
                <a:path w="92284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879" y="896830"/>
                  </a:lnTo>
                  <a:lnTo>
                    <a:pt x="920832" y="904832"/>
                  </a:lnTo>
                  <a:lnTo>
                    <a:pt x="922848" y="914400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3083474" y="151771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8942" y="931969"/>
                  </a:lnTo>
                  <a:lnTo>
                    <a:pt x="908770" y="930078"/>
                  </a:lnTo>
                  <a:lnTo>
                    <a:pt x="908090" y="919214"/>
                  </a:lnTo>
                  <a:lnTo>
                    <a:pt x="907924" y="9144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308347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309291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310235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3111795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3121235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313067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314011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3149556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3158996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3168436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3177876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318731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3196757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3206197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3215637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3225077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3234518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3243958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3253398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3262838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3272279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3281719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3291159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3300599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331004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331948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332892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333836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334780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335724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336668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337612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338556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339500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340444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341388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342332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343276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344220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345164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346108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347052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347996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348940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349884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350828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351772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352716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353660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354604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355548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356492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357436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3583807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3593247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3602687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3612127" y="1535279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3381"/>
                  </a:lnTo>
                  <a:lnTo>
                    <a:pt x="922453" y="914400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3621568" y="1517710"/>
              <a:ext cx="923840" cy="930951"/>
            </a:xfrm>
            <a:custGeom>
              <a:avLst/>
              <a:pathLst>
                <a:path w="923840" h="930951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3331"/>
                  </a:lnTo>
                  <a:lnTo>
                    <a:pt x="923525" y="923636"/>
                  </a:lnTo>
                  <a:lnTo>
                    <a:pt x="918152" y="928197"/>
                  </a:lnTo>
                  <a:lnTo>
                    <a:pt x="914400" y="930951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3631008" y="1517710"/>
              <a:ext cx="923121" cy="923331"/>
            </a:xfrm>
            <a:custGeom>
              <a:avLst/>
              <a:pathLst>
                <a:path w="923121" h="923331">
                  <a:moveTo>
                    <a:pt x="914400" y="914400"/>
                  </a:moveTo>
                  <a:lnTo>
                    <a:pt x="923121" y="914400"/>
                  </a:lnTo>
                  <a:lnTo>
                    <a:pt x="919323" y="918561"/>
                  </a:lnTo>
                  <a:lnTo>
                    <a:pt x="914400" y="923331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2130010" y="1500140"/>
              <a:ext cx="914400" cy="919531"/>
            </a:xfrm>
            <a:custGeom>
              <a:avLst/>
              <a:pathLst>
                <a:path w="914400" h="919531">
                  <a:moveTo>
                    <a:pt x="914400" y="914400"/>
                  </a:moveTo>
                  <a:lnTo>
                    <a:pt x="914400" y="919531"/>
                  </a:lnTo>
                  <a:lnTo>
                    <a:pt x="911974" y="917627"/>
                  </a:lnTo>
                  <a:lnTo>
                    <a:pt x="908386" y="9144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213001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996" y="931969"/>
                  </a:lnTo>
                  <a:lnTo>
                    <a:pt x="919885" y="930675"/>
                  </a:lnTo>
                  <a:lnTo>
                    <a:pt x="919449" y="923260"/>
                  </a:lnTo>
                  <a:lnTo>
                    <a:pt x="917319" y="921822"/>
                  </a:lnTo>
                  <a:lnTo>
                    <a:pt x="914400" y="919531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213945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214889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215833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216777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217721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218665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219609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220553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221497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222441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223385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224329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225273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226217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227161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228105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229049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229993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230937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231881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232825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2337695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234713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2356575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236601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2384896" y="15177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843" y="896830"/>
                  </a:lnTo>
                  <a:lnTo>
                    <a:pt x="914400" y="898590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2384896" y="1517710"/>
              <a:ext cx="918879" cy="914400"/>
            </a:xfrm>
            <a:custGeom>
              <a:avLst/>
              <a:pathLst>
                <a:path w="918879" h="914400">
                  <a:moveTo>
                    <a:pt x="914400" y="914400"/>
                  </a:moveTo>
                  <a:lnTo>
                    <a:pt x="914400" y="898590"/>
                  </a:lnTo>
                  <a:lnTo>
                    <a:pt x="915601" y="902389"/>
                  </a:lnTo>
                  <a:lnTo>
                    <a:pt x="918359" y="912267"/>
                  </a:lnTo>
                  <a:lnTo>
                    <a:pt x="918879" y="914400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3083474" y="150014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7924" y="931969"/>
                  </a:lnTo>
                  <a:lnTo>
                    <a:pt x="907714" y="925868"/>
                  </a:lnTo>
                  <a:lnTo>
                    <a:pt x="907642" y="914931"/>
                  </a:lnTo>
                  <a:lnTo>
                    <a:pt x="907653" y="9144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308347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309291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310235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3111795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3121235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313067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314011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3149556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3158996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3168436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3177876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318731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319675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3206197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3215637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322507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3234518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3243958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3253398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3262838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3272279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3281719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3291159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3300599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331004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331948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332892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333836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334780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335724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336668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337612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338556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339500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340444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341388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342332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343276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344220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345164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346108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347052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347996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348940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349884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350828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351772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352716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353660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354604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355548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356492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357436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358380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359324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360268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361212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3621568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3631008" y="151771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3612"/>
                  </a:lnTo>
                  <a:lnTo>
                    <a:pt x="923121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3640448" y="1500140"/>
              <a:ext cx="923840" cy="931182"/>
            </a:xfrm>
            <a:custGeom>
              <a:avLst/>
              <a:pathLst>
                <a:path w="923840" h="931182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0130"/>
                  </a:lnTo>
                  <a:lnTo>
                    <a:pt x="921828" y="922592"/>
                  </a:lnTo>
                  <a:lnTo>
                    <a:pt x="920108" y="924588"/>
                  </a:lnTo>
                  <a:lnTo>
                    <a:pt x="918399" y="926573"/>
                  </a:lnTo>
                  <a:lnTo>
                    <a:pt x="916690" y="928558"/>
                  </a:lnTo>
                  <a:lnTo>
                    <a:pt x="914972" y="930554"/>
                  </a:lnTo>
                  <a:lnTo>
                    <a:pt x="914400" y="931182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3649888" y="1500140"/>
              <a:ext cx="918873" cy="920130"/>
            </a:xfrm>
            <a:custGeom>
              <a:avLst/>
              <a:pathLst>
                <a:path w="918873" h="920130">
                  <a:moveTo>
                    <a:pt x="914400" y="914400"/>
                  </a:moveTo>
                  <a:lnTo>
                    <a:pt x="918873" y="914400"/>
                  </a:lnTo>
                  <a:lnTo>
                    <a:pt x="916940" y="917021"/>
                  </a:lnTo>
                  <a:lnTo>
                    <a:pt x="914400" y="920130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2111129" y="1482570"/>
              <a:ext cx="914400" cy="918089"/>
            </a:xfrm>
            <a:custGeom>
              <a:avLst/>
              <a:pathLst>
                <a:path w="914400" h="918089">
                  <a:moveTo>
                    <a:pt x="914400" y="914400"/>
                  </a:moveTo>
                  <a:lnTo>
                    <a:pt x="914400" y="918089"/>
                  </a:lnTo>
                  <a:lnTo>
                    <a:pt x="911526" y="914400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2111129" y="1482570"/>
              <a:ext cx="923840" cy="928670"/>
            </a:xfrm>
            <a:custGeom>
              <a:avLst/>
              <a:pathLst>
                <a:path w="923840" h="92867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8670"/>
                  </a:lnTo>
                  <a:lnTo>
                    <a:pt x="920545" y="925308"/>
                  </a:lnTo>
                  <a:lnTo>
                    <a:pt x="915608" y="919640"/>
                  </a:lnTo>
                  <a:lnTo>
                    <a:pt x="914400" y="91808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2120569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826" y="931969"/>
                  </a:lnTo>
                  <a:lnTo>
                    <a:pt x="916191" y="930498"/>
                  </a:lnTo>
                  <a:lnTo>
                    <a:pt x="914400" y="928670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213001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213945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214889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215833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216777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217721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218665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219609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220553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221497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222441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223385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224329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225273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226217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227161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228105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229049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229993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230937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231881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232825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2337695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234713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2356575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236601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2375456" y="1500140"/>
              <a:ext cx="923283" cy="914400"/>
            </a:xfrm>
            <a:custGeom>
              <a:avLst/>
              <a:pathLst>
                <a:path w="923283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012" y="896830"/>
                  </a:lnTo>
                  <a:lnTo>
                    <a:pt x="918705" y="901084"/>
                  </a:lnTo>
                  <a:lnTo>
                    <a:pt x="922007" y="910366"/>
                  </a:lnTo>
                  <a:lnTo>
                    <a:pt x="923283" y="914400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3083474" y="148257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7653" y="931969"/>
                  </a:lnTo>
                  <a:lnTo>
                    <a:pt x="907875" y="921571"/>
                  </a:lnTo>
                  <a:lnTo>
                    <a:pt x="908229" y="914400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308347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309291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310235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3111795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3121235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313067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314011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3149556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3158996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3168436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3177876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318731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319675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3206197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3215637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322507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323451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324395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325339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326283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3272279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3281719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3291159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3300599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331004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331948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332892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333836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334780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335724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336668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337612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338556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339500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340444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341388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342332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343276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344220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345164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346108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347052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347996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348940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349884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350828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351772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352716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353660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354604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355548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356492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357436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358380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359324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360268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361212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362156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363100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364044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3649888" y="150014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7309"/>
                  </a:lnTo>
                  <a:lnTo>
                    <a:pt x="921343" y="911050"/>
                  </a:lnTo>
                  <a:lnTo>
                    <a:pt x="918873" y="914400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3659328" y="1482570"/>
              <a:ext cx="920873" cy="924879"/>
            </a:xfrm>
            <a:custGeom>
              <a:avLst/>
              <a:pathLst>
                <a:path w="920873" h="924879">
                  <a:moveTo>
                    <a:pt x="914400" y="914400"/>
                  </a:moveTo>
                  <a:lnTo>
                    <a:pt x="920873" y="914400"/>
                  </a:lnTo>
                  <a:lnTo>
                    <a:pt x="920220" y="915532"/>
                  </a:lnTo>
                  <a:lnTo>
                    <a:pt x="916146" y="922262"/>
                  </a:lnTo>
                  <a:lnTo>
                    <a:pt x="914400" y="92487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2101689" y="1465000"/>
              <a:ext cx="914400" cy="922478"/>
            </a:xfrm>
            <a:custGeom>
              <a:avLst/>
              <a:pathLst>
                <a:path w="914400" h="922478">
                  <a:moveTo>
                    <a:pt x="914400" y="914400"/>
                  </a:moveTo>
                  <a:lnTo>
                    <a:pt x="914400" y="922478"/>
                  </a:lnTo>
                  <a:lnTo>
                    <a:pt x="911260" y="917493"/>
                  </a:lnTo>
                  <a:lnTo>
                    <a:pt x="909503" y="914400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210168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0967" y="931969"/>
                  </a:lnTo>
                  <a:lnTo>
                    <a:pt x="920273" y="931078"/>
                  </a:lnTo>
                  <a:lnTo>
                    <a:pt x="915673" y="924500"/>
                  </a:lnTo>
                  <a:lnTo>
                    <a:pt x="914400" y="92247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211112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212056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213001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213945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214889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215833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216777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217721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218665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219609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220553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221497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222441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223385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224329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225273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226217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227161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228105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229049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229993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230937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231881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232825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2337695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234713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2356575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2375456" y="148257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4399" y="896830"/>
                  </a:lnTo>
                  <a:lnTo>
                    <a:pt x="914399" y="904815"/>
                  </a:lnTo>
                  <a:lnTo>
                    <a:pt x="913804" y="906688"/>
                  </a:lnTo>
                  <a:lnTo>
                    <a:pt x="914399" y="908030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2375456" y="1482570"/>
              <a:ext cx="917012" cy="914400"/>
            </a:xfrm>
            <a:custGeom>
              <a:avLst/>
              <a:pathLst>
                <a:path w="917012" h="914400">
                  <a:moveTo>
                    <a:pt x="914399" y="914400"/>
                  </a:moveTo>
                  <a:lnTo>
                    <a:pt x="914399" y="908030"/>
                  </a:lnTo>
                  <a:lnTo>
                    <a:pt x="915145" y="909709"/>
                  </a:lnTo>
                  <a:lnTo>
                    <a:pt x="917012" y="914400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2375456" y="1465000"/>
              <a:ext cx="916914" cy="922385"/>
            </a:xfrm>
            <a:custGeom>
              <a:avLst/>
              <a:pathLst>
                <a:path w="916914" h="922385">
                  <a:moveTo>
                    <a:pt x="914399" y="914400"/>
                  </a:moveTo>
                  <a:lnTo>
                    <a:pt x="916914" y="914400"/>
                  </a:lnTo>
                  <a:lnTo>
                    <a:pt x="916719" y="915091"/>
                  </a:lnTo>
                  <a:lnTo>
                    <a:pt x="914399" y="922385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3083474" y="146500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8229" y="931969"/>
                  </a:lnTo>
                  <a:lnTo>
                    <a:pt x="908412" y="928249"/>
                  </a:lnTo>
                  <a:lnTo>
                    <a:pt x="909252" y="917423"/>
                  </a:lnTo>
                  <a:lnTo>
                    <a:pt x="909574" y="914400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308347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309291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310235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3111795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3121235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313067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314011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3149556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3158996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3168436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3177876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3187316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319675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3206197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3215637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322507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323451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324395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325339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326283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327227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328171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329115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330059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331004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331948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332892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333836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334780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335724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336668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337612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338556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339500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340444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341388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342332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343276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344220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345164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346108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347052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347996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348940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349884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350828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351772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352716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353660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3546046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3555486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3564926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3574366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358380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359324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360268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361212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362156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363100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364044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364988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3659328" y="148257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792" y="909342"/>
                  </a:lnTo>
                  <a:lnTo>
                    <a:pt x="922604" y="911400"/>
                  </a:lnTo>
                  <a:lnTo>
                    <a:pt x="921416" y="913459"/>
                  </a:lnTo>
                  <a:lnTo>
                    <a:pt x="920873" y="914400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3668769" y="1465000"/>
              <a:ext cx="921520" cy="926829"/>
            </a:xfrm>
            <a:custGeom>
              <a:avLst/>
              <a:pathLst>
                <a:path w="921520" h="926829">
                  <a:moveTo>
                    <a:pt x="914400" y="914400"/>
                  </a:moveTo>
                  <a:lnTo>
                    <a:pt x="921520" y="914400"/>
                  </a:lnTo>
                  <a:lnTo>
                    <a:pt x="920307" y="916607"/>
                  </a:lnTo>
                  <a:lnTo>
                    <a:pt x="919109" y="918679"/>
                  </a:lnTo>
                  <a:lnTo>
                    <a:pt x="917919" y="920737"/>
                  </a:lnTo>
                  <a:lnTo>
                    <a:pt x="916729" y="922795"/>
                  </a:lnTo>
                  <a:lnTo>
                    <a:pt x="915540" y="924853"/>
                  </a:lnTo>
                  <a:lnTo>
                    <a:pt x="914400" y="92682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2092249" y="1447430"/>
              <a:ext cx="914400" cy="923575"/>
            </a:xfrm>
            <a:custGeom>
              <a:avLst/>
              <a:pathLst>
                <a:path w="914400" h="923575">
                  <a:moveTo>
                    <a:pt x="914400" y="914400"/>
                  </a:moveTo>
                  <a:lnTo>
                    <a:pt x="914400" y="923575"/>
                  </a:lnTo>
                  <a:lnTo>
                    <a:pt x="912481" y="919833"/>
                  </a:lnTo>
                  <a:lnTo>
                    <a:pt x="909967" y="914400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209224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8943" y="931969"/>
                  </a:lnTo>
                  <a:lnTo>
                    <a:pt x="916486" y="927644"/>
                  </a:lnTo>
                  <a:lnTo>
                    <a:pt x="914400" y="923575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210168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211112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212056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213001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213945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214889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215833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216777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217721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218665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219609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220553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221497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222441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223385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224329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225273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226217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227161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228105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229049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229993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230937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231881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232825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2337695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234713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2356575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236601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2375456" y="1465000"/>
              <a:ext cx="921561" cy="914400"/>
            </a:xfrm>
            <a:custGeom>
              <a:avLst/>
              <a:pathLst>
                <a:path w="921561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1561" y="896830"/>
                  </a:lnTo>
                  <a:lnTo>
                    <a:pt x="919451" y="905383"/>
                  </a:lnTo>
                  <a:lnTo>
                    <a:pt x="916914" y="914400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3083474" y="144743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574" y="931969"/>
                  </a:lnTo>
                  <a:lnTo>
                    <a:pt x="910393" y="924263"/>
                  </a:lnTo>
                  <a:lnTo>
                    <a:pt x="911730" y="914400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308347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309291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310235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3111795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3121235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313067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314011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3149556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3158996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3168436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3177876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318731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319675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3206197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3215637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322507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323451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324395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325339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326283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327227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328171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329115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330059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331004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331948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332892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333836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334780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335724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336668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337612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338556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339500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340444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341388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342332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343276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344220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345164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346108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347052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347996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348940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349884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350828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351772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352716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353660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354604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355548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356492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357436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358380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359324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360268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361212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362156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363100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364044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364988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365932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3668769" y="146500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1137"/>
                  </a:lnTo>
                  <a:lnTo>
                    <a:pt x="923051" y="911612"/>
                  </a:lnTo>
                  <a:lnTo>
                    <a:pt x="921520" y="914400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3678209" y="1447430"/>
              <a:ext cx="923840" cy="928707"/>
            </a:xfrm>
            <a:custGeom>
              <a:avLst/>
              <a:pathLst>
                <a:path w="923840" h="92870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2261"/>
                  </a:lnTo>
                  <a:lnTo>
                    <a:pt x="923109" y="922864"/>
                  </a:lnTo>
                  <a:lnTo>
                    <a:pt x="917573" y="926799"/>
                  </a:lnTo>
                  <a:lnTo>
                    <a:pt x="914400" y="928707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3687649" y="1447430"/>
              <a:ext cx="923319" cy="922261"/>
            </a:xfrm>
            <a:custGeom>
              <a:avLst/>
              <a:pathLst>
                <a:path w="923319" h="922261">
                  <a:moveTo>
                    <a:pt x="914400" y="914400"/>
                  </a:moveTo>
                  <a:lnTo>
                    <a:pt x="923319" y="914400"/>
                  </a:lnTo>
                  <a:lnTo>
                    <a:pt x="919086" y="918396"/>
                  </a:lnTo>
                  <a:lnTo>
                    <a:pt x="914400" y="922261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2082808" y="1429861"/>
              <a:ext cx="914400" cy="920717"/>
            </a:xfrm>
            <a:custGeom>
              <a:avLst/>
              <a:pathLst>
                <a:path w="914400" h="920717">
                  <a:moveTo>
                    <a:pt x="914400" y="914400"/>
                  </a:moveTo>
                  <a:lnTo>
                    <a:pt x="914400" y="920717"/>
                  </a:lnTo>
                  <a:lnTo>
                    <a:pt x="913864" y="919499"/>
                  </a:lnTo>
                  <a:lnTo>
                    <a:pt x="912797" y="917073"/>
                  </a:lnTo>
                  <a:lnTo>
                    <a:pt x="911729" y="914648"/>
                  </a:lnTo>
                  <a:lnTo>
                    <a:pt x="911620" y="914400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208280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407" y="931969"/>
                  </a:lnTo>
                  <a:lnTo>
                    <a:pt x="918136" y="929221"/>
                  </a:lnTo>
                  <a:lnTo>
                    <a:pt x="917063" y="926777"/>
                  </a:lnTo>
                  <a:lnTo>
                    <a:pt x="915997" y="924351"/>
                  </a:lnTo>
                  <a:lnTo>
                    <a:pt x="914931" y="921925"/>
                  </a:lnTo>
                  <a:lnTo>
                    <a:pt x="914400" y="920717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209224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210168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211112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212056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213001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213945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214889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215833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216777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217721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218665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219609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220553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221497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222441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223385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224329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225273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226217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227161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228105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229049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229993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230937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231881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232825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2337695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234713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2356575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236601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2375456" y="1447430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3950"/>
                  </a:lnTo>
                  <a:lnTo>
                    <a:pt x="921908" y="912993"/>
                  </a:lnTo>
                  <a:lnTo>
                    <a:pt x="921561" y="914400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2384896" y="1429861"/>
              <a:ext cx="915731" cy="921520"/>
            </a:xfrm>
            <a:custGeom>
              <a:avLst/>
              <a:pathLst>
                <a:path w="915731" h="921520">
                  <a:moveTo>
                    <a:pt x="914400" y="914400"/>
                  </a:moveTo>
                  <a:lnTo>
                    <a:pt x="915731" y="914400"/>
                  </a:lnTo>
                  <a:lnTo>
                    <a:pt x="914643" y="920380"/>
                  </a:lnTo>
                  <a:lnTo>
                    <a:pt x="914400" y="921520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3083474" y="144743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730" y="914400"/>
                  </a:lnTo>
                  <a:lnTo>
                    <a:pt x="911831" y="913657"/>
                  </a:lnTo>
                  <a:lnTo>
                    <a:pt x="913562" y="903205"/>
                  </a:lnTo>
                  <a:lnTo>
                    <a:pt x="914400" y="89895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3092914" y="142986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520"/>
                  </a:lnTo>
                  <a:lnTo>
                    <a:pt x="905376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309291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310235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3111795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3121235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313067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314011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3149556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3158996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3168436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3177876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318731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319675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3206197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3215637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322507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323451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324395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325339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326283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327227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328171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329115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330059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331004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331948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332892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333836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334780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335724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336668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337612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338556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339500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340444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341388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342332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343276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344220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345164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346108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347052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347996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348940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349884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350828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351772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352716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353660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354604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355548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356492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357436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358380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359324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360268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361212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362156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363100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364044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364988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365932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366876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367820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3687649" y="144743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3907"/>
                  </a:lnTo>
                  <a:lnTo>
                    <a:pt x="923319" y="914400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3697089" y="1429861"/>
              <a:ext cx="923840" cy="931477"/>
            </a:xfrm>
            <a:custGeom>
              <a:avLst/>
              <a:pathLst>
                <a:path w="923840" h="93147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0939"/>
                  </a:lnTo>
                  <a:lnTo>
                    <a:pt x="920068" y="925479"/>
                  </a:lnTo>
                  <a:lnTo>
                    <a:pt x="914930" y="930976"/>
                  </a:lnTo>
                  <a:lnTo>
                    <a:pt x="914400" y="931477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3706530" y="1429861"/>
              <a:ext cx="919383" cy="920939"/>
            </a:xfrm>
            <a:custGeom>
              <a:avLst/>
              <a:pathLst>
                <a:path w="919383" h="920939">
                  <a:moveTo>
                    <a:pt x="914400" y="914400"/>
                  </a:moveTo>
                  <a:lnTo>
                    <a:pt x="919383" y="914400"/>
                  </a:lnTo>
                  <a:lnTo>
                    <a:pt x="915603" y="919490"/>
                  </a:lnTo>
                  <a:lnTo>
                    <a:pt x="914400" y="92093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2073368" y="1412291"/>
              <a:ext cx="914400" cy="917025"/>
            </a:xfrm>
            <a:custGeom>
              <a:avLst/>
              <a:pathLst>
                <a:path w="914400" h="917025">
                  <a:moveTo>
                    <a:pt x="914400" y="914399"/>
                  </a:moveTo>
                  <a:lnTo>
                    <a:pt x="914400" y="917025"/>
                  </a:lnTo>
                  <a:lnTo>
                    <a:pt x="913924" y="916179"/>
                  </a:lnTo>
                  <a:lnTo>
                    <a:pt x="912923" y="91439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207336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21060" y="931969"/>
                  </a:lnTo>
                  <a:lnTo>
                    <a:pt x="920102" y="929792"/>
                  </a:lnTo>
                  <a:lnTo>
                    <a:pt x="919033" y="927367"/>
                  </a:lnTo>
                  <a:lnTo>
                    <a:pt x="917964" y="924941"/>
                  </a:lnTo>
                  <a:lnTo>
                    <a:pt x="916895" y="922516"/>
                  </a:lnTo>
                  <a:lnTo>
                    <a:pt x="915825" y="920091"/>
                  </a:lnTo>
                  <a:lnTo>
                    <a:pt x="914738" y="917627"/>
                  </a:lnTo>
                  <a:lnTo>
                    <a:pt x="914400" y="917025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208280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209224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210168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211112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212056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213001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213945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214889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215833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216777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217721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218665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219609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220553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221497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222441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223385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224329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225273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226217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227161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228105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229049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229993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230937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231881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232825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2337695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234713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2356575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236601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2375456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2384896" y="1429861"/>
              <a:ext cx="918446" cy="914400"/>
            </a:xfrm>
            <a:custGeom>
              <a:avLst/>
              <a:pathLst>
                <a:path w="91844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446" y="896830"/>
                  </a:lnTo>
                  <a:lnTo>
                    <a:pt x="918127" y="899451"/>
                  </a:lnTo>
                  <a:lnTo>
                    <a:pt x="916531" y="910000"/>
                  </a:lnTo>
                  <a:lnTo>
                    <a:pt x="915731" y="914400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3092914" y="1412291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5376" y="931969"/>
                  </a:lnTo>
                  <a:lnTo>
                    <a:pt x="906143" y="928073"/>
                  </a:lnTo>
                  <a:lnTo>
                    <a:pt x="908447" y="918011"/>
                  </a:lnTo>
                  <a:lnTo>
                    <a:pt x="909396" y="91439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309291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310235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3111795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3121235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313067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314011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3149556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3158996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3168436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3177876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318731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319675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3206197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3215637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322507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323451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324395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325339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326283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327227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328171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329115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330059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331004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331948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332892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333836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334780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335724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336668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337612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338556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339500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340444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341388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342332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343276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344220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345164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346108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347052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347996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348940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349884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350828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351772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352716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353660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354604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355548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356492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357436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358380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359324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360268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361212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362156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363100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364044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364988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365932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366876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367820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368764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369708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3706530" y="1429861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7867"/>
                  </a:lnTo>
                  <a:lnTo>
                    <a:pt x="920404" y="913025"/>
                  </a:lnTo>
                  <a:lnTo>
                    <a:pt x="919383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3715970" y="1412291"/>
              <a:ext cx="921017" cy="925437"/>
            </a:xfrm>
            <a:custGeom>
              <a:avLst/>
              <a:pathLst>
                <a:path w="921017" h="925437">
                  <a:moveTo>
                    <a:pt x="914400" y="914399"/>
                  </a:moveTo>
                  <a:lnTo>
                    <a:pt x="921017" y="914399"/>
                  </a:lnTo>
                  <a:lnTo>
                    <a:pt x="919987" y="916308"/>
                  </a:lnTo>
                  <a:lnTo>
                    <a:pt x="915576" y="923671"/>
                  </a:lnTo>
                  <a:lnTo>
                    <a:pt x="914400" y="925437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2063928" y="1394721"/>
              <a:ext cx="914400" cy="917829"/>
            </a:xfrm>
            <a:custGeom>
              <a:avLst/>
              <a:pathLst>
                <a:path w="914400" h="917829">
                  <a:moveTo>
                    <a:pt x="914400" y="914400"/>
                  </a:moveTo>
                  <a:lnTo>
                    <a:pt x="914400" y="917829"/>
                  </a:lnTo>
                  <a:lnTo>
                    <a:pt x="914270" y="917600"/>
                  </a:lnTo>
                  <a:lnTo>
                    <a:pt x="913132" y="915582"/>
                  </a:lnTo>
                  <a:lnTo>
                    <a:pt x="912465" y="914400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206392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2364" y="931969"/>
                  </a:lnTo>
                  <a:lnTo>
                    <a:pt x="922229" y="931730"/>
                  </a:lnTo>
                  <a:lnTo>
                    <a:pt x="921093" y="929711"/>
                  </a:lnTo>
                  <a:lnTo>
                    <a:pt x="919957" y="927692"/>
                  </a:lnTo>
                  <a:lnTo>
                    <a:pt x="918820" y="925673"/>
                  </a:lnTo>
                  <a:lnTo>
                    <a:pt x="917683" y="923655"/>
                  </a:lnTo>
                  <a:lnTo>
                    <a:pt x="916546" y="921636"/>
                  </a:lnTo>
                  <a:lnTo>
                    <a:pt x="915408" y="919618"/>
                  </a:lnTo>
                  <a:lnTo>
                    <a:pt x="914400" y="91782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207336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4">
                <a:alpha val="100000"/>
              </a:srgbClr>
            </a:solidFill>
            <a:ln w="5420" cap="flat">
              <a:solidFill>
                <a:srgbClr val="FEA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208280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209224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210168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211112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212056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213001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213945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214889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215833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216777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217721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218665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219609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220553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221497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222441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223385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224329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225273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226217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C6A">
                <a:alpha val="100000"/>
              </a:srgbClr>
            </a:solidFill>
            <a:ln w="5420" cap="flat">
              <a:solidFill>
                <a:srgbClr val="FE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227161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228105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229049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229993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230937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231881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232825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2337695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234713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2356575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236601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2375456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2384896" y="1412291"/>
              <a:ext cx="920306" cy="914399"/>
            </a:xfrm>
            <a:custGeom>
              <a:avLst/>
              <a:pathLst>
                <a:path w="920306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0306" y="896830"/>
                  </a:lnTo>
                  <a:lnTo>
                    <a:pt x="919427" y="906332"/>
                  </a:lnTo>
                  <a:lnTo>
                    <a:pt x="918446" y="91439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3092914" y="141229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9396" y="914399"/>
                  </a:lnTo>
                  <a:lnTo>
                    <a:pt x="911028" y="908185"/>
                  </a:lnTo>
                  <a:lnTo>
                    <a:pt x="913880" y="898621"/>
                  </a:lnTo>
                  <a:lnTo>
                    <a:pt x="914400" y="897073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3102354" y="139472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4643"/>
                  </a:lnTo>
                  <a:lnTo>
                    <a:pt x="905041" y="914400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310235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3111795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3121235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313067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314011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3149556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3158996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3168436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3177876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318731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319675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3206197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3215637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322507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323451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324395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325339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326283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327227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328171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329115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330059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331004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331948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332892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333836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334780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335724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336668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337612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338556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339500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340444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341388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342332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343276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344220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345164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346108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347052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347996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348940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349884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350828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351772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352716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353660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354604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355548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356492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357436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358380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359324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360268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361212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362156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363100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364044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364988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365932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366876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367820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368764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369708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370653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3715970" y="1412291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9168"/>
                  </a:lnTo>
                  <a:lnTo>
                    <a:pt x="921017" y="91439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3725410" y="1394721"/>
              <a:ext cx="920257" cy="926738"/>
            </a:xfrm>
            <a:custGeom>
              <a:avLst/>
              <a:pathLst>
                <a:path w="920257" h="926738">
                  <a:moveTo>
                    <a:pt x="914400" y="914400"/>
                  </a:moveTo>
                  <a:lnTo>
                    <a:pt x="920257" y="914400"/>
                  </a:lnTo>
                  <a:lnTo>
                    <a:pt x="918720" y="917915"/>
                  </a:lnTo>
                  <a:lnTo>
                    <a:pt x="914746" y="926095"/>
                  </a:lnTo>
                  <a:lnTo>
                    <a:pt x="914400" y="9267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2054488" y="1377151"/>
              <a:ext cx="914400" cy="917764"/>
            </a:xfrm>
            <a:custGeom>
              <a:avLst/>
              <a:pathLst>
                <a:path w="914400" h="917764">
                  <a:moveTo>
                    <a:pt x="914400" y="914400"/>
                  </a:moveTo>
                  <a:lnTo>
                    <a:pt x="914400" y="917764"/>
                  </a:lnTo>
                  <a:lnTo>
                    <a:pt x="912775" y="914400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205448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1905" y="931969"/>
                  </a:lnTo>
                  <a:lnTo>
                    <a:pt x="921433" y="931134"/>
                  </a:lnTo>
                  <a:lnTo>
                    <a:pt x="920286" y="929101"/>
                  </a:lnTo>
                  <a:lnTo>
                    <a:pt x="916122" y="921332"/>
                  </a:lnTo>
                  <a:lnTo>
                    <a:pt x="914400" y="917764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206392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207336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208280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209224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210168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211112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212056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213001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213945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214889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215833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216777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217721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218665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219609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220553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221497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222441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223385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224329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225273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226217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227161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228105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229049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229993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230937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231881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232825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2337695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234713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2356575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236601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2375456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2384896" y="1394721"/>
              <a:ext cx="921315" cy="914400"/>
            </a:xfrm>
            <a:custGeom>
              <a:avLst/>
              <a:pathLst>
                <a:path w="92131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315" y="896830"/>
                  </a:lnTo>
                  <a:lnTo>
                    <a:pt x="921122" y="902220"/>
                  </a:lnTo>
                  <a:lnTo>
                    <a:pt x="920426" y="913102"/>
                  </a:lnTo>
                  <a:lnTo>
                    <a:pt x="920306" y="914400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3102354" y="137715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041" y="931969"/>
                  </a:lnTo>
                  <a:lnTo>
                    <a:pt x="907554" y="924484"/>
                  </a:lnTo>
                  <a:lnTo>
                    <a:pt x="910923" y="915522"/>
                  </a:lnTo>
                  <a:lnTo>
                    <a:pt x="911393" y="914400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310235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3111795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3121235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313067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314011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3149556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3158996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3168436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3177876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318731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319675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3206197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3215637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322507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323451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324395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325339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326283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327227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328171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329115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330059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331004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331948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332892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333836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334780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335724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336668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337612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338556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339500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340444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341388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342332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343276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344220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345164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346108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347052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347996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348940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349884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350828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351772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352716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353660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354604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355548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356492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357436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358380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359324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360268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361212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362156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363100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364044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364988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365932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366876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367820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368764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369708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370653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371597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3725410" y="1394721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5839"/>
                  </a:lnTo>
                  <a:lnTo>
                    <a:pt x="922459" y="909359"/>
                  </a:lnTo>
                  <a:lnTo>
                    <a:pt x="920257" y="914400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3734850" y="1377151"/>
              <a:ext cx="917782" cy="923409"/>
            </a:xfrm>
            <a:custGeom>
              <a:avLst/>
              <a:pathLst>
                <a:path w="917782" h="923409">
                  <a:moveTo>
                    <a:pt x="914400" y="914400"/>
                  </a:moveTo>
                  <a:lnTo>
                    <a:pt x="917782" y="914400"/>
                  </a:lnTo>
                  <a:lnTo>
                    <a:pt x="916513" y="918021"/>
                  </a:lnTo>
                  <a:lnTo>
                    <a:pt x="914400" y="92340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2054488" y="135958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775" y="931969"/>
                  </a:lnTo>
                  <a:lnTo>
                    <a:pt x="912181" y="930739"/>
                  </a:lnTo>
                  <a:lnTo>
                    <a:pt x="908473" y="922206"/>
                  </a:lnTo>
                  <a:lnTo>
                    <a:pt x="905428" y="914400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205448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206392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207336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208280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209224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210168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211112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212056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213001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213945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214889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215833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216777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217721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218665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219609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220553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221497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222441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223385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224329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225273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226217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227161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228105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229049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229993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230937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231881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232825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2337695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234713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2356575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236601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2375456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2384896" y="1377151"/>
              <a:ext cx="921600" cy="914400"/>
            </a:xfrm>
            <a:custGeom>
              <a:avLst/>
              <a:pathLst>
                <a:path w="92160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578" y="896830"/>
                  </a:lnTo>
                  <a:lnTo>
                    <a:pt x="921600" y="897898"/>
                  </a:lnTo>
                  <a:lnTo>
                    <a:pt x="921514" y="908855"/>
                  </a:lnTo>
                  <a:lnTo>
                    <a:pt x="921315" y="914400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3102354" y="137715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393" y="914400"/>
                  </a:lnTo>
                  <a:lnTo>
                    <a:pt x="914400" y="907223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3111795" y="1359581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4793"/>
                  </a:lnTo>
                  <a:lnTo>
                    <a:pt x="905096" y="924466"/>
                  </a:lnTo>
                  <a:lnTo>
                    <a:pt x="908946" y="916201"/>
                  </a:lnTo>
                  <a:lnTo>
                    <a:pt x="909877" y="914400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3111795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3121235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313067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314011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3149556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3158996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3168436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3177876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318731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319675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3206197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3215637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322507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323451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324395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325339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326283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327227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328171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329115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330059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331004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331948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332892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333836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334780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335724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336668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337612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338556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339500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340444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341388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342332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343276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344220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345164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346108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347052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347996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348940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349884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350828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351772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352716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353660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354604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355548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356492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357436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358380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359324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360268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361212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362156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363100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364044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364988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365932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366876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367820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368764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369708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370653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371597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372541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3734850" y="1377151"/>
              <a:ext cx="923391" cy="914400"/>
            </a:xfrm>
            <a:custGeom>
              <a:avLst/>
              <a:pathLst>
                <a:path w="92339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391" y="896830"/>
                  </a:lnTo>
                  <a:lnTo>
                    <a:pt x="922726" y="899247"/>
                  </a:lnTo>
                  <a:lnTo>
                    <a:pt x="919751" y="908785"/>
                  </a:lnTo>
                  <a:lnTo>
                    <a:pt x="917782" y="914400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2045047" y="1342012"/>
              <a:ext cx="914400" cy="930752"/>
            </a:xfrm>
            <a:custGeom>
              <a:avLst/>
              <a:pathLst>
                <a:path w="914400" h="930752">
                  <a:moveTo>
                    <a:pt x="914400" y="914399"/>
                  </a:moveTo>
                  <a:lnTo>
                    <a:pt x="914400" y="930752"/>
                  </a:lnTo>
                  <a:lnTo>
                    <a:pt x="912479" y="925248"/>
                  </a:lnTo>
                  <a:lnTo>
                    <a:pt x="910843" y="923002"/>
                  </a:lnTo>
                  <a:lnTo>
                    <a:pt x="906262" y="915992"/>
                  </a:lnTo>
                  <a:lnTo>
                    <a:pt x="905325" y="91439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204504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869" y="931969"/>
                  </a:lnTo>
                  <a:lnTo>
                    <a:pt x="914449" y="930895"/>
                  </a:lnTo>
                  <a:lnTo>
                    <a:pt x="914400" y="930752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205448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206392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207336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208280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209224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210168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211112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212056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213001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213945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214889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215833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216777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217721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218665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219609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220553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221497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222441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223385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224329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225273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226217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227161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228105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229049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229993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230937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231881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232825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2337695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234713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2356575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236601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2375456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2384896" y="1359581"/>
              <a:ext cx="921578" cy="914400"/>
            </a:xfrm>
            <a:custGeom>
              <a:avLst/>
              <a:pathLst>
                <a:path w="92157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117" y="896830"/>
                  </a:lnTo>
                  <a:lnTo>
                    <a:pt x="921127" y="897125"/>
                  </a:lnTo>
                  <a:lnTo>
                    <a:pt x="921138" y="897447"/>
                  </a:lnTo>
                  <a:lnTo>
                    <a:pt x="921149" y="897768"/>
                  </a:lnTo>
                  <a:lnTo>
                    <a:pt x="921160" y="898089"/>
                  </a:lnTo>
                  <a:lnTo>
                    <a:pt x="921171" y="898411"/>
                  </a:lnTo>
                  <a:lnTo>
                    <a:pt x="921182" y="898732"/>
                  </a:lnTo>
                  <a:lnTo>
                    <a:pt x="921193" y="899053"/>
                  </a:lnTo>
                  <a:lnTo>
                    <a:pt x="921204" y="899375"/>
                  </a:lnTo>
                  <a:lnTo>
                    <a:pt x="921215" y="899696"/>
                  </a:lnTo>
                  <a:lnTo>
                    <a:pt x="921226" y="900017"/>
                  </a:lnTo>
                  <a:lnTo>
                    <a:pt x="921237" y="900339"/>
                  </a:lnTo>
                  <a:lnTo>
                    <a:pt x="921248" y="900660"/>
                  </a:lnTo>
                  <a:lnTo>
                    <a:pt x="921259" y="900981"/>
                  </a:lnTo>
                  <a:lnTo>
                    <a:pt x="921270" y="901303"/>
                  </a:lnTo>
                  <a:lnTo>
                    <a:pt x="921281" y="901624"/>
                  </a:lnTo>
                  <a:lnTo>
                    <a:pt x="921292" y="901945"/>
                  </a:lnTo>
                  <a:lnTo>
                    <a:pt x="921303" y="902267"/>
                  </a:lnTo>
                  <a:lnTo>
                    <a:pt x="921314" y="902588"/>
                  </a:lnTo>
                  <a:lnTo>
                    <a:pt x="921325" y="902909"/>
                  </a:lnTo>
                  <a:lnTo>
                    <a:pt x="921336" y="903231"/>
                  </a:lnTo>
                  <a:lnTo>
                    <a:pt x="921346" y="903552"/>
                  </a:lnTo>
                  <a:lnTo>
                    <a:pt x="921357" y="903873"/>
                  </a:lnTo>
                  <a:lnTo>
                    <a:pt x="921368" y="904195"/>
                  </a:lnTo>
                  <a:lnTo>
                    <a:pt x="921379" y="904516"/>
                  </a:lnTo>
                  <a:lnTo>
                    <a:pt x="921578" y="9144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3111795" y="135958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9877" y="914400"/>
                  </a:lnTo>
                  <a:lnTo>
                    <a:pt x="913020" y="908318"/>
                  </a:lnTo>
                  <a:lnTo>
                    <a:pt x="914399" y="905913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3121235" y="1342012"/>
              <a:ext cx="914399" cy="931969"/>
            </a:xfrm>
            <a:custGeom>
              <a:avLst/>
              <a:pathLst>
                <a:path w="914399" h="931969">
                  <a:moveTo>
                    <a:pt x="914399" y="914399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3483"/>
                  </a:lnTo>
                  <a:lnTo>
                    <a:pt x="907869" y="918409"/>
                  </a:lnTo>
                  <a:lnTo>
                    <a:pt x="910421" y="91439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3121235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313067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314011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3149556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3158996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3168436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3177876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318731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319675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3206197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3215637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322507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323451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324395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325339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326283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327227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328171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329115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330059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331004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331948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332892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333836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334780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335724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336668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337612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338556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339500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340444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341388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342332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343276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344220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345164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346108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347052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347996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348940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349884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350828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351772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352716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353660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354604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355548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356492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357436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358380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359324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h6425"/>
            <p:cNvSpPr/>
            <p:nvPr/>
          </p:nvSpPr>
          <p:spPr>
            <a:xfrm>
              <a:off x="360268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h6426"/>
            <p:cNvSpPr/>
            <p:nvPr/>
          </p:nvSpPr>
          <p:spPr>
            <a:xfrm>
              <a:off x="361212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h6427"/>
            <p:cNvSpPr/>
            <p:nvPr/>
          </p:nvSpPr>
          <p:spPr>
            <a:xfrm>
              <a:off x="362156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h6428"/>
            <p:cNvSpPr/>
            <p:nvPr/>
          </p:nvSpPr>
          <p:spPr>
            <a:xfrm>
              <a:off x="363100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h6429"/>
            <p:cNvSpPr/>
            <p:nvPr/>
          </p:nvSpPr>
          <p:spPr>
            <a:xfrm>
              <a:off x="364044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h6430"/>
            <p:cNvSpPr/>
            <p:nvPr/>
          </p:nvSpPr>
          <p:spPr>
            <a:xfrm>
              <a:off x="364988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h6431"/>
            <p:cNvSpPr/>
            <p:nvPr/>
          </p:nvSpPr>
          <p:spPr>
            <a:xfrm>
              <a:off x="365932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h6432"/>
            <p:cNvSpPr/>
            <p:nvPr/>
          </p:nvSpPr>
          <p:spPr>
            <a:xfrm>
              <a:off x="366876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h6433"/>
            <p:cNvSpPr/>
            <p:nvPr/>
          </p:nvSpPr>
          <p:spPr>
            <a:xfrm>
              <a:off x="367820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h6434"/>
            <p:cNvSpPr/>
            <p:nvPr/>
          </p:nvSpPr>
          <p:spPr>
            <a:xfrm>
              <a:off x="368764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h6435"/>
            <p:cNvSpPr/>
            <p:nvPr/>
          </p:nvSpPr>
          <p:spPr>
            <a:xfrm>
              <a:off x="369708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h6436"/>
            <p:cNvSpPr/>
            <p:nvPr/>
          </p:nvSpPr>
          <p:spPr>
            <a:xfrm>
              <a:off x="370653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h6437"/>
            <p:cNvSpPr/>
            <p:nvPr/>
          </p:nvSpPr>
          <p:spPr>
            <a:xfrm>
              <a:off x="371597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h6438"/>
            <p:cNvSpPr/>
            <p:nvPr/>
          </p:nvSpPr>
          <p:spPr>
            <a:xfrm>
              <a:off x="372541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h6439"/>
            <p:cNvSpPr/>
            <p:nvPr/>
          </p:nvSpPr>
          <p:spPr>
            <a:xfrm>
              <a:off x="3734850" y="1359581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770"/>
                  </a:lnTo>
                  <a:lnTo>
                    <a:pt x="923391" y="914400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h6440"/>
            <p:cNvSpPr/>
            <p:nvPr/>
          </p:nvSpPr>
          <p:spPr>
            <a:xfrm>
              <a:off x="3744291" y="1342012"/>
              <a:ext cx="918411" cy="930340"/>
            </a:xfrm>
            <a:custGeom>
              <a:avLst/>
              <a:pathLst>
                <a:path w="918411" h="930340">
                  <a:moveTo>
                    <a:pt x="914400" y="914399"/>
                  </a:moveTo>
                  <a:lnTo>
                    <a:pt x="918411" y="914507"/>
                  </a:lnTo>
                  <a:lnTo>
                    <a:pt x="915988" y="924572"/>
                  </a:lnTo>
                  <a:lnTo>
                    <a:pt x="914400" y="930340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h6441"/>
            <p:cNvSpPr/>
            <p:nvPr/>
          </p:nvSpPr>
          <p:spPr>
            <a:xfrm>
              <a:off x="2035607" y="1324442"/>
              <a:ext cx="914400" cy="931347"/>
            </a:xfrm>
            <a:custGeom>
              <a:avLst/>
              <a:pathLst>
                <a:path w="914400" h="931347">
                  <a:moveTo>
                    <a:pt x="914400" y="914399"/>
                  </a:moveTo>
                  <a:lnTo>
                    <a:pt x="914400" y="931347"/>
                  </a:lnTo>
                  <a:lnTo>
                    <a:pt x="911324" y="926116"/>
                  </a:lnTo>
                  <a:lnTo>
                    <a:pt x="907161" y="918254"/>
                  </a:lnTo>
                  <a:lnTo>
                    <a:pt x="905323" y="91439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h6442"/>
            <p:cNvSpPr/>
            <p:nvPr/>
          </p:nvSpPr>
          <p:spPr>
            <a:xfrm>
              <a:off x="203560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765" y="931969"/>
                  </a:lnTo>
                  <a:lnTo>
                    <a:pt x="914400" y="931347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h6443"/>
            <p:cNvSpPr/>
            <p:nvPr/>
          </p:nvSpPr>
          <p:spPr>
            <a:xfrm>
              <a:off x="204504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h6444"/>
            <p:cNvSpPr/>
            <p:nvPr/>
          </p:nvSpPr>
          <p:spPr>
            <a:xfrm>
              <a:off x="205448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h6445"/>
            <p:cNvSpPr/>
            <p:nvPr/>
          </p:nvSpPr>
          <p:spPr>
            <a:xfrm>
              <a:off x="206392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h6446"/>
            <p:cNvSpPr/>
            <p:nvPr/>
          </p:nvSpPr>
          <p:spPr>
            <a:xfrm>
              <a:off x="207336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h6447"/>
            <p:cNvSpPr/>
            <p:nvPr/>
          </p:nvSpPr>
          <p:spPr>
            <a:xfrm>
              <a:off x="208280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h6448"/>
            <p:cNvSpPr/>
            <p:nvPr/>
          </p:nvSpPr>
          <p:spPr>
            <a:xfrm>
              <a:off x="209224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h6449"/>
            <p:cNvSpPr/>
            <p:nvPr/>
          </p:nvSpPr>
          <p:spPr>
            <a:xfrm>
              <a:off x="210168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h6450"/>
            <p:cNvSpPr/>
            <p:nvPr/>
          </p:nvSpPr>
          <p:spPr>
            <a:xfrm>
              <a:off x="211112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h6451"/>
            <p:cNvSpPr/>
            <p:nvPr/>
          </p:nvSpPr>
          <p:spPr>
            <a:xfrm>
              <a:off x="212056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h6452"/>
            <p:cNvSpPr/>
            <p:nvPr/>
          </p:nvSpPr>
          <p:spPr>
            <a:xfrm>
              <a:off x="213001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h6453"/>
            <p:cNvSpPr/>
            <p:nvPr/>
          </p:nvSpPr>
          <p:spPr>
            <a:xfrm>
              <a:off x="213945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h6454"/>
            <p:cNvSpPr/>
            <p:nvPr/>
          </p:nvSpPr>
          <p:spPr>
            <a:xfrm>
              <a:off x="214889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215833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h6456"/>
            <p:cNvSpPr/>
            <p:nvPr/>
          </p:nvSpPr>
          <p:spPr>
            <a:xfrm>
              <a:off x="216777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h6457"/>
            <p:cNvSpPr/>
            <p:nvPr/>
          </p:nvSpPr>
          <p:spPr>
            <a:xfrm>
              <a:off x="217721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h6458"/>
            <p:cNvSpPr/>
            <p:nvPr/>
          </p:nvSpPr>
          <p:spPr>
            <a:xfrm>
              <a:off x="218665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219609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220553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221497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222441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223385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224329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225273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226217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227161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228105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229049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229993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230937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231881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232825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2337695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234713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2356575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236601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2375456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2384896" y="1342012"/>
              <a:ext cx="921117" cy="914399"/>
            </a:xfrm>
            <a:custGeom>
              <a:avLst/>
              <a:pathLst>
                <a:path w="921117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0191" y="896830"/>
                  </a:lnTo>
                  <a:lnTo>
                    <a:pt x="920492" y="900727"/>
                  </a:lnTo>
                  <a:lnTo>
                    <a:pt x="921028" y="911804"/>
                  </a:lnTo>
                  <a:lnTo>
                    <a:pt x="921039" y="912124"/>
                  </a:lnTo>
                  <a:lnTo>
                    <a:pt x="921050" y="912446"/>
                  </a:lnTo>
                  <a:lnTo>
                    <a:pt x="921061" y="912767"/>
                  </a:lnTo>
                  <a:lnTo>
                    <a:pt x="921072" y="913088"/>
                  </a:lnTo>
                  <a:lnTo>
                    <a:pt x="921083" y="913410"/>
                  </a:lnTo>
                  <a:lnTo>
                    <a:pt x="921094" y="913731"/>
                  </a:lnTo>
                  <a:lnTo>
                    <a:pt x="921105" y="914052"/>
                  </a:lnTo>
                  <a:lnTo>
                    <a:pt x="921117" y="91439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3121235" y="1342012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10421" y="914399"/>
                  </a:lnTo>
                  <a:lnTo>
                    <a:pt x="912360" y="911355"/>
                  </a:lnTo>
                  <a:lnTo>
                    <a:pt x="914399" y="908474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3130675" y="1324442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6044"/>
                  </a:lnTo>
                  <a:lnTo>
                    <a:pt x="907601" y="922313"/>
                  </a:lnTo>
                  <a:lnTo>
                    <a:pt x="912461" y="916162"/>
                  </a:lnTo>
                  <a:lnTo>
                    <a:pt x="914022" y="91439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313067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314011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3149556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3158996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3168436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3177876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318731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319675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3206197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3215637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322507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323451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324395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325339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326283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327227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328171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329115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330059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331004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331948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332892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333836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334780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335724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336668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337612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338556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339500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340444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341388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342332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343276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344220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345164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346108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347052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347996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348940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349884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350828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351772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352716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353660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354604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355548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356492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357436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358380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359324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360268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361212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362156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363100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364044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364988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365932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366876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367820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368764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369708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370653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371597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372541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373485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3744291" y="1342012"/>
              <a:ext cx="921849" cy="914399"/>
            </a:xfrm>
            <a:custGeom>
              <a:avLst/>
              <a:pathLst>
                <a:path w="921849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1849" y="896830"/>
                  </a:lnTo>
                  <a:lnTo>
                    <a:pt x="920548" y="904221"/>
                  </a:lnTo>
                  <a:lnTo>
                    <a:pt x="918433" y="91439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2026167" y="1306872"/>
              <a:ext cx="914400" cy="931206"/>
            </a:xfrm>
            <a:custGeom>
              <a:avLst/>
              <a:pathLst>
                <a:path w="914400" h="931206">
                  <a:moveTo>
                    <a:pt x="914400" y="914400"/>
                  </a:moveTo>
                  <a:lnTo>
                    <a:pt x="914400" y="931206"/>
                  </a:lnTo>
                  <a:lnTo>
                    <a:pt x="912665" y="927568"/>
                  </a:lnTo>
                  <a:lnTo>
                    <a:pt x="908966" y="918939"/>
                  </a:lnTo>
                  <a:lnTo>
                    <a:pt x="907221" y="9144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202616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763" y="931969"/>
                  </a:lnTo>
                  <a:lnTo>
                    <a:pt x="914400" y="931206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203560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204504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205448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206392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207336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208280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209224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210168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211112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212056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213001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213945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214889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215833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216777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217721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218665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219609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220553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221497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222441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223385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224329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225273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226217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227161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228105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229049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229993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230937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231881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232825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2337695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234713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2356575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236601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2375456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2384896" y="1324442"/>
              <a:ext cx="920191" cy="914399"/>
            </a:xfrm>
            <a:custGeom>
              <a:avLst/>
              <a:pathLst>
                <a:path w="920191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8530" y="896830"/>
                  </a:lnTo>
                  <a:lnTo>
                    <a:pt x="919642" y="907288"/>
                  </a:lnTo>
                  <a:lnTo>
                    <a:pt x="920191" y="91439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3130675" y="1324442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4022" y="914399"/>
                  </a:lnTo>
                  <a:lnTo>
                    <a:pt x="914400" y="913973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3140115" y="1324442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913973"/>
                  </a:lnTo>
                  <a:lnTo>
                    <a:pt x="908046" y="910489"/>
                  </a:lnTo>
                  <a:lnTo>
                    <a:pt x="913221" y="905308"/>
                  </a:lnTo>
                  <a:lnTo>
                    <a:pt x="914400" y="904271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3149556" y="1306872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1841"/>
                  </a:lnTo>
                  <a:lnTo>
                    <a:pt x="909095" y="918203"/>
                  </a:lnTo>
                  <a:lnTo>
                    <a:pt x="914071" y="914400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3149556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3158996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3168436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3177876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318731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319675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3206197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3215637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322507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323451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324395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325339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326283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327227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328171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329115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330059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331004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331948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332892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333836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334780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335724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336668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337612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338556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339500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340444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341388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342332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343276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344220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345164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346108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347052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347996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348940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349884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350828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351772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352716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353660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354604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355548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356492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357436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358380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359324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360268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361212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362156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363100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364044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364988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365932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366876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367820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368764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369708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370653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371597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372541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373485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3744291" y="1324442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1360"/>
                  </a:lnTo>
                  <a:lnTo>
                    <a:pt x="922393" y="911310"/>
                  </a:lnTo>
                  <a:lnTo>
                    <a:pt x="921849" y="91439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3753731" y="1306872"/>
              <a:ext cx="914944" cy="918930"/>
            </a:xfrm>
            <a:custGeom>
              <a:avLst/>
              <a:pathLst>
                <a:path w="914944" h="918930">
                  <a:moveTo>
                    <a:pt x="914400" y="914400"/>
                  </a:moveTo>
                  <a:lnTo>
                    <a:pt x="914944" y="914400"/>
                  </a:lnTo>
                  <a:lnTo>
                    <a:pt x="914501" y="918234"/>
                  </a:lnTo>
                  <a:lnTo>
                    <a:pt x="914400" y="918930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2016727" y="1289302"/>
              <a:ext cx="914400" cy="925912"/>
            </a:xfrm>
            <a:custGeom>
              <a:avLst/>
              <a:pathLst>
                <a:path w="914400" h="925912">
                  <a:moveTo>
                    <a:pt x="914400" y="914400"/>
                  </a:moveTo>
                  <a:lnTo>
                    <a:pt x="914400" y="925912"/>
                  </a:lnTo>
                  <a:lnTo>
                    <a:pt x="911762" y="918230"/>
                  </a:lnTo>
                  <a:lnTo>
                    <a:pt x="910594" y="914400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201672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662" y="931969"/>
                  </a:lnTo>
                  <a:lnTo>
                    <a:pt x="914956" y="927531"/>
                  </a:lnTo>
                  <a:lnTo>
                    <a:pt x="914400" y="925912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202616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203560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204504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205448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206392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207336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208280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209224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4">
                <a:alpha val="100000"/>
              </a:srgbClr>
            </a:solidFill>
            <a:ln w="5420" cap="flat">
              <a:solidFill>
                <a:srgbClr val="FEA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210168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211112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212056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213001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213945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214889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215833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216777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217721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218665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219609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220553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221497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222441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223385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224329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225273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226217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227161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228105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229049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229993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230937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231881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232825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2337695" y="128930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234713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2356575" y="128930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236601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2375456" y="128930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2384896" y="1306872"/>
              <a:ext cx="918530" cy="914400"/>
            </a:xfrm>
            <a:custGeom>
              <a:avLst/>
              <a:pathLst>
                <a:path w="91853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5958" y="896830"/>
                  </a:lnTo>
                  <a:lnTo>
                    <a:pt x="917014" y="903166"/>
                  </a:lnTo>
                  <a:lnTo>
                    <a:pt x="918482" y="913947"/>
                  </a:lnTo>
                  <a:lnTo>
                    <a:pt x="918530" y="914400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3149556" y="130687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4071" y="914400"/>
                  </a:lnTo>
                  <a:lnTo>
                    <a:pt x="914399" y="91414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3158996" y="130687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14149"/>
                  </a:lnTo>
                  <a:lnTo>
                    <a:pt x="905091" y="914048"/>
                  </a:lnTo>
                  <a:lnTo>
                    <a:pt x="910636" y="910423"/>
                  </a:lnTo>
                  <a:lnTo>
                    <a:pt x="914399" y="908364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3168436" y="130687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8364"/>
                  </a:lnTo>
                  <a:lnTo>
                    <a:pt x="906834" y="907339"/>
                  </a:lnTo>
                  <a:lnTo>
                    <a:pt x="907133" y="907190"/>
                  </a:lnTo>
                  <a:lnTo>
                    <a:pt x="907434" y="907041"/>
                  </a:lnTo>
                  <a:lnTo>
                    <a:pt x="907736" y="906892"/>
                  </a:lnTo>
                  <a:lnTo>
                    <a:pt x="908037" y="906743"/>
                  </a:lnTo>
                  <a:lnTo>
                    <a:pt x="908338" y="906594"/>
                  </a:lnTo>
                  <a:lnTo>
                    <a:pt x="908640" y="906445"/>
                  </a:lnTo>
                  <a:lnTo>
                    <a:pt x="908941" y="906296"/>
                  </a:lnTo>
                  <a:lnTo>
                    <a:pt x="909242" y="906146"/>
                  </a:lnTo>
                  <a:lnTo>
                    <a:pt x="909544" y="905997"/>
                  </a:lnTo>
                  <a:lnTo>
                    <a:pt x="909845" y="905848"/>
                  </a:lnTo>
                  <a:lnTo>
                    <a:pt x="910147" y="905699"/>
                  </a:lnTo>
                  <a:lnTo>
                    <a:pt x="910448" y="905550"/>
                  </a:lnTo>
                  <a:lnTo>
                    <a:pt x="910749" y="905401"/>
                  </a:lnTo>
                  <a:lnTo>
                    <a:pt x="911051" y="905252"/>
                  </a:lnTo>
                  <a:lnTo>
                    <a:pt x="911352" y="905103"/>
                  </a:lnTo>
                  <a:lnTo>
                    <a:pt x="911654" y="904954"/>
                  </a:lnTo>
                  <a:lnTo>
                    <a:pt x="911955" y="904805"/>
                  </a:lnTo>
                  <a:lnTo>
                    <a:pt x="912256" y="904656"/>
                  </a:lnTo>
                  <a:lnTo>
                    <a:pt x="912558" y="904507"/>
                  </a:lnTo>
                  <a:lnTo>
                    <a:pt x="912859" y="904358"/>
                  </a:lnTo>
                  <a:lnTo>
                    <a:pt x="913161" y="904209"/>
                  </a:lnTo>
                  <a:lnTo>
                    <a:pt x="913462" y="904060"/>
                  </a:lnTo>
                  <a:lnTo>
                    <a:pt x="913764" y="903911"/>
                  </a:lnTo>
                  <a:lnTo>
                    <a:pt x="914065" y="903762"/>
                  </a:lnTo>
                  <a:lnTo>
                    <a:pt x="914399" y="903597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3177876" y="130687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3597"/>
                  </a:lnTo>
                  <a:lnTo>
                    <a:pt x="905228" y="903464"/>
                  </a:lnTo>
                  <a:lnTo>
                    <a:pt x="905529" y="903315"/>
                  </a:lnTo>
                  <a:lnTo>
                    <a:pt x="905831" y="903166"/>
                  </a:lnTo>
                  <a:lnTo>
                    <a:pt x="906132" y="903017"/>
                  </a:lnTo>
                  <a:lnTo>
                    <a:pt x="906434" y="902868"/>
                  </a:lnTo>
                  <a:lnTo>
                    <a:pt x="906735" y="902719"/>
                  </a:lnTo>
                  <a:lnTo>
                    <a:pt x="907037" y="902570"/>
                  </a:lnTo>
                  <a:lnTo>
                    <a:pt x="907338" y="902421"/>
                  </a:lnTo>
                  <a:lnTo>
                    <a:pt x="907640" y="902272"/>
                  </a:lnTo>
                  <a:lnTo>
                    <a:pt x="907942" y="902123"/>
                  </a:lnTo>
                  <a:lnTo>
                    <a:pt x="908243" y="901974"/>
                  </a:lnTo>
                  <a:lnTo>
                    <a:pt x="908545" y="901826"/>
                  </a:lnTo>
                  <a:lnTo>
                    <a:pt x="908846" y="901677"/>
                  </a:lnTo>
                  <a:lnTo>
                    <a:pt x="909148" y="901528"/>
                  </a:lnTo>
                  <a:lnTo>
                    <a:pt x="909449" y="901379"/>
                  </a:lnTo>
                  <a:lnTo>
                    <a:pt x="909751" y="901230"/>
                  </a:lnTo>
                  <a:lnTo>
                    <a:pt x="910053" y="901081"/>
                  </a:lnTo>
                  <a:lnTo>
                    <a:pt x="910354" y="900932"/>
                  </a:lnTo>
                  <a:lnTo>
                    <a:pt x="910656" y="900783"/>
                  </a:lnTo>
                  <a:lnTo>
                    <a:pt x="910957" y="900635"/>
                  </a:lnTo>
                  <a:lnTo>
                    <a:pt x="911259" y="900486"/>
                  </a:lnTo>
                  <a:lnTo>
                    <a:pt x="911561" y="900337"/>
                  </a:lnTo>
                  <a:lnTo>
                    <a:pt x="911862" y="900188"/>
                  </a:lnTo>
                  <a:lnTo>
                    <a:pt x="912164" y="900039"/>
                  </a:lnTo>
                  <a:lnTo>
                    <a:pt x="912466" y="899890"/>
                  </a:lnTo>
                  <a:lnTo>
                    <a:pt x="912767" y="899742"/>
                  </a:lnTo>
                  <a:lnTo>
                    <a:pt x="913069" y="899593"/>
                  </a:lnTo>
                  <a:lnTo>
                    <a:pt x="913371" y="899444"/>
                  </a:lnTo>
                  <a:lnTo>
                    <a:pt x="913672" y="899295"/>
                  </a:lnTo>
                  <a:lnTo>
                    <a:pt x="913974" y="899146"/>
                  </a:lnTo>
                  <a:lnTo>
                    <a:pt x="914399" y="898937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3187316" y="1289302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506"/>
                  </a:lnTo>
                  <a:lnTo>
                    <a:pt x="905137" y="916419"/>
                  </a:lnTo>
                  <a:lnTo>
                    <a:pt x="905439" y="916270"/>
                  </a:lnTo>
                  <a:lnTo>
                    <a:pt x="905741" y="916121"/>
                  </a:lnTo>
                  <a:lnTo>
                    <a:pt x="906042" y="915972"/>
                  </a:lnTo>
                  <a:lnTo>
                    <a:pt x="906344" y="915824"/>
                  </a:lnTo>
                  <a:lnTo>
                    <a:pt x="906646" y="915675"/>
                  </a:lnTo>
                  <a:lnTo>
                    <a:pt x="906948" y="915526"/>
                  </a:lnTo>
                  <a:lnTo>
                    <a:pt x="907249" y="915378"/>
                  </a:lnTo>
                  <a:lnTo>
                    <a:pt x="909452" y="914400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318731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319675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3206197" y="128930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3215637" y="128930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322507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323451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324395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325339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326283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327227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328171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329115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330059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331004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331948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332892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333836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334780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335724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336668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337612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338556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339500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340444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341388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342332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343276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344220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345164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346108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347052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347996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348940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349884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350828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351772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352716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353660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354604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355548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356492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357436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358380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359324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360268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361212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362156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363100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364044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364988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365932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366876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367820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368764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369708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370653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371597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372541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373485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374429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3753731" y="1306872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3809"/>
                  </a:lnTo>
                  <a:lnTo>
                    <a:pt x="922167" y="905486"/>
                  </a:lnTo>
                  <a:lnTo>
                    <a:pt x="916870" y="910155"/>
                  </a:lnTo>
                  <a:lnTo>
                    <a:pt x="915296" y="911361"/>
                  </a:lnTo>
                  <a:lnTo>
                    <a:pt x="914944" y="914400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3763171" y="1289302"/>
              <a:ext cx="920969" cy="921379"/>
            </a:xfrm>
            <a:custGeom>
              <a:avLst/>
              <a:pathLst>
                <a:path w="920969" h="921379">
                  <a:moveTo>
                    <a:pt x="914400" y="914400"/>
                  </a:moveTo>
                  <a:lnTo>
                    <a:pt x="920969" y="914400"/>
                  </a:lnTo>
                  <a:lnTo>
                    <a:pt x="917887" y="917883"/>
                  </a:lnTo>
                  <a:lnTo>
                    <a:pt x="914400" y="92137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2016727" y="127173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594" y="931969"/>
                  </a:lnTo>
                  <a:lnTo>
                    <a:pt x="908834" y="926200"/>
                  </a:lnTo>
                  <a:lnTo>
                    <a:pt x="906180" y="916329"/>
                  </a:lnTo>
                  <a:lnTo>
                    <a:pt x="905728" y="914400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201672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202616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203560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204504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205448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206392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207336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208280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209224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210168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211112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212056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213001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213945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214889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215833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216777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217721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218665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219609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220553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221497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222441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223385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224329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225273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226217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227161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228105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229049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229993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230937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231881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232825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2337695" y="12717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234713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2356575" y="12717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2366016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2384896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514" y="896830"/>
                  </a:lnTo>
                  <a:lnTo>
                    <a:pt x="913174" y="899681"/>
                  </a:lnTo>
                  <a:lnTo>
                    <a:pt x="914400" y="905861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2384896" y="1289302"/>
              <a:ext cx="915958" cy="914400"/>
            </a:xfrm>
            <a:custGeom>
              <a:avLst/>
              <a:pathLst>
                <a:path w="915958" h="914400">
                  <a:moveTo>
                    <a:pt x="914400" y="914400"/>
                  </a:moveTo>
                  <a:lnTo>
                    <a:pt x="914400" y="905861"/>
                  </a:lnTo>
                  <a:lnTo>
                    <a:pt x="915243" y="910114"/>
                  </a:lnTo>
                  <a:lnTo>
                    <a:pt x="915958" y="914400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3187316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452" y="914400"/>
                  </a:lnTo>
                  <a:lnTo>
                    <a:pt x="912686" y="912964"/>
                  </a:lnTo>
                  <a:lnTo>
                    <a:pt x="914400" y="912367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3196757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367"/>
                  </a:lnTo>
                  <a:lnTo>
                    <a:pt x="908740" y="911052"/>
                  </a:lnTo>
                  <a:lnTo>
                    <a:pt x="914400" y="909627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3206197" y="128930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9627"/>
                  </a:lnTo>
                  <a:lnTo>
                    <a:pt x="910406" y="908752"/>
                  </a:lnTo>
                  <a:lnTo>
                    <a:pt x="914399" y="90847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3215637" y="128930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8478"/>
                  </a:lnTo>
                  <a:lnTo>
                    <a:pt x="906551" y="908369"/>
                  </a:lnTo>
                  <a:lnTo>
                    <a:pt x="912140" y="908499"/>
                  </a:lnTo>
                  <a:lnTo>
                    <a:pt x="912618" y="908532"/>
                  </a:lnTo>
                  <a:lnTo>
                    <a:pt x="913097" y="908566"/>
                  </a:lnTo>
                  <a:lnTo>
                    <a:pt x="913577" y="908599"/>
                  </a:lnTo>
                  <a:lnTo>
                    <a:pt x="914057" y="908632"/>
                  </a:lnTo>
                  <a:lnTo>
                    <a:pt x="914399" y="908656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3225077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656"/>
                  </a:lnTo>
                  <a:lnTo>
                    <a:pt x="905096" y="908665"/>
                  </a:lnTo>
                  <a:lnTo>
                    <a:pt x="905576" y="908699"/>
                  </a:lnTo>
                  <a:lnTo>
                    <a:pt x="906055" y="908732"/>
                  </a:lnTo>
                  <a:lnTo>
                    <a:pt x="906535" y="908765"/>
                  </a:lnTo>
                  <a:lnTo>
                    <a:pt x="907014" y="908799"/>
                  </a:lnTo>
                  <a:lnTo>
                    <a:pt x="907494" y="908832"/>
                  </a:lnTo>
                  <a:lnTo>
                    <a:pt x="907974" y="908866"/>
                  </a:lnTo>
                  <a:lnTo>
                    <a:pt x="908453" y="908899"/>
                  </a:lnTo>
                  <a:lnTo>
                    <a:pt x="908933" y="908932"/>
                  </a:lnTo>
                  <a:lnTo>
                    <a:pt x="909412" y="908966"/>
                  </a:lnTo>
                  <a:lnTo>
                    <a:pt x="909892" y="908999"/>
                  </a:lnTo>
                  <a:lnTo>
                    <a:pt x="910372" y="909033"/>
                  </a:lnTo>
                  <a:lnTo>
                    <a:pt x="910851" y="909066"/>
                  </a:lnTo>
                  <a:lnTo>
                    <a:pt x="911331" y="909100"/>
                  </a:lnTo>
                  <a:lnTo>
                    <a:pt x="911810" y="909133"/>
                  </a:lnTo>
                  <a:lnTo>
                    <a:pt x="912290" y="909167"/>
                  </a:lnTo>
                  <a:lnTo>
                    <a:pt x="912770" y="909201"/>
                  </a:lnTo>
                  <a:lnTo>
                    <a:pt x="913249" y="909234"/>
                  </a:lnTo>
                  <a:lnTo>
                    <a:pt x="913729" y="909268"/>
                  </a:lnTo>
                  <a:lnTo>
                    <a:pt x="914208" y="909301"/>
                  </a:lnTo>
                  <a:lnTo>
                    <a:pt x="914400" y="909315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3234518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9315"/>
                  </a:lnTo>
                  <a:lnTo>
                    <a:pt x="905248" y="909335"/>
                  </a:lnTo>
                  <a:lnTo>
                    <a:pt x="905727" y="909369"/>
                  </a:lnTo>
                  <a:lnTo>
                    <a:pt x="906207" y="909402"/>
                  </a:lnTo>
                  <a:lnTo>
                    <a:pt x="906686" y="909436"/>
                  </a:lnTo>
                  <a:lnTo>
                    <a:pt x="907166" y="909470"/>
                  </a:lnTo>
                  <a:lnTo>
                    <a:pt x="907645" y="909504"/>
                  </a:lnTo>
                  <a:lnTo>
                    <a:pt x="908125" y="909537"/>
                  </a:lnTo>
                  <a:lnTo>
                    <a:pt x="908605" y="909571"/>
                  </a:lnTo>
                  <a:lnTo>
                    <a:pt x="909084" y="909605"/>
                  </a:lnTo>
                  <a:lnTo>
                    <a:pt x="909564" y="909639"/>
                  </a:lnTo>
                  <a:lnTo>
                    <a:pt x="910043" y="909673"/>
                  </a:lnTo>
                  <a:lnTo>
                    <a:pt x="910523" y="909706"/>
                  </a:lnTo>
                  <a:lnTo>
                    <a:pt x="911002" y="909740"/>
                  </a:lnTo>
                  <a:lnTo>
                    <a:pt x="911482" y="909774"/>
                  </a:lnTo>
                  <a:lnTo>
                    <a:pt x="911961" y="909808"/>
                  </a:lnTo>
                  <a:lnTo>
                    <a:pt x="912441" y="909842"/>
                  </a:lnTo>
                  <a:lnTo>
                    <a:pt x="912920" y="909876"/>
                  </a:lnTo>
                  <a:lnTo>
                    <a:pt x="913400" y="909910"/>
                  </a:lnTo>
                  <a:lnTo>
                    <a:pt x="913879" y="909944"/>
                  </a:lnTo>
                  <a:lnTo>
                    <a:pt x="914400" y="909981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3243958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9981"/>
                  </a:lnTo>
                  <a:lnTo>
                    <a:pt x="905398" y="910012"/>
                  </a:lnTo>
                  <a:lnTo>
                    <a:pt x="905878" y="910046"/>
                  </a:lnTo>
                  <a:lnTo>
                    <a:pt x="906357" y="910080"/>
                  </a:lnTo>
                  <a:lnTo>
                    <a:pt x="906837" y="910114"/>
                  </a:lnTo>
                  <a:lnTo>
                    <a:pt x="907316" y="910148"/>
                  </a:lnTo>
                  <a:lnTo>
                    <a:pt x="907796" y="910182"/>
                  </a:lnTo>
                  <a:lnTo>
                    <a:pt x="908275" y="910216"/>
                  </a:lnTo>
                  <a:lnTo>
                    <a:pt x="908755" y="910250"/>
                  </a:lnTo>
                  <a:lnTo>
                    <a:pt x="909234" y="910284"/>
                  </a:lnTo>
                  <a:lnTo>
                    <a:pt x="909714" y="910319"/>
                  </a:lnTo>
                  <a:lnTo>
                    <a:pt x="910193" y="910353"/>
                  </a:lnTo>
                  <a:lnTo>
                    <a:pt x="910673" y="910387"/>
                  </a:lnTo>
                  <a:lnTo>
                    <a:pt x="914400" y="910653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3253398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0653"/>
                  </a:lnTo>
                  <a:lnTo>
                    <a:pt x="914400" y="911326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3262838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1326"/>
                  </a:lnTo>
                  <a:lnTo>
                    <a:pt x="914400" y="9120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3272279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000"/>
                  </a:lnTo>
                  <a:lnTo>
                    <a:pt x="914400" y="912673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3281719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673"/>
                  </a:lnTo>
                  <a:lnTo>
                    <a:pt x="914400" y="912474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3291159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474"/>
                  </a:lnTo>
                  <a:lnTo>
                    <a:pt x="914400" y="912274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3300599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274"/>
                  </a:lnTo>
                  <a:lnTo>
                    <a:pt x="914400" y="912075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3310040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075"/>
                  </a:lnTo>
                  <a:lnTo>
                    <a:pt x="913851" y="911830"/>
                  </a:lnTo>
                  <a:lnTo>
                    <a:pt x="914223" y="911516"/>
                  </a:lnTo>
                  <a:lnTo>
                    <a:pt x="914400" y="911367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3319480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1367"/>
                  </a:lnTo>
                  <a:lnTo>
                    <a:pt x="905155" y="911203"/>
                  </a:lnTo>
                  <a:lnTo>
                    <a:pt x="905526" y="910889"/>
                  </a:lnTo>
                  <a:lnTo>
                    <a:pt x="905898" y="910575"/>
                  </a:lnTo>
                  <a:lnTo>
                    <a:pt x="910960" y="906577"/>
                  </a:lnTo>
                  <a:lnTo>
                    <a:pt x="914400" y="90421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3328920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4219"/>
                  </a:lnTo>
                  <a:lnTo>
                    <a:pt x="906680" y="903040"/>
                  </a:lnTo>
                  <a:lnTo>
                    <a:pt x="911926" y="899974"/>
                  </a:lnTo>
                  <a:lnTo>
                    <a:pt x="914400" y="898650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3338360" y="127173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220"/>
                  </a:lnTo>
                  <a:lnTo>
                    <a:pt x="908360" y="914400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333836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334780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335724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336668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337612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338556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339500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340444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341388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342332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343276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344220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345164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346108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347052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347996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348940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349884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350828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351772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352716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353660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3546046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3555486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3564926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3574366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358380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359324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360268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361212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362156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363100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364044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364988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365932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366876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367820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368764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369708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370653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371597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372541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373485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374429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375373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3763171" y="1289302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1027"/>
                  </a:lnTo>
                  <a:lnTo>
                    <a:pt x="922897" y="912220"/>
                  </a:lnTo>
                  <a:lnTo>
                    <a:pt x="920969" y="914400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3772611" y="1271733"/>
              <a:ext cx="923840" cy="928597"/>
            </a:xfrm>
            <a:custGeom>
              <a:avLst/>
              <a:pathLst>
                <a:path w="923840" h="92859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5694"/>
                  </a:lnTo>
                  <a:lnTo>
                    <a:pt x="922972" y="917057"/>
                  </a:lnTo>
                  <a:lnTo>
                    <a:pt x="918303" y="923653"/>
                  </a:lnTo>
                  <a:lnTo>
                    <a:pt x="914400" y="928597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3782052" y="1271733"/>
              <a:ext cx="915223" cy="915694"/>
            </a:xfrm>
            <a:custGeom>
              <a:avLst/>
              <a:pathLst>
                <a:path w="915223" h="915694">
                  <a:moveTo>
                    <a:pt x="914400" y="914400"/>
                  </a:moveTo>
                  <a:lnTo>
                    <a:pt x="915223" y="914400"/>
                  </a:lnTo>
                  <a:lnTo>
                    <a:pt x="914400" y="915694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2007287" y="1254163"/>
              <a:ext cx="914400" cy="928692"/>
            </a:xfrm>
            <a:custGeom>
              <a:avLst/>
              <a:pathLst>
                <a:path w="914400" h="928692">
                  <a:moveTo>
                    <a:pt x="914400" y="914400"/>
                  </a:moveTo>
                  <a:lnTo>
                    <a:pt x="914400" y="928692"/>
                  </a:lnTo>
                  <a:lnTo>
                    <a:pt x="913248" y="923782"/>
                  </a:lnTo>
                  <a:lnTo>
                    <a:pt x="911355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200728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168" y="931969"/>
                  </a:lnTo>
                  <a:lnTo>
                    <a:pt x="914400" y="928692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201672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202616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203560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204504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205448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206392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207336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208280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209224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210168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211112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212056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213001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213945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214889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215833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216777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217721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218665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219609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220553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221497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222441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223385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224329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225273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226217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227161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228105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229049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229993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230937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231881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232825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2337695" y="125416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234713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2356575" y="125416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2366016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2375456" y="1271733"/>
              <a:ext cx="921954" cy="914400"/>
            </a:xfrm>
            <a:custGeom>
              <a:avLst/>
              <a:pathLst>
                <a:path w="921954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536" y="896830"/>
                  </a:lnTo>
                  <a:lnTo>
                    <a:pt x="917603" y="897065"/>
                  </a:lnTo>
                  <a:lnTo>
                    <a:pt x="920251" y="907035"/>
                  </a:lnTo>
                  <a:lnTo>
                    <a:pt x="921954" y="914400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3338360" y="1271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360" y="914400"/>
                  </a:lnTo>
                  <a:lnTo>
                    <a:pt x="914400" y="911167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3347801" y="1271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1167"/>
                  </a:lnTo>
                  <a:lnTo>
                    <a:pt x="914400" y="906114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3357241" y="1271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6114"/>
                  </a:lnTo>
                  <a:lnTo>
                    <a:pt x="911463" y="902620"/>
                  </a:lnTo>
                  <a:lnTo>
                    <a:pt x="911789" y="902187"/>
                  </a:lnTo>
                  <a:lnTo>
                    <a:pt x="912115" y="901755"/>
                  </a:lnTo>
                  <a:lnTo>
                    <a:pt x="912441" y="901322"/>
                  </a:lnTo>
                  <a:lnTo>
                    <a:pt x="912767" y="900889"/>
                  </a:lnTo>
                  <a:lnTo>
                    <a:pt x="913094" y="900457"/>
                  </a:lnTo>
                  <a:lnTo>
                    <a:pt x="913420" y="900024"/>
                  </a:lnTo>
                  <a:lnTo>
                    <a:pt x="913746" y="899592"/>
                  </a:lnTo>
                  <a:lnTo>
                    <a:pt x="914072" y="899159"/>
                  </a:lnTo>
                  <a:lnTo>
                    <a:pt x="914400" y="898725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3366681" y="125416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295"/>
                  </a:lnTo>
                  <a:lnTo>
                    <a:pt x="905285" y="915864"/>
                  </a:lnTo>
                  <a:lnTo>
                    <a:pt x="905611" y="915432"/>
                  </a:lnTo>
                  <a:lnTo>
                    <a:pt x="905937" y="914999"/>
                  </a:lnTo>
                  <a:lnTo>
                    <a:pt x="906264" y="914567"/>
                  </a:lnTo>
                  <a:lnTo>
                    <a:pt x="906390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336668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337612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338556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339500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340444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341388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342332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343276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344220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345164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346108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347052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347996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348940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349884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350828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351772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352716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353660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3546046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3555486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3564926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3574366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358380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359324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360268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361212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362156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363100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364044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364988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365932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366876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367820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368764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369708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370653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371597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372541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373485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374429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375373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376317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377261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3782052" y="127173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899563"/>
                  </a:lnTo>
                  <a:lnTo>
                    <a:pt x="922288" y="902563"/>
                  </a:lnTo>
                  <a:lnTo>
                    <a:pt x="918011" y="910021"/>
                  </a:lnTo>
                  <a:lnTo>
                    <a:pt x="915223" y="914400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3791492" y="1254163"/>
              <a:ext cx="915813" cy="917133"/>
            </a:xfrm>
            <a:custGeom>
              <a:avLst/>
              <a:pathLst>
                <a:path w="915813" h="917133">
                  <a:moveTo>
                    <a:pt x="914400" y="914400"/>
                  </a:moveTo>
                  <a:lnTo>
                    <a:pt x="915813" y="914400"/>
                  </a:lnTo>
                  <a:lnTo>
                    <a:pt x="914400" y="917133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2007287" y="123659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1355" y="931969"/>
                  </a:lnTo>
                  <a:lnTo>
                    <a:pt x="911163" y="931018"/>
                  </a:lnTo>
                  <a:lnTo>
                    <a:pt x="909372" y="920496"/>
                  </a:lnTo>
                  <a:lnTo>
                    <a:pt x="908520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200728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201672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202616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203560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204504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205448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206392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207336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208280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209224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210168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211112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212056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213001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213945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214889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215833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216777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217721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218665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219609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220553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221497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222441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223385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224329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225273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4">
                <a:alpha val="100000"/>
              </a:srgbClr>
            </a:solidFill>
            <a:ln w="5420" cap="flat">
              <a:solidFill>
                <a:srgbClr val="FEA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226217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227161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228105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229049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229993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230937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231881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232825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2337695" y="123659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234713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2356575" y="123659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2375456" y="125416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476" y="896830"/>
                  </a:lnTo>
                  <a:lnTo>
                    <a:pt x="913681" y="900819"/>
                  </a:lnTo>
                  <a:lnTo>
                    <a:pt x="913802" y="901246"/>
                  </a:lnTo>
                  <a:lnTo>
                    <a:pt x="913925" y="901678"/>
                  </a:lnTo>
                  <a:lnTo>
                    <a:pt x="914048" y="902110"/>
                  </a:lnTo>
                  <a:lnTo>
                    <a:pt x="914170" y="902541"/>
                  </a:lnTo>
                  <a:lnTo>
                    <a:pt x="914293" y="902973"/>
                  </a:lnTo>
                  <a:lnTo>
                    <a:pt x="914399" y="90334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2375456" y="1254163"/>
              <a:ext cx="917536" cy="914400"/>
            </a:xfrm>
            <a:custGeom>
              <a:avLst/>
              <a:pathLst>
                <a:path w="917536" h="914400">
                  <a:moveTo>
                    <a:pt x="914399" y="914400"/>
                  </a:moveTo>
                  <a:lnTo>
                    <a:pt x="914416" y="903405"/>
                  </a:lnTo>
                  <a:lnTo>
                    <a:pt x="914539" y="903837"/>
                  </a:lnTo>
                  <a:lnTo>
                    <a:pt x="914661" y="904269"/>
                  </a:lnTo>
                  <a:lnTo>
                    <a:pt x="914784" y="904701"/>
                  </a:lnTo>
                  <a:lnTo>
                    <a:pt x="914907" y="905133"/>
                  </a:lnTo>
                  <a:lnTo>
                    <a:pt x="915029" y="905565"/>
                  </a:lnTo>
                  <a:lnTo>
                    <a:pt x="915152" y="905997"/>
                  </a:lnTo>
                  <a:lnTo>
                    <a:pt x="915275" y="906429"/>
                  </a:lnTo>
                  <a:lnTo>
                    <a:pt x="915397" y="906861"/>
                  </a:lnTo>
                  <a:lnTo>
                    <a:pt x="915520" y="907292"/>
                  </a:lnTo>
                  <a:lnTo>
                    <a:pt x="915642" y="907724"/>
                  </a:lnTo>
                  <a:lnTo>
                    <a:pt x="915765" y="908156"/>
                  </a:lnTo>
                  <a:lnTo>
                    <a:pt x="915888" y="908588"/>
                  </a:lnTo>
                  <a:lnTo>
                    <a:pt x="916010" y="909020"/>
                  </a:lnTo>
                  <a:lnTo>
                    <a:pt x="916133" y="909452"/>
                  </a:lnTo>
                  <a:lnTo>
                    <a:pt x="916255" y="909884"/>
                  </a:lnTo>
                  <a:lnTo>
                    <a:pt x="916378" y="910316"/>
                  </a:lnTo>
                  <a:lnTo>
                    <a:pt x="916500" y="910748"/>
                  </a:lnTo>
                  <a:lnTo>
                    <a:pt x="916623" y="911180"/>
                  </a:lnTo>
                  <a:lnTo>
                    <a:pt x="916745" y="911612"/>
                  </a:lnTo>
                  <a:lnTo>
                    <a:pt x="916868" y="912044"/>
                  </a:lnTo>
                  <a:lnTo>
                    <a:pt x="916990" y="912475"/>
                  </a:lnTo>
                  <a:lnTo>
                    <a:pt x="917113" y="912907"/>
                  </a:lnTo>
                  <a:lnTo>
                    <a:pt x="917235" y="913339"/>
                  </a:lnTo>
                  <a:lnTo>
                    <a:pt x="917358" y="913771"/>
                  </a:lnTo>
                  <a:lnTo>
                    <a:pt x="917480" y="914203"/>
                  </a:lnTo>
                  <a:lnTo>
                    <a:pt x="917536" y="914400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3366681" y="12541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6390" y="914400"/>
                  </a:lnTo>
                  <a:lnTo>
                    <a:pt x="906590" y="914134"/>
                  </a:lnTo>
                  <a:lnTo>
                    <a:pt x="911312" y="908205"/>
                  </a:lnTo>
                  <a:lnTo>
                    <a:pt x="914400" y="904734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3376121" y="123659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2304"/>
                  </a:lnTo>
                  <a:lnTo>
                    <a:pt x="906747" y="920294"/>
                  </a:lnTo>
                  <a:lnTo>
                    <a:pt x="911765" y="915277"/>
                  </a:lnTo>
                  <a:lnTo>
                    <a:pt x="912759" y="914400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337612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338556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339500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340444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341388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342332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343276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344220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345164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346108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347052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347996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348940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349884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350828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351772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352716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353660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3546046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3555486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3564926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3574366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358380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359324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360268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361212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362156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363100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364044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364988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365932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366876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367820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368764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369708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370653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371597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372541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373485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374429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375373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376317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377261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378205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3791492" y="1254163"/>
              <a:ext cx="923775" cy="914400"/>
            </a:xfrm>
            <a:custGeom>
              <a:avLst/>
              <a:pathLst>
                <a:path w="92377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775" y="896830"/>
                  </a:lnTo>
                  <a:lnTo>
                    <a:pt x="920754" y="904033"/>
                  </a:lnTo>
                  <a:lnTo>
                    <a:pt x="916913" y="912273"/>
                  </a:lnTo>
                  <a:lnTo>
                    <a:pt x="915813" y="914400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2007287" y="121902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8520" y="931969"/>
                  </a:lnTo>
                  <a:lnTo>
                    <a:pt x="907879" y="927383"/>
                  </a:lnTo>
                  <a:lnTo>
                    <a:pt x="906688" y="916570"/>
                  </a:lnTo>
                  <a:lnTo>
                    <a:pt x="906512" y="914400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200728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201672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202616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203560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204504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205448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206392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207336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208280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209224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210168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211112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212056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213001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213945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214889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215833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216777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217721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218665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219609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220553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221497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222441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223385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224329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225273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226217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227161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228105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229049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229993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230937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231881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232825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2337695" y="121902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234713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2356575" y="121902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2366016" y="1236593"/>
              <a:ext cx="921917" cy="914400"/>
            </a:xfrm>
            <a:custGeom>
              <a:avLst/>
              <a:pathLst>
                <a:path w="921917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6036" y="896830"/>
                  </a:lnTo>
                  <a:lnTo>
                    <a:pt x="917199" y="899899"/>
                  </a:lnTo>
                  <a:lnTo>
                    <a:pt x="920287" y="909003"/>
                  </a:lnTo>
                  <a:lnTo>
                    <a:pt x="921917" y="914400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3376121" y="123659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759" y="914400"/>
                  </a:lnTo>
                  <a:lnTo>
                    <a:pt x="914400" y="912952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3385562" y="123659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952"/>
                  </a:lnTo>
                  <a:lnTo>
                    <a:pt x="907471" y="910736"/>
                  </a:lnTo>
                  <a:lnTo>
                    <a:pt x="912734" y="906681"/>
                  </a:lnTo>
                  <a:lnTo>
                    <a:pt x="914400" y="905577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3395002" y="123659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5577"/>
                  </a:lnTo>
                  <a:lnTo>
                    <a:pt x="908660" y="903125"/>
                  </a:lnTo>
                  <a:lnTo>
                    <a:pt x="914115" y="900074"/>
                  </a:lnTo>
                  <a:lnTo>
                    <a:pt x="914400" y="89993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3404442" y="121902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7499"/>
                  </a:lnTo>
                  <a:lnTo>
                    <a:pt x="911055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340444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341388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342332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343276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344220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345164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346108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347052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347996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348940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349884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350828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351772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352716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353660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3546046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3555486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3564926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3574366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358380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359324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360268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361212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362156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363100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364044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364988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365932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366876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367820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368764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369708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370653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371597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372541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373485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374429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375373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376317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377261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378205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3791492" y="123659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4245"/>
                  </a:lnTo>
                  <a:lnTo>
                    <a:pt x="923775" y="914400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3800932" y="1219023"/>
              <a:ext cx="920718" cy="931814"/>
            </a:xfrm>
            <a:custGeom>
              <a:avLst/>
              <a:pathLst>
                <a:path w="920718" h="931814">
                  <a:moveTo>
                    <a:pt x="914400" y="914400"/>
                  </a:moveTo>
                  <a:lnTo>
                    <a:pt x="920718" y="914400"/>
                  </a:lnTo>
                  <a:lnTo>
                    <a:pt x="918283" y="921638"/>
                  </a:lnTo>
                  <a:lnTo>
                    <a:pt x="914920" y="930573"/>
                  </a:lnTo>
                  <a:lnTo>
                    <a:pt x="914400" y="931814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2007287" y="120145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6512" y="931969"/>
                  </a:lnTo>
                  <a:lnTo>
                    <a:pt x="905803" y="923225"/>
                  </a:lnTo>
                  <a:lnTo>
                    <a:pt x="905340" y="914400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200728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201672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202616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203560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204504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205448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206392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207336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208280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209224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210168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211112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212056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213001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213945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214889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215833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216777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217721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218665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219609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220553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221497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222441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223385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224329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225273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226217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227161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228105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229049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229993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230937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231881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232825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2337695" y="120145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234713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2366016" y="121902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718" y="896830"/>
                  </a:lnTo>
                  <a:lnTo>
                    <a:pt x="910294" y="900198"/>
                  </a:lnTo>
                  <a:lnTo>
                    <a:pt x="913865" y="908669"/>
                  </a:lnTo>
                  <a:lnTo>
                    <a:pt x="914400" y="91008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2366016" y="1219023"/>
              <a:ext cx="916036" cy="914400"/>
            </a:xfrm>
            <a:custGeom>
              <a:avLst/>
              <a:pathLst>
                <a:path w="916036" h="914400">
                  <a:moveTo>
                    <a:pt x="914400" y="914400"/>
                  </a:moveTo>
                  <a:lnTo>
                    <a:pt x="914400" y="910080"/>
                  </a:lnTo>
                  <a:lnTo>
                    <a:pt x="916036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3404442" y="121902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055" y="914400"/>
                  </a:lnTo>
                  <a:lnTo>
                    <a:pt x="914400" y="91269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3413882" y="120145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30269"/>
                  </a:lnTo>
                  <a:lnTo>
                    <a:pt x="909156" y="928078"/>
                  </a:lnTo>
                  <a:lnTo>
                    <a:pt x="910298" y="917076"/>
                  </a:lnTo>
                  <a:lnTo>
                    <a:pt x="910656" y="914400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341388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342332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343276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344220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345164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346108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347052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347996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348940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349884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350828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351772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352716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353660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3546046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3555486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3564926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3574366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358380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359324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360268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361212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362156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363100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364044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364988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365932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366876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367820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368764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369708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370653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371597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372541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373485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374429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375373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376317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377261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378205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379149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3800932" y="121902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4204"/>
                  </a:lnTo>
                  <a:lnTo>
                    <a:pt x="921393" y="912392"/>
                  </a:lnTo>
                  <a:lnTo>
                    <a:pt x="920718" y="914400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3810372" y="1201453"/>
              <a:ext cx="916390" cy="921773"/>
            </a:xfrm>
            <a:custGeom>
              <a:avLst/>
              <a:pathLst>
                <a:path w="916390" h="921773">
                  <a:moveTo>
                    <a:pt x="914400" y="914400"/>
                  </a:moveTo>
                  <a:lnTo>
                    <a:pt x="916390" y="914400"/>
                  </a:lnTo>
                  <a:lnTo>
                    <a:pt x="914802" y="920428"/>
                  </a:lnTo>
                  <a:lnTo>
                    <a:pt x="914400" y="921773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2007287" y="118388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340" y="931969"/>
                  </a:lnTo>
                  <a:lnTo>
                    <a:pt x="905226" y="929809"/>
                  </a:lnTo>
                  <a:lnTo>
                    <a:pt x="904959" y="918782"/>
                  </a:lnTo>
                  <a:lnTo>
                    <a:pt x="904976" y="914400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200728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201672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202616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203560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204504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205448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206392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207336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208280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209224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210168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211112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212056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213001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213945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214889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215833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216777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217721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218665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219609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220553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221497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222441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223385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224329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225273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226217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227161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228105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229049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229993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230937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231881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2328255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2337695" y="11838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2356575" y="120145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010" y="896830"/>
                  </a:lnTo>
                  <a:lnTo>
                    <a:pt x="911919" y="901898"/>
                  </a:lnTo>
                  <a:lnTo>
                    <a:pt x="914399" y="906684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2356575" y="1201453"/>
              <a:ext cx="918159" cy="914400"/>
            </a:xfrm>
            <a:custGeom>
              <a:avLst/>
              <a:pathLst>
                <a:path w="918159" h="914400">
                  <a:moveTo>
                    <a:pt x="914399" y="914400"/>
                  </a:moveTo>
                  <a:lnTo>
                    <a:pt x="914399" y="906684"/>
                  </a:lnTo>
                  <a:lnTo>
                    <a:pt x="915936" y="909647"/>
                  </a:lnTo>
                  <a:lnTo>
                    <a:pt x="918159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3413882" y="118388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656" y="931969"/>
                  </a:lnTo>
                  <a:lnTo>
                    <a:pt x="911752" y="923773"/>
                  </a:lnTo>
                  <a:lnTo>
                    <a:pt x="913295" y="91440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341388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342332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343276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344220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345164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346108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347052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347996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348940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349884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3508285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3517725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3527165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3536605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3546046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3555486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3564926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3574366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358380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359324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360268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361212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362156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363100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364044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364988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365932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366876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367820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368764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369708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370653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371597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372541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373485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374429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375373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376317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377261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378205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379149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380093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3810372" y="1201453"/>
              <a:ext cx="920431" cy="914400"/>
            </a:xfrm>
            <a:custGeom>
              <a:avLst/>
              <a:pathLst>
                <a:path w="92043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431" y="896830"/>
                  </a:lnTo>
                  <a:lnTo>
                    <a:pt x="919686" y="900602"/>
                  </a:lnTo>
                  <a:lnTo>
                    <a:pt x="917382" y="910633"/>
                  </a:lnTo>
                  <a:lnTo>
                    <a:pt x="916390" y="914400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2007287" y="116631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76" y="931969"/>
                  </a:lnTo>
                  <a:lnTo>
                    <a:pt x="905003" y="925314"/>
                  </a:lnTo>
                  <a:lnTo>
                    <a:pt x="905353" y="914400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200728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201672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202616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203560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204504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205448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206392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207336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208280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209224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210168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211112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212056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213001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213945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214889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215833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216777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217721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218665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219609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220553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221497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222441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223385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224329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225273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226217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227161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228105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229049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229993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230937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231881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2328255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2347135" y="118388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6681" y="896830"/>
                  </a:lnTo>
                  <a:lnTo>
                    <a:pt x="908111" y="898647"/>
                  </a:lnTo>
                  <a:lnTo>
                    <a:pt x="912716" y="905164"/>
                  </a:lnTo>
                  <a:lnTo>
                    <a:pt x="914400" y="90781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2347135" y="1183884"/>
              <a:ext cx="918450" cy="914400"/>
            </a:xfrm>
            <a:custGeom>
              <a:avLst/>
              <a:pathLst>
                <a:path w="918450" h="914400">
                  <a:moveTo>
                    <a:pt x="914400" y="914400"/>
                  </a:moveTo>
                  <a:lnTo>
                    <a:pt x="914400" y="907810"/>
                  </a:lnTo>
                  <a:lnTo>
                    <a:pt x="917136" y="912111"/>
                  </a:lnTo>
                  <a:lnTo>
                    <a:pt x="918450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3413882" y="118388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295" y="914400"/>
                  </a:lnTo>
                  <a:lnTo>
                    <a:pt x="913515" y="913059"/>
                  </a:lnTo>
                  <a:lnTo>
                    <a:pt x="914400" y="908554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3423322" y="116631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6123"/>
                  </a:lnTo>
                  <a:lnTo>
                    <a:pt x="906141" y="920104"/>
                  </a:lnTo>
                  <a:lnTo>
                    <a:pt x="907449" y="914400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342332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343276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344220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345164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346108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347052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347996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348940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349884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3508285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3517725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3527165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3536605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3546046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3555486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3564926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3574366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358380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359324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360268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361212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362156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363100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364044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364988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365932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366876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367820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368764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369708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370653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371597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372541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373485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374429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375373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376317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377261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9">
                <a:alpha val="100000"/>
              </a:srgbClr>
            </a:solidFill>
            <a:ln w="5420" cap="flat">
              <a:solidFill>
                <a:srgbClr val="F27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378205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379149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380093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3810372" y="1183884"/>
              <a:ext cx="923548" cy="914400"/>
            </a:xfrm>
            <a:custGeom>
              <a:avLst/>
              <a:pathLst>
                <a:path w="92354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548" y="896830"/>
                  </a:lnTo>
                  <a:lnTo>
                    <a:pt x="923444" y="897513"/>
                  </a:lnTo>
                  <a:lnTo>
                    <a:pt x="921709" y="907933"/>
                  </a:lnTo>
                  <a:lnTo>
                    <a:pt x="920431" y="914400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2007287" y="114874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356" y="931865"/>
                  </a:lnTo>
                  <a:lnTo>
                    <a:pt x="906019" y="920896"/>
                  </a:lnTo>
                  <a:lnTo>
                    <a:pt x="906598" y="914400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200728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201672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202616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203560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204504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205448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206392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207336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208280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209224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210168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211112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212056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213001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213945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214889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215833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216777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217721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218665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219609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220553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221497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222441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223385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224329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225273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226217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227161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228105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229049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229993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230937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2328255" y="116631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299" y="896830"/>
                  </a:lnTo>
                  <a:lnTo>
                    <a:pt x="912191" y="899402"/>
                  </a:lnTo>
                  <a:lnTo>
                    <a:pt x="914400" y="901632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2337695" y="116631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1632"/>
                  </a:lnTo>
                  <a:lnTo>
                    <a:pt x="907836" y="904535"/>
                  </a:lnTo>
                  <a:lnTo>
                    <a:pt x="912774" y="910145"/>
                  </a:lnTo>
                  <a:lnTo>
                    <a:pt x="914399" y="912211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2337695" y="1166314"/>
              <a:ext cx="916122" cy="914400"/>
            </a:xfrm>
            <a:custGeom>
              <a:avLst/>
              <a:pathLst>
                <a:path w="916122" h="914400">
                  <a:moveTo>
                    <a:pt x="914399" y="914400"/>
                  </a:moveTo>
                  <a:lnTo>
                    <a:pt x="914399" y="912211"/>
                  </a:lnTo>
                  <a:lnTo>
                    <a:pt x="916122" y="914400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3423322" y="114874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7449" y="931969"/>
                  </a:lnTo>
                  <a:lnTo>
                    <a:pt x="908504" y="927369"/>
                  </a:lnTo>
                  <a:lnTo>
                    <a:pt x="911159" y="917312"/>
                  </a:lnTo>
                  <a:lnTo>
                    <a:pt x="912034" y="914400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342332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343276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344220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345164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346108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347052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347996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348940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349884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3508285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3517725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3527165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3536605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3546046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3555486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3564926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3574366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358380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359324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360268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361212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362156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363100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364044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364988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365932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366876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367820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368764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369708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370653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371597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372541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373485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374429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375373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376317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377261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378205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379149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380093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3810372" y="1166314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471"/>
                  </a:lnTo>
                  <a:lnTo>
                    <a:pt x="923548" y="914400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3819813" y="1148744"/>
              <a:ext cx="916772" cy="930041"/>
            </a:xfrm>
            <a:custGeom>
              <a:avLst/>
              <a:pathLst>
                <a:path w="916772" h="930041">
                  <a:moveTo>
                    <a:pt x="914400" y="914400"/>
                  </a:moveTo>
                  <a:lnTo>
                    <a:pt x="916772" y="914400"/>
                  </a:lnTo>
                  <a:lnTo>
                    <a:pt x="916334" y="917284"/>
                  </a:lnTo>
                  <a:lnTo>
                    <a:pt x="915868" y="920355"/>
                  </a:lnTo>
                  <a:lnTo>
                    <a:pt x="915402" y="923426"/>
                  </a:lnTo>
                  <a:lnTo>
                    <a:pt x="914936" y="926497"/>
                  </a:lnTo>
                  <a:lnTo>
                    <a:pt x="914471" y="929568"/>
                  </a:lnTo>
                  <a:lnTo>
                    <a:pt x="914400" y="930041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2007287" y="113117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6598" y="931969"/>
                  </a:lnTo>
                  <a:lnTo>
                    <a:pt x="906990" y="927576"/>
                  </a:lnTo>
                  <a:lnTo>
                    <a:pt x="908265" y="916797"/>
                  </a:lnTo>
                  <a:lnTo>
                    <a:pt x="908621" y="914400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200728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201672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202616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203560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204504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205448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206392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207336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208280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209224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210168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211112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212056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213001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213945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214889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215833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216777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217721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218665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219609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220553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221497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222441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223385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224329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225273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226217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227161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228105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2299934" y="114874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669" y="896838"/>
                  </a:lnTo>
                  <a:lnTo>
                    <a:pt x="913349" y="898877"/>
                  </a:lnTo>
                  <a:lnTo>
                    <a:pt x="914400" y="89935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2309374" y="114874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9358"/>
                  </a:lnTo>
                  <a:lnTo>
                    <a:pt x="909526" y="901452"/>
                  </a:lnTo>
                  <a:lnTo>
                    <a:pt x="914400" y="904186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2318814" y="114874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4186"/>
                  </a:lnTo>
                  <a:lnTo>
                    <a:pt x="905625" y="904559"/>
                  </a:lnTo>
                  <a:lnTo>
                    <a:pt x="911071" y="908187"/>
                  </a:lnTo>
                  <a:lnTo>
                    <a:pt x="914400" y="91076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2318814" y="1148744"/>
              <a:ext cx="918739" cy="914400"/>
            </a:xfrm>
            <a:custGeom>
              <a:avLst/>
              <a:pathLst>
                <a:path w="918739" h="914400">
                  <a:moveTo>
                    <a:pt x="914400" y="914400"/>
                  </a:moveTo>
                  <a:lnTo>
                    <a:pt x="914400" y="910768"/>
                  </a:lnTo>
                  <a:lnTo>
                    <a:pt x="916411" y="912329"/>
                  </a:lnTo>
                  <a:lnTo>
                    <a:pt x="918739" y="914400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3423322" y="114874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34" y="914400"/>
                  </a:lnTo>
                  <a:lnTo>
                    <a:pt x="914096" y="907532"/>
                  </a:lnTo>
                  <a:lnTo>
                    <a:pt x="914400" y="906637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3432763" y="113117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4207"/>
                  </a:lnTo>
                  <a:lnTo>
                    <a:pt x="907869" y="915625"/>
                  </a:lnTo>
                  <a:lnTo>
                    <a:pt x="908335" y="914400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343276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344220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345164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346108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3470524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3479964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3489404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3498844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3508285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3517725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3527165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3536605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3546046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3555486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3564926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3574366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358380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359324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360268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361212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362156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363100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364044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9">
                <a:alpha val="100000"/>
              </a:srgbClr>
            </a:solidFill>
            <a:ln w="5420" cap="flat">
              <a:solidFill>
                <a:srgbClr val="F27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364988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365932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366876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367820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368764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369708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370653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371597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372541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373485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374429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375373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376317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377261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378205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379149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380093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381037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3819813" y="1148744"/>
              <a:ext cx="919258" cy="914400"/>
            </a:xfrm>
            <a:custGeom>
              <a:avLst/>
              <a:pathLst>
                <a:path w="91925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9258" y="896830"/>
                  </a:lnTo>
                  <a:lnTo>
                    <a:pt x="919208" y="897292"/>
                  </a:lnTo>
                  <a:lnTo>
                    <a:pt x="917735" y="908058"/>
                  </a:lnTo>
                  <a:lnTo>
                    <a:pt x="917266" y="911143"/>
                  </a:lnTo>
                  <a:lnTo>
                    <a:pt x="916800" y="914214"/>
                  </a:lnTo>
                  <a:lnTo>
                    <a:pt x="916772" y="914400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2007287" y="1113604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8621" y="931969"/>
                  </a:lnTo>
                  <a:lnTo>
                    <a:pt x="909842" y="923725"/>
                  </a:lnTo>
                  <a:lnTo>
                    <a:pt x="911511" y="91439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200728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201672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202616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203560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204504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205448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206392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207336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208280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209224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210168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211112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212056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213001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213945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214889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215833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216777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217721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218665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219609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220553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221497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222441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223385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2252733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087" y="896830"/>
                  </a:lnTo>
                  <a:lnTo>
                    <a:pt x="908514" y="900233"/>
                  </a:lnTo>
                  <a:lnTo>
                    <a:pt x="910495" y="900746"/>
                  </a:lnTo>
                  <a:lnTo>
                    <a:pt x="910840" y="900852"/>
                  </a:lnTo>
                  <a:lnTo>
                    <a:pt x="911187" y="900958"/>
                  </a:lnTo>
                  <a:lnTo>
                    <a:pt x="911534" y="901064"/>
                  </a:lnTo>
                  <a:lnTo>
                    <a:pt x="911881" y="901170"/>
                  </a:lnTo>
                  <a:lnTo>
                    <a:pt x="912228" y="901276"/>
                  </a:lnTo>
                  <a:lnTo>
                    <a:pt x="912575" y="901383"/>
                  </a:lnTo>
                  <a:lnTo>
                    <a:pt x="912922" y="901489"/>
                  </a:lnTo>
                  <a:lnTo>
                    <a:pt x="913270" y="901595"/>
                  </a:lnTo>
                  <a:lnTo>
                    <a:pt x="913617" y="901701"/>
                  </a:lnTo>
                  <a:lnTo>
                    <a:pt x="913964" y="901808"/>
                  </a:lnTo>
                  <a:lnTo>
                    <a:pt x="914400" y="901941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2262173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1941"/>
                  </a:lnTo>
                  <a:lnTo>
                    <a:pt x="905217" y="902020"/>
                  </a:lnTo>
                  <a:lnTo>
                    <a:pt x="905564" y="902126"/>
                  </a:lnTo>
                  <a:lnTo>
                    <a:pt x="905911" y="902233"/>
                  </a:lnTo>
                  <a:lnTo>
                    <a:pt x="906258" y="902339"/>
                  </a:lnTo>
                  <a:lnTo>
                    <a:pt x="906605" y="902445"/>
                  </a:lnTo>
                  <a:lnTo>
                    <a:pt x="906952" y="902551"/>
                  </a:lnTo>
                  <a:lnTo>
                    <a:pt x="907299" y="902658"/>
                  </a:lnTo>
                  <a:lnTo>
                    <a:pt x="907646" y="902764"/>
                  </a:lnTo>
                  <a:lnTo>
                    <a:pt x="907993" y="902870"/>
                  </a:lnTo>
                  <a:lnTo>
                    <a:pt x="908340" y="902977"/>
                  </a:lnTo>
                  <a:lnTo>
                    <a:pt x="908687" y="903083"/>
                  </a:lnTo>
                  <a:lnTo>
                    <a:pt x="909034" y="903189"/>
                  </a:lnTo>
                  <a:lnTo>
                    <a:pt x="909381" y="903296"/>
                  </a:lnTo>
                  <a:lnTo>
                    <a:pt x="909728" y="903402"/>
                  </a:lnTo>
                  <a:lnTo>
                    <a:pt x="910075" y="903509"/>
                  </a:lnTo>
                  <a:lnTo>
                    <a:pt x="910422" y="903615"/>
                  </a:lnTo>
                  <a:lnTo>
                    <a:pt x="910769" y="903721"/>
                  </a:lnTo>
                  <a:lnTo>
                    <a:pt x="911116" y="903828"/>
                  </a:lnTo>
                  <a:lnTo>
                    <a:pt x="911463" y="903934"/>
                  </a:lnTo>
                  <a:lnTo>
                    <a:pt x="911809" y="904041"/>
                  </a:lnTo>
                  <a:lnTo>
                    <a:pt x="912156" y="904147"/>
                  </a:lnTo>
                  <a:lnTo>
                    <a:pt x="912503" y="904254"/>
                  </a:lnTo>
                  <a:lnTo>
                    <a:pt x="912850" y="904360"/>
                  </a:lnTo>
                  <a:lnTo>
                    <a:pt x="913197" y="904466"/>
                  </a:lnTo>
                  <a:lnTo>
                    <a:pt x="913544" y="904573"/>
                  </a:lnTo>
                  <a:lnTo>
                    <a:pt x="913891" y="904679"/>
                  </a:lnTo>
                  <a:lnTo>
                    <a:pt x="914238" y="904786"/>
                  </a:lnTo>
                  <a:lnTo>
                    <a:pt x="914400" y="904836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2271613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4836"/>
                  </a:lnTo>
                  <a:lnTo>
                    <a:pt x="905144" y="904892"/>
                  </a:lnTo>
                  <a:lnTo>
                    <a:pt x="905491" y="904999"/>
                  </a:lnTo>
                  <a:lnTo>
                    <a:pt x="905838" y="905105"/>
                  </a:lnTo>
                  <a:lnTo>
                    <a:pt x="906185" y="905212"/>
                  </a:lnTo>
                  <a:lnTo>
                    <a:pt x="906531" y="905319"/>
                  </a:lnTo>
                  <a:lnTo>
                    <a:pt x="906878" y="905425"/>
                  </a:lnTo>
                  <a:lnTo>
                    <a:pt x="907225" y="905532"/>
                  </a:lnTo>
                  <a:lnTo>
                    <a:pt x="907572" y="905638"/>
                  </a:lnTo>
                  <a:lnTo>
                    <a:pt x="907919" y="905745"/>
                  </a:lnTo>
                  <a:lnTo>
                    <a:pt x="908265" y="905851"/>
                  </a:lnTo>
                  <a:lnTo>
                    <a:pt x="908612" y="905958"/>
                  </a:lnTo>
                  <a:lnTo>
                    <a:pt x="908959" y="906065"/>
                  </a:lnTo>
                  <a:lnTo>
                    <a:pt x="909306" y="906171"/>
                  </a:lnTo>
                  <a:lnTo>
                    <a:pt x="909653" y="906278"/>
                  </a:lnTo>
                  <a:lnTo>
                    <a:pt x="909999" y="906384"/>
                  </a:lnTo>
                  <a:lnTo>
                    <a:pt x="910346" y="906491"/>
                  </a:lnTo>
                  <a:lnTo>
                    <a:pt x="910693" y="906598"/>
                  </a:lnTo>
                  <a:lnTo>
                    <a:pt x="911040" y="906704"/>
                  </a:lnTo>
                  <a:lnTo>
                    <a:pt x="911386" y="906811"/>
                  </a:lnTo>
                  <a:lnTo>
                    <a:pt x="911733" y="906918"/>
                  </a:lnTo>
                  <a:lnTo>
                    <a:pt x="912080" y="907024"/>
                  </a:lnTo>
                  <a:lnTo>
                    <a:pt x="912427" y="907131"/>
                  </a:lnTo>
                  <a:lnTo>
                    <a:pt x="912773" y="907238"/>
                  </a:lnTo>
                  <a:lnTo>
                    <a:pt x="913120" y="907344"/>
                  </a:lnTo>
                  <a:lnTo>
                    <a:pt x="913467" y="907451"/>
                  </a:lnTo>
                  <a:lnTo>
                    <a:pt x="913813" y="907558"/>
                  </a:lnTo>
                  <a:lnTo>
                    <a:pt x="914160" y="907665"/>
                  </a:lnTo>
                  <a:lnTo>
                    <a:pt x="914400" y="9077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2281053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5066" y="907771"/>
                  </a:lnTo>
                  <a:lnTo>
                    <a:pt x="905413" y="907878"/>
                  </a:lnTo>
                  <a:lnTo>
                    <a:pt x="905760" y="907985"/>
                  </a:lnTo>
                  <a:lnTo>
                    <a:pt x="906106" y="908092"/>
                  </a:lnTo>
                  <a:lnTo>
                    <a:pt x="906453" y="908198"/>
                  </a:lnTo>
                  <a:lnTo>
                    <a:pt x="906800" y="908305"/>
                  </a:lnTo>
                  <a:lnTo>
                    <a:pt x="907146" y="908412"/>
                  </a:lnTo>
                  <a:lnTo>
                    <a:pt x="907493" y="908519"/>
                  </a:lnTo>
                  <a:lnTo>
                    <a:pt x="907840" y="908626"/>
                  </a:lnTo>
                  <a:lnTo>
                    <a:pt x="908186" y="908733"/>
                  </a:lnTo>
                  <a:lnTo>
                    <a:pt x="908533" y="908839"/>
                  </a:lnTo>
                  <a:lnTo>
                    <a:pt x="908880" y="908946"/>
                  </a:lnTo>
                  <a:lnTo>
                    <a:pt x="909226" y="909053"/>
                  </a:lnTo>
                  <a:lnTo>
                    <a:pt x="909573" y="909160"/>
                  </a:lnTo>
                  <a:lnTo>
                    <a:pt x="909919" y="909267"/>
                  </a:lnTo>
                  <a:lnTo>
                    <a:pt x="910266" y="909374"/>
                  </a:lnTo>
                  <a:lnTo>
                    <a:pt x="910613" y="909481"/>
                  </a:lnTo>
                  <a:lnTo>
                    <a:pt x="910959" y="909587"/>
                  </a:lnTo>
                  <a:lnTo>
                    <a:pt x="911306" y="909694"/>
                  </a:lnTo>
                  <a:lnTo>
                    <a:pt x="911652" y="909801"/>
                  </a:lnTo>
                  <a:lnTo>
                    <a:pt x="911999" y="909908"/>
                  </a:lnTo>
                  <a:lnTo>
                    <a:pt x="912345" y="910015"/>
                  </a:lnTo>
                  <a:lnTo>
                    <a:pt x="912692" y="910122"/>
                  </a:lnTo>
                  <a:lnTo>
                    <a:pt x="913039" y="910229"/>
                  </a:lnTo>
                  <a:lnTo>
                    <a:pt x="913385" y="910336"/>
                  </a:lnTo>
                  <a:lnTo>
                    <a:pt x="913732" y="910443"/>
                  </a:lnTo>
                  <a:lnTo>
                    <a:pt x="914078" y="910550"/>
                  </a:lnTo>
                  <a:lnTo>
                    <a:pt x="914400" y="91064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2290494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84" y="910657"/>
                  </a:lnTo>
                  <a:lnTo>
                    <a:pt x="905331" y="910764"/>
                  </a:lnTo>
                  <a:lnTo>
                    <a:pt x="905677" y="910871"/>
                  </a:lnTo>
                  <a:lnTo>
                    <a:pt x="906024" y="910978"/>
                  </a:lnTo>
                  <a:lnTo>
                    <a:pt x="906370" y="911085"/>
                  </a:lnTo>
                  <a:lnTo>
                    <a:pt x="906717" y="911192"/>
                  </a:lnTo>
                  <a:lnTo>
                    <a:pt x="907063" y="911299"/>
                  </a:lnTo>
                  <a:lnTo>
                    <a:pt x="907410" y="911406"/>
                  </a:lnTo>
                  <a:lnTo>
                    <a:pt x="907756" y="911513"/>
                  </a:lnTo>
                  <a:lnTo>
                    <a:pt x="908103" y="911620"/>
                  </a:lnTo>
                  <a:lnTo>
                    <a:pt x="908449" y="911727"/>
                  </a:lnTo>
                  <a:lnTo>
                    <a:pt x="908796" y="911834"/>
                  </a:lnTo>
                  <a:lnTo>
                    <a:pt x="909142" y="911942"/>
                  </a:lnTo>
                  <a:lnTo>
                    <a:pt x="909489" y="912049"/>
                  </a:lnTo>
                  <a:lnTo>
                    <a:pt x="909835" y="912156"/>
                  </a:lnTo>
                  <a:lnTo>
                    <a:pt x="910181" y="912263"/>
                  </a:lnTo>
                  <a:lnTo>
                    <a:pt x="910528" y="912370"/>
                  </a:lnTo>
                  <a:lnTo>
                    <a:pt x="910874" y="912477"/>
                  </a:lnTo>
                  <a:lnTo>
                    <a:pt x="911221" y="912584"/>
                  </a:lnTo>
                  <a:lnTo>
                    <a:pt x="911567" y="912692"/>
                  </a:lnTo>
                  <a:lnTo>
                    <a:pt x="911914" y="912799"/>
                  </a:lnTo>
                  <a:lnTo>
                    <a:pt x="912260" y="912906"/>
                  </a:lnTo>
                  <a:lnTo>
                    <a:pt x="912606" y="913013"/>
                  </a:lnTo>
                  <a:lnTo>
                    <a:pt x="912953" y="913120"/>
                  </a:lnTo>
                  <a:lnTo>
                    <a:pt x="913299" y="913228"/>
                  </a:lnTo>
                  <a:lnTo>
                    <a:pt x="913645" y="913335"/>
                  </a:lnTo>
                  <a:lnTo>
                    <a:pt x="913992" y="913442"/>
                  </a:lnTo>
                  <a:lnTo>
                    <a:pt x="914400" y="91356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2290494" y="1131174"/>
              <a:ext cx="917083" cy="914400"/>
            </a:xfrm>
            <a:custGeom>
              <a:avLst/>
              <a:pathLst>
                <a:path w="917083" h="914400">
                  <a:moveTo>
                    <a:pt x="914400" y="914400"/>
                  </a:moveTo>
                  <a:lnTo>
                    <a:pt x="914400" y="913568"/>
                  </a:lnTo>
                  <a:lnTo>
                    <a:pt x="914684" y="913656"/>
                  </a:lnTo>
                  <a:lnTo>
                    <a:pt x="915031" y="913764"/>
                  </a:lnTo>
                  <a:lnTo>
                    <a:pt x="915377" y="913871"/>
                  </a:lnTo>
                  <a:lnTo>
                    <a:pt x="915724" y="913978"/>
                  </a:lnTo>
                  <a:lnTo>
                    <a:pt x="916070" y="914086"/>
                  </a:lnTo>
                  <a:lnTo>
                    <a:pt x="916416" y="914193"/>
                  </a:lnTo>
                  <a:lnTo>
                    <a:pt x="916762" y="914300"/>
                  </a:lnTo>
                  <a:lnTo>
                    <a:pt x="917083" y="914400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3432763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335" y="914400"/>
                  </a:lnTo>
                  <a:lnTo>
                    <a:pt x="911347" y="906480"/>
                  </a:lnTo>
                  <a:lnTo>
                    <a:pt x="914400" y="89929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3442203" y="1113604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868"/>
                  </a:lnTo>
                  <a:lnTo>
                    <a:pt x="905642" y="915262"/>
                  </a:lnTo>
                  <a:lnTo>
                    <a:pt x="906050" y="91439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3442203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3451643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3461083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3470524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3479964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3489404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3498844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3508285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3517725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3527165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3536605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3546046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3555486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3564926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3574366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358380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359324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360268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361212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362156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363100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364044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364988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365932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366876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367820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368764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369708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370653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371597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372541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373485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374429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375373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376317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377261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378205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379149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380093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381037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3819813" y="1131174"/>
              <a:ext cx="920930" cy="914400"/>
            </a:xfrm>
            <a:custGeom>
              <a:avLst/>
              <a:pathLst>
                <a:path w="92093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930" y="896830"/>
                  </a:lnTo>
                  <a:lnTo>
                    <a:pt x="920374" y="903967"/>
                  </a:lnTo>
                  <a:lnTo>
                    <a:pt x="919258" y="914400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2007287" y="1096035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11511" y="931969"/>
                  </a:lnTo>
                  <a:lnTo>
                    <a:pt x="911716" y="930823"/>
                  </a:lnTo>
                  <a:lnTo>
                    <a:pt x="911844" y="930215"/>
                  </a:lnTo>
                  <a:lnTo>
                    <a:pt x="911909" y="928593"/>
                  </a:lnTo>
                  <a:lnTo>
                    <a:pt x="912658" y="917657"/>
                  </a:lnTo>
                  <a:lnTo>
                    <a:pt x="912974" y="91439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200728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201672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202616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203560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204504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205448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206392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207336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208280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209224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210168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211112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212056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213001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213945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214889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215833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216777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217721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218665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219609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220553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221497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222441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223385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2243293" y="1113604"/>
              <a:ext cx="917528" cy="914399"/>
            </a:xfrm>
            <a:custGeom>
              <a:avLst/>
              <a:pathLst>
                <a:path w="917528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4750" y="896830"/>
                  </a:lnTo>
                  <a:lnTo>
                    <a:pt x="915404" y="900276"/>
                  </a:lnTo>
                  <a:lnTo>
                    <a:pt x="917157" y="911440"/>
                  </a:lnTo>
                  <a:lnTo>
                    <a:pt x="917528" y="91439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3442203" y="1113604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6050" y="914399"/>
                  </a:lnTo>
                  <a:lnTo>
                    <a:pt x="909622" y="906855"/>
                  </a:lnTo>
                  <a:lnTo>
                    <a:pt x="913837" y="898854"/>
                  </a:lnTo>
                  <a:lnTo>
                    <a:pt x="914400" y="897894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3451643" y="1096035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5464"/>
                  </a:lnTo>
                  <a:lnTo>
                    <a:pt x="905583" y="91439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3451643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3461083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3470524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3479964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3489404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3498844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3508285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3517725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3527165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3536605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3546046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3555486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3564926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3574366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358380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359324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360268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361212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362156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363100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364044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364988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365932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366876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367820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368764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369708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370653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371597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372541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373485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374429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375373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376317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377261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378205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379149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380093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381037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3819813" y="1113604"/>
              <a:ext cx="921829" cy="914399"/>
            </a:xfrm>
            <a:custGeom>
              <a:avLst/>
              <a:pathLst>
                <a:path w="921829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1829" y="896830"/>
                  </a:lnTo>
                  <a:lnTo>
                    <a:pt x="921774" y="899480"/>
                  </a:lnTo>
                  <a:lnTo>
                    <a:pt x="921230" y="910543"/>
                  </a:lnTo>
                  <a:lnTo>
                    <a:pt x="920930" y="91439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2007287" y="1096035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974" y="914399"/>
                  </a:lnTo>
                  <a:lnTo>
                    <a:pt x="913712" y="906808"/>
                  </a:lnTo>
                  <a:lnTo>
                    <a:pt x="914400" y="901376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2016727" y="107846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8946"/>
                  </a:lnTo>
                  <a:lnTo>
                    <a:pt x="905535" y="914400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201672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202616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203560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204504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205448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206392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207336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208280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209224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210168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211112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212056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213001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213945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214889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215833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216777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217721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218665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219609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220553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221497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222441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2243293" y="1096035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12396" y="896830"/>
                  </a:lnTo>
                  <a:lnTo>
                    <a:pt x="912784" y="902020"/>
                  </a:lnTo>
                  <a:lnTo>
                    <a:pt x="912976" y="905200"/>
                  </a:lnTo>
                  <a:lnTo>
                    <a:pt x="913056" y="905586"/>
                  </a:lnTo>
                  <a:lnTo>
                    <a:pt x="913145" y="906017"/>
                  </a:lnTo>
                  <a:lnTo>
                    <a:pt x="913234" y="906448"/>
                  </a:lnTo>
                  <a:lnTo>
                    <a:pt x="913323" y="906878"/>
                  </a:lnTo>
                  <a:lnTo>
                    <a:pt x="914400" y="912552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2243293" y="1096035"/>
              <a:ext cx="914750" cy="914399"/>
            </a:xfrm>
            <a:custGeom>
              <a:avLst/>
              <a:pathLst>
                <a:path w="914750" h="914399">
                  <a:moveTo>
                    <a:pt x="914400" y="914399"/>
                  </a:moveTo>
                  <a:lnTo>
                    <a:pt x="914400" y="912552"/>
                  </a:lnTo>
                  <a:lnTo>
                    <a:pt x="914750" y="91439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3451643" y="1096035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583" y="914399"/>
                  </a:lnTo>
                  <a:lnTo>
                    <a:pt x="908834" y="908851"/>
                  </a:lnTo>
                  <a:lnTo>
                    <a:pt x="913481" y="901727"/>
                  </a:lnTo>
                  <a:lnTo>
                    <a:pt x="914400" y="900466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3461083" y="107846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8035"/>
                  </a:lnTo>
                  <a:lnTo>
                    <a:pt x="907606" y="914400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3461083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3470524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3479964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3489404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3498844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3508285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3517725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3527165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3536605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3546046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3555486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3564926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3574366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358380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359324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360268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361212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362156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363100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364044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364988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365932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366876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367820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368764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369708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370653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371597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372541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373485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374429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375373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376317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377261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378205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379149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380093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381037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3819813" y="1096035"/>
              <a:ext cx="922004" cy="914399"/>
            </a:xfrm>
            <a:custGeom>
              <a:avLst/>
              <a:pathLst>
                <a:path w="922004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1935" y="896830"/>
                  </a:lnTo>
                  <a:lnTo>
                    <a:pt x="922004" y="905949"/>
                  </a:lnTo>
                  <a:lnTo>
                    <a:pt x="921829" y="91439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2016727" y="106089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535" y="931969"/>
                  </a:lnTo>
                  <a:lnTo>
                    <a:pt x="905630" y="931217"/>
                  </a:lnTo>
                  <a:lnTo>
                    <a:pt x="907287" y="920633"/>
                  </a:lnTo>
                  <a:lnTo>
                    <a:pt x="908456" y="914400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201672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202616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203560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204504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205448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206392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207336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208280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209224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210168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211112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212056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213001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213945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214889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215833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216777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217721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218665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219609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220553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221497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222441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2233852" y="1078465"/>
              <a:ext cx="921836" cy="914400"/>
            </a:xfrm>
            <a:custGeom>
              <a:avLst/>
              <a:pathLst>
                <a:path w="92183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151" y="896830"/>
                  </a:lnTo>
                  <a:lnTo>
                    <a:pt x="920288" y="897862"/>
                  </a:lnTo>
                  <a:lnTo>
                    <a:pt x="921409" y="908679"/>
                  </a:lnTo>
                  <a:lnTo>
                    <a:pt x="921836" y="914400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3461083" y="107846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606" y="914400"/>
                  </a:lnTo>
                  <a:lnTo>
                    <a:pt x="908885" y="912643"/>
                  </a:lnTo>
                  <a:lnTo>
                    <a:pt x="913911" y="906477"/>
                  </a:lnTo>
                  <a:lnTo>
                    <a:pt x="914400" y="905946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3470524" y="106089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3516"/>
                  </a:lnTo>
                  <a:lnTo>
                    <a:pt x="909667" y="918387"/>
                  </a:lnTo>
                  <a:lnTo>
                    <a:pt x="913819" y="914400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3470524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3479964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3489404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3498844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3508285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3517725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3527165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3536605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3546046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3555486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3564926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3574366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358380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359324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360268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361212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362156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363100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364044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364988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365932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366876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367820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368764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369708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370653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371597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372541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373485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374429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375373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376317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377261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378205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379149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380093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381037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3819813" y="1078465"/>
              <a:ext cx="921935" cy="914400"/>
            </a:xfrm>
            <a:custGeom>
              <a:avLst/>
              <a:pathLst>
                <a:path w="92193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231" y="896830"/>
                  </a:lnTo>
                  <a:lnTo>
                    <a:pt x="921521" y="901327"/>
                  </a:lnTo>
                  <a:lnTo>
                    <a:pt x="921920" y="912411"/>
                  </a:lnTo>
                  <a:lnTo>
                    <a:pt x="921935" y="914400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2016727" y="1043325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8456" y="931969"/>
                  </a:lnTo>
                  <a:lnTo>
                    <a:pt x="909239" y="927794"/>
                  </a:lnTo>
                  <a:lnTo>
                    <a:pt x="911481" y="917590"/>
                  </a:lnTo>
                  <a:lnTo>
                    <a:pt x="912289" y="91439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201672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202616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203560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204504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205448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206392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207336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208280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209224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210168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211112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212056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213001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213945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214889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215833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216777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217721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218665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219609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220553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221497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222441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2233852" y="1060895"/>
              <a:ext cx="920151" cy="914400"/>
            </a:xfrm>
            <a:custGeom>
              <a:avLst/>
              <a:pathLst>
                <a:path w="92015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7575" y="896830"/>
                  </a:lnTo>
                  <a:lnTo>
                    <a:pt x="918866" y="904738"/>
                  </a:lnTo>
                  <a:lnTo>
                    <a:pt x="920151" y="914400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3442203" y="1043325"/>
              <a:ext cx="914400" cy="914649"/>
            </a:xfrm>
            <a:custGeom>
              <a:avLst/>
              <a:pathLst>
                <a:path w="914400" h="914649">
                  <a:moveTo>
                    <a:pt x="914400" y="914399"/>
                  </a:moveTo>
                  <a:lnTo>
                    <a:pt x="914400" y="914649"/>
                  </a:lnTo>
                  <a:lnTo>
                    <a:pt x="913660" y="91439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3442203" y="1043325"/>
              <a:ext cx="923840" cy="917249"/>
            </a:xfrm>
            <a:custGeom>
              <a:avLst/>
              <a:pathLst>
                <a:path w="923840" h="917249">
                  <a:moveTo>
                    <a:pt x="914400" y="914399"/>
                  </a:moveTo>
                  <a:lnTo>
                    <a:pt x="923840" y="914399"/>
                  </a:lnTo>
                  <a:lnTo>
                    <a:pt x="923765" y="917249"/>
                  </a:lnTo>
                  <a:lnTo>
                    <a:pt x="917999" y="915865"/>
                  </a:lnTo>
                  <a:lnTo>
                    <a:pt x="914400" y="91464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3451643" y="1043325"/>
              <a:ext cx="923840" cy="918257"/>
            </a:xfrm>
            <a:custGeom>
              <a:avLst/>
              <a:pathLst>
                <a:path w="923840" h="918257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8257"/>
                  </a:lnTo>
                  <a:lnTo>
                    <a:pt x="920121" y="918080"/>
                  </a:lnTo>
                  <a:lnTo>
                    <a:pt x="914400" y="91725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3470524" y="106089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19" y="914400"/>
                  </a:lnTo>
                  <a:lnTo>
                    <a:pt x="914400" y="913842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3461083" y="1043325"/>
              <a:ext cx="923840" cy="918356"/>
            </a:xfrm>
            <a:custGeom>
              <a:avLst/>
              <a:pathLst>
                <a:path w="923840" h="918356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7931"/>
                  </a:lnTo>
                  <a:lnTo>
                    <a:pt x="922305" y="918078"/>
                  </a:lnTo>
                  <a:lnTo>
                    <a:pt x="916493" y="918356"/>
                  </a:lnTo>
                  <a:lnTo>
                    <a:pt x="914400" y="918257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3479964" y="106089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3842"/>
                  </a:lnTo>
                  <a:lnTo>
                    <a:pt x="905577" y="913249"/>
                  </a:lnTo>
                  <a:lnTo>
                    <a:pt x="911066" y="908647"/>
                  </a:lnTo>
                  <a:lnTo>
                    <a:pt x="914400" y="906240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3470524" y="1043325"/>
              <a:ext cx="923840" cy="917931"/>
            </a:xfrm>
            <a:custGeom>
              <a:avLst/>
              <a:pathLst>
                <a:path w="923840" h="917931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7030"/>
                  </a:lnTo>
                  <a:lnTo>
                    <a:pt x="922390" y="917168"/>
                  </a:lnTo>
                  <a:lnTo>
                    <a:pt x="920485" y="917349"/>
                  </a:lnTo>
                  <a:lnTo>
                    <a:pt x="918581" y="917531"/>
                  </a:lnTo>
                  <a:lnTo>
                    <a:pt x="916677" y="917713"/>
                  </a:lnTo>
                  <a:lnTo>
                    <a:pt x="914773" y="917895"/>
                  </a:lnTo>
                  <a:lnTo>
                    <a:pt x="914400" y="917931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3479964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lnTo>
                    <a:pt x="914400" y="923810"/>
                  </a:lnTo>
                  <a:lnTo>
                    <a:pt x="916679" y="922164"/>
                  </a:lnTo>
                  <a:lnTo>
                    <a:pt x="916972" y="921969"/>
                  </a:lnTo>
                  <a:lnTo>
                    <a:pt x="917268" y="921772"/>
                  </a:lnTo>
                  <a:lnTo>
                    <a:pt x="917563" y="921575"/>
                  </a:lnTo>
                  <a:lnTo>
                    <a:pt x="917859" y="921378"/>
                  </a:lnTo>
                  <a:lnTo>
                    <a:pt x="918155" y="921181"/>
                  </a:lnTo>
                  <a:lnTo>
                    <a:pt x="918450" y="920985"/>
                  </a:lnTo>
                  <a:lnTo>
                    <a:pt x="918746" y="920788"/>
                  </a:lnTo>
                  <a:lnTo>
                    <a:pt x="919042" y="920591"/>
                  </a:lnTo>
                  <a:lnTo>
                    <a:pt x="919337" y="920394"/>
                  </a:lnTo>
                  <a:lnTo>
                    <a:pt x="919633" y="920198"/>
                  </a:lnTo>
                  <a:lnTo>
                    <a:pt x="919929" y="920001"/>
                  </a:lnTo>
                  <a:lnTo>
                    <a:pt x="920225" y="919804"/>
                  </a:lnTo>
                  <a:lnTo>
                    <a:pt x="920520" y="919607"/>
                  </a:lnTo>
                  <a:lnTo>
                    <a:pt x="920816" y="919411"/>
                  </a:lnTo>
                  <a:lnTo>
                    <a:pt x="921112" y="919214"/>
                  </a:lnTo>
                  <a:lnTo>
                    <a:pt x="921408" y="919017"/>
                  </a:lnTo>
                  <a:lnTo>
                    <a:pt x="921703" y="918821"/>
                  </a:lnTo>
                  <a:lnTo>
                    <a:pt x="921999" y="918624"/>
                  </a:lnTo>
                  <a:lnTo>
                    <a:pt x="922221" y="918476"/>
                  </a:lnTo>
                  <a:lnTo>
                    <a:pt x="921052" y="916983"/>
                  </a:lnTo>
                  <a:lnTo>
                    <a:pt x="920560" y="916355"/>
                  </a:lnTo>
                  <a:lnTo>
                    <a:pt x="918667" y="916625"/>
                  </a:lnTo>
                  <a:lnTo>
                    <a:pt x="916758" y="916806"/>
                  </a:lnTo>
                  <a:lnTo>
                    <a:pt x="914854" y="916987"/>
                  </a:lnTo>
                  <a:lnTo>
                    <a:pt x="914400" y="917030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3489404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3498844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3508285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3517725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3527165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3536605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3546046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3555486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3564926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3574366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358380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359324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360268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361212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362156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363100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364044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364988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365932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366876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367820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368764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369708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370653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371597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372541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373485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374429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375373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376317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377261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378205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379149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380093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381037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3819813" y="1060895"/>
              <a:ext cx="921231" cy="914400"/>
            </a:xfrm>
            <a:custGeom>
              <a:avLst/>
              <a:pathLst>
                <a:path w="92123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9786" y="896922"/>
                  </a:lnTo>
                  <a:lnTo>
                    <a:pt x="920809" y="907867"/>
                  </a:lnTo>
                  <a:lnTo>
                    <a:pt x="921231" y="914400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2016727" y="1043325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289" y="914399"/>
                  </a:lnTo>
                  <a:lnTo>
                    <a:pt x="914007" y="907617"/>
                  </a:lnTo>
                  <a:lnTo>
                    <a:pt x="914400" y="906257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2026167" y="1025756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3826"/>
                  </a:lnTo>
                  <a:lnTo>
                    <a:pt x="907369" y="915474"/>
                  </a:lnTo>
                  <a:lnTo>
                    <a:pt x="907719" y="91439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202616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203560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204504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205448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206392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207336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208280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209224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210168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211112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212056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213001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213945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214889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215833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216777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217721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218665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219609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220553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221497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2233852" y="1043325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14092" y="896830"/>
                  </a:lnTo>
                  <a:lnTo>
                    <a:pt x="914400" y="898183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2233852" y="1043325"/>
              <a:ext cx="917575" cy="914399"/>
            </a:xfrm>
            <a:custGeom>
              <a:avLst/>
              <a:pathLst>
                <a:path w="917575" h="914399">
                  <a:moveTo>
                    <a:pt x="914400" y="914399"/>
                  </a:moveTo>
                  <a:lnTo>
                    <a:pt x="914400" y="898183"/>
                  </a:lnTo>
                  <a:lnTo>
                    <a:pt x="915131" y="901409"/>
                  </a:lnTo>
                  <a:lnTo>
                    <a:pt x="917145" y="911768"/>
                  </a:lnTo>
                  <a:lnTo>
                    <a:pt x="917575" y="91439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3413882" y="1025756"/>
              <a:ext cx="914400" cy="914875"/>
            </a:xfrm>
            <a:custGeom>
              <a:avLst/>
              <a:pathLst>
                <a:path w="914400" h="914875">
                  <a:moveTo>
                    <a:pt x="914400" y="914399"/>
                  </a:moveTo>
                  <a:lnTo>
                    <a:pt x="914400" y="914875"/>
                  </a:lnTo>
                  <a:lnTo>
                    <a:pt x="913852" y="91439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3413882" y="1025756"/>
              <a:ext cx="923840" cy="922454"/>
            </a:xfrm>
            <a:custGeom>
              <a:avLst/>
              <a:pathLst>
                <a:path w="923840" h="922454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2454"/>
                  </a:lnTo>
                  <a:lnTo>
                    <a:pt x="918474" y="918409"/>
                  </a:lnTo>
                  <a:lnTo>
                    <a:pt x="914400" y="914875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3423322" y="1025756"/>
              <a:ext cx="923840" cy="928131"/>
            </a:xfrm>
            <a:custGeom>
              <a:avLst/>
              <a:pathLst>
                <a:path w="923840" h="928131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8131"/>
                  </a:lnTo>
                  <a:lnTo>
                    <a:pt x="919916" y="926014"/>
                  </a:lnTo>
                  <a:lnTo>
                    <a:pt x="914400" y="922454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3432763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23100" y="931969"/>
                  </a:lnTo>
                  <a:lnTo>
                    <a:pt x="921719" y="931503"/>
                  </a:lnTo>
                  <a:lnTo>
                    <a:pt x="916059" y="929027"/>
                  </a:lnTo>
                  <a:lnTo>
                    <a:pt x="914400" y="928131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3442203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3451643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3461083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3470524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3479964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3489404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3498844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3508285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3517725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3527165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3536605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3546046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3555486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3564926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3574366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358380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359324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360268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361212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362156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363100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364044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364988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365932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366876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367820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368764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369708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370653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371597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372541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373485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374429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375373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376317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377261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378205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379149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380093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381037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3819813" y="1043325"/>
              <a:ext cx="919775" cy="914399"/>
            </a:xfrm>
            <a:custGeom>
              <a:avLst/>
              <a:pathLst>
                <a:path w="919775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7409" y="896830"/>
                  </a:lnTo>
                  <a:lnTo>
                    <a:pt x="918455" y="903663"/>
                  </a:lnTo>
                  <a:lnTo>
                    <a:pt x="919775" y="91439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2026167" y="1008186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7719" y="931969"/>
                  </a:lnTo>
                  <a:lnTo>
                    <a:pt x="910440" y="923617"/>
                  </a:lnTo>
                  <a:lnTo>
                    <a:pt x="913813" y="91439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202616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203560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204504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205448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206392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207336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208280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209224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210168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211112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212056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213001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213945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214889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215833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216777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217721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218665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219609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220553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221497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2224412" y="1025756"/>
              <a:ext cx="923533" cy="914399"/>
            </a:xfrm>
            <a:custGeom>
              <a:avLst/>
              <a:pathLst>
                <a:path w="923533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9067" y="896830"/>
                  </a:lnTo>
                  <a:lnTo>
                    <a:pt x="919686" y="898919"/>
                  </a:lnTo>
                  <a:lnTo>
                    <a:pt x="922269" y="908830"/>
                  </a:lnTo>
                  <a:lnTo>
                    <a:pt x="923533" y="91439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3395002" y="1008186"/>
              <a:ext cx="914400" cy="915284"/>
            </a:xfrm>
            <a:custGeom>
              <a:avLst/>
              <a:pathLst>
                <a:path w="914400" h="915284">
                  <a:moveTo>
                    <a:pt x="914400" y="914399"/>
                  </a:moveTo>
                  <a:lnTo>
                    <a:pt x="914400" y="915284"/>
                  </a:lnTo>
                  <a:lnTo>
                    <a:pt x="910401" y="91439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3395002" y="1008186"/>
              <a:ext cx="923840" cy="922880"/>
            </a:xfrm>
            <a:custGeom>
              <a:avLst/>
              <a:pathLst>
                <a:path w="923840" h="922880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2880"/>
                  </a:lnTo>
                  <a:lnTo>
                    <a:pt x="921958" y="920787"/>
                  </a:lnTo>
                  <a:lnTo>
                    <a:pt x="917963" y="915806"/>
                  </a:lnTo>
                  <a:lnTo>
                    <a:pt x="915211" y="915463"/>
                  </a:lnTo>
                  <a:lnTo>
                    <a:pt x="914400" y="915284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340444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23292" y="931969"/>
                  </a:lnTo>
                  <a:lnTo>
                    <a:pt x="922645" y="931408"/>
                  </a:lnTo>
                  <a:lnTo>
                    <a:pt x="917508" y="926339"/>
                  </a:lnTo>
                  <a:lnTo>
                    <a:pt x="914400" y="922880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341388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342332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3432763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3442203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3451643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3461083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3470524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3479964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3489404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3498844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3508285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3517725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3527165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3536605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3546046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3555486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3564926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3574366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358380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359324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360268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361212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362156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363100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364044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364988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365932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366876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367820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368764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369708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370653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371597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372541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373485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374429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375373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376317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377261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378205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379149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380093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3819813" y="10257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14188" y="896830"/>
                  </a:lnTo>
                  <a:lnTo>
                    <a:pt x="914400" y="897807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3819813" y="1025756"/>
              <a:ext cx="917409" cy="914399"/>
            </a:xfrm>
            <a:custGeom>
              <a:avLst/>
              <a:pathLst>
                <a:path w="917409" h="914399">
                  <a:moveTo>
                    <a:pt x="914400" y="914399"/>
                  </a:moveTo>
                  <a:lnTo>
                    <a:pt x="914400" y="897807"/>
                  </a:lnTo>
                  <a:lnTo>
                    <a:pt x="914883" y="900040"/>
                  </a:lnTo>
                  <a:lnTo>
                    <a:pt x="916819" y="910549"/>
                  </a:lnTo>
                  <a:lnTo>
                    <a:pt x="917409" y="91439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2026167" y="100818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3813" y="914399"/>
                  </a:lnTo>
                  <a:lnTo>
                    <a:pt x="914400" y="912963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2035607" y="990616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30533"/>
                  </a:lnTo>
                  <a:lnTo>
                    <a:pt x="907915" y="923292"/>
                  </a:lnTo>
                  <a:lnTo>
                    <a:pt x="911739" y="914874"/>
                  </a:lnTo>
                  <a:lnTo>
                    <a:pt x="911967" y="914400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203560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204504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205448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206392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207336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208280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209224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210168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211112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212056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213001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213945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214889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215833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216777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217721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218665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219609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220553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2224412" y="100818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13456" y="896830"/>
                  </a:lnTo>
                  <a:lnTo>
                    <a:pt x="913702" y="897487"/>
                  </a:lnTo>
                  <a:lnTo>
                    <a:pt x="914400" y="899574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2224412" y="1008186"/>
              <a:ext cx="919067" cy="914399"/>
            </a:xfrm>
            <a:custGeom>
              <a:avLst/>
              <a:pathLst>
                <a:path w="919067" h="914399">
                  <a:moveTo>
                    <a:pt x="914400" y="914399"/>
                  </a:moveTo>
                  <a:lnTo>
                    <a:pt x="914400" y="899574"/>
                  </a:lnTo>
                  <a:lnTo>
                    <a:pt x="916827" y="906842"/>
                  </a:lnTo>
                  <a:lnTo>
                    <a:pt x="919067" y="91439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3366681" y="990616"/>
              <a:ext cx="914400" cy="920596"/>
            </a:xfrm>
            <a:custGeom>
              <a:avLst/>
              <a:pathLst>
                <a:path w="914400" h="920596">
                  <a:moveTo>
                    <a:pt x="914400" y="914400"/>
                  </a:moveTo>
                  <a:lnTo>
                    <a:pt x="914400" y="920596"/>
                  </a:lnTo>
                  <a:lnTo>
                    <a:pt x="909739" y="917175"/>
                  </a:lnTo>
                  <a:lnTo>
                    <a:pt x="906463" y="914400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3366681" y="990616"/>
              <a:ext cx="923840" cy="926253"/>
            </a:xfrm>
            <a:custGeom>
              <a:avLst/>
              <a:pathLst>
                <a:path w="923840" h="926253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6253"/>
                  </a:lnTo>
                  <a:lnTo>
                    <a:pt x="920690" y="924614"/>
                  </a:lnTo>
                  <a:lnTo>
                    <a:pt x="915163" y="921157"/>
                  </a:lnTo>
                  <a:lnTo>
                    <a:pt x="914400" y="920596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3376121" y="990616"/>
              <a:ext cx="923840" cy="930329"/>
            </a:xfrm>
            <a:custGeom>
              <a:avLst/>
              <a:pathLst>
                <a:path w="923840" h="93032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329"/>
                  </a:lnTo>
                  <a:lnTo>
                    <a:pt x="922554" y="929919"/>
                  </a:lnTo>
                  <a:lnTo>
                    <a:pt x="916865" y="927537"/>
                  </a:lnTo>
                  <a:lnTo>
                    <a:pt x="914400" y="926253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338556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842" y="931969"/>
                  </a:lnTo>
                  <a:lnTo>
                    <a:pt x="918861" y="931752"/>
                  </a:lnTo>
                  <a:lnTo>
                    <a:pt x="914400" y="93032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339500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340444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341388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342332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3432763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3442203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3451643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3461083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3470524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3479964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3489404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3498844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3508285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3517725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3527165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3536605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3546046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3555486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3564926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3574366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358380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359324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360268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361212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362156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363100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364044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364988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365932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366876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367820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368764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369708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370653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371597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372541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373485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374429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375373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376317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377261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378205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379149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380093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3810372" y="1008186"/>
              <a:ext cx="923628" cy="914399"/>
            </a:xfrm>
            <a:custGeom>
              <a:avLst/>
              <a:pathLst>
                <a:path w="923628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9488" y="896916"/>
                  </a:lnTo>
                  <a:lnTo>
                    <a:pt x="919573" y="897235"/>
                  </a:lnTo>
                  <a:lnTo>
                    <a:pt x="922092" y="907306"/>
                  </a:lnTo>
                  <a:lnTo>
                    <a:pt x="923628" y="91439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2035607" y="99061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967" y="914400"/>
                  </a:lnTo>
                  <a:lnTo>
                    <a:pt x="912104" y="914113"/>
                  </a:lnTo>
                  <a:lnTo>
                    <a:pt x="912287" y="913730"/>
                  </a:lnTo>
                  <a:lnTo>
                    <a:pt x="912471" y="913347"/>
                  </a:lnTo>
                  <a:lnTo>
                    <a:pt x="912654" y="912964"/>
                  </a:lnTo>
                  <a:lnTo>
                    <a:pt x="912838" y="912581"/>
                  </a:lnTo>
                  <a:lnTo>
                    <a:pt x="913021" y="912198"/>
                  </a:lnTo>
                  <a:lnTo>
                    <a:pt x="913205" y="911815"/>
                  </a:lnTo>
                  <a:lnTo>
                    <a:pt x="913388" y="911432"/>
                  </a:lnTo>
                  <a:lnTo>
                    <a:pt x="913572" y="911049"/>
                  </a:lnTo>
                  <a:lnTo>
                    <a:pt x="913756" y="910666"/>
                  </a:lnTo>
                  <a:lnTo>
                    <a:pt x="913939" y="910283"/>
                  </a:lnTo>
                  <a:lnTo>
                    <a:pt x="914123" y="909900"/>
                  </a:lnTo>
                  <a:lnTo>
                    <a:pt x="914307" y="909517"/>
                  </a:lnTo>
                  <a:lnTo>
                    <a:pt x="914400" y="909323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2045047" y="973046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6893"/>
                  </a:lnTo>
                  <a:lnTo>
                    <a:pt x="905050" y="926703"/>
                  </a:lnTo>
                  <a:lnTo>
                    <a:pt x="905234" y="926320"/>
                  </a:lnTo>
                  <a:lnTo>
                    <a:pt x="905417" y="925937"/>
                  </a:lnTo>
                  <a:lnTo>
                    <a:pt x="905601" y="925554"/>
                  </a:lnTo>
                  <a:lnTo>
                    <a:pt x="905785" y="925171"/>
                  </a:lnTo>
                  <a:lnTo>
                    <a:pt x="905968" y="924788"/>
                  </a:lnTo>
                  <a:lnTo>
                    <a:pt x="906152" y="924405"/>
                  </a:lnTo>
                  <a:lnTo>
                    <a:pt x="906336" y="924022"/>
                  </a:lnTo>
                  <a:lnTo>
                    <a:pt x="906520" y="923639"/>
                  </a:lnTo>
                  <a:lnTo>
                    <a:pt x="906703" y="923256"/>
                  </a:lnTo>
                  <a:lnTo>
                    <a:pt x="906887" y="922873"/>
                  </a:lnTo>
                  <a:lnTo>
                    <a:pt x="907071" y="922490"/>
                  </a:lnTo>
                  <a:lnTo>
                    <a:pt x="907255" y="922107"/>
                  </a:lnTo>
                  <a:lnTo>
                    <a:pt x="907439" y="921724"/>
                  </a:lnTo>
                  <a:lnTo>
                    <a:pt x="907622" y="921341"/>
                  </a:lnTo>
                  <a:lnTo>
                    <a:pt x="907806" y="920958"/>
                  </a:lnTo>
                  <a:lnTo>
                    <a:pt x="907990" y="920575"/>
                  </a:lnTo>
                  <a:lnTo>
                    <a:pt x="908174" y="920192"/>
                  </a:lnTo>
                  <a:lnTo>
                    <a:pt x="908358" y="919809"/>
                  </a:lnTo>
                  <a:lnTo>
                    <a:pt x="908542" y="919426"/>
                  </a:lnTo>
                  <a:lnTo>
                    <a:pt x="908726" y="919043"/>
                  </a:lnTo>
                  <a:lnTo>
                    <a:pt x="908910" y="918660"/>
                  </a:lnTo>
                  <a:lnTo>
                    <a:pt x="909093" y="918277"/>
                  </a:lnTo>
                  <a:lnTo>
                    <a:pt x="909277" y="917894"/>
                  </a:lnTo>
                  <a:lnTo>
                    <a:pt x="909461" y="917511"/>
                  </a:lnTo>
                  <a:lnTo>
                    <a:pt x="909645" y="917128"/>
                  </a:lnTo>
                  <a:lnTo>
                    <a:pt x="909829" y="916745"/>
                  </a:lnTo>
                  <a:lnTo>
                    <a:pt x="910013" y="916362"/>
                  </a:lnTo>
                  <a:lnTo>
                    <a:pt x="910197" y="915979"/>
                  </a:lnTo>
                  <a:lnTo>
                    <a:pt x="910381" y="915596"/>
                  </a:lnTo>
                  <a:lnTo>
                    <a:pt x="910565" y="915213"/>
                  </a:lnTo>
                  <a:lnTo>
                    <a:pt x="910749" y="914830"/>
                  </a:lnTo>
                  <a:lnTo>
                    <a:pt x="910956" y="914400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2045047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205448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206392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207336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208280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209224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210168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211112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212056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213001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213945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214889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215833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216777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217721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218665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219609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220553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2214972" y="990616"/>
              <a:ext cx="922897" cy="914400"/>
            </a:xfrm>
            <a:custGeom>
              <a:avLst/>
              <a:pathLst>
                <a:path w="922897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5899" y="896830"/>
                  </a:lnTo>
                  <a:lnTo>
                    <a:pt x="916127" y="897320"/>
                  </a:lnTo>
                  <a:lnTo>
                    <a:pt x="919759" y="906017"/>
                  </a:lnTo>
                  <a:lnTo>
                    <a:pt x="922897" y="914400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3347801" y="973046"/>
              <a:ext cx="914400" cy="921332"/>
            </a:xfrm>
            <a:custGeom>
              <a:avLst/>
              <a:pathLst>
                <a:path w="914400" h="921332">
                  <a:moveTo>
                    <a:pt x="914400" y="914400"/>
                  </a:moveTo>
                  <a:lnTo>
                    <a:pt x="914322" y="921332"/>
                  </a:lnTo>
                  <a:lnTo>
                    <a:pt x="913052" y="920028"/>
                  </a:lnTo>
                  <a:lnTo>
                    <a:pt x="911781" y="918725"/>
                  </a:lnTo>
                  <a:lnTo>
                    <a:pt x="910511" y="917422"/>
                  </a:lnTo>
                  <a:lnTo>
                    <a:pt x="909240" y="916119"/>
                  </a:lnTo>
                  <a:lnTo>
                    <a:pt x="907969" y="914816"/>
                  </a:lnTo>
                  <a:lnTo>
                    <a:pt x="907563" y="914400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3347801" y="973046"/>
              <a:ext cx="923840" cy="930695"/>
            </a:xfrm>
            <a:custGeom>
              <a:avLst/>
              <a:pathLst>
                <a:path w="923840" h="930695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695"/>
                  </a:lnTo>
                  <a:lnTo>
                    <a:pt x="923312" y="930248"/>
                  </a:lnTo>
                  <a:lnTo>
                    <a:pt x="918136" y="925250"/>
                  </a:lnTo>
                  <a:lnTo>
                    <a:pt x="916861" y="923939"/>
                  </a:lnTo>
                  <a:lnTo>
                    <a:pt x="915591" y="922635"/>
                  </a:lnTo>
                  <a:lnTo>
                    <a:pt x="914400" y="921412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335724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903" y="931969"/>
                  </a:lnTo>
                  <a:lnTo>
                    <a:pt x="914400" y="930695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336668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337612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338556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339500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340444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341388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342332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3432763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3442203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3451643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3461083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3470524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3479964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3489404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3498844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3508285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3517725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3527165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3536605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3546046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3555486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3564926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3574366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3583807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3593247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3602687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3612127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362156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363100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364044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364988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365932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366876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9">
                <a:alpha val="100000"/>
              </a:srgbClr>
            </a:solidFill>
            <a:ln w="5420" cap="flat">
              <a:solidFill>
                <a:srgbClr val="F27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367820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368764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369708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370653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371597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372541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373485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374429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375373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376317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377261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378205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379149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380093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3810372" y="990616"/>
              <a:ext cx="919465" cy="914400"/>
            </a:xfrm>
            <a:custGeom>
              <a:avLst/>
              <a:pathLst>
                <a:path w="91946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4756" y="896830"/>
                  </a:lnTo>
                  <a:lnTo>
                    <a:pt x="914793" y="896967"/>
                  </a:lnTo>
                  <a:lnTo>
                    <a:pt x="914878" y="897285"/>
                  </a:lnTo>
                  <a:lnTo>
                    <a:pt x="914964" y="897604"/>
                  </a:lnTo>
                  <a:lnTo>
                    <a:pt x="915049" y="897922"/>
                  </a:lnTo>
                  <a:lnTo>
                    <a:pt x="915135" y="898241"/>
                  </a:lnTo>
                  <a:lnTo>
                    <a:pt x="915220" y="898559"/>
                  </a:lnTo>
                  <a:lnTo>
                    <a:pt x="915305" y="898878"/>
                  </a:lnTo>
                  <a:lnTo>
                    <a:pt x="915391" y="899196"/>
                  </a:lnTo>
                  <a:lnTo>
                    <a:pt x="915476" y="899515"/>
                  </a:lnTo>
                  <a:lnTo>
                    <a:pt x="915562" y="899833"/>
                  </a:lnTo>
                  <a:lnTo>
                    <a:pt x="915647" y="900152"/>
                  </a:lnTo>
                  <a:lnTo>
                    <a:pt x="915733" y="900470"/>
                  </a:lnTo>
                  <a:lnTo>
                    <a:pt x="915818" y="900789"/>
                  </a:lnTo>
                  <a:lnTo>
                    <a:pt x="915904" y="901107"/>
                  </a:lnTo>
                  <a:lnTo>
                    <a:pt x="915989" y="901426"/>
                  </a:lnTo>
                  <a:lnTo>
                    <a:pt x="916075" y="901745"/>
                  </a:lnTo>
                  <a:lnTo>
                    <a:pt x="916160" y="902063"/>
                  </a:lnTo>
                  <a:lnTo>
                    <a:pt x="916245" y="902382"/>
                  </a:lnTo>
                  <a:lnTo>
                    <a:pt x="916331" y="902700"/>
                  </a:lnTo>
                  <a:lnTo>
                    <a:pt x="916416" y="903019"/>
                  </a:lnTo>
                  <a:lnTo>
                    <a:pt x="916502" y="903337"/>
                  </a:lnTo>
                  <a:lnTo>
                    <a:pt x="916587" y="903656"/>
                  </a:lnTo>
                  <a:lnTo>
                    <a:pt x="916672" y="903974"/>
                  </a:lnTo>
                  <a:lnTo>
                    <a:pt x="916758" y="904293"/>
                  </a:lnTo>
                  <a:lnTo>
                    <a:pt x="916843" y="904611"/>
                  </a:lnTo>
                  <a:lnTo>
                    <a:pt x="916929" y="904930"/>
                  </a:lnTo>
                  <a:lnTo>
                    <a:pt x="917014" y="905248"/>
                  </a:lnTo>
                  <a:lnTo>
                    <a:pt x="917099" y="905567"/>
                  </a:lnTo>
                  <a:lnTo>
                    <a:pt x="917185" y="905885"/>
                  </a:lnTo>
                  <a:lnTo>
                    <a:pt x="917270" y="906204"/>
                  </a:lnTo>
                  <a:lnTo>
                    <a:pt x="917355" y="906523"/>
                  </a:lnTo>
                  <a:lnTo>
                    <a:pt x="917441" y="906841"/>
                  </a:lnTo>
                  <a:lnTo>
                    <a:pt x="917526" y="907160"/>
                  </a:lnTo>
                  <a:lnTo>
                    <a:pt x="917611" y="907478"/>
                  </a:lnTo>
                  <a:lnTo>
                    <a:pt x="917697" y="907797"/>
                  </a:lnTo>
                  <a:lnTo>
                    <a:pt x="917782" y="908115"/>
                  </a:lnTo>
                  <a:lnTo>
                    <a:pt x="917867" y="908434"/>
                  </a:lnTo>
                  <a:lnTo>
                    <a:pt x="917953" y="908752"/>
                  </a:lnTo>
                  <a:lnTo>
                    <a:pt x="918038" y="909071"/>
                  </a:lnTo>
                  <a:lnTo>
                    <a:pt x="918123" y="909389"/>
                  </a:lnTo>
                  <a:lnTo>
                    <a:pt x="918209" y="909708"/>
                  </a:lnTo>
                  <a:lnTo>
                    <a:pt x="918294" y="910026"/>
                  </a:lnTo>
                  <a:lnTo>
                    <a:pt x="918379" y="910345"/>
                  </a:lnTo>
                  <a:lnTo>
                    <a:pt x="918465" y="910664"/>
                  </a:lnTo>
                  <a:lnTo>
                    <a:pt x="918550" y="910982"/>
                  </a:lnTo>
                  <a:lnTo>
                    <a:pt x="918635" y="911301"/>
                  </a:lnTo>
                  <a:lnTo>
                    <a:pt x="918721" y="911619"/>
                  </a:lnTo>
                  <a:lnTo>
                    <a:pt x="918806" y="911938"/>
                  </a:lnTo>
                  <a:lnTo>
                    <a:pt x="918891" y="912256"/>
                  </a:lnTo>
                  <a:lnTo>
                    <a:pt x="918976" y="912575"/>
                  </a:lnTo>
                  <a:lnTo>
                    <a:pt x="919062" y="912893"/>
                  </a:lnTo>
                  <a:lnTo>
                    <a:pt x="919147" y="913212"/>
                  </a:lnTo>
                  <a:lnTo>
                    <a:pt x="919232" y="913530"/>
                  </a:lnTo>
                  <a:lnTo>
                    <a:pt x="919317" y="913849"/>
                  </a:lnTo>
                  <a:lnTo>
                    <a:pt x="919403" y="914168"/>
                  </a:lnTo>
                  <a:lnTo>
                    <a:pt x="919465" y="914400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2045047" y="97304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956" y="914400"/>
                  </a:lnTo>
                  <a:lnTo>
                    <a:pt x="911117" y="914064"/>
                  </a:lnTo>
                  <a:lnTo>
                    <a:pt x="911301" y="913681"/>
                  </a:lnTo>
                  <a:lnTo>
                    <a:pt x="911485" y="913298"/>
                  </a:lnTo>
                  <a:lnTo>
                    <a:pt x="911670" y="912915"/>
                  </a:lnTo>
                  <a:lnTo>
                    <a:pt x="911854" y="912532"/>
                  </a:lnTo>
                  <a:lnTo>
                    <a:pt x="912038" y="912150"/>
                  </a:lnTo>
                  <a:lnTo>
                    <a:pt x="912222" y="911767"/>
                  </a:lnTo>
                  <a:lnTo>
                    <a:pt x="912406" y="911384"/>
                  </a:lnTo>
                  <a:lnTo>
                    <a:pt x="912590" y="911001"/>
                  </a:lnTo>
                  <a:lnTo>
                    <a:pt x="912774" y="910618"/>
                  </a:lnTo>
                  <a:lnTo>
                    <a:pt x="912958" y="910235"/>
                  </a:lnTo>
                  <a:lnTo>
                    <a:pt x="913143" y="909852"/>
                  </a:lnTo>
                  <a:lnTo>
                    <a:pt x="913327" y="909469"/>
                  </a:lnTo>
                  <a:lnTo>
                    <a:pt x="913511" y="909086"/>
                  </a:lnTo>
                  <a:lnTo>
                    <a:pt x="913695" y="908703"/>
                  </a:lnTo>
                  <a:lnTo>
                    <a:pt x="913879" y="908320"/>
                  </a:lnTo>
                  <a:lnTo>
                    <a:pt x="914064" y="907937"/>
                  </a:lnTo>
                  <a:lnTo>
                    <a:pt x="914400" y="907275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2054488" y="955476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4845"/>
                  </a:lnTo>
                  <a:lnTo>
                    <a:pt x="908686" y="917495"/>
                  </a:lnTo>
                  <a:lnTo>
                    <a:pt x="910428" y="91439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205448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206392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207336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208280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209224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210168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211112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212056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213001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213945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214889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215833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216777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217721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218665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219609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2214972" y="97304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134" y="896830"/>
                  </a:lnTo>
                  <a:lnTo>
                    <a:pt x="908155" y="898612"/>
                  </a:lnTo>
                  <a:lnTo>
                    <a:pt x="912255" y="906557"/>
                  </a:lnTo>
                  <a:lnTo>
                    <a:pt x="914400" y="911173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2214972" y="973046"/>
              <a:ext cx="915899" cy="914400"/>
            </a:xfrm>
            <a:custGeom>
              <a:avLst/>
              <a:pathLst>
                <a:path w="915899" h="914400">
                  <a:moveTo>
                    <a:pt x="914400" y="914400"/>
                  </a:moveTo>
                  <a:lnTo>
                    <a:pt x="914400" y="911173"/>
                  </a:lnTo>
                  <a:lnTo>
                    <a:pt x="915899" y="914400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3328920" y="955476"/>
              <a:ext cx="914400" cy="919502"/>
            </a:xfrm>
            <a:custGeom>
              <a:avLst/>
              <a:pathLst>
                <a:path w="914400" h="919502">
                  <a:moveTo>
                    <a:pt x="914400" y="914399"/>
                  </a:moveTo>
                  <a:lnTo>
                    <a:pt x="914400" y="919502"/>
                  </a:lnTo>
                  <a:lnTo>
                    <a:pt x="911644" y="916512"/>
                  </a:lnTo>
                  <a:lnTo>
                    <a:pt x="909909" y="91439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3328920" y="955476"/>
              <a:ext cx="923840" cy="929302"/>
            </a:xfrm>
            <a:custGeom>
              <a:avLst/>
              <a:pathLst>
                <a:path w="923840" h="929302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9302"/>
                  </a:lnTo>
                  <a:lnTo>
                    <a:pt x="923034" y="928477"/>
                  </a:lnTo>
                  <a:lnTo>
                    <a:pt x="921762" y="927175"/>
                  </a:lnTo>
                  <a:lnTo>
                    <a:pt x="920489" y="925873"/>
                  </a:lnTo>
                  <a:lnTo>
                    <a:pt x="919216" y="924570"/>
                  </a:lnTo>
                  <a:lnTo>
                    <a:pt x="917943" y="923268"/>
                  </a:lnTo>
                  <a:lnTo>
                    <a:pt x="916663" y="921959"/>
                  </a:lnTo>
                  <a:lnTo>
                    <a:pt x="914400" y="919502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333836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7003" y="931969"/>
                  </a:lnTo>
                  <a:lnTo>
                    <a:pt x="916138" y="931083"/>
                  </a:lnTo>
                  <a:lnTo>
                    <a:pt x="914866" y="929780"/>
                  </a:lnTo>
                  <a:lnTo>
                    <a:pt x="914400" y="929302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334780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335724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336668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337612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338556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339500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340444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341388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342332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3432763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3442203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3451643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3461083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3470524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3479964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3489404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3498844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3508285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3517725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3527165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3536605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3546046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3555486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3564926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3574366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3583807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3593247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3602687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3612127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362156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363100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364044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364988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365932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366876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367820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368764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369708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370653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371597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372541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9">
                <a:alpha val="100000"/>
              </a:srgbClr>
            </a:solidFill>
            <a:ln w="5420" cap="flat">
              <a:solidFill>
                <a:srgbClr val="F27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373485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9">
                <a:alpha val="100000"/>
              </a:srgbClr>
            </a:solidFill>
            <a:ln w="5420" cap="flat">
              <a:solidFill>
                <a:srgbClr val="F27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374429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375373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376317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377261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378205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379149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3810372" y="97304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0033" y="896830"/>
                  </a:lnTo>
                  <a:lnTo>
                    <a:pt x="910083" y="897018"/>
                  </a:lnTo>
                  <a:lnTo>
                    <a:pt x="910169" y="897336"/>
                  </a:lnTo>
                  <a:lnTo>
                    <a:pt x="910255" y="897655"/>
                  </a:lnTo>
                  <a:lnTo>
                    <a:pt x="910340" y="897973"/>
                  </a:lnTo>
                  <a:lnTo>
                    <a:pt x="910426" y="898292"/>
                  </a:lnTo>
                  <a:lnTo>
                    <a:pt x="910512" y="898610"/>
                  </a:lnTo>
                  <a:lnTo>
                    <a:pt x="910598" y="898929"/>
                  </a:lnTo>
                  <a:lnTo>
                    <a:pt x="910683" y="899247"/>
                  </a:lnTo>
                  <a:lnTo>
                    <a:pt x="910769" y="899566"/>
                  </a:lnTo>
                  <a:lnTo>
                    <a:pt x="910855" y="899884"/>
                  </a:lnTo>
                  <a:lnTo>
                    <a:pt x="910940" y="900203"/>
                  </a:lnTo>
                  <a:lnTo>
                    <a:pt x="911026" y="900521"/>
                  </a:lnTo>
                  <a:lnTo>
                    <a:pt x="911112" y="900840"/>
                  </a:lnTo>
                  <a:lnTo>
                    <a:pt x="911198" y="901158"/>
                  </a:lnTo>
                  <a:lnTo>
                    <a:pt x="911283" y="901477"/>
                  </a:lnTo>
                  <a:lnTo>
                    <a:pt x="911369" y="901795"/>
                  </a:lnTo>
                  <a:lnTo>
                    <a:pt x="911455" y="902114"/>
                  </a:lnTo>
                  <a:lnTo>
                    <a:pt x="911540" y="902432"/>
                  </a:lnTo>
                  <a:lnTo>
                    <a:pt x="911626" y="902751"/>
                  </a:lnTo>
                  <a:lnTo>
                    <a:pt x="911712" y="903069"/>
                  </a:lnTo>
                  <a:lnTo>
                    <a:pt x="911797" y="903388"/>
                  </a:lnTo>
                  <a:lnTo>
                    <a:pt x="911883" y="903706"/>
                  </a:lnTo>
                  <a:lnTo>
                    <a:pt x="911969" y="904025"/>
                  </a:lnTo>
                  <a:lnTo>
                    <a:pt x="912054" y="904343"/>
                  </a:lnTo>
                  <a:lnTo>
                    <a:pt x="912140" y="904662"/>
                  </a:lnTo>
                  <a:lnTo>
                    <a:pt x="912226" y="904981"/>
                  </a:lnTo>
                  <a:lnTo>
                    <a:pt x="912311" y="905299"/>
                  </a:lnTo>
                  <a:lnTo>
                    <a:pt x="912397" y="905618"/>
                  </a:lnTo>
                  <a:lnTo>
                    <a:pt x="912482" y="905936"/>
                  </a:lnTo>
                  <a:lnTo>
                    <a:pt x="912568" y="906255"/>
                  </a:lnTo>
                  <a:lnTo>
                    <a:pt x="912654" y="906573"/>
                  </a:lnTo>
                  <a:lnTo>
                    <a:pt x="912739" y="906892"/>
                  </a:lnTo>
                  <a:lnTo>
                    <a:pt x="912825" y="907210"/>
                  </a:lnTo>
                  <a:lnTo>
                    <a:pt x="912910" y="907529"/>
                  </a:lnTo>
                  <a:lnTo>
                    <a:pt x="912996" y="907847"/>
                  </a:lnTo>
                  <a:lnTo>
                    <a:pt x="913082" y="908166"/>
                  </a:lnTo>
                  <a:lnTo>
                    <a:pt x="913167" y="908484"/>
                  </a:lnTo>
                  <a:lnTo>
                    <a:pt x="913253" y="908803"/>
                  </a:lnTo>
                  <a:lnTo>
                    <a:pt x="913338" y="909121"/>
                  </a:lnTo>
                  <a:lnTo>
                    <a:pt x="913424" y="909440"/>
                  </a:lnTo>
                  <a:lnTo>
                    <a:pt x="913510" y="909758"/>
                  </a:lnTo>
                  <a:lnTo>
                    <a:pt x="913595" y="910077"/>
                  </a:lnTo>
                  <a:lnTo>
                    <a:pt x="913681" y="910395"/>
                  </a:lnTo>
                  <a:lnTo>
                    <a:pt x="913766" y="910714"/>
                  </a:lnTo>
                  <a:lnTo>
                    <a:pt x="913852" y="911032"/>
                  </a:lnTo>
                  <a:lnTo>
                    <a:pt x="913937" y="911351"/>
                  </a:lnTo>
                  <a:lnTo>
                    <a:pt x="914023" y="911670"/>
                  </a:lnTo>
                  <a:lnTo>
                    <a:pt x="914108" y="911988"/>
                  </a:lnTo>
                  <a:lnTo>
                    <a:pt x="914194" y="912307"/>
                  </a:lnTo>
                  <a:lnTo>
                    <a:pt x="914279" y="912625"/>
                  </a:lnTo>
                  <a:lnTo>
                    <a:pt x="914365" y="912944"/>
                  </a:lnTo>
                  <a:lnTo>
                    <a:pt x="914400" y="913072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3810372" y="973046"/>
              <a:ext cx="914756" cy="914400"/>
            </a:xfrm>
            <a:custGeom>
              <a:avLst/>
              <a:pathLst>
                <a:path w="914756" h="914400">
                  <a:moveTo>
                    <a:pt x="914400" y="914400"/>
                  </a:moveTo>
                  <a:lnTo>
                    <a:pt x="914400" y="913072"/>
                  </a:lnTo>
                  <a:lnTo>
                    <a:pt x="914451" y="913262"/>
                  </a:lnTo>
                  <a:lnTo>
                    <a:pt x="914536" y="913581"/>
                  </a:lnTo>
                  <a:lnTo>
                    <a:pt x="914622" y="913899"/>
                  </a:lnTo>
                  <a:lnTo>
                    <a:pt x="914707" y="914218"/>
                  </a:lnTo>
                  <a:lnTo>
                    <a:pt x="914756" y="914400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2054488" y="95547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0428" y="914399"/>
                  </a:lnTo>
                  <a:lnTo>
                    <a:pt x="912967" y="909889"/>
                  </a:lnTo>
                  <a:lnTo>
                    <a:pt x="914400" y="90759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2063928" y="937907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5169"/>
                  </a:lnTo>
                  <a:lnTo>
                    <a:pt x="908016" y="920279"/>
                  </a:lnTo>
                  <a:lnTo>
                    <a:pt x="912107" y="91439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206392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207336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208280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209224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210168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211112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212056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213001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213945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214889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215833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216777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217721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218665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2205532" y="95547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5416" y="896830"/>
                  </a:lnTo>
                  <a:lnTo>
                    <a:pt x="908754" y="901541"/>
                  </a:lnTo>
                  <a:lnTo>
                    <a:pt x="913277" y="908646"/>
                  </a:lnTo>
                  <a:lnTo>
                    <a:pt x="914400" y="910605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2205532" y="955476"/>
              <a:ext cx="916574" cy="914399"/>
            </a:xfrm>
            <a:custGeom>
              <a:avLst/>
              <a:pathLst>
                <a:path w="916574" h="914399">
                  <a:moveTo>
                    <a:pt x="914400" y="914399"/>
                  </a:moveTo>
                  <a:lnTo>
                    <a:pt x="914400" y="910605"/>
                  </a:lnTo>
                  <a:lnTo>
                    <a:pt x="916574" y="91439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3319480" y="937907"/>
              <a:ext cx="914400" cy="925686"/>
            </a:xfrm>
            <a:custGeom>
              <a:avLst/>
              <a:pathLst>
                <a:path w="914400" h="925686">
                  <a:moveTo>
                    <a:pt x="914400" y="914399"/>
                  </a:moveTo>
                  <a:lnTo>
                    <a:pt x="914400" y="925686"/>
                  </a:lnTo>
                  <a:lnTo>
                    <a:pt x="911530" y="921787"/>
                  </a:lnTo>
                  <a:lnTo>
                    <a:pt x="907019" y="914972"/>
                  </a:lnTo>
                  <a:lnTo>
                    <a:pt x="906677" y="91439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331948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9349" y="931969"/>
                  </a:lnTo>
                  <a:lnTo>
                    <a:pt x="916222" y="928162"/>
                  </a:lnTo>
                  <a:lnTo>
                    <a:pt x="914400" y="925686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332892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333836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334780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335724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336668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337612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338556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339500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340444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341388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342332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3432763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3442203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3451643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3461083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3470524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3479964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3489404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3498844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3508285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3517725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3527165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3536605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3546046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3555486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3564926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3574366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3583807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3593247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3602687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3612127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362156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363100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364044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364988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365932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366876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367820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368764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369708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370653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371597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372541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373485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374429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375373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376317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377261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378205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379149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3800932" y="955476"/>
              <a:ext cx="919473" cy="914399"/>
            </a:xfrm>
            <a:custGeom>
              <a:avLst/>
              <a:pathLst>
                <a:path w="919473" h="914399">
                  <a:moveTo>
                    <a:pt x="914400" y="914399"/>
                  </a:moveTo>
                  <a:lnTo>
                    <a:pt x="914423" y="896830"/>
                  </a:lnTo>
                  <a:lnTo>
                    <a:pt x="915130" y="898990"/>
                  </a:lnTo>
                  <a:lnTo>
                    <a:pt x="918066" y="909177"/>
                  </a:lnTo>
                  <a:lnTo>
                    <a:pt x="918151" y="909491"/>
                  </a:lnTo>
                  <a:lnTo>
                    <a:pt x="918236" y="909810"/>
                  </a:lnTo>
                  <a:lnTo>
                    <a:pt x="918322" y="910128"/>
                  </a:lnTo>
                  <a:lnTo>
                    <a:pt x="918408" y="910447"/>
                  </a:lnTo>
                  <a:lnTo>
                    <a:pt x="918494" y="910765"/>
                  </a:lnTo>
                  <a:lnTo>
                    <a:pt x="918580" y="911084"/>
                  </a:lnTo>
                  <a:lnTo>
                    <a:pt x="918666" y="911402"/>
                  </a:lnTo>
                  <a:lnTo>
                    <a:pt x="918751" y="911721"/>
                  </a:lnTo>
                  <a:lnTo>
                    <a:pt x="918837" y="912039"/>
                  </a:lnTo>
                  <a:lnTo>
                    <a:pt x="918923" y="912358"/>
                  </a:lnTo>
                  <a:lnTo>
                    <a:pt x="919009" y="912676"/>
                  </a:lnTo>
                  <a:lnTo>
                    <a:pt x="919094" y="912995"/>
                  </a:lnTo>
                  <a:lnTo>
                    <a:pt x="919180" y="913313"/>
                  </a:lnTo>
                  <a:lnTo>
                    <a:pt x="919266" y="913632"/>
                  </a:lnTo>
                  <a:lnTo>
                    <a:pt x="919352" y="913950"/>
                  </a:lnTo>
                  <a:lnTo>
                    <a:pt x="919438" y="914269"/>
                  </a:lnTo>
                  <a:lnTo>
                    <a:pt x="919473" y="91439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2063928" y="93790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07" y="914399"/>
                  </a:lnTo>
                  <a:lnTo>
                    <a:pt x="912701" y="913546"/>
                  </a:lnTo>
                  <a:lnTo>
                    <a:pt x="914400" y="911359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2073368" y="93790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911359"/>
                  </a:lnTo>
                  <a:lnTo>
                    <a:pt x="908128" y="907277"/>
                  </a:lnTo>
                  <a:lnTo>
                    <a:pt x="913165" y="901490"/>
                  </a:lnTo>
                  <a:lnTo>
                    <a:pt x="914400" y="900232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2082808" y="920337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7802"/>
                  </a:lnTo>
                  <a:lnTo>
                    <a:pt x="908299" y="914400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208280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209224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210168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211112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212056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213001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213945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214889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215833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216777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2186651" y="93790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9217" y="896830"/>
                  </a:lnTo>
                  <a:lnTo>
                    <a:pt x="912958" y="900562"/>
                  </a:lnTo>
                  <a:lnTo>
                    <a:pt x="914400" y="902186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2196091" y="93790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902186"/>
                  </a:lnTo>
                  <a:lnTo>
                    <a:pt x="908582" y="906266"/>
                  </a:lnTo>
                  <a:lnTo>
                    <a:pt x="913478" y="912455"/>
                  </a:lnTo>
                  <a:lnTo>
                    <a:pt x="914400" y="913755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2196091" y="937907"/>
              <a:ext cx="914856" cy="914399"/>
            </a:xfrm>
            <a:custGeom>
              <a:avLst/>
              <a:pathLst>
                <a:path w="914856" h="914399">
                  <a:moveTo>
                    <a:pt x="914400" y="914399"/>
                  </a:moveTo>
                  <a:lnTo>
                    <a:pt x="914400" y="913755"/>
                  </a:lnTo>
                  <a:lnTo>
                    <a:pt x="914856" y="91439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3310040" y="920337"/>
              <a:ext cx="914400" cy="929090"/>
            </a:xfrm>
            <a:custGeom>
              <a:avLst/>
              <a:pathLst>
                <a:path w="914400" h="929090">
                  <a:moveTo>
                    <a:pt x="914400" y="914400"/>
                  </a:moveTo>
                  <a:lnTo>
                    <a:pt x="914400" y="929090"/>
                  </a:lnTo>
                  <a:lnTo>
                    <a:pt x="912142" y="925305"/>
                  </a:lnTo>
                  <a:lnTo>
                    <a:pt x="908030" y="917666"/>
                  </a:lnTo>
                  <a:lnTo>
                    <a:pt x="906443" y="914400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331004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118" y="931969"/>
                  </a:lnTo>
                  <a:lnTo>
                    <a:pt x="914400" y="929090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331948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332892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333836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334780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335724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336668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337612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338556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339500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340444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341388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342332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3432763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3442203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3451643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3461083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3470524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D">
                <a:alpha val="100000"/>
              </a:srgbClr>
            </a:solidFill>
            <a:ln w="5420" cap="flat">
              <a:solidFill>
                <a:srgbClr val="F5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3479964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3489404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3498844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3508285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3517725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3527165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3536605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3546046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3555486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3564926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3574366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3583807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3593247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3602687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3612127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362156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363100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364044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364988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365932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366876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367820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368764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369708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370653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371597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372541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373485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374429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375373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376317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377261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378205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3800932" y="93790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8245" y="896830"/>
                  </a:lnTo>
                  <a:lnTo>
                    <a:pt x="908382" y="897161"/>
                  </a:lnTo>
                  <a:lnTo>
                    <a:pt x="911899" y="90668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2082808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299" y="914400"/>
                  </a:lnTo>
                  <a:lnTo>
                    <a:pt x="908916" y="913771"/>
                  </a:lnTo>
                  <a:lnTo>
                    <a:pt x="914250" y="908993"/>
                  </a:lnTo>
                  <a:lnTo>
                    <a:pt x="914400" y="908876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2092249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876"/>
                  </a:lnTo>
                  <a:lnTo>
                    <a:pt x="910270" y="904740"/>
                  </a:lnTo>
                  <a:lnTo>
                    <a:pt x="914400" y="901986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2101689" y="902767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9556"/>
                  </a:lnTo>
                  <a:lnTo>
                    <a:pt x="906401" y="918594"/>
                  </a:lnTo>
                  <a:lnTo>
                    <a:pt x="912070" y="915425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210168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211112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212056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213001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213945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2158330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706" y="896830"/>
                  </a:lnTo>
                  <a:lnTo>
                    <a:pt x="913953" y="897375"/>
                  </a:lnTo>
                  <a:lnTo>
                    <a:pt x="914400" y="897616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2167771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7616"/>
                  </a:lnTo>
                  <a:lnTo>
                    <a:pt x="910196" y="900451"/>
                  </a:lnTo>
                  <a:lnTo>
                    <a:pt x="914400" y="903176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2177211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3176"/>
                  </a:lnTo>
                  <a:lnTo>
                    <a:pt x="906346" y="904075"/>
                  </a:lnTo>
                  <a:lnTo>
                    <a:pt x="911826" y="908238"/>
                  </a:lnTo>
                  <a:lnTo>
                    <a:pt x="914400" y="910492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2177211" y="920337"/>
              <a:ext cx="918657" cy="914400"/>
            </a:xfrm>
            <a:custGeom>
              <a:avLst/>
              <a:pathLst>
                <a:path w="918657" h="914400">
                  <a:moveTo>
                    <a:pt x="914400" y="914400"/>
                  </a:moveTo>
                  <a:lnTo>
                    <a:pt x="914400" y="910492"/>
                  </a:lnTo>
                  <a:lnTo>
                    <a:pt x="917181" y="912928"/>
                  </a:lnTo>
                  <a:lnTo>
                    <a:pt x="918657" y="914400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3300599" y="902767"/>
              <a:ext cx="914400" cy="928916"/>
            </a:xfrm>
            <a:custGeom>
              <a:avLst/>
              <a:pathLst>
                <a:path w="914400" h="928916">
                  <a:moveTo>
                    <a:pt x="914400" y="914400"/>
                  </a:moveTo>
                  <a:lnTo>
                    <a:pt x="914400" y="928916"/>
                  </a:lnTo>
                  <a:lnTo>
                    <a:pt x="913573" y="927215"/>
                  </a:lnTo>
                  <a:lnTo>
                    <a:pt x="909903" y="918833"/>
                  </a:lnTo>
                  <a:lnTo>
                    <a:pt x="908157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330059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883" y="931969"/>
                  </a:lnTo>
                  <a:lnTo>
                    <a:pt x="914400" y="928916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331004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331948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332892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333836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334780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335724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336668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337612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3385562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3395002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3404442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3413882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3423322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3432763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3442203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3451643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3461083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3470524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3479964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3489404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3498844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3508285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3517725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3527165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3536605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3546046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3555486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3564926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3574366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3583807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3593247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3602687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3612127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3621568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3631008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3640448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3649888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3659328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366876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367820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368764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369708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370653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371597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372541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373485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374429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375373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376317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377261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3791492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978" y="896830"/>
                  </a:lnTo>
                  <a:lnTo>
                    <a:pt x="914030" y="905577"/>
                  </a:lnTo>
                  <a:lnTo>
                    <a:pt x="914400" y="90646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3791492" y="920337"/>
              <a:ext cx="917685" cy="914400"/>
            </a:xfrm>
            <a:custGeom>
              <a:avLst/>
              <a:pathLst>
                <a:path w="917685" h="914400">
                  <a:moveTo>
                    <a:pt x="914400" y="914400"/>
                  </a:moveTo>
                  <a:lnTo>
                    <a:pt x="914400" y="906468"/>
                  </a:lnTo>
                  <a:lnTo>
                    <a:pt x="917685" y="914400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2111129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366"/>
                  </a:lnTo>
                  <a:lnTo>
                    <a:pt x="908380" y="912811"/>
                  </a:lnTo>
                  <a:lnTo>
                    <a:pt x="914195" y="910760"/>
                  </a:lnTo>
                  <a:lnTo>
                    <a:pt x="914400" y="91070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2120569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0708"/>
                  </a:lnTo>
                  <a:lnTo>
                    <a:pt x="910620" y="909277"/>
                  </a:lnTo>
                  <a:lnTo>
                    <a:pt x="914400" y="908693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2130010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693"/>
                  </a:lnTo>
                  <a:lnTo>
                    <a:pt x="907078" y="908366"/>
                  </a:lnTo>
                  <a:lnTo>
                    <a:pt x="912995" y="908029"/>
                  </a:lnTo>
                  <a:lnTo>
                    <a:pt x="914400" y="908086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2139450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086"/>
                  </a:lnTo>
                  <a:lnTo>
                    <a:pt x="909472" y="908269"/>
                  </a:lnTo>
                  <a:lnTo>
                    <a:pt x="914400" y="90894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2148890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948"/>
                  </a:lnTo>
                  <a:lnTo>
                    <a:pt x="905934" y="909083"/>
                  </a:lnTo>
                  <a:lnTo>
                    <a:pt x="911806" y="910470"/>
                  </a:lnTo>
                  <a:lnTo>
                    <a:pt x="914400" y="911340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2148890" y="902767"/>
              <a:ext cx="922147" cy="914400"/>
            </a:xfrm>
            <a:custGeom>
              <a:avLst/>
              <a:pathLst>
                <a:path w="922147" h="914400">
                  <a:moveTo>
                    <a:pt x="914400" y="914400"/>
                  </a:moveTo>
                  <a:lnTo>
                    <a:pt x="914400" y="911340"/>
                  </a:lnTo>
                  <a:lnTo>
                    <a:pt x="917631" y="912425"/>
                  </a:lnTo>
                  <a:lnTo>
                    <a:pt x="922147" y="914400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3291159" y="885197"/>
              <a:ext cx="914400" cy="923404"/>
            </a:xfrm>
            <a:custGeom>
              <a:avLst/>
              <a:pathLst>
                <a:path w="914400" h="923404">
                  <a:moveTo>
                    <a:pt x="914400" y="914400"/>
                  </a:moveTo>
                  <a:lnTo>
                    <a:pt x="914400" y="923404"/>
                  </a:lnTo>
                  <a:lnTo>
                    <a:pt x="912719" y="918643"/>
                  </a:lnTo>
                  <a:lnTo>
                    <a:pt x="911384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329115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598" y="931969"/>
                  </a:lnTo>
                  <a:lnTo>
                    <a:pt x="915909" y="927681"/>
                  </a:lnTo>
                  <a:lnTo>
                    <a:pt x="914400" y="923404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330059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331004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331948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332892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333836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334780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335724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336668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337612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3385562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3395002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3404442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3413882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3423322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3432763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3442203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3451643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3461083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3470524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3479964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3489404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3498844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3508285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3517725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3527165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3536605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3546046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3555486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3564926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3574366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3583807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3593247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3602687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3612127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3621568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3631008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3640448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3649888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3659328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366876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367820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368764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369708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370653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371597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372541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373485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374429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375373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376317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3782052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683" y="896830"/>
                  </a:lnTo>
                  <a:lnTo>
                    <a:pt x="910561" y="898191"/>
                  </a:lnTo>
                  <a:lnTo>
                    <a:pt x="914400" y="904841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3782052" y="902767"/>
              <a:ext cx="919418" cy="914400"/>
            </a:xfrm>
            <a:custGeom>
              <a:avLst/>
              <a:pathLst>
                <a:path w="919418" h="914400">
                  <a:moveTo>
                    <a:pt x="914400" y="914400"/>
                  </a:moveTo>
                  <a:lnTo>
                    <a:pt x="914400" y="904841"/>
                  </a:lnTo>
                  <a:lnTo>
                    <a:pt x="915107" y="906066"/>
                  </a:lnTo>
                  <a:lnTo>
                    <a:pt x="919418" y="914400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3291159" y="867627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1384" y="931969"/>
                  </a:lnTo>
                  <a:lnTo>
                    <a:pt x="909783" y="926883"/>
                  </a:lnTo>
                  <a:lnTo>
                    <a:pt x="907107" y="917284"/>
                  </a:lnTo>
                  <a:lnTo>
                    <a:pt x="906401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329115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330059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331004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331948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332892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333836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334780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335724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336668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337612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3385562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3395002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3404442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3413882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3423322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3432763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3442203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3451643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3461083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3470524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3479964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3489404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3498844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3508285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3517725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3527165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3536605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3546046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3555486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3564926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3574366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3583807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3593247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3602687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3612127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3621568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3631008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3640448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3649888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3659328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366876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367820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368764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369708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370653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371597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372541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373485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374429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375373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3772611" y="88519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0719" y="896830"/>
                  </a:lnTo>
                  <a:lnTo>
                    <a:pt x="911003" y="897341"/>
                  </a:lnTo>
                  <a:lnTo>
                    <a:pt x="914400" y="904193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3772611" y="885197"/>
              <a:ext cx="919123" cy="914400"/>
            </a:xfrm>
            <a:custGeom>
              <a:avLst/>
              <a:pathLst>
                <a:path w="919123" h="914400">
                  <a:moveTo>
                    <a:pt x="914400" y="914400"/>
                  </a:moveTo>
                  <a:lnTo>
                    <a:pt x="914400" y="904193"/>
                  </a:lnTo>
                  <a:lnTo>
                    <a:pt x="915317" y="906043"/>
                  </a:lnTo>
                  <a:lnTo>
                    <a:pt x="918779" y="913866"/>
                  </a:lnTo>
                  <a:lnTo>
                    <a:pt x="919123" y="914400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3281719" y="850058"/>
              <a:ext cx="914400" cy="926076"/>
            </a:xfrm>
            <a:custGeom>
              <a:avLst/>
              <a:pathLst>
                <a:path w="914400" h="926076">
                  <a:moveTo>
                    <a:pt x="914400" y="914400"/>
                  </a:moveTo>
                  <a:lnTo>
                    <a:pt x="914400" y="926076"/>
                  </a:lnTo>
                  <a:lnTo>
                    <a:pt x="914139" y="925013"/>
                  </a:lnTo>
                  <a:lnTo>
                    <a:pt x="912006" y="914955"/>
                  </a:lnTo>
                  <a:lnTo>
                    <a:pt x="911905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328171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841" y="931969"/>
                  </a:lnTo>
                  <a:lnTo>
                    <a:pt x="914400" y="926076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329115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330059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331004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331948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332892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333836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3347801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3357241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3366681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3376121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3385562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3395002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3404442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3413882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3423322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3432763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3442203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3451643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3461083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3470524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3479964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3489404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3498844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3508285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3517725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3527165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3536605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3546046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3555486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3564926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3574366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3583807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3593247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3602687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3612127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3621568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3631008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3640448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3649888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3659328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366876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367820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368764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369708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370653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371597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372541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373485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3744291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3763171" y="86762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689" y="896836"/>
                  </a:lnTo>
                  <a:lnTo>
                    <a:pt x="909885" y="897135"/>
                  </a:lnTo>
                  <a:lnTo>
                    <a:pt x="910081" y="897433"/>
                  </a:lnTo>
                  <a:lnTo>
                    <a:pt x="910278" y="897731"/>
                  </a:lnTo>
                  <a:lnTo>
                    <a:pt x="910474" y="898030"/>
                  </a:lnTo>
                  <a:lnTo>
                    <a:pt x="910670" y="898328"/>
                  </a:lnTo>
                  <a:lnTo>
                    <a:pt x="910866" y="898627"/>
                  </a:lnTo>
                  <a:lnTo>
                    <a:pt x="911062" y="898925"/>
                  </a:lnTo>
                  <a:lnTo>
                    <a:pt x="914400" y="90429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3763171" y="867627"/>
              <a:ext cx="920160" cy="914400"/>
            </a:xfrm>
            <a:custGeom>
              <a:avLst/>
              <a:pathLst>
                <a:path w="920160" h="914400">
                  <a:moveTo>
                    <a:pt x="914400" y="914400"/>
                  </a:moveTo>
                  <a:lnTo>
                    <a:pt x="914400" y="904299"/>
                  </a:lnTo>
                  <a:lnTo>
                    <a:pt x="915873" y="906672"/>
                  </a:lnTo>
                  <a:lnTo>
                    <a:pt x="920160" y="914400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3281719" y="83248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1905" y="931969"/>
                  </a:lnTo>
                  <a:lnTo>
                    <a:pt x="910152" y="922277"/>
                  </a:lnTo>
                  <a:lnTo>
                    <a:pt x="908965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328171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329115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330059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331004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331948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332892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333836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3347801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3357241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3366681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3376121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3385562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3395002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3404442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3413882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3423322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3432763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3442203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3451643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3461083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3470524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3479964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3489404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3498844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3508285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3517725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3527165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3536605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3546046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3555486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3564926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3574366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3583807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3593247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3602687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3612127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3621568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3631008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3640448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3649888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3659328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366876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367820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368764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369708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370653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371597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372541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373485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3753731" y="85005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528" y="896830"/>
                  </a:lnTo>
                  <a:lnTo>
                    <a:pt x="907931" y="897407"/>
                  </a:lnTo>
                  <a:lnTo>
                    <a:pt x="908125" y="897702"/>
                  </a:lnTo>
                  <a:lnTo>
                    <a:pt x="908322" y="898000"/>
                  </a:lnTo>
                  <a:lnTo>
                    <a:pt x="908518" y="898298"/>
                  </a:lnTo>
                  <a:lnTo>
                    <a:pt x="908715" y="898596"/>
                  </a:lnTo>
                  <a:lnTo>
                    <a:pt x="908912" y="898895"/>
                  </a:lnTo>
                  <a:lnTo>
                    <a:pt x="909109" y="899193"/>
                  </a:lnTo>
                  <a:lnTo>
                    <a:pt x="909305" y="899491"/>
                  </a:lnTo>
                  <a:lnTo>
                    <a:pt x="909502" y="899789"/>
                  </a:lnTo>
                  <a:lnTo>
                    <a:pt x="909699" y="900088"/>
                  </a:lnTo>
                  <a:lnTo>
                    <a:pt x="909895" y="900386"/>
                  </a:lnTo>
                  <a:lnTo>
                    <a:pt x="910092" y="900684"/>
                  </a:lnTo>
                  <a:lnTo>
                    <a:pt x="910289" y="900982"/>
                  </a:lnTo>
                  <a:lnTo>
                    <a:pt x="910486" y="901281"/>
                  </a:lnTo>
                  <a:lnTo>
                    <a:pt x="910682" y="901579"/>
                  </a:lnTo>
                  <a:lnTo>
                    <a:pt x="910879" y="901877"/>
                  </a:lnTo>
                  <a:lnTo>
                    <a:pt x="911075" y="902175"/>
                  </a:lnTo>
                  <a:lnTo>
                    <a:pt x="911272" y="902474"/>
                  </a:lnTo>
                  <a:lnTo>
                    <a:pt x="911469" y="902772"/>
                  </a:lnTo>
                  <a:lnTo>
                    <a:pt x="911665" y="903070"/>
                  </a:lnTo>
                  <a:lnTo>
                    <a:pt x="911862" y="903368"/>
                  </a:lnTo>
                  <a:lnTo>
                    <a:pt x="912059" y="903667"/>
                  </a:lnTo>
                  <a:lnTo>
                    <a:pt x="912255" y="903965"/>
                  </a:lnTo>
                  <a:lnTo>
                    <a:pt x="912452" y="904263"/>
                  </a:lnTo>
                  <a:lnTo>
                    <a:pt x="912648" y="904561"/>
                  </a:lnTo>
                  <a:lnTo>
                    <a:pt x="912845" y="904860"/>
                  </a:lnTo>
                  <a:lnTo>
                    <a:pt x="913041" y="905158"/>
                  </a:lnTo>
                  <a:lnTo>
                    <a:pt x="913238" y="905456"/>
                  </a:lnTo>
                  <a:lnTo>
                    <a:pt x="913434" y="905755"/>
                  </a:lnTo>
                  <a:lnTo>
                    <a:pt x="913631" y="906053"/>
                  </a:lnTo>
                  <a:lnTo>
                    <a:pt x="913827" y="906351"/>
                  </a:lnTo>
                  <a:lnTo>
                    <a:pt x="914024" y="906649"/>
                  </a:lnTo>
                  <a:lnTo>
                    <a:pt x="914220" y="906948"/>
                  </a:lnTo>
                  <a:lnTo>
                    <a:pt x="914400" y="907220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3753731" y="850058"/>
              <a:ext cx="919125" cy="914400"/>
            </a:xfrm>
            <a:custGeom>
              <a:avLst/>
              <a:pathLst>
                <a:path w="919125" h="914400">
                  <a:moveTo>
                    <a:pt x="914400" y="914400"/>
                  </a:moveTo>
                  <a:lnTo>
                    <a:pt x="914417" y="907246"/>
                  </a:lnTo>
                  <a:lnTo>
                    <a:pt x="914613" y="907544"/>
                  </a:lnTo>
                  <a:lnTo>
                    <a:pt x="914810" y="907843"/>
                  </a:lnTo>
                  <a:lnTo>
                    <a:pt x="915006" y="908141"/>
                  </a:lnTo>
                  <a:lnTo>
                    <a:pt x="915203" y="908439"/>
                  </a:lnTo>
                  <a:lnTo>
                    <a:pt x="915399" y="908738"/>
                  </a:lnTo>
                  <a:lnTo>
                    <a:pt x="915595" y="909036"/>
                  </a:lnTo>
                  <a:lnTo>
                    <a:pt x="915792" y="909334"/>
                  </a:lnTo>
                  <a:lnTo>
                    <a:pt x="915988" y="909633"/>
                  </a:lnTo>
                  <a:lnTo>
                    <a:pt x="916185" y="909931"/>
                  </a:lnTo>
                  <a:lnTo>
                    <a:pt x="916381" y="910229"/>
                  </a:lnTo>
                  <a:lnTo>
                    <a:pt x="916577" y="910528"/>
                  </a:lnTo>
                  <a:lnTo>
                    <a:pt x="916774" y="910826"/>
                  </a:lnTo>
                  <a:lnTo>
                    <a:pt x="916970" y="911124"/>
                  </a:lnTo>
                  <a:lnTo>
                    <a:pt x="917166" y="911423"/>
                  </a:lnTo>
                  <a:lnTo>
                    <a:pt x="917363" y="911721"/>
                  </a:lnTo>
                  <a:lnTo>
                    <a:pt x="917559" y="912019"/>
                  </a:lnTo>
                  <a:lnTo>
                    <a:pt x="917755" y="912318"/>
                  </a:lnTo>
                  <a:lnTo>
                    <a:pt x="917952" y="912616"/>
                  </a:lnTo>
                  <a:lnTo>
                    <a:pt x="918148" y="912914"/>
                  </a:lnTo>
                  <a:lnTo>
                    <a:pt x="918344" y="913213"/>
                  </a:lnTo>
                  <a:lnTo>
                    <a:pt x="918540" y="913511"/>
                  </a:lnTo>
                  <a:lnTo>
                    <a:pt x="918737" y="913809"/>
                  </a:lnTo>
                  <a:lnTo>
                    <a:pt x="918933" y="914108"/>
                  </a:lnTo>
                  <a:lnTo>
                    <a:pt x="919125" y="914400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3281719" y="81491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8965" y="931969"/>
                  </a:lnTo>
                  <a:lnTo>
                    <a:pt x="908583" y="929435"/>
                  </a:lnTo>
                  <a:lnTo>
                    <a:pt x="907303" y="918888"/>
                  </a:lnTo>
                  <a:lnTo>
                    <a:pt x="906887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328171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329115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330059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331004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331948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332892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333836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3347801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3357241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3366681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3376121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3385562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3395002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3404442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3413882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3423322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3432763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3442203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3451643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3461083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3470524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3479964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3489404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3498844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3508285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3517725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3527165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3536605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3546046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3555486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3564926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3574366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3583807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3593247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3602687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3612127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3621568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3631008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3640448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3649888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3659328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366876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367820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368764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369708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370653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371597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3734850" y="83248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770" y="896830"/>
                  </a:lnTo>
                  <a:lnTo>
                    <a:pt x="914400" y="898702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3744291" y="83248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8702"/>
                  </a:lnTo>
                  <a:lnTo>
                    <a:pt x="907833" y="902002"/>
                  </a:lnTo>
                  <a:lnTo>
                    <a:pt x="912693" y="908258"/>
                  </a:lnTo>
                  <a:lnTo>
                    <a:pt x="914400" y="910710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3744291" y="832488"/>
              <a:ext cx="916969" cy="914400"/>
            </a:xfrm>
            <a:custGeom>
              <a:avLst/>
              <a:pathLst>
                <a:path w="916969" h="914400">
                  <a:moveTo>
                    <a:pt x="914400" y="914400"/>
                  </a:moveTo>
                  <a:lnTo>
                    <a:pt x="914400" y="910710"/>
                  </a:lnTo>
                  <a:lnTo>
                    <a:pt x="916969" y="914400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3281719" y="797348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6887" y="931969"/>
                  </a:lnTo>
                  <a:lnTo>
                    <a:pt x="906316" y="925802"/>
                  </a:lnTo>
                  <a:lnTo>
                    <a:pt x="905623" y="915066"/>
                  </a:lnTo>
                  <a:lnTo>
                    <a:pt x="905598" y="91439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328171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329115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330059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3310040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3319480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3328920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3338360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3347801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3357241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3366681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3376121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3385562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3395002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3404442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3413882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3423322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3432763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3442203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3451643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3461083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3470524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3479964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3489404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3498844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3508285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3517725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3527165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3536605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3546046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3555486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3564926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3574366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3583807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3593247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3602687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3612127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3621568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3631008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3640448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3649888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3659328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366876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367820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368764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369708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3706530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3725410" y="8149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005" y="896830"/>
                  </a:lnTo>
                  <a:lnTo>
                    <a:pt x="909508" y="902447"/>
                  </a:lnTo>
                  <a:lnTo>
                    <a:pt x="911176" y="903746"/>
                  </a:lnTo>
                  <a:lnTo>
                    <a:pt x="914400" y="906634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3725410" y="814918"/>
              <a:ext cx="922210" cy="914400"/>
            </a:xfrm>
            <a:custGeom>
              <a:avLst/>
              <a:pathLst>
                <a:path w="922210" h="914400">
                  <a:moveTo>
                    <a:pt x="914400" y="914400"/>
                  </a:moveTo>
                  <a:lnTo>
                    <a:pt x="914400" y="906634"/>
                  </a:lnTo>
                  <a:lnTo>
                    <a:pt x="916501" y="908516"/>
                  </a:lnTo>
                  <a:lnTo>
                    <a:pt x="921684" y="913796"/>
                  </a:lnTo>
                  <a:lnTo>
                    <a:pt x="922210" y="914400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3281719" y="77977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598" y="931969"/>
                  </a:lnTo>
                  <a:lnTo>
                    <a:pt x="905226" y="921848"/>
                  </a:lnTo>
                  <a:lnTo>
                    <a:pt x="905158" y="914400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328171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329115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330059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3310040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3319480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3328920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3338360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3347801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3357241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3366681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3376121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3385562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3395002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3404442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3413882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3423322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3432763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3442203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3451643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3461083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3470524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3479964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3489404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3498844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3508285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3517725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3527165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3536605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3546046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3555486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3564926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3574366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3583807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3593247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3602687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3612127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3621568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3631008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3640448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3649888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3659328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366876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367820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368764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369708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3715970" y="797348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7239" y="896830"/>
                  </a:lnTo>
                  <a:lnTo>
                    <a:pt x="907952" y="898001"/>
                  </a:lnTo>
                  <a:lnTo>
                    <a:pt x="912155" y="905658"/>
                  </a:lnTo>
                  <a:lnTo>
                    <a:pt x="914400" y="910195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3715970" y="797348"/>
              <a:ext cx="916446" cy="914399"/>
            </a:xfrm>
            <a:custGeom>
              <a:avLst/>
              <a:pathLst>
                <a:path w="916446" h="914399">
                  <a:moveTo>
                    <a:pt x="914400" y="914399"/>
                  </a:moveTo>
                  <a:lnTo>
                    <a:pt x="914400" y="910195"/>
                  </a:lnTo>
                  <a:lnTo>
                    <a:pt x="916139" y="913710"/>
                  </a:lnTo>
                  <a:lnTo>
                    <a:pt x="916446" y="91439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3272279" y="762209"/>
              <a:ext cx="914400" cy="924144"/>
            </a:xfrm>
            <a:custGeom>
              <a:avLst/>
              <a:pathLst>
                <a:path w="914400" h="924144">
                  <a:moveTo>
                    <a:pt x="914400" y="914400"/>
                  </a:moveTo>
                  <a:lnTo>
                    <a:pt x="914400" y="924144"/>
                  </a:lnTo>
                  <a:lnTo>
                    <a:pt x="914350" y="923939"/>
                  </a:lnTo>
                  <a:lnTo>
                    <a:pt x="912346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327227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599" y="931969"/>
                  </a:lnTo>
                  <a:lnTo>
                    <a:pt x="914568" y="928606"/>
                  </a:lnTo>
                  <a:lnTo>
                    <a:pt x="914633" y="925106"/>
                  </a:lnTo>
                  <a:lnTo>
                    <a:pt x="914400" y="924144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328171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329115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330059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3310040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3319480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3328920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3338360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3347801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3357241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3366681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3376121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3385562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3395002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3404442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3413882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3423322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3432763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3442203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3451643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3461083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3470524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3479964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3489404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3498844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3508285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3517725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3527165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3536605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3546046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3555486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3564926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3574366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3583807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3593247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3602687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3612127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3621568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3631008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3640448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3649888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3659328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366876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367820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3697089" y="7797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4274" y="896830"/>
                  </a:lnTo>
                  <a:lnTo>
                    <a:pt x="914400" y="896997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3706530" y="7797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997"/>
                  </a:lnTo>
                  <a:lnTo>
                    <a:pt x="908375" y="901525"/>
                  </a:lnTo>
                  <a:lnTo>
                    <a:pt x="912982" y="908330"/>
                  </a:lnTo>
                  <a:lnTo>
                    <a:pt x="914400" y="910657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3706530" y="779779"/>
              <a:ext cx="916679" cy="914400"/>
            </a:xfrm>
            <a:custGeom>
              <a:avLst/>
              <a:pathLst>
                <a:path w="916679" h="914400">
                  <a:moveTo>
                    <a:pt x="914400" y="914400"/>
                  </a:moveTo>
                  <a:lnTo>
                    <a:pt x="914400" y="910657"/>
                  </a:lnTo>
                  <a:lnTo>
                    <a:pt x="916679" y="914400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3272279" y="74463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346" y="931969"/>
                  </a:lnTo>
                  <a:lnTo>
                    <a:pt x="912250" y="931510"/>
                  </a:lnTo>
                  <a:lnTo>
                    <a:pt x="910426" y="921325"/>
                  </a:lnTo>
                  <a:lnTo>
                    <a:pt x="909393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3272279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3281719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3291159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3300599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3310040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3319480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3328920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3338360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3347801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3357241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3366681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3376121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3385562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3395002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3404442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3413882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3423322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3432763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3442203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3451643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3461083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3470524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3479964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3489404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3498844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3508285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3517725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3527165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3536605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3546046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3555486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3564926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3574366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3583807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3593247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3602687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3612127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3621568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3631008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3640448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3649888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3659328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3668769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3687649" y="76220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702" y="896834"/>
                  </a:lnTo>
                  <a:lnTo>
                    <a:pt x="908171" y="897298"/>
                  </a:lnTo>
                  <a:lnTo>
                    <a:pt x="908639" y="897762"/>
                  </a:lnTo>
                  <a:lnTo>
                    <a:pt x="909108" y="898226"/>
                  </a:lnTo>
                  <a:lnTo>
                    <a:pt x="909576" y="898689"/>
                  </a:lnTo>
                  <a:lnTo>
                    <a:pt x="910045" y="899153"/>
                  </a:lnTo>
                  <a:lnTo>
                    <a:pt x="910513" y="899617"/>
                  </a:lnTo>
                  <a:lnTo>
                    <a:pt x="910982" y="900081"/>
                  </a:lnTo>
                  <a:lnTo>
                    <a:pt x="911450" y="900545"/>
                  </a:lnTo>
                  <a:lnTo>
                    <a:pt x="911918" y="901009"/>
                  </a:lnTo>
                  <a:lnTo>
                    <a:pt x="912387" y="901473"/>
                  </a:lnTo>
                  <a:lnTo>
                    <a:pt x="914400" y="903593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3687649" y="762209"/>
              <a:ext cx="923714" cy="914400"/>
            </a:xfrm>
            <a:custGeom>
              <a:avLst/>
              <a:pathLst>
                <a:path w="923714" h="914400">
                  <a:moveTo>
                    <a:pt x="914400" y="914400"/>
                  </a:moveTo>
                  <a:lnTo>
                    <a:pt x="914400" y="903593"/>
                  </a:lnTo>
                  <a:lnTo>
                    <a:pt x="917505" y="906865"/>
                  </a:lnTo>
                  <a:lnTo>
                    <a:pt x="922465" y="912744"/>
                  </a:lnTo>
                  <a:lnTo>
                    <a:pt x="923714" y="914400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3272279" y="727069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9393" y="931969"/>
                  </a:lnTo>
                  <a:lnTo>
                    <a:pt x="908884" y="928551"/>
                  </a:lnTo>
                  <a:lnTo>
                    <a:pt x="907626" y="918074"/>
                  </a:lnTo>
                  <a:lnTo>
                    <a:pt x="907289" y="91439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3272279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3281719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3291159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3300599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3310040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3319480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3328920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3338360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3347801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3357241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3366681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3376121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3385562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3395002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3404442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3413882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3423322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3432763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3442203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3451643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3461083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3470524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3479964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3489404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3498844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3508285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3517725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3527165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3536605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3546046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3555486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3564926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3574366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3583807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3593247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3602687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3612127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3621568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3631008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3640448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3649888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3668769" y="74463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785" y="896830"/>
                  </a:lnTo>
                  <a:lnTo>
                    <a:pt x="909218" y="897256"/>
                  </a:lnTo>
                  <a:lnTo>
                    <a:pt x="909688" y="897719"/>
                  </a:lnTo>
                  <a:lnTo>
                    <a:pt x="910158" y="898182"/>
                  </a:lnTo>
                  <a:lnTo>
                    <a:pt x="910628" y="898646"/>
                  </a:lnTo>
                  <a:lnTo>
                    <a:pt x="911098" y="899109"/>
                  </a:lnTo>
                  <a:lnTo>
                    <a:pt x="911567" y="899572"/>
                  </a:lnTo>
                  <a:lnTo>
                    <a:pt x="912037" y="900035"/>
                  </a:lnTo>
                  <a:lnTo>
                    <a:pt x="912507" y="900499"/>
                  </a:lnTo>
                  <a:lnTo>
                    <a:pt x="912977" y="900962"/>
                  </a:lnTo>
                  <a:lnTo>
                    <a:pt x="913446" y="901425"/>
                  </a:lnTo>
                  <a:lnTo>
                    <a:pt x="913916" y="901888"/>
                  </a:lnTo>
                  <a:lnTo>
                    <a:pt x="914400" y="902365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3678209" y="74463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2365"/>
                  </a:lnTo>
                  <a:lnTo>
                    <a:pt x="905415" y="902815"/>
                  </a:lnTo>
                  <a:lnTo>
                    <a:pt x="905885" y="903278"/>
                  </a:lnTo>
                  <a:lnTo>
                    <a:pt x="906354" y="903742"/>
                  </a:lnTo>
                  <a:lnTo>
                    <a:pt x="906824" y="904205"/>
                  </a:lnTo>
                  <a:lnTo>
                    <a:pt x="907293" y="904669"/>
                  </a:lnTo>
                  <a:lnTo>
                    <a:pt x="907762" y="905132"/>
                  </a:lnTo>
                  <a:lnTo>
                    <a:pt x="908232" y="905596"/>
                  </a:lnTo>
                  <a:lnTo>
                    <a:pt x="908701" y="906059"/>
                  </a:lnTo>
                  <a:lnTo>
                    <a:pt x="909170" y="906522"/>
                  </a:lnTo>
                  <a:lnTo>
                    <a:pt x="909640" y="906986"/>
                  </a:lnTo>
                  <a:lnTo>
                    <a:pt x="910109" y="907449"/>
                  </a:lnTo>
                  <a:lnTo>
                    <a:pt x="910578" y="907913"/>
                  </a:lnTo>
                  <a:lnTo>
                    <a:pt x="911047" y="908377"/>
                  </a:lnTo>
                  <a:lnTo>
                    <a:pt x="911516" y="908840"/>
                  </a:lnTo>
                  <a:lnTo>
                    <a:pt x="911985" y="909304"/>
                  </a:lnTo>
                  <a:lnTo>
                    <a:pt x="912454" y="909767"/>
                  </a:lnTo>
                  <a:lnTo>
                    <a:pt x="912923" y="910231"/>
                  </a:lnTo>
                  <a:lnTo>
                    <a:pt x="913392" y="910694"/>
                  </a:lnTo>
                  <a:lnTo>
                    <a:pt x="913861" y="911158"/>
                  </a:lnTo>
                  <a:lnTo>
                    <a:pt x="914400" y="911691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3678209" y="744639"/>
              <a:ext cx="917138" cy="914400"/>
            </a:xfrm>
            <a:custGeom>
              <a:avLst/>
              <a:pathLst>
                <a:path w="917138" h="914400">
                  <a:moveTo>
                    <a:pt x="914400" y="914400"/>
                  </a:moveTo>
                  <a:lnTo>
                    <a:pt x="914400" y="911691"/>
                  </a:lnTo>
                  <a:lnTo>
                    <a:pt x="914799" y="912085"/>
                  </a:lnTo>
                  <a:lnTo>
                    <a:pt x="915268" y="912549"/>
                  </a:lnTo>
                  <a:lnTo>
                    <a:pt x="915736" y="913013"/>
                  </a:lnTo>
                  <a:lnTo>
                    <a:pt x="916205" y="913477"/>
                  </a:lnTo>
                  <a:lnTo>
                    <a:pt x="916674" y="913940"/>
                  </a:lnTo>
                  <a:lnTo>
                    <a:pt x="917138" y="914400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3272279" y="70949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7289" y="931969"/>
                  </a:lnTo>
                  <a:lnTo>
                    <a:pt x="906656" y="925061"/>
                  </a:lnTo>
                  <a:lnTo>
                    <a:pt x="905977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3272279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3281719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3291159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3300599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3310040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3319480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3328920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3338360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3347801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3357241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3366681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3376121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3385562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3395002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3404442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3413882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3423322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3432763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3442203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3451643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3461083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3470524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3479964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3489404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3498844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3508285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3517725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3527165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3536605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3546046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3555486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3564926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3574366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3583807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3593247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3602687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3612127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3621568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3631008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3649888" y="72706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8122" y="896830"/>
                  </a:lnTo>
                  <a:lnTo>
                    <a:pt x="909106" y="897503"/>
                  </a:lnTo>
                  <a:lnTo>
                    <a:pt x="914400" y="901737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3659328" y="72706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901737"/>
                  </a:lnTo>
                  <a:lnTo>
                    <a:pt x="905235" y="901957"/>
                  </a:lnTo>
                  <a:lnTo>
                    <a:pt x="910667" y="906959"/>
                  </a:lnTo>
                  <a:lnTo>
                    <a:pt x="911133" y="907418"/>
                  </a:lnTo>
                  <a:lnTo>
                    <a:pt x="911604" y="907880"/>
                  </a:lnTo>
                  <a:lnTo>
                    <a:pt x="912074" y="908343"/>
                  </a:lnTo>
                  <a:lnTo>
                    <a:pt x="912545" y="908806"/>
                  </a:lnTo>
                  <a:lnTo>
                    <a:pt x="913015" y="909269"/>
                  </a:lnTo>
                  <a:lnTo>
                    <a:pt x="913486" y="909732"/>
                  </a:lnTo>
                  <a:lnTo>
                    <a:pt x="913956" y="910195"/>
                  </a:lnTo>
                  <a:lnTo>
                    <a:pt x="914400" y="910632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3659328" y="727069"/>
              <a:ext cx="918225" cy="914399"/>
            </a:xfrm>
            <a:custGeom>
              <a:avLst/>
              <a:pathLst>
                <a:path w="918225" h="914399">
                  <a:moveTo>
                    <a:pt x="914400" y="914399"/>
                  </a:moveTo>
                  <a:lnTo>
                    <a:pt x="914427" y="910658"/>
                  </a:lnTo>
                  <a:lnTo>
                    <a:pt x="914897" y="911121"/>
                  </a:lnTo>
                  <a:lnTo>
                    <a:pt x="915367" y="911584"/>
                  </a:lnTo>
                  <a:lnTo>
                    <a:pt x="915837" y="912047"/>
                  </a:lnTo>
                  <a:lnTo>
                    <a:pt x="916308" y="912510"/>
                  </a:lnTo>
                  <a:lnTo>
                    <a:pt x="916778" y="912973"/>
                  </a:lnTo>
                  <a:lnTo>
                    <a:pt x="917248" y="913437"/>
                  </a:lnTo>
                  <a:lnTo>
                    <a:pt x="917718" y="913900"/>
                  </a:lnTo>
                  <a:lnTo>
                    <a:pt x="918225" y="91439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3272279" y="69193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977" y="931969"/>
                  </a:lnTo>
                  <a:lnTo>
                    <a:pt x="905590" y="921259"/>
                  </a:lnTo>
                  <a:lnTo>
                    <a:pt x="905531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3272279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3281719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3291159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3300599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3310040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3319480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3328920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3338360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3347801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3357241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3366681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3376121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3385562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3395002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3404442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3413882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3423322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3432763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3442203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3451643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3461083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3470524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3479964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3489404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3498844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3508285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3517725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3527165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3536605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3546046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3555486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3564926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3574366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3583807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3593247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3612127" y="70949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195" y="896830"/>
                  </a:lnTo>
                  <a:lnTo>
                    <a:pt x="914400" y="899657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3621568" y="70949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9657"/>
                  </a:lnTo>
                  <a:lnTo>
                    <a:pt x="905444" y="900278"/>
                  </a:lnTo>
                  <a:lnTo>
                    <a:pt x="914117" y="902967"/>
                  </a:lnTo>
                  <a:lnTo>
                    <a:pt x="914400" y="9030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3631008" y="70949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3069"/>
                  </a:lnTo>
                  <a:lnTo>
                    <a:pt x="910626" y="905118"/>
                  </a:lnTo>
                  <a:lnTo>
                    <a:pt x="914400" y="906877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3640448" y="70949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6877"/>
                  </a:lnTo>
                  <a:lnTo>
                    <a:pt x="907066" y="907858"/>
                  </a:lnTo>
                  <a:lnTo>
                    <a:pt x="912858" y="911180"/>
                  </a:lnTo>
                  <a:lnTo>
                    <a:pt x="914400" y="912235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3640448" y="709499"/>
              <a:ext cx="917562" cy="914400"/>
            </a:xfrm>
            <a:custGeom>
              <a:avLst/>
              <a:pathLst>
                <a:path w="917562" h="914400">
                  <a:moveTo>
                    <a:pt x="914400" y="914400"/>
                  </a:moveTo>
                  <a:lnTo>
                    <a:pt x="914400" y="912235"/>
                  </a:lnTo>
                  <a:lnTo>
                    <a:pt x="917562" y="914400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3272279" y="67436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531" y="931969"/>
                  </a:lnTo>
                  <a:lnTo>
                    <a:pt x="905497" y="928095"/>
                  </a:lnTo>
                  <a:lnTo>
                    <a:pt x="905698" y="917366"/>
                  </a:lnTo>
                  <a:lnTo>
                    <a:pt x="905835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3272279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3281719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3291159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3300599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3310040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3319480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3328920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3338360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3347801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3357241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3366681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3376121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3385562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3395002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3404442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3413882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3423322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3432763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3442203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3451643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3461083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3470524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3479964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3489404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3498844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3508285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3517725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3527165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3536605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3546046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3555486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3564926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3574366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3583807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3602687" y="69193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754" y="896830"/>
                  </a:lnTo>
                  <a:lnTo>
                    <a:pt x="914400" y="898115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3602687" y="691930"/>
              <a:ext cx="921635" cy="914400"/>
            </a:xfrm>
            <a:custGeom>
              <a:avLst/>
              <a:pathLst>
                <a:path w="921635" h="914400">
                  <a:moveTo>
                    <a:pt x="914400" y="914400"/>
                  </a:moveTo>
                  <a:lnTo>
                    <a:pt x="914400" y="898115"/>
                  </a:lnTo>
                  <a:lnTo>
                    <a:pt x="915320" y="899948"/>
                  </a:lnTo>
                  <a:lnTo>
                    <a:pt x="919205" y="908568"/>
                  </a:lnTo>
                  <a:lnTo>
                    <a:pt x="921480" y="914201"/>
                  </a:lnTo>
                  <a:lnTo>
                    <a:pt x="921635" y="914400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3714770" y="1793312"/>
              <a:ext cx="930016" cy="1227704"/>
            </a:xfrm>
            <a:custGeom>
              <a:avLst/>
              <a:pathLst>
                <a:path w="930016" h="1227704">
                  <a:moveTo>
                    <a:pt x="914400" y="914400"/>
                  </a:moveTo>
                  <a:lnTo>
                    <a:pt x="905217" y="939176"/>
                  </a:lnTo>
                  <a:lnTo>
                    <a:pt x="892569" y="943362"/>
                  </a:lnTo>
                  <a:lnTo>
                    <a:pt x="880437" y="951615"/>
                  </a:lnTo>
                  <a:lnTo>
                    <a:pt x="876104" y="1030010"/>
                  </a:lnTo>
                  <a:lnTo>
                    <a:pt x="898193" y="1059796"/>
                  </a:lnTo>
                  <a:lnTo>
                    <a:pt x="886060" y="1063966"/>
                  </a:lnTo>
                  <a:lnTo>
                    <a:pt x="874961" y="1072888"/>
                  </a:lnTo>
                  <a:lnTo>
                    <a:pt x="867032" y="1086082"/>
                  </a:lnTo>
                  <a:lnTo>
                    <a:pt x="858920" y="1114479"/>
                  </a:lnTo>
                  <a:lnTo>
                    <a:pt x="828442" y="1130573"/>
                  </a:lnTo>
                  <a:lnTo>
                    <a:pt x="816900" y="1142481"/>
                  </a:lnTo>
                  <a:lnTo>
                    <a:pt x="799881" y="1168973"/>
                  </a:lnTo>
                  <a:lnTo>
                    <a:pt x="791013" y="1207424"/>
                  </a:lnTo>
                  <a:lnTo>
                    <a:pt x="773773" y="1223827"/>
                  </a:lnTo>
                  <a:lnTo>
                    <a:pt x="754413" y="1227704"/>
                  </a:lnTo>
                  <a:lnTo>
                    <a:pt x="765771" y="1196202"/>
                  </a:lnTo>
                  <a:lnTo>
                    <a:pt x="780650" y="1170534"/>
                  </a:lnTo>
                  <a:lnTo>
                    <a:pt x="766343" y="1152930"/>
                  </a:lnTo>
                  <a:lnTo>
                    <a:pt x="757732" y="1125374"/>
                  </a:lnTo>
                  <a:lnTo>
                    <a:pt x="746614" y="1104236"/>
                  </a:lnTo>
                  <a:lnTo>
                    <a:pt x="755464" y="1080626"/>
                  </a:lnTo>
                  <a:lnTo>
                    <a:pt x="751113" y="1041935"/>
                  </a:lnTo>
                  <a:lnTo>
                    <a:pt x="752551" y="1004170"/>
                  </a:lnTo>
                  <a:lnTo>
                    <a:pt x="765458" y="985108"/>
                  </a:lnTo>
                  <a:lnTo>
                    <a:pt x="780245" y="969562"/>
                  </a:lnTo>
                  <a:lnTo>
                    <a:pt x="803274" y="933822"/>
                  </a:lnTo>
                  <a:lnTo>
                    <a:pt x="828239" y="907914"/>
                  </a:lnTo>
                  <a:lnTo>
                    <a:pt x="863068" y="896263"/>
                  </a:lnTo>
                  <a:lnTo>
                    <a:pt x="878796" y="907004"/>
                  </a:lnTo>
                  <a:lnTo>
                    <a:pt x="885581" y="883446"/>
                  </a:lnTo>
                  <a:lnTo>
                    <a:pt x="896810" y="878076"/>
                  </a:lnTo>
                  <a:lnTo>
                    <a:pt x="907356" y="883515"/>
                  </a:lnTo>
                  <a:lnTo>
                    <a:pt x="930016" y="906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3239623" y="2345679"/>
              <a:ext cx="1035334" cy="914400"/>
            </a:xfrm>
            <a:custGeom>
              <a:avLst/>
              <a:pathLst>
                <a:path w="1035334" h="914400">
                  <a:moveTo>
                    <a:pt x="914399" y="914400"/>
                  </a:moveTo>
                  <a:lnTo>
                    <a:pt x="905807" y="913147"/>
                  </a:lnTo>
                  <a:lnTo>
                    <a:pt x="900073" y="889555"/>
                  </a:lnTo>
                  <a:lnTo>
                    <a:pt x="898727" y="828850"/>
                  </a:lnTo>
                  <a:lnTo>
                    <a:pt x="902157" y="798858"/>
                  </a:lnTo>
                  <a:lnTo>
                    <a:pt x="943329" y="690676"/>
                  </a:lnTo>
                  <a:lnTo>
                    <a:pt x="961711" y="681840"/>
                  </a:lnTo>
                  <a:lnTo>
                    <a:pt x="987561" y="615542"/>
                  </a:lnTo>
                  <a:lnTo>
                    <a:pt x="994531" y="586047"/>
                  </a:lnTo>
                  <a:lnTo>
                    <a:pt x="1005741" y="559486"/>
                  </a:lnTo>
                  <a:lnTo>
                    <a:pt x="1012360" y="535740"/>
                  </a:lnTo>
                  <a:lnTo>
                    <a:pt x="1017910" y="526148"/>
                  </a:lnTo>
                  <a:lnTo>
                    <a:pt x="1029969" y="530644"/>
                  </a:lnTo>
                  <a:lnTo>
                    <a:pt x="1035334" y="535019"/>
                  </a:lnTo>
                  <a:lnTo>
                    <a:pt x="1022630" y="548848"/>
                  </a:lnTo>
                  <a:lnTo>
                    <a:pt x="1024105" y="566847"/>
                  </a:lnTo>
                  <a:lnTo>
                    <a:pt x="1023220" y="574311"/>
                  </a:lnTo>
                  <a:lnTo>
                    <a:pt x="991157" y="652603"/>
                  </a:lnTo>
                  <a:lnTo>
                    <a:pt x="982583" y="703442"/>
                  </a:lnTo>
                  <a:lnTo>
                    <a:pt x="971207" y="715847"/>
                  </a:lnTo>
                  <a:lnTo>
                    <a:pt x="924098" y="896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2294382" y="1407686"/>
              <a:ext cx="2334160" cy="2166470"/>
            </a:xfrm>
            <a:custGeom>
              <a:avLst/>
              <a:pathLst>
                <a:path w="2334160" h="2166470">
                  <a:moveTo>
                    <a:pt x="914400" y="914400"/>
                  </a:moveTo>
                  <a:lnTo>
                    <a:pt x="928154" y="920199"/>
                  </a:lnTo>
                  <a:lnTo>
                    <a:pt x="946887" y="908583"/>
                  </a:lnTo>
                  <a:lnTo>
                    <a:pt x="959997" y="876051"/>
                  </a:lnTo>
                  <a:lnTo>
                    <a:pt x="967482" y="827237"/>
                  </a:lnTo>
                  <a:lnTo>
                    <a:pt x="976222" y="780739"/>
                  </a:lnTo>
                  <a:lnTo>
                    <a:pt x="965878" y="730998"/>
                  </a:lnTo>
                  <a:lnTo>
                    <a:pt x="954834" y="687313"/>
                  </a:lnTo>
                  <a:lnTo>
                    <a:pt x="954060" y="674479"/>
                  </a:lnTo>
                  <a:lnTo>
                    <a:pt x="983044" y="637624"/>
                  </a:lnTo>
                  <a:lnTo>
                    <a:pt x="991913" y="607649"/>
                  </a:lnTo>
                  <a:lnTo>
                    <a:pt x="1001519" y="579115"/>
                  </a:lnTo>
                  <a:lnTo>
                    <a:pt x="1012121" y="569404"/>
                  </a:lnTo>
                  <a:lnTo>
                    <a:pt x="1027904" y="567190"/>
                  </a:lnTo>
                  <a:lnTo>
                    <a:pt x="1046286" y="561820"/>
                  </a:lnTo>
                  <a:lnTo>
                    <a:pt x="1069463" y="542723"/>
                  </a:lnTo>
                  <a:lnTo>
                    <a:pt x="1090242" y="517140"/>
                  </a:lnTo>
                  <a:lnTo>
                    <a:pt x="1106117" y="493685"/>
                  </a:lnTo>
                  <a:lnTo>
                    <a:pt x="1111501" y="447273"/>
                  </a:lnTo>
                  <a:lnTo>
                    <a:pt x="1111723" y="423955"/>
                  </a:lnTo>
                  <a:lnTo>
                    <a:pt x="1118711" y="406643"/>
                  </a:lnTo>
                  <a:lnTo>
                    <a:pt x="1125477" y="372825"/>
                  </a:lnTo>
                  <a:lnTo>
                    <a:pt x="1118895" y="339469"/>
                  </a:lnTo>
                  <a:lnTo>
                    <a:pt x="1098410" y="288870"/>
                  </a:lnTo>
                  <a:lnTo>
                    <a:pt x="1073740" y="217716"/>
                  </a:lnTo>
                  <a:lnTo>
                    <a:pt x="1069963" y="179814"/>
                  </a:lnTo>
                  <a:lnTo>
                    <a:pt x="1998100" y="179814"/>
                  </a:lnTo>
                  <a:lnTo>
                    <a:pt x="1998552" y="184790"/>
                  </a:lnTo>
                  <a:lnTo>
                    <a:pt x="1996671" y="196732"/>
                  </a:lnTo>
                  <a:lnTo>
                    <a:pt x="2011016" y="245821"/>
                  </a:lnTo>
                  <a:lnTo>
                    <a:pt x="2007679" y="263031"/>
                  </a:lnTo>
                  <a:lnTo>
                    <a:pt x="2005743" y="284958"/>
                  </a:lnTo>
                  <a:lnTo>
                    <a:pt x="2026301" y="306028"/>
                  </a:lnTo>
                  <a:lnTo>
                    <a:pt x="2044647" y="305685"/>
                  </a:lnTo>
                  <a:lnTo>
                    <a:pt x="2063232" y="305359"/>
                  </a:lnTo>
                  <a:lnTo>
                    <a:pt x="2070331" y="310644"/>
                  </a:lnTo>
                  <a:lnTo>
                    <a:pt x="2077448" y="325554"/>
                  </a:lnTo>
                  <a:lnTo>
                    <a:pt x="2083182" y="343158"/>
                  </a:lnTo>
                  <a:lnTo>
                    <a:pt x="2098486" y="341700"/>
                  </a:lnTo>
                  <a:lnTo>
                    <a:pt x="2122916" y="327373"/>
                  </a:lnTo>
                  <a:lnTo>
                    <a:pt x="2138810" y="323959"/>
                  </a:lnTo>
                  <a:lnTo>
                    <a:pt x="2149301" y="351497"/>
                  </a:lnTo>
                  <a:lnTo>
                    <a:pt x="2177843" y="387872"/>
                  </a:lnTo>
                  <a:lnTo>
                    <a:pt x="2194455" y="404172"/>
                  </a:lnTo>
                  <a:lnTo>
                    <a:pt x="2222684" y="412751"/>
                  </a:lnTo>
                  <a:lnTo>
                    <a:pt x="2252424" y="442109"/>
                  </a:lnTo>
                  <a:lnTo>
                    <a:pt x="2248257" y="477488"/>
                  </a:lnTo>
                  <a:lnTo>
                    <a:pt x="2260666" y="489310"/>
                  </a:lnTo>
                  <a:lnTo>
                    <a:pt x="2295754" y="503277"/>
                  </a:lnTo>
                  <a:lnTo>
                    <a:pt x="2308162" y="522116"/>
                  </a:lnTo>
                  <a:lnTo>
                    <a:pt x="2314118" y="538176"/>
                  </a:lnTo>
                  <a:lnTo>
                    <a:pt x="2323355" y="551491"/>
                  </a:lnTo>
                  <a:lnTo>
                    <a:pt x="2334160" y="591726"/>
                  </a:lnTo>
                  <a:lnTo>
                    <a:pt x="2330399" y="616520"/>
                  </a:lnTo>
                  <a:lnTo>
                    <a:pt x="2316257" y="625047"/>
                  </a:lnTo>
                  <a:lnTo>
                    <a:pt x="2282865" y="651608"/>
                  </a:lnTo>
                  <a:lnTo>
                    <a:pt x="2267986" y="671442"/>
                  </a:lnTo>
                  <a:lnTo>
                    <a:pt x="2256315" y="683796"/>
                  </a:lnTo>
                  <a:lnTo>
                    <a:pt x="2223145" y="710288"/>
                  </a:lnTo>
                  <a:lnTo>
                    <a:pt x="2210994" y="715041"/>
                  </a:lnTo>
                  <a:lnTo>
                    <a:pt x="2199360" y="728819"/>
                  </a:lnTo>
                  <a:lnTo>
                    <a:pt x="2188113" y="734841"/>
                  </a:lnTo>
                  <a:lnTo>
                    <a:pt x="2178046" y="731375"/>
                  </a:lnTo>
                  <a:lnTo>
                    <a:pt x="2140414" y="756323"/>
                  </a:lnTo>
                  <a:lnTo>
                    <a:pt x="2143345" y="766978"/>
                  </a:lnTo>
                  <a:lnTo>
                    <a:pt x="2172201" y="771491"/>
                  </a:lnTo>
                  <a:lnTo>
                    <a:pt x="2186914" y="766137"/>
                  </a:lnTo>
                  <a:lnTo>
                    <a:pt x="2198235" y="753595"/>
                  </a:lnTo>
                  <a:lnTo>
                    <a:pt x="2210607" y="750712"/>
                  </a:lnTo>
                  <a:lnTo>
                    <a:pt x="2221891" y="753080"/>
                  </a:lnTo>
                  <a:lnTo>
                    <a:pt x="2233857" y="743197"/>
                  </a:lnTo>
                  <a:lnTo>
                    <a:pt x="2243242" y="739251"/>
                  </a:lnTo>
                  <a:lnTo>
                    <a:pt x="2252941" y="743986"/>
                  </a:lnTo>
                  <a:lnTo>
                    <a:pt x="2263764" y="767681"/>
                  </a:lnTo>
                  <a:lnTo>
                    <a:pt x="2241306" y="780018"/>
                  </a:lnTo>
                  <a:lnTo>
                    <a:pt x="2225376" y="780584"/>
                  </a:lnTo>
                  <a:lnTo>
                    <a:pt x="2217595" y="819447"/>
                  </a:lnTo>
                  <a:lnTo>
                    <a:pt x="2207952" y="836142"/>
                  </a:lnTo>
                  <a:lnTo>
                    <a:pt x="2201038" y="844172"/>
                  </a:lnTo>
                  <a:lnTo>
                    <a:pt x="2165692" y="860712"/>
                  </a:lnTo>
                  <a:lnTo>
                    <a:pt x="2142368" y="881679"/>
                  </a:lnTo>
                  <a:lnTo>
                    <a:pt x="2114877" y="898563"/>
                  </a:lnTo>
                  <a:lnTo>
                    <a:pt x="2102874" y="894891"/>
                  </a:lnTo>
                  <a:lnTo>
                    <a:pt x="2084786" y="912049"/>
                  </a:lnTo>
                  <a:lnTo>
                    <a:pt x="2044592" y="932364"/>
                  </a:lnTo>
                  <a:lnTo>
                    <a:pt x="2023996" y="959731"/>
                  </a:lnTo>
                  <a:lnTo>
                    <a:pt x="1977772" y="984215"/>
                  </a:lnTo>
                  <a:lnTo>
                    <a:pt x="1954227" y="1004136"/>
                  </a:lnTo>
                  <a:lnTo>
                    <a:pt x="1890266" y="1005182"/>
                  </a:lnTo>
                  <a:lnTo>
                    <a:pt x="1829181" y="1000807"/>
                  </a:lnTo>
                  <a:lnTo>
                    <a:pt x="1810005" y="1010278"/>
                  </a:lnTo>
                  <a:lnTo>
                    <a:pt x="1829605" y="1013212"/>
                  </a:lnTo>
                  <a:lnTo>
                    <a:pt x="1843341" y="1022512"/>
                  </a:lnTo>
                  <a:lnTo>
                    <a:pt x="1859806" y="1018634"/>
                  </a:lnTo>
                  <a:lnTo>
                    <a:pt x="1898508" y="1023284"/>
                  </a:lnTo>
                  <a:lnTo>
                    <a:pt x="1918421" y="1028346"/>
                  </a:lnTo>
                  <a:lnTo>
                    <a:pt x="1943976" y="1060912"/>
                  </a:lnTo>
                  <a:lnTo>
                    <a:pt x="1925187" y="1072493"/>
                  </a:lnTo>
                  <a:lnTo>
                    <a:pt x="1892644" y="1081381"/>
                  </a:lnTo>
                  <a:lnTo>
                    <a:pt x="1904850" y="1127570"/>
                  </a:lnTo>
                  <a:lnTo>
                    <a:pt x="1914917" y="1158712"/>
                  </a:lnTo>
                  <a:lnTo>
                    <a:pt x="1901734" y="1177500"/>
                  </a:lnTo>
                  <a:lnTo>
                    <a:pt x="1900757" y="1262981"/>
                  </a:lnTo>
                  <a:lnTo>
                    <a:pt x="1882264" y="1264611"/>
                  </a:lnTo>
                  <a:lnTo>
                    <a:pt x="1874409" y="1299974"/>
                  </a:lnTo>
                  <a:lnTo>
                    <a:pt x="1880236" y="1318007"/>
                  </a:lnTo>
                  <a:lnTo>
                    <a:pt x="1879775" y="1359890"/>
                  </a:lnTo>
                  <a:lnTo>
                    <a:pt x="1883628" y="1385695"/>
                  </a:lnTo>
                  <a:lnTo>
                    <a:pt x="1892700" y="1409459"/>
                  </a:lnTo>
                  <a:lnTo>
                    <a:pt x="1888662" y="1434235"/>
                  </a:lnTo>
                  <a:lnTo>
                    <a:pt x="1859419" y="1492229"/>
                  </a:lnTo>
                  <a:lnTo>
                    <a:pt x="1860083" y="1519442"/>
                  </a:lnTo>
                  <a:lnTo>
                    <a:pt x="1865338" y="1535605"/>
                  </a:lnTo>
                  <a:lnTo>
                    <a:pt x="1869228" y="1561445"/>
                  </a:lnTo>
                  <a:lnTo>
                    <a:pt x="1855934" y="1611117"/>
                  </a:lnTo>
                  <a:lnTo>
                    <a:pt x="1846549" y="1652622"/>
                  </a:lnTo>
                  <a:lnTo>
                    <a:pt x="1835394" y="1687556"/>
                  </a:lnTo>
                  <a:lnTo>
                    <a:pt x="1810429" y="1729473"/>
                  </a:lnTo>
                  <a:lnTo>
                    <a:pt x="1798002" y="1760803"/>
                  </a:lnTo>
                  <a:lnTo>
                    <a:pt x="1768926" y="1858570"/>
                  </a:lnTo>
                  <a:lnTo>
                    <a:pt x="1754507" y="1877975"/>
                  </a:lnTo>
                  <a:lnTo>
                    <a:pt x="1736825" y="1892886"/>
                  </a:lnTo>
                  <a:lnTo>
                    <a:pt x="1717115" y="1879091"/>
                  </a:lnTo>
                  <a:lnTo>
                    <a:pt x="1699046" y="1871575"/>
                  </a:lnTo>
                  <a:lnTo>
                    <a:pt x="1676975" y="1872485"/>
                  </a:lnTo>
                  <a:lnTo>
                    <a:pt x="1642404" y="1883792"/>
                  </a:lnTo>
                  <a:lnTo>
                    <a:pt x="1590409" y="1876277"/>
                  </a:lnTo>
                  <a:lnTo>
                    <a:pt x="1539594" y="1879897"/>
                  </a:lnTo>
                  <a:lnTo>
                    <a:pt x="1526743" y="1889660"/>
                  </a:lnTo>
                  <a:lnTo>
                    <a:pt x="1534450" y="1925143"/>
                  </a:lnTo>
                  <a:lnTo>
                    <a:pt x="1515717" y="1929792"/>
                  </a:lnTo>
                  <a:lnTo>
                    <a:pt x="1497408" y="1919704"/>
                  </a:lnTo>
                  <a:lnTo>
                    <a:pt x="1481293" y="1931748"/>
                  </a:lnTo>
                  <a:lnTo>
                    <a:pt x="1467834" y="1944960"/>
                  </a:lnTo>
                  <a:lnTo>
                    <a:pt x="1441394" y="1976308"/>
                  </a:lnTo>
                  <a:lnTo>
                    <a:pt x="1432543" y="1995611"/>
                  </a:lnTo>
                  <a:lnTo>
                    <a:pt x="1430257" y="2031968"/>
                  </a:lnTo>
                  <a:lnTo>
                    <a:pt x="1444141" y="2064569"/>
                  </a:lnTo>
                  <a:lnTo>
                    <a:pt x="1456457" y="2102745"/>
                  </a:lnTo>
                  <a:lnTo>
                    <a:pt x="1424744" y="2148814"/>
                  </a:lnTo>
                  <a:lnTo>
                    <a:pt x="1407044" y="2150376"/>
                  </a:lnTo>
                  <a:lnTo>
                    <a:pt x="1355380" y="2137593"/>
                  </a:lnTo>
                  <a:lnTo>
                    <a:pt x="1263817" y="2166470"/>
                  </a:lnTo>
                  <a:lnTo>
                    <a:pt x="1181584" y="2143633"/>
                  </a:lnTo>
                  <a:lnTo>
                    <a:pt x="1191928" y="2118959"/>
                  </a:lnTo>
                  <a:lnTo>
                    <a:pt x="1191577" y="2100823"/>
                  </a:lnTo>
                  <a:lnTo>
                    <a:pt x="1196224" y="2072924"/>
                  </a:lnTo>
                  <a:lnTo>
                    <a:pt x="1198990" y="2044391"/>
                  </a:lnTo>
                  <a:lnTo>
                    <a:pt x="1198215" y="2025294"/>
                  </a:lnTo>
                  <a:lnTo>
                    <a:pt x="1192186" y="2004945"/>
                  </a:lnTo>
                  <a:lnTo>
                    <a:pt x="1171904" y="1978315"/>
                  </a:lnTo>
                  <a:lnTo>
                    <a:pt x="1126215" y="1888442"/>
                  </a:lnTo>
                  <a:lnTo>
                    <a:pt x="1112700" y="1850505"/>
                  </a:lnTo>
                  <a:lnTo>
                    <a:pt x="1103296" y="1834703"/>
                  </a:lnTo>
                  <a:lnTo>
                    <a:pt x="1110063" y="1833845"/>
                  </a:lnTo>
                  <a:lnTo>
                    <a:pt x="1147695" y="1854212"/>
                  </a:lnTo>
                  <a:lnTo>
                    <a:pt x="1156472" y="1851706"/>
                  </a:lnTo>
                  <a:lnTo>
                    <a:pt x="1165691" y="1844054"/>
                  </a:lnTo>
                  <a:lnTo>
                    <a:pt x="1154462" y="1814903"/>
                  </a:lnTo>
                  <a:lnTo>
                    <a:pt x="1144819" y="1801708"/>
                  </a:lnTo>
                  <a:lnTo>
                    <a:pt x="1138273" y="1781976"/>
                  </a:lnTo>
                  <a:lnTo>
                    <a:pt x="1160307" y="1776640"/>
                  </a:lnTo>
                  <a:lnTo>
                    <a:pt x="1176219" y="1777824"/>
                  </a:lnTo>
                  <a:lnTo>
                    <a:pt x="1187945" y="1755622"/>
                  </a:lnTo>
                  <a:lnTo>
                    <a:pt x="1181178" y="1719727"/>
                  </a:lnTo>
                  <a:lnTo>
                    <a:pt x="1164086" y="1708677"/>
                  </a:lnTo>
                  <a:lnTo>
                    <a:pt x="1149815" y="1703873"/>
                  </a:lnTo>
                  <a:lnTo>
                    <a:pt x="1122454" y="1647492"/>
                  </a:lnTo>
                  <a:lnTo>
                    <a:pt x="1093912" y="1618289"/>
                  </a:lnTo>
                  <a:lnTo>
                    <a:pt x="1043004" y="1505647"/>
                  </a:lnTo>
                  <a:lnTo>
                    <a:pt x="1024382" y="1428333"/>
                  </a:lnTo>
                  <a:lnTo>
                    <a:pt x="1007069" y="1435677"/>
                  </a:lnTo>
                  <a:lnTo>
                    <a:pt x="998661" y="1401995"/>
                  </a:lnTo>
                  <a:lnTo>
                    <a:pt x="992632" y="1370099"/>
                  </a:lnTo>
                  <a:lnTo>
                    <a:pt x="991433" y="1346644"/>
                  </a:lnTo>
                  <a:lnTo>
                    <a:pt x="964293" y="1333209"/>
                  </a:lnTo>
                  <a:lnTo>
                    <a:pt x="963186" y="1316772"/>
                  </a:lnTo>
                  <a:lnTo>
                    <a:pt x="958300" y="1243421"/>
                  </a:lnTo>
                  <a:lnTo>
                    <a:pt x="929187" y="1233573"/>
                  </a:lnTo>
                  <a:lnTo>
                    <a:pt x="910362" y="1192410"/>
                  </a:lnTo>
                  <a:lnTo>
                    <a:pt x="907006" y="1114530"/>
                  </a:lnTo>
                  <a:lnTo>
                    <a:pt x="887830" y="1100358"/>
                  </a:lnTo>
                  <a:lnTo>
                    <a:pt x="872398" y="1104287"/>
                  </a:lnTo>
                  <a:lnTo>
                    <a:pt x="873117" y="1084984"/>
                  </a:lnTo>
                  <a:lnTo>
                    <a:pt x="876804" y="1066865"/>
                  </a:lnTo>
                  <a:lnTo>
                    <a:pt x="867788" y="995076"/>
                  </a:lnTo>
                  <a:lnTo>
                    <a:pt x="864783" y="929550"/>
                  </a:lnTo>
                  <a:lnTo>
                    <a:pt x="857463" y="909767"/>
                  </a:lnTo>
                  <a:lnTo>
                    <a:pt x="853315" y="886604"/>
                  </a:lnTo>
                  <a:lnTo>
                    <a:pt x="857039" y="866597"/>
                  </a:lnTo>
                  <a:lnTo>
                    <a:pt x="862497" y="855101"/>
                  </a:lnTo>
                  <a:lnTo>
                    <a:pt x="881285" y="852082"/>
                  </a:lnTo>
                  <a:lnTo>
                    <a:pt x="898838" y="869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3742076" y="1776394"/>
              <a:ext cx="950851" cy="914400"/>
            </a:xfrm>
            <a:custGeom>
              <a:avLst/>
              <a:pathLst>
                <a:path w="950851" h="914400">
                  <a:moveTo>
                    <a:pt x="914400" y="914400"/>
                  </a:moveTo>
                  <a:lnTo>
                    <a:pt x="904609" y="912735"/>
                  </a:lnTo>
                  <a:lnTo>
                    <a:pt x="895685" y="896555"/>
                  </a:lnTo>
                  <a:lnTo>
                    <a:pt x="913736" y="871848"/>
                  </a:lnTo>
                  <a:lnTo>
                    <a:pt x="941356" y="873186"/>
                  </a:lnTo>
                  <a:lnTo>
                    <a:pt x="950851" y="878333"/>
                  </a:lnTo>
                  <a:lnTo>
                    <a:pt x="917792" y="8924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3597357" y="1369012"/>
              <a:ext cx="935861" cy="914400"/>
            </a:xfrm>
            <a:custGeom>
              <a:avLst/>
              <a:pathLst>
                <a:path w="935861" h="914400">
                  <a:moveTo>
                    <a:pt x="914400" y="914400"/>
                  </a:moveTo>
                  <a:lnTo>
                    <a:pt x="910251" y="913336"/>
                  </a:lnTo>
                  <a:lnTo>
                    <a:pt x="915414" y="897018"/>
                  </a:lnTo>
                  <a:lnTo>
                    <a:pt x="919249" y="889967"/>
                  </a:lnTo>
                  <a:lnTo>
                    <a:pt x="931971" y="883378"/>
                  </a:lnTo>
                  <a:lnTo>
                    <a:pt x="935861" y="884527"/>
                  </a:lnTo>
                  <a:lnTo>
                    <a:pt x="922770" y="911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3634823" y="1222242"/>
              <a:ext cx="938590" cy="914399"/>
            </a:xfrm>
            <a:custGeom>
              <a:avLst/>
              <a:pathLst>
                <a:path w="938590" h="914399">
                  <a:moveTo>
                    <a:pt x="914400" y="914399"/>
                  </a:moveTo>
                  <a:lnTo>
                    <a:pt x="909643" y="900141"/>
                  </a:lnTo>
                  <a:lnTo>
                    <a:pt x="911542" y="897344"/>
                  </a:lnTo>
                  <a:lnTo>
                    <a:pt x="914787" y="883275"/>
                  </a:lnTo>
                  <a:lnTo>
                    <a:pt x="923950" y="875554"/>
                  </a:lnTo>
                  <a:lnTo>
                    <a:pt x="938590" y="880186"/>
                  </a:lnTo>
                  <a:lnTo>
                    <a:pt x="938498" y="883704"/>
                  </a:lnTo>
                  <a:lnTo>
                    <a:pt x="924504" y="895097"/>
                  </a:lnTo>
                  <a:lnTo>
                    <a:pt x="919138" y="902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3890465" y="2980371"/>
              <a:ext cx="928689" cy="915639"/>
            </a:xfrm>
            <a:custGeom>
              <a:avLst/>
              <a:pathLst>
                <a:path w="928689" h="915639">
                  <a:moveTo>
                    <a:pt x="914400" y="914400"/>
                  </a:moveTo>
                  <a:lnTo>
                    <a:pt x="861519" y="909801"/>
                  </a:lnTo>
                  <a:lnTo>
                    <a:pt x="853997" y="905546"/>
                  </a:lnTo>
                  <a:lnTo>
                    <a:pt x="883092" y="875451"/>
                  </a:lnTo>
                  <a:lnTo>
                    <a:pt x="902046" y="844172"/>
                  </a:lnTo>
                  <a:lnTo>
                    <a:pt x="918142" y="803353"/>
                  </a:lnTo>
                  <a:lnTo>
                    <a:pt x="919857" y="775077"/>
                  </a:lnTo>
                  <a:lnTo>
                    <a:pt x="923877" y="743197"/>
                  </a:lnTo>
                  <a:lnTo>
                    <a:pt x="928689" y="740822"/>
                  </a:lnTo>
                  <a:lnTo>
                    <a:pt x="928689" y="915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2907058" y="3126437"/>
              <a:ext cx="1912096" cy="920834"/>
            </a:xfrm>
            <a:custGeom>
              <a:avLst/>
              <a:pathLst>
                <a:path w="1912096" h="920834">
                  <a:moveTo>
                    <a:pt x="914400" y="914400"/>
                  </a:moveTo>
                  <a:lnTo>
                    <a:pt x="1022520" y="871676"/>
                  </a:lnTo>
                  <a:lnTo>
                    <a:pt x="1137997" y="831595"/>
                  </a:lnTo>
                  <a:lnTo>
                    <a:pt x="1164953" y="827237"/>
                  </a:lnTo>
                  <a:lnTo>
                    <a:pt x="1192057" y="818795"/>
                  </a:lnTo>
                  <a:lnTo>
                    <a:pt x="1202069" y="803799"/>
                  </a:lnTo>
                  <a:lnTo>
                    <a:pt x="1212062" y="793762"/>
                  </a:lnTo>
                  <a:lnTo>
                    <a:pt x="1227790" y="767321"/>
                  </a:lnTo>
                  <a:lnTo>
                    <a:pt x="1262564" y="726228"/>
                  </a:lnTo>
                  <a:lnTo>
                    <a:pt x="1324054" y="711266"/>
                  </a:lnTo>
                  <a:lnTo>
                    <a:pt x="1347010" y="691775"/>
                  </a:lnTo>
                  <a:lnTo>
                    <a:pt x="1395133" y="664476"/>
                  </a:lnTo>
                  <a:lnTo>
                    <a:pt x="1504839" y="633849"/>
                  </a:lnTo>
                  <a:lnTo>
                    <a:pt x="1550657" y="627123"/>
                  </a:lnTo>
                  <a:lnTo>
                    <a:pt x="1595553" y="626300"/>
                  </a:lnTo>
                  <a:lnTo>
                    <a:pt x="1635527" y="650458"/>
                  </a:lnTo>
                  <a:lnTo>
                    <a:pt x="1677842" y="680279"/>
                  </a:lnTo>
                  <a:lnTo>
                    <a:pt x="1685457" y="698277"/>
                  </a:lnTo>
                  <a:lnTo>
                    <a:pt x="1662557" y="687056"/>
                  </a:lnTo>
                  <a:lnTo>
                    <a:pt x="1629184" y="660272"/>
                  </a:lnTo>
                  <a:lnTo>
                    <a:pt x="1616849" y="659140"/>
                  </a:lnTo>
                  <a:lnTo>
                    <a:pt x="1645336" y="740606"/>
                  </a:lnTo>
                  <a:lnTo>
                    <a:pt x="1660916" y="769414"/>
                  </a:lnTo>
                  <a:lnTo>
                    <a:pt x="1692408" y="790965"/>
                  </a:lnTo>
                  <a:lnTo>
                    <a:pt x="1718811" y="798223"/>
                  </a:lnTo>
                  <a:lnTo>
                    <a:pt x="1800159" y="785165"/>
                  </a:lnTo>
                  <a:lnTo>
                    <a:pt x="1829052" y="768110"/>
                  </a:lnTo>
                  <a:lnTo>
                    <a:pt x="1837404" y="759480"/>
                  </a:lnTo>
                  <a:lnTo>
                    <a:pt x="1844927" y="763735"/>
                  </a:lnTo>
                  <a:lnTo>
                    <a:pt x="1897807" y="768333"/>
                  </a:lnTo>
                  <a:lnTo>
                    <a:pt x="1912096" y="769573"/>
                  </a:lnTo>
                  <a:lnTo>
                    <a:pt x="1912096" y="920834"/>
                  </a:lnTo>
                  <a:lnTo>
                    <a:pt x="902154" y="920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2453723" y="711003"/>
              <a:ext cx="966136" cy="1884401"/>
            </a:xfrm>
            <a:custGeom>
              <a:avLst/>
              <a:pathLst>
                <a:path w="966136" h="1884401">
                  <a:moveTo>
                    <a:pt x="914400" y="914400"/>
                  </a:moveTo>
                  <a:lnTo>
                    <a:pt x="939070" y="985554"/>
                  </a:lnTo>
                  <a:lnTo>
                    <a:pt x="959554" y="1036153"/>
                  </a:lnTo>
                  <a:lnTo>
                    <a:pt x="966136" y="1069508"/>
                  </a:lnTo>
                  <a:lnTo>
                    <a:pt x="959370" y="1103326"/>
                  </a:lnTo>
                  <a:lnTo>
                    <a:pt x="952382" y="1120639"/>
                  </a:lnTo>
                  <a:lnTo>
                    <a:pt x="952160" y="1143956"/>
                  </a:lnTo>
                  <a:lnTo>
                    <a:pt x="946777" y="1190369"/>
                  </a:lnTo>
                  <a:lnTo>
                    <a:pt x="930901" y="1213824"/>
                  </a:lnTo>
                  <a:lnTo>
                    <a:pt x="910122" y="1239406"/>
                  </a:lnTo>
                  <a:lnTo>
                    <a:pt x="886945" y="1258503"/>
                  </a:lnTo>
                  <a:lnTo>
                    <a:pt x="868563" y="1263874"/>
                  </a:lnTo>
                  <a:lnTo>
                    <a:pt x="852780" y="1266087"/>
                  </a:lnTo>
                  <a:lnTo>
                    <a:pt x="842178" y="1275798"/>
                  </a:lnTo>
                  <a:lnTo>
                    <a:pt x="832572" y="1304332"/>
                  </a:lnTo>
                  <a:lnTo>
                    <a:pt x="823703" y="1334307"/>
                  </a:lnTo>
                  <a:lnTo>
                    <a:pt x="794719" y="1371162"/>
                  </a:lnTo>
                  <a:lnTo>
                    <a:pt x="795493" y="1383997"/>
                  </a:lnTo>
                  <a:lnTo>
                    <a:pt x="806537" y="1427681"/>
                  </a:lnTo>
                  <a:lnTo>
                    <a:pt x="816881" y="1477422"/>
                  </a:lnTo>
                  <a:lnTo>
                    <a:pt x="808141" y="1523920"/>
                  </a:lnTo>
                  <a:lnTo>
                    <a:pt x="800656" y="1572735"/>
                  </a:lnTo>
                  <a:lnTo>
                    <a:pt x="787546" y="1605266"/>
                  </a:lnTo>
                  <a:lnTo>
                    <a:pt x="768813" y="1616882"/>
                  </a:lnTo>
                  <a:lnTo>
                    <a:pt x="755059" y="1611083"/>
                  </a:lnTo>
                  <a:lnTo>
                    <a:pt x="739497" y="1566455"/>
                  </a:lnTo>
                  <a:lnTo>
                    <a:pt x="739147" y="1556194"/>
                  </a:lnTo>
                  <a:lnTo>
                    <a:pt x="735275" y="1542554"/>
                  </a:lnTo>
                  <a:lnTo>
                    <a:pt x="691134" y="1528965"/>
                  </a:lnTo>
                  <a:lnTo>
                    <a:pt x="683335" y="1529462"/>
                  </a:lnTo>
                  <a:lnTo>
                    <a:pt x="665985" y="1521501"/>
                  </a:lnTo>
                  <a:lnTo>
                    <a:pt x="655807" y="1519253"/>
                  </a:lnTo>
                  <a:lnTo>
                    <a:pt x="634935" y="1514655"/>
                  </a:lnTo>
                  <a:lnTo>
                    <a:pt x="617585" y="1475277"/>
                  </a:lnTo>
                  <a:lnTo>
                    <a:pt x="599147" y="1442523"/>
                  </a:lnTo>
                  <a:lnTo>
                    <a:pt x="596529" y="1428831"/>
                  </a:lnTo>
                  <a:lnTo>
                    <a:pt x="597156" y="1367576"/>
                  </a:lnTo>
                  <a:lnTo>
                    <a:pt x="591514" y="1340330"/>
                  </a:lnTo>
                  <a:lnTo>
                    <a:pt x="589781" y="1310629"/>
                  </a:lnTo>
                  <a:lnTo>
                    <a:pt x="578183" y="1334788"/>
                  </a:lnTo>
                  <a:lnTo>
                    <a:pt x="584913" y="1372981"/>
                  </a:lnTo>
                  <a:lnTo>
                    <a:pt x="570605" y="1389007"/>
                  </a:lnTo>
                  <a:lnTo>
                    <a:pt x="552554" y="1396797"/>
                  </a:lnTo>
                  <a:lnTo>
                    <a:pt x="554251" y="1419171"/>
                  </a:lnTo>
                  <a:lnTo>
                    <a:pt x="561663" y="1423409"/>
                  </a:lnTo>
                  <a:lnTo>
                    <a:pt x="563212" y="1446641"/>
                  </a:lnTo>
                  <a:lnTo>
                    <a:pt x="558823" y="1481025"/>
                  </a:lnTo>
                  <a:lnTo>
                    <a:pt x="523293" y="1557481"/>
                  </a:lnTo>
                  <a:lnTo>
                    <a:pt x="516121" y="1565700"/>
                  </a:lnTo>
                  <a:lnTo>
                    <a:pt x="511253" y="1576029"/>
                  </a:lnTo>
                  <a:lnTo>
                    <a:pt x="493073" y="1569166"/>
                  </a:lnTo>
                  <a:lnTo>
                    <a:pt x="469749" y="1590459"/>
                  </a:lnTo>
                  <a:lnTo>
                    <a:pt x="447661" y="1593873"/>
                  </a:lnTo>
                  <a:lnTo>
                    <a:pt x="439659" y="1569783"/>
                  </a:lnTo>
                  <a:lnTo>
                    <a:pt x="408499" y="1537904"/>
                  </a:lnTo>
                  <a:lnTo>
                    <a:pt x="393785" y="1539688"/>
                  </a:lnTo>
                  <a:lnTo>
                    <a:pt x="406987" y="1555422"/>
                  </a:lnTo>
                  <a:lnTo>
                    <a:pt x="420004" y="1575875"/>
                  </a:lnTo>
                  <a:lnTo>
                    <a:pt x="412610" y="1589412"/>
                  </a:lnTo>
                  <a:lnTo>
                    <a:pt x="405346" y="1598249"/>
                  </a:lnTo>
                  <a:lnTo>
                    <a:pt x="392623" y="1602830"/>
                  </a:lnTo>
                  <a:lnTo>
                    <a:pt x="347100" y="1629596"/>
                  </a:lnTo>
                  <a:lnTo>
                    <a:pt x="363307" y="1647578"/>
                  </a:lnTo>
                  <a:lnTo>
                    <a:pt x="349552" y="1667996"/>
                  </a:lnTo>
                  <a:lnTo>
                    <a:pt x="333640" y="1670998"/>
                  </a:lnTo>
                  <a:lnTo>
                    <a:pt x="325159" y="1680538"/>
                  </a:lnTo>
                  <a:lnTo>
                    <a:pt x="322209" y="1693493"/>
                  </a:lnTo>
                  <a:lnTo>
                    <a:pt x="275063" y="1730399"/>
                  </a:lnTo>
                  <a:lnTo>
                    <a:pt x="198214" y="1825060"/>
                  </a:lnTo>
                  <a:lnTo>
                    <a:pt x="158719" y="1851809"/>
                  </a:lnTo>
                  <a:lnTo>
                    <a:pt x="131136" y="1879623"/>
                  </a:lnTo>
                  <a:lnTo>
                    <a:pt x="106835" y="1878936"/>
                  </a:lnTo>
                  <a:lnTo>
                    <a:pt x="99773" y="1884401"/>
                  </a:lnTo>
                  <a:lnTo>
                    <a:pt x="99773" y="876497"/>
                  </a:lnTo>
                  <a:lnTo>
                    <a:pt x="910622" y="8764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809685" y="3132768"/>
              <a:ext cx="1322376" cy="914502"/>
            </a:xfrm>
            <a:custGeom>
              <a:avLst/>
              <a:pathLst>
                <a:path w="1322376" h="914502">
                  <a:moveTo>
                    <a:pt x="914400" y="914400"/>
                  </a:moveTo>
                  <a:lnTo>
                    <a:pt x="914990" y="822862"/>
                  </a:lnTo>
                  <a:lnTo>
                    <a:pt x="904591" y="809238"/>
                  </a:lnTo>
                  <a:lnTo>
                    <a:pt x="891149" y="804503"/>
                  </a:lnTo>
                  <a:lnTo>
                    <a:pt x="882778" y="810765"/>
                  </a:lnTo>
                  <a:lnTo>
                    <a:pt x="865576" y="810851"/>
                  </a:lnTo>
                  <a:lnTo>
                    <a:pt x="861962" y="790124"/>
                  </a:lnTo>
                  <a:lnTo>
                    <a:pt x="866166" y="774768"/>
                  </a:lnTo>
                  <a:lnTo>
                    <a:pt x="900737" y="764267"/>
                  </a:lnTo>
                  <a:lnTo>
                    <a:pt x="923526" y="750197"/>
                  </a:lnTo>
                  <a:lnTo>
                    <a:pt x="924540" y="725336"/>
                  </a:lnTo>
                  <a:lnTo>
                    <a:pt x="910140" y="705793"/>
                  </a:lnTo>
                  <a:lnTo>
                    <a:pt x="892901" y="669950"/>
                  </a:lnTo>
                  <a:lnTo>
                    <a:pt x="872638" y="636251"/>
                  </a:lnTo>
                  <a:lnTo>
                    <a:pt x="870443" y="597080"/>
                  </a:lnTo>
                  <a:lnTo>
                    <a:pt x="905660" y="597852"/>
                  </a:lnTo>
                  <a:lnTo>
                    <a:pt x="914289" y="599327"/>
                  </a:lnTo>
                  <a:lnTo>
                    <a:pt x="967704" y="617686"/>
                  </a:lnTo>
                  <a:lnTo>
                    <a:pt x="980758" y="630572"/>
                  </a:lnTo>
                  <a:lnTo>
                    <a:pt x="997186" y="631172"/>
                  </a:lnTo>
                  <a:lnTo>
                    <a:pt x="1026779" y="619179"/>
                  </a:lnTo>
                  <a:lnTo>
                    <a:pt x="1048886" y="613912"/>
                  </a:lnTo>
                  <a:lnTo>
                    <a:pt x="1057460" y="621307"/>
                  </a:lnTo>
                  <a:lnTo>
                    <a:pt x="1069500" y="624412"/>
                  </a:lnTo>
                  <a:lnTo>
                    <a:pt x="1072284" y="624412"/>
                  </a:lnTo>
                  <a:lnTo>
                    <a:pt x="1073445" y="630864"/>
                  </a:lnTo>
                  <a:lnTo>
                    <a:pt x="1101084" y="640198"/>
                  </a:lnTo>
                  <a:lnTo>
                    <a:pt x="1112700" y="655074"/>
                  </a:lnTo>
                  <a:lnTo>
                    <a:pt x="1125606" y="677688"/>
                  </a:lnTo>
                  <a:lnTo>
                    <a:pt x="1126860" y="710237"/>
                  </a:lnTo>
                  <a:lnTo>
                    <a:pt x="1110340" y="733657"/>
                  </a:lnTo>
                  <a:lnTo>
                    <a:pt x="1096622" y="748482"/>
                  </a:lnTo>
                  <a:lnTo>
                    <a:pt x="1148506" y="742871"/>
                  </a:lnTo>
                  <a:lnTo>
                    <a:pt x="1153669" y="756306"/>
                  </a:lnTo>
                  <a:lnTo>
                    <a:pt x="1161524" y="770804"/>
                  </a:lnTo>
                  <a:lnTo>
                    <a:pt x="1189476" y="760475"/>
                  </a:lnTo>
                  <a:lnTo>
                    <a:pt x="1259540" y="803370"/>
                  </a:lnTo>
                  <a:lnTo>
                    <a:pt x="1301910" y="782489"/>
                  </a:lnTo>
                  <a:lnTo>
                    <a:pt x="1312752" y="781271"/>
                  </a:lnTo>
                  <a:lnTo>
                    <a:pt x="1322376" y="815930"/>
                  </a:lnTo>
                  <a:lnTo>
                    <a:pt x="1311848" y="850846"/>
                  </a:lnTo>
                  <a:lnTo>
                    <a:pt x="1274493" y="888096"/>
                  </a:lnTo>
                  <a:lnTo>
                    <a:pt x="1282772" y="911054"/>
                  </a:lnTo>
                  <a:lnTo>
                    <a:pt x="1290845" y="9145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2225203" y="3129645"/>
              <a:ext cx="922329" cy="917625"/>
            </a:xfrm>
            <a:custGeom>
              <a:avLst/>
              <a:pathLst>
                <a:path w="922329" h="917625">
                  <a:moveTo>
                    <a:pt x="914400" y="914399"/>
                  </a:moveTo>
                  <a:lnTo>
                    <a:pt x="922329" y="917625"/>
                  </a:lnTo>
                  <a:lnTo>
                    <a:pt x="891087" y="917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2337785" y="3092978"/>
              <a:ext cx="1315922" cy="954292"/>
            </a:xfrm>
            <a:custGeom>
              <a:avLst/>
              <a:pathLst>
                <a:path w="1315922" h="954292">
                  <a:moveTo>
                    <a:pt x="914400" y="914399"/>
                  </a:moveTo>
                  <a:lnTo>
                    <a:pt x="932469" y="903178"/>
                  </a:lnTo>
                  <a:lnTo>
                    <a:pt x="991950" y="895148"/>
                  </a:lnTo>
                  <a:lnTo>
                    <a:pt x="1002773" y="874919"/>
                  </a:lnTo>
                  <a:lnTo>
                    <a:pt x="1026871" y="854570"/>
                  </a:lnTo>
                  <a:lnTo>
                    <a:pt x="1042396" y="832350"/>
                  </a:lnTo>
                  <a:lnTo>
                    <a:pt x="1079567" y="790056"/>
                  </a:lnTo>
                  <a:lnTo>
                    <a:pt x="1118028" y="797674"/>
                  </a:lnTo>
                  <a:lnTo>
                    <a:pt x="1140486" y="805772"/>
                  </a:lnTo>
                  <a:lnTo>
                    <a:pt x="1165137" y="809856"/>
                  </a:lnTo>
                  <a:lnTo>
                    <a:pt x="1187576" y="854947"/>
                  </a:lnTo>
                  <a:lnTo>
                    <a:pt x="1244328" y="904791"/>
                  </a:lnTo>
                  <a:lnTo>
                    <a:pt x="1296471" y="900450"/>
                  </a:lnTo>
                  <a:lnTo>
                    <a:pt x="1314983" y="947600"/>
                  </a:lnTo>
                  <a:lnTo>
                    <a:pt x="1315922" y="954292"/>
                  </a:lnTo>
                  <a:lnTo>
                    <a:pt x="879902" y="954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2721738" y="3022030"/>
              <a:ext cx="914400" cy="938850"/>
            </a:xfrm>
            <a:custGeom>
              <a:avLst/>
              <a:pathLst>
                <a:path w="914400" h="938850">
                  <a:moveTo>
                    <a:pt x="914400" y="914399"/>
                  </a:moveTo>
                  <a:lnTo>
                    <a:pt x="909329" y="926444"/>
                  </a:lnTo>
                  <a:lnTo>
                    <a:pt x="888107" y="906404"/>
                  </a:lnTo>
                  <a:lnTo>
                    <a:pt x="866793" y="906678"/>
                  </a:lnTo>
                  <a:lnTo>
                    <a:pt x="854052" y="937546"/>
                  </a:lnTo>
                  <a:lnTo>
                    <a:pt x="844575" y="938850"/>
                  </a:lnTo>
                  <a:lnTo>
                    <a:pt x="811663" y="910813"/>
                  </a:lnTo>
                  <a:lnTo>
                    <a:pt x="806390" y="897139"/>
                  </a:lnTo>
                  <a:lnTo>
                    <a:pt x="805302" y="885763"/>
                  </a:lnTo>
                  <a:lnTo>
                    <a:pt x="810004" y="846385"/>
                  </a:lnTo>
                  <a:lnTo>
                    <a:pt x="809137" y="833997"/>
                  </a:lnTo>
                  <a:lnTo>
                    <a:pt x="819481" y="820459"/>
                  </a:lnTo>
                  <a:lnTo>
                    <a:pt x="821085" y="800899"/>
                  </a:lnTo>
                  <a:lnTo>
                    <a:pt x="839375" y="780275"/>
                  </a:lnTo>
                  <a:lnTo>
                    <a:pt x="855601" y="779503"/>
                  </a:lnTo>
                  <a:lnTo>
                    <a:pt x="860763" y="796970"/>
                  </a:lnTo>
                  <a:lnTo>
                    <a:pt x="868526" y="808998"/>
                  </a:lnTo>
                  <a:lnTo>
                    <a:pt x="895869" y="822484"/>
                  </a:lnTo>
                  <a:lnTo>
                    <a:pt x="899944" y="828610"/>
                  </a:lnTo>
                  <a:lnTo>
                    <a:pt x="902415" y="837086"/>
                  </a:lnTo>
                  <a:lnTo>
                    <a:pt x="889693" y="853695"/>
                  </a:lnTo>
                  <a:lnTo>
                    <a:pt x="885378" y="862205"/>
                  </a:lnTo>
                  <a:lnTo>
                    <a:pt x="889416" y="875845"/>
                  </a:lnTo>
                  <a:lnTo>
                    <a:pt x="909679" y="890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2747846" y="3120122"/>
              <a:ext cx="959190" cy="927148"/>
            </a:xfrm>
            <a:custGeom>
              <a:avLst/>
              <a:pathLst>
                <a:path w="959190" h="927148">
                  <a:moveTo>
                    <a:pt x="914399" y="914400"/>
                  </a:moveTo>
                  <a:lnTo>
                    <a:pt x="905844" y="906215"/>
                  </a:lnTo>
                  <a:lnTo>
                    <a:pt x="904572" y="894531"/>
                  </a:lnTo>
                  <a:lnTo>
                    <a:pt x="905955" y="882434"/>
                  </a:lnTo>
                  <a:lnTo>
                    <a:pt x="945818" y="915000"/>
                  </a:lnTo>
                  <a:lnTo>
                    <a:pt x="959190" y="927148"/>
                  </a:lnTo>
                  <a:lnTo>
                    <a:pt x="922903" y="927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2229923" y="2986685"/>
              <a:ext cx="943384" cy="914400"/>
            </a:xfrm>
            <a:custGeom>
              <a:avLst/>
              <a:pathLst>
                <a:path w="943384" h="914400">
                  <a:moveTo>
                    <a:pt x="914400" y="914400"/>
                  </a:moveTo>
                  <a:lnTo>
                    <a:pt x="903337" y="900347"/>
                  </a:lnTo>
                  <a:lnTo>
                    <a:pt x="892200" y="896778"/>
                  </a:lnTo>
                  <a:lnTo>
                    <a:pt x="898193" y="879449"/>
                  </a:lnTo>
                  <a:lnTo>
                    <a:pt x="906029" y="873152"/>
                  </a:lnTo>
                  <a:lnTo>
                    <a:pt x="934091" y="884442"/>
                  </a:lnTo>
                  <a:lnTo>
                    <a:pt x="942905" y="906541"/>
                  </a:lnTo>
                  <a:lnTo>
                    <a:pt x="943384" y="913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692844" y="2863319"/>
              <a:ext cx="979522" cy="914400"/>
            </a:xfrm>
            <a:custGeom>
              <a:avLst/>
              <a:pathLst>
                <a:path w="979522" h="914400">
                  <a:moveTo>
                    <a:pt x="914400" y="914400"/>
                  </a:moveTo>
                  <a:lnTo>
                    <a:pt x="916483" y="864779"/>
                  </a:lnTo>
                  <a:lnTo>
                    <a:pt x="937152" y="811915"/>
                  </a:lnTo>
                  <a:lnTo>
                    <a:pt x="945892" y="813099"/>
                  </a:lnTo>
                  <a:lnTo>
                    <a:pt x="936949" y="827374"/>
                  </a:lnTo>
                  <a:lnTo>
                    <a:pt x="934368" y="837377"/>
                  </a:lnTo>
                  <a:lnTo>
                    <a:pt x="930736" y="857366"/>
                  </a:lnTo>
                  <a:lnTo>
                    <a:pt x="932377" y="867747"/>
                  </a:lnTo>
                  <a:lnTo>
                    <a:pt x="979522" y="870595"/>
                  </a:lnTo>
                  <a:lnTo>
                    <a:pt x="974046" y="879860"/>
                  </a:lnTo>
                  <a:lnTo>
                    <a:pt x="926237" y="886106"/>
                  </a:lnTo>
                  <a:lnTo>
                    <a:pt x="918751" y="907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742737" y="2891046"/>
              <a:ext cx="921756" cy="914399"/>
            </a:xfrm>
            <a:custGeom>
              <a:avLst/>
              <a:pathLst>
                <a:path w="921756" h="914399">
                  <a:moveTo>
                    <a:pt x="914400" y="914399"/>
                  </a:moveTo>
                  <a:lnTo>
                    <a:pt x="896441" y="913387"/>
                  </a:lnTo>
                  <a:lnTo>
                    <a:pt x="886355" y="905289"/>
                  </a:lnTo>
                  <a:lnTo>
                    <a:pt x="889619" y="896658"/>
                  </a:lnTo>
                  <a:lnTo>
                    <a:pt x="899151" y="890069"/>
                  </a:lnTo>
                  <a:lnTo>
                    <a:pt x="907043" y="889057"/>
                  </a:lnTo>
                  <a:lnTo>
                    <a:pt x="919027" y="893124"/>
                  </a:lnTo>
                  <a:lnTo>
                    <a:pt x="921756" y="905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3904755" y="901131"/>
              <a:ext cx="914400" cy="1009042"/>
            </a:xfrm>
            <a:custGeom>
              <a:avLst/>
              <a:pathLst>
                <a:path w="914400" h="1009042">
                  <a:moveTo>
                    <a:pt x="914400" y="914400"/>
                  </a:moveTo>
                  <a:lnTo>
                    <a:pt x="914400" y="1005493"/>
                  </a:lnTo>
                  <a:lnTo>
                    <a:pt x="876602" y="1009042"/>
                  </a:lnTo>
                  <a:lnTo>
                    <a:pt x="866442" y="1002985"/>
                  </a:lnTo>
                  <a:lnTo>
                    <a:pt x="852522" y="955887"/>
                  </a:lnTo>
                  <a:lnTo>
                    <a:pt x="855287" y="943722"/>
                  </a:lnTo>
                  <a:lnTo>
                    <a:pt x="864654" y="938540"/>
                  </a:lnTo>
                  <a:lnTo>
                    <a:pt x="872674" y="937425"/>
                  </a:lnTo>
                  <a:lnTo>
                    <a:pt x="873854" y="962784"/>
                  </a:lnTo>
                  <a:lnTo>
                    <a:pt x="885636" y="960262"/>
                  </a:lnTo>
                  <a:lnTo>
                    <a:pt x="889324" y="943550"/>
                  </a:lnTo>
                  <a:lnTo>
                    <a:pt x="890154" y="931780"/>
                  </a:lnTo>
                  <a:lnTo>
                    <a:pt x="886964" y="925843"/>
                  </a:lnTo>
                  <a:lnTo>
                    <a:pt x="878962" y="921245"/>
                  </a:lnTo>
                  <a:lnTo>
                    <a:pt x="874334" y="913352"/>
                  </a:lnTo>
                  <a:lnTo>
                    <a:pt x="880990" y="900655"/>
                  </a:lnTo>
                  <a:lnTo>
                    <a:pt x="893306" y="895165"/>
                  </a:lnTo>
                  <a:lnTo>
                    <a:pt x="903927" y="912134"/>
                  </a:lnTo>
                  <a:lnTo>
                    <a:pt x="912427" y="91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3841973" y="966605"/>
              <a:ext cx="914400" cy="924832"/>
            </a:xfrm>
            <a:custGeom>
              <a:avLst/>
              <a:pathLst>
                <a:path w="914400" h="924832">
                  <a:moveTo>
                    <a:pt x="914400" y="914400"/>
                  </a:moveTo>
                  <a:lnTo>
                    <a:pt x="907172" y="912426"/>
                  </a:lnTo>
                  <a:lnTo>
                    <a:pt x="901622" y="915120"/>
                  </a:lnTo>
                  <a:lnTo>
                    <a:pt x="897861" y="924832"/>
                  </a:lnTo>
                  <a:lnTo>
                    <a:pt x="889674" y="921348"/>
                  </a:lnTo>
                  <a:lnTo>
                    <a:pt x="886374" y="907433"/>
                  </a:lnTo>
                  <a:lnTo>
                    <a:pt x="892477" y="886604"/>
                  </a:lnTo>
                  <a:lnTo>
                    <a:pt x="907098" y="885814"/>
                  </a:lnTo>
                  <a:lnTo>
                    <a:pt x="913422" y="9065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2502160" y="2540783"/>
              <a:ext cx="921424" cy="1234997"/>
            </a:xfrm>
            <a:custGeom>
              <a:avLst/>
              <a:pathLst>
                <a:path w="921424" h="1234997">
                  <a:moveTo>
                    <a:pt x="914400" y="914399"/>
                  </a:moveTo>
                  <a:lnTo>
                    <a:pt x="909495" y="924643"/>
                  </a:lnTo>
                  <a:lnTo>
                    <a:pt x="902286" y="931386"/>
                  </a:lnTo>
                  <a:lnTo>
                    <a:pt x="883424" y="938541"/>
                  </a:lnTo>
                  <a:lnTo>
                    <a:pt x="867088" y="948527"/>
                  </a:lnTo>
                  <a:lnTo>
                    <a:pt x="852522" y="966079"/>
                  </a:lnTo>
                  <a:lnTo>
                    <a:pt x="847156" y="991164"/>
                  </a:lnTo>
                  <a:lnTo>
                    <a:pt x="858551" y="1009523"/>
                  </a:lnTo>
                  <a:lnTo>
                    <a:pt x="879275" y="1019578"/>
                  </a:lnTo>
                  <a:lnTo>
                    <a:pt x="884548" y="1054529"/>
                  </a:lnTo>
                  <a:lnTo>
                    <a:pt x="867438" y="1071773"/>
                  </a:lnTo>
                  <a:lnTo>
                    <a:pt x="823537" y="1088982"/>
                  </a:lnTo>
                  <a:lnTo>
                    <a:pt x="818928" y="1130522"/>
                  </a:lnTo>
                  <a:lnTo>
                    <a:pt x="820347" y="1163259"/>
                  </a:lnTo>
                  <a:lnTo>
                    <a:pt x="819555" y="1187057"/>
                  </a:lnTo>
                  <a:lnTo>
                    <a:pt x="816070" y="1219983"/>
                  </a:lnTo>
                  <a:lnTo>
                    <a:pt x="780558" y="1234997"/>
                  </a:lnTo>
                  <a:lnTo>
                    <a:pt x="757640" y="1184844"/>
                  </a:lnTo>
                  <a:lnTo>
                    <a:pt x="757437" y="1164769"/>
                  </a:lnTo>
                  <a:lnTo>
                    <a:pt x="750597" y="1141331"/>
                  </a:lnTo>
                  <a:lnTo>
                    <a:pt x="749306" y="1121359"/>
                  </a:lnTo>
                  <a:lnTo>
                    <a:pt x="741193" y="1089411"/>
                  </a:lnTo>
                  <a:lnTo>
                    <a:pt x="707599" y="1080763"/>
                  </a:lnTo>
                  <a:lnTo>
                    <a:pt x="694564" y="1079631"/>
                  </a:lnTo>
                  <a:lnTo>
                    <a:pt x="676328" y="1085568"/>
                  </a:lnTo>
                  <a:lnTo>
                    <a:pt x="671811" y="1083251"/>
                  </a:lnTo>
                  <a:lnTo>
                    <a:pt x="649981" y="1039619"/>
                  </a:lnTo>
                  <a:lnTo>
                    <a:pt x="653576" y="991473"/>
                  </a:lnTo>
                  <a:lnTo>
                    <a:pt x="641923" y="967177"/>
                  </a:lnTo>
                  <a:lnTo>
                    <a:pt x="640319" y="956179"/>
                  </a:lnTo>
                  <a:lnTo>
                    <a:pt x="640596" y="943997"/>
                  </a:lnTo>
                  <a:lnTo>
                    <a:pt x="631026" y="933960"/>
                  </a:lnTo>
                  <a:lnTo>
                    <a:pt x="619410" y="928641"/>
                  </a:lnTo>
                  <a:lnTo>
                    <a:pt x="613768" y="901548"/>
                  </a:lnTo>
                  <a:lnTo>
                    <a:pt x="627118" y="894977"/>
                  </a:lnTo>
                  <a:lnTo>
                    <a:pt x="660121" y="898151"/>
                  </a:lnTo>
                  <a:lnTo>
                    <a:pt x="669765" y="896298"/>
                  </a:lnTo>
                  <a:lnTo>
                    <a:pt x="678596" y="890653"/>
                  </a:lnTo>
                  <a:lnTo>
                    <a:pt x="705295" y="846111"/>
                  </a:lnTo>
                  <a:lnTo>
                    <a:pt x="704520" y="836296"/>
                  </a:lnTo>
                  <a:lnTo>
                    <a:pt x="707378" y="823565"/>
                  </a:lnTo>
                  <a:lnTo>
                    <a:pt x="736270" y="818847"/>
                  </a:lnTo>
                  <a:lnTo>
                    <a:pt x="749140" y="836056"/>
                  </a:lnTo>
                  <a:lnTo>
                    <a:pt x="746559" y="863612"/>
                  </a:lnTo>
                  <a:lnTo>
                    <a:pt x="748200" y="898923"/>
                  </a:lnTo>
                  <a:lnTo>
                    <a:pt x="765697" y="908531"/>
                  </a:lnTo>
                  <a:lnTo>
                    <a:pt x="772519" y="909938"/>
                  </a:lnTo>
                  <a:lnTo>
                    <a:pt x="779802" y="883858"/>
                  </a:lnTo>
                  <a:lnTo>
                    <a:pt x="784910" y="871179"/>
                  </a:lnTo>
                  <a:lnTo>
                    <a:pt x="791842" y="864109"/>
                  </a:lnTo>
                  <a:lnTo>
                    <a:pt x="794202" y="840277"/>
                  </a:lnTo>
                  <a:lnTo>
                    <a:pt x="790091" y="825727"/>
                  </a:lnTo>
                  <a:lnTo>
                    <a:pt x="781333" y="814883"/>
                  </a:lnTo>
                  <a:lnTo>
                    <a:pt x="814042" y="785371"/>
                  </a:lnTo>
                  <a:lnTo>
                    <a:pt x="847894" y="762002"/>
                  </a:lnTo>
                  <a:lnTo>
                    <a:pt x="867585" y="760784"/>
                  </a:lnTo>
                  <a:lnTo>
                    <a:pt x="887406" y="766498"/>
                  </a:lnTo>
                  <a:lnTo>
                    <a:pt x="905826" y="774390"/>
                  </a:lnTo>
                  <a:lnTo>
                    <a:pt x="915819" y="781185"/>
                  </a:lnTo>
                  <a:lnTo>
                    <a:pt x="921424" y="792097"/>
                  </a:lnTo>
                  <a:lnTo>
                    <a:pt x="909071" y="818109"/>
                  </a:lnTo>
                  <a:lnTo>
                    <a:pt x="905641" y="832350"/>
                  </a:lnTo>
                  <a:lnTo>
                    <a:pt x="913939" y="8792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964785" y="2734135"/>
              <a:ext cx="1141187" cy="1029805"/>
            </a:xfrm>
            <a:custGeom>
              <a:avLst/>
              <a:pathLst>
                <a:path w="1141187" h="1029805">
                  <a:moveTo>
                    <a:pt x="914400" y="1023045"/>
                  </a:moveTo>
                  <a:lnTo>
                    <a:pt x="902360" y="1019939"/>
                  </a:lnTo>
                  <a:lnTo>
                    <a:pt x="893786" y="1012544"/>
                  </a:lnTo>
                  <a:lnTo>
                    <a:pt x="871679" y="1017812"/>
                  </a:lnTo>
                  <a:lnTo>
                    <a:pt x="842086" y="1029805"/>
                  </a:lnTo>
                  <a:lnTo>
                    <a:pt x="825658" y="1029205"/>
                  </a:lnTo>
                  <a:lnTo>
                    <a:pt x="812603" y="1016319"/>
                  </a:lnTo>
                  <a:lnTo>
                    <a:pt x="759189" y="997960"/>
                  </a:lnTo>
                  <a:lnTo>
                    <a:pt x="750560" y="996484"/>
                  </a:lnTo>
                  <a:lnTo>
                    <a:pt x="715269" y="995678"/>
                  </a:lnTo>
                  <a:lnTo>
                    <a:pt x="713592" y="966681"/>
                  </a:lnTo>
                  <a:lnTo>
                    <a:pt x="709222" y="945731"/>
                  </a:lnTo>
                  <a:lnTo>
                    <a:pt x="696887" y="914555"/>
                  </a:lnTo>
                  <a:lnTo>
                    <a:pt x="715177" y="907040"/>
                  </a:lnTo>
                  <a:lnTo>
                    <a:pt x="711637" y="846283"/>
                  </a:lnTo>
                  <a:lnTo>
                    <a:pt x="704999" y="814781"/>
                  </a:lnTo>
                  <a:lnTo>
                    <a:pt x="653908" y="782421"/>
                  </a:lnTo>
                  <a:lnTo>
                    <a:pt x="613658" y="750971"/>
                  </a:lnTo>
                  <a:lnTo>
                    <a:pt x="622951" y="645071"/>
                  </a:lnTo>
                  <a:lnTo>
                    <a:pt x="626915" y="616538"/>
                  </a:lnTo>
                  <a:lnTo>
                    <a:pt x="611648" y="561186"/>
                  </a:lnTo>
                  <a:lnTo>
                    <a:pt x="613234" y="497478"/>
                  </a:lnTo>
                  <a:lnTo>
                    <a:pt x="619669" y="397087"/>
                  </a:lnTo>
                  <a:lnTo>
                    <a:pt x="632465" y="393158"/>
                  </a:lnTo>
                  <a:lnTo>
                    <a:pt x="641849" y="393638"/>
                  </a:lnTo>
                  <a:lnTo>
                    <a:pt x="678043" y="411654"/>
                  </a:lnTo>
                  <a:lnTo>
                    <a:pt x="693107" y="413456"/>
                  </a:lnTo>
                  <a:lnTo>
                    <a:pt x="703432" y="429550"/>
                  </a:lnTo>
                  <a:lnTo>
                    <a:pt x="715528" y="436173"/>
                  </a:lnTo>
                  <a:lnTo>
                    <a:pt x="724286" y="419084"/>
                  </a:lnTo>
                  <a:lnTo>
                    <a:pt x="727697" y="389863"/>
                  </a:lnTo>
                  <a:lnTo>
                    <a:pt x="756386" y="352047"/>
                  </a:lnTo>
                  <a:lnTo>
                    <a:pt x="776483" y="338081"/>
                  </a:lnTo>
                  <a:lnTo>
                    <a:pt x="790183" y="331389"/>
                  </a:lnTo>
                  <a:lnTo>
                    <a:pt x="804011" y="346642"/>
                  </a:lnTo>
                  <a:lnTo>
                    <a:pt x="814595" y="363783"/>
                  </a:lnTo>
                  <a:lnTo>
                    <a:pt x="817102" y="326276"/>
                  </a:lnTo>
                  <a:lnTo>
                    <a:pt x="825639" y="254830"/>
                  </a:lnTo>
                  <a:lnTo>
                    <a:pt x="798369" y="243609"/>
                  </a:lnTo>
                  <a:lnTo>
                    <a:pt x="776152" y="253286"/>
                  </a:lnTo>
                  <a:lnTo>
                    <a:pt x="754118" y="298566"/>
                  </a:lnTo>
                  <a:lnTo>
                    <a:pt x="734463" y="355479"/>
                  </a:lnTo>
                  <a:lnTo>
                    <a:pt x="702584" y="360712"/>
                  </a:lnTo>
                  <a:lnTo>
                    <a:pt x="677140" y="376823"/>
                  </a:lnTo>
                  <a:lnTo>
                    <a:pt x="654166" y="360111"/>
                  </a:lnTo>
                  <a:lnTo>
                    <a:pt x="639360" y="345390"/>
                  </a:lnTo>
                  <a:lnTo>
                    <a:pt x="638992" y="323839"/>
                  </a:lnTo>
                  <a:lnTo>
                    <a:pt x="642347" y="310834"/>
                  </a:lnTo>
                  <a:lnTo>
                    <a:pt x="669340" y="264421"/>
                  </a:lnTo>
                  <a:lnTo>
                    <a:pt x="705497" y="219845"/>
                  </a:lnTo>
                  <a:lnTo>
                    <a:pt x="741931" y="220274"/>
                  </a:lnTo>
                  <a:lnTo>
                    <a:pt x="768500" y="206033"/>
                  </a:lnTo>
                  <a:lnTo>
                    <a:pt x="784375" y="204334"/>
                  </a:lnTo>
                  <a:lnTo>
                    <a:pt x="833936" y="207457"/>
                  </a:lnTo>
                  <a:lnTo>
                    <a:pt x="859381" y="197694"/>
                  </a:lnTo>
                  <a:lnTo>
                    <a:pt x="882170" y="177259"/>
                  </a:lnTo>
                  <a:lnTo>
                    <a:pt x="931418" y="90834"/>
                  </a:lnTo>
                  <a:lnTo>
                    <a:pt x="959204" y="54802"/>
                  </a:lnTo>
                  <a:lnTo>
                    <a:pt x="1015237" y="42122"/>
                  </a:lnTo>
                  <a:lnTo>
                    <a:pt x="1067011" y="531"/>
                  </a:lnTo>
                  <a:lnTo>
                    <a:pt x="1081484" y="0"/>
                  </a:lnTo>
                  <a:lnTo>
                    <a:pt x="1057128" y="31004"/>
                  </a:lnTo>
                  <a:lnTo>
                    <a:pt x="1053219" y="42997"/>
                  </a:lnTo>
                  <a:lnTo>
                    <a:pt x="1050269" y="61391"/>
                  </a:lnTo>
                  <a:lnTo>
                    <a:pt x="1067730" y="101335"/>
                  </a:lnTo>
                  <a:lnTo>
                    <a:pt x="1064042" y="125647"/>
                  </a:lnTo>
                  <a:lnTo>
                    <a:pt x="1065277" y="173484"/>
                  </a:lnTo>
                  <a:lnTo>
                    <a:pt x="1048812" y="198415"/>
                  </a:lnTo>
                  <a:lnTo>
                    <a:pt x="1030227" y="251450"/>
                  </a:lnTo>
                  <a:lnTo>
                    <a:pt x="1022225" y="259257"/>
                  </a:lnTo>
                  <a:lnTo>
                    <a:pt x="1020510" y="321163"/>
                  </a:lnTo>
                  <a:lnTo>
                    <a:pt x="1022335" y="335936"/>
                  </a:lnTo>
                  <a:lnTo>
                    <a:pt x="1019699" y="392300"/>
                  </a:lnTo>
                  <a:lnTo>
                    <a:pt x="1038745" y="415377"/>
                  </a:lnTo>
                  <a:lnTo>
                    <a:pt x="1058879" y="427439"/>
                  </a:lnTo>
                  <a:lnTo>
                    <a:pt x="1126030" y="427011"/>
                  </a:lnTo>
                  <a:lnTo>
                    <a:pt x="1133000" y="437151"/>
                  </a:lnTo>
                  <a:lnTo>
                    <a:pt x="1141187" y="454583"/>
                  </a:lnTo>
                  <a:lnTo>
                    <a:pt x="1135194" y="484181"/>
                  </a:lnTo>
                  <a:lnTo>
                    <a:pt x="1128022" y="506504"/>
                  </a:lnTo>
                  <a:lnTo>
                    <a:pt x="1108570" y="525309"/>
                  </a:lnTo>
                  <a:lnTo>
                    <a:pt x="1083605" y="539327"/>
                  </a:lnTo>
                  <a:lnTo>
                    <a:pt x="1068080" y="539944"/>
                  </a:lnTo>
                  <a:lnTo>
                    <a:pt x="1046932" y="513298"/>
                  </a:lnTo>
                  <a:lnTo>
                    <a:pt x="1036883" y="521946"/>
                  </a:lnTo>
                  <a:lnTo>
                    <a:pt x="1026502" y="535535"/>
                  </a:lnTo>
                  <a:lnTo>
                    <a:pt x="1009115" y="608456"/>
                  </a:lnTo>
                  <a:lnTo>
                    <a:pt x="1000874" y="657717"/>
                  </a:lnTo>
                  <a:lnTo>
                    <a:pt x="996412" y="661715"/>
                  </a:lnTo>
                  <a:lnTo>
                    <a:pt x="986584" y="654457"/>
                  </a:lnTo>
                  <a:lnTo>
                    <a:pt x="969603" y="653891"/>
                  </a:lnTo>
                  <a:lnTo>
                    <a:pt x="948141" y="665575"/>
                  </a:lnTo>
                  <a:lnTo>
                    <a:pt x="959148" y="676025"/>
                  </a:lnTo>
                  <a:lnTo>
                    <a:pt x="970783" y="694178"/>
                  </a:lnTo>
                  <a:lnTo>
                    <a:pt x="966136" y="703271"/>
                  </a:lnTo>
                  <a:lnTo>
                    <a:pt x="947256" y="713103"/>
                  </a:lnTo>
                  <a:lnTo>
                    <a:pt x="930514" y="732989"/>
                  </a:lnTo>
                  <a:lnTo>
                    <a:pt x="923508" y="748037"/>
                  </a:lnTo>
                  <a:lnTo>
                    <a:pt x="902396" y="765847"/>
                  </a:lnTo>
                  <a:lnTo>
                    <a:pt x="889121" y="788427"/>
                  </a:lnTo>
                  <a:lnTo>
                    <a:pt x="895630" y="816411"/>
                  </a:lnTo>
                  <a:lnTo>
                    <a:pt x="898395" y="840981"/>
                  </a:lnTo>
                  <a:lnTo>
                    <a:pt x="904203" y="868125"/>
                  </a:lnTo>
                  <a:lnTo>
                    <a:pt x="898967" y="889796"/>
                  </a:lnTo>
                  <a:lnTo>
                    <a:pt x="872822" y="920886"/>
                  </a:lnTo>
                  <a:lnTo>
                    <a:pt x="863179" y="947841"/>
                  </a:lnTo>
                  <a:lnTo>
                    <a:pt x="885581" y="947498"/>
                  </a:lnTo>
                  <a:lnTo>
                    <a:pt x="899373" y="953727"/>
                  </a:lnTo>
                  <a:lnTo>
                    <a:pt x="907448" y="961688"/>
                  </a:lnTo>
                  <a:lnTo>
                    <a:pt x="915782" y="972978"/>
                  </a:lnTo>
                  <a:lnTo>
                    <a:pt x="910675" y="986927"/>
                  </a:lnTo>
                  <a:lnTo>
                    <a:pt x="917184" y="1023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2146381" y="2585531"/>
              <a:ext cx="939401" cy="1093203"/>
            </a:xfrm>
            <a:custGeom>
              <a:avLst/>
              <a:pathLst>
                <a:path w="939401" h="1093203">
                  <a:moveTo>
                    <a:pt x="914400" y="914400"/>
                  </a:moveTo>
                  <a:lnTo>
                    <a:pt x="924079" y="953503"/>
                  </a:lnTo>
                  <a:lnTo>
                    <a:pt x="939401" y="997238"/>
                  </a:lnTo>
                  <a:lnTo>
                    <a:pt x="933003" y="1015546"/>
                  </a:lnTo>
                  <a:lnTo>
                    <a:pt x="937355" y="1039001"/>
                  </a:lnTo>
                  <a:lnTo>
                    <a:pt x="932985" y="1063468"/>
                  </a:lnTo>
                  <a:lnTo>
                    <a:pt x="902507" y="1091916"/>
                  </a:lnTo>
                  <a:lnTo>
                    <a:pt x="868323" y="1093203"/>
                  </a:lnTo>
                  <a:lnTo>
                    <a:pt x="832793" y="1079459"/>
                  </a:lnTo>
                  <a:lnTo>
                    <a:pt x="782605" y="1053002"/>
                  </a:lnTo>
                  <a:lnTo>
                    <a:pt x="778567" y="1038143"/>
                  </a:lnTo>
                  <a:lnTo>
                    <a:pt x="771524" y="1029907"/>
                  </a:lnTo>
                  <a:lnTo>
                    <a:pt x="758101" y="984816"/>
                  </a:lnTo>
                  <a:lnTo>
                    <a:pt x="758414" y="929207"/>
                  </a:lnTo>
                  <a:lnTo>
                    <a:pt x="783637" y="922241"/>
                  </a:lnTo>
                  <a:lnTo>
                    <a:pt x="838749" y="895697"/>
                  </a:lnTo>
                  <a:lnTo>
                    <a:pt x="851489" y="899867"/>
                  </a:lnTo>
                  <a:lnTo>
                    <a:pt x="864783" y="913439"/>
                  </a:lnTo>
                  <a:lnTo>
                    <a:pt x="880086" y="914245"/>
                  </a:lnTo>
                  <a:lnTo>
                    <a:pt x="902304" y="894994"/>
                  </a:lnTo>
                  <a:lnTo>
                    <a:pt x="906526" y="896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2307160" y="2841356"/>
              <a:ext cx="957360" cy="984936"/>
            </a:xfrm>
            <a:custGeom>
              <a:avLst/>
              <a:pathLst>
                <a:path w="957360" h="984936">
                  <a:moveTo>
                    <a:pt x="914400" y="914400"/>
                  </a:moveTo>
                  <a:lnTo>
                    <a:pt x="937004" y="913147"/>
                  </a:lnTo>
                  <a:lnTo>
                    <a:pt x="952382" y="922189"/>
                  </a:lnTo>
                  <a:lnTo>
                    <a:pt x="956051" y="936156"/>
                  </a:lnTo>
                  <a:lnTo>
                    <a:pt x="957360" y="967160"/>
                  </a:lnTo>
                  <a:lnTo>
                    <a:pt x="941208" y="976203"/>
                  </a:lnTo>
                  <a:lnTo>
                    <a:pt x="923379" y="973131"/>
                  </a:lnTo>
                  <a:lnTo>
                    <a:pt x="899114" y="984936"/>
                  </a:lnTo>
                  <a:lnTo>
                    <a:pt x="819462" y="934251"/>
                  </a:lnTo>
                  <a:lnTo>
                    <a:pt x="820624" y="891991"/>
                  </a:lnTo>
                  <a:lnTo>
                    <a:pt x="823814" y="875399"/>
                  </a:lnTo>
                  <a:lnTo>
                    <a:pt x="861556" y="871453"/>
                  </a:lnTo>
                  <a:lnTo>
                    <a:pt x="880990" y="892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2146934" y="2871057"/>
              <a:ext cx="963740" cy="914400"/>
            </a:xfrm>
            <a:custGeom>
              <a:avLst/>
              <a:pathLst>
                <a:path w="963740" h="914400">
                  <a:moveTo>
                    <a:pt x="914400" y="914400"/>
                  </a:moveTo>
                  <a:lnTo>
                    <a:pt x="903023" y="885934"/>
                  </a:lnTo>
                  <a:lnTo>
                    <a:pt x="901548" y="877029"/>
                  </a:lnTo>
                  <a:lnTo>
                    <a:pt x="914916" y="858808"/>
                  </a:lnTo>
                  <a:lnTo>
                    <a:pt x="923563" y="838167"/>
                  </a:lnTo>
                  <a:lnTo>
                    <a:pt x="945928" y="806476"/>
                  </a:lnTo>
                  <a:lnTo>
                    <a:pt x="958817" y="769346"/>
                  </a:lnTo>
                  <a:lnTo>
                    <a:pt x="963740" y="769929"/>
                  </a:lnTo>
                  <a:lnTo>
                    <a:pt x="958024" y="802993"/>
                  </a:lnTo>
                  <a:lnTo>
                    <a:pt x="928652" y="895217"/>
                  </a:lnTo>
                  <a:lnTo>
                    <a:pt x="922770" y="9124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2490802" y="2798736"/>
              <a:ext cx="921609" cy="934920"/>
            </a:xfrm>
            <a:custGeom>
              <a:avLst/>
              <a:pathLst>
                <a:path w="921609" h="934920">
                  <a:moveTo>
                    <a:pt x="914400" y="914400"/>
                  </a:moveTo>
                  <a:lnTo>
                    <a:pt x="885415" y="910556"/>
                  </a:lnTo>
                  <a:lnTo>
                    <a:pt x="852743" y="934920"/>
                  </a:lnTo>
                  <a:lnTo>
                    <a:pt x="840353" y="927217"/>
                  </a:lnTo>
                  <a:lnTo>
                    <a:pt x="845036" y="911654"/>
                  </a:lnTo>
                  <a:lnTo>
                    <a:pt x="848447" y="905992"/>
                  </a:lnTo>
                  <a:lnTo>
                    <a:pt x="859436" y="899386"/>
                  </a:lnTo>
                  <a:lnTo>
                    <a:pt x="866774" y="889726"/>
                  </a:lnTo>
                  <a:lnTo>
                    <a:pt x="869651" y="874610"/>
                  </a:lnTo>
                  <a:lnTo>
                    <a:pt x="876454" y="882760"/>
                  </a:lnTo>
                  <a:lnTo>
                    <a:pt x="896681" y="886175"/>
                  </a:lnTo>
                  <a:lnTo>
                    <a:pt x="906563" y="890996"/>
                  </a:lnTo>
                  <a:lnTo>
                    <a:pt x="914824" y="898082"/>
                  </a:lnTo>
                  <a:lnTo>
                    <a:pt x="921609" y="9091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2502234" y="2586800"/>
              <a:ext cx="932174" cy="914399"/>
            </a:xfrm>
            <a:custGeom>
              <a:avLst/>
              <a:pathLst>
                <a:path w="932174" h="914399">
                  <a:moveTo>
                    <a:pt x="914400" y="914399"/>
                  </a:moveTo>
                  <a:lnTo>
                    <a:pt x="910491" y="913610"/>
                  </a:lnTo>
                  <a:lnTo>
                    <a:pt x="904720" y="893106"/>
                  </a:lnTo>
                  <a:lnTo>
                    <a:pt x="914086" y="880633"/>
                  </a:lnTo>
                  <a:lnTo>
                    <a:pt x="919617" y="870046"/>
                  </a:lnTo>
                  <a:lnTo>
                    <a:pt x="923545" y="870355"/>
                  </a:lnTo>
                  <a:lnTo>
                    <a:pt x="928910" y="881799"/>
                  </a:lnTo>
                  <a:lnTo>
                    <a:pt x="932174" y="899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2095492" y="2838697"/>
              <a:ext cx="930938" cy="914400"/>
            </a:xfrm>
            <a:custGeom>
              <a:avLst/>
              <a:pathLst>
                <a:path w="930938" h="914400">
                  <a:moveTo>
                    <a:pt x="914400" y="914400"/>
                  </a:moveTo>
                  <a:lnTo>
                    <a:pt x="899907" y="906747"/>
                  </a:lnTo>
                  <a:lnTo>
                    <a:pt x="876325" y="877922"/>
                  </a:lnTo>
                  <a:lnTo>
                    <a:pt x="873357" y="870269"/>
                  </a:lnTo>
                  <a:lnTo>
                    <a:pt x="885747" y="875159"/>
                  </a:lnTo>
                  <a:lnTo>
                    <a:pt x="901124" y="890224"/>
                  </a:lnTo>
                  <a:lnTo>
                    <a:pt x="913717" y="893432"/>
                  </a:lnTo>
                  <a:lnTo>
                    <a:pt x="930938" y="906181"/>
                  </a:lnTo>
                  <a:lnTo>
                    <a:pt x="927066" y="910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2008612" y="2826292"/>
              <a:ext cx="934054" cy="914400"/>
            </a:xfrm>
            <a:custGeom>
              <a:avLst/>
              <a:pathLst>
                <a:path w="934054" h="914400">
                  <a:moveTo>
                    <a:pt x="914400" y="914400"/>
                  </a:moveTo>
                  <a:lnTo>
                    <a:pt x="904351" y="905906"/>
                  </a:lnTo>
                  <a:lnTo>
                    <a:pt x="885913" y="902612"/>
                  </a:lnTo>
                  <a:lnTo>
                    <a:pt x="879294" y="848530"/>
                  </a:lnTo>
                  <a:lnTo>
                    <a:pt x="881193" y="845321"/>
                  </a:lnTo>
                  <a:lnTo>
                    <a:pt x="890467" y="849113"/>
                  </a:lnTo>
                  <a:lnTo>
                    <a:pt x="922273" y="874336"/>
                  </a:lnTo>
                  <a:lnTo>
                    <a:pt x="933391" y="901943"/>
                  </a:lnTo>
                  <a:lnTo>
                    <a:pt x="934054" y="9095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2128164" y="2512626"/>
              <a:ext cx="927878" cy="914400"/>
            </a:xfrm>
            <a:custGeom>
              <a:avLst/>
              <a:pathLst>
                <a:path w="927878" h="914400">
                  <a:moveTo>
                    <a:pt x="914400" y="914400"/>
                  </a:moveTo>
                  <a:lnTo>
                    <a:pt x="902433" y="907828"/>
                  </a:lnTo>
                  <a:lnTo>
                    <a:pt x="901179" y="885094"/>
                  </a:lnTo>
                  <a:lnTo>
                    <a:pt x="905715" y="864676"/>
                  </a:lnTo>
                  <a:lnTo>
                    <a:pt x="900387" y="846420"/>
                  </a:lnTo>
                  <a:lnTo>
                    <a:pt x="906250" y="834683"/>
                  </a:lnTo>
                  <a:lnTo>
                    <a:pt x="923084" y="862016"/>
                  </a:lnTo>
                  <a:lnTo>
                    <a:pt x="927878" y="874867"/>
                  </a:lnTo>
                  <a:lnTo>
                    <a:pt x="921387" y="890224"/>
                  </a:lnTo>
                  <a:lnTo>
                    <a:pt x="917608" y="908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2207669" y="1998178"/>
              <a:ext cx="945191" cy="914400"/>
            </a:xfrm>
            <a:custGeom>
              <a:avLst/>
              <a:pathLst>
                <a:path w="945191" h="914400">
                  <a:moveTo>
                    <a:pt x="914400" y="914400"/>
                  </a:moveTo>
                  <a:lnTo>
                    <a:pt x="888420" y="902749"/>
                  </a:lnTo>
                  <a:lnTo>
                    <a:pt x="899889" y="886466"/>
                  </a:lnTo>
                  <a:lnTo>
                    <a:pt x="928431" y="878968"/>
                  </a:lnTo>
                  <a:lnTo>
                    <a:pt x="945191" y="881439"/>
                  </a:lnTo>
                  <a:lnTo>
                    <a:pt x="926753" y="897602"/>
                  </a:lnTo>
                  <a:lnTo>
                    <a:pt x="922088" y="906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2970318" y="2779742"/>
              <a:ext cx="930699" cy="914400"/>
            </a:xfrm>
            <a:custGeom>
              <a:avLst/>
              <a:pathLst>
                <a:path w="930699" h="914400">
                  <a:moveTo>
                    <a:pt x="914400" y="914400"/>
                  </a:moveTo>
                  <a:lnTo>
                    <a:pt x="883202" y="904551"/>
                  </a:lnTo>
                  <a:lnTo>
                    <a:pt x="845183" y="880204"/>
                  </a:lnTo>
                  <a:lnTo>
                    <a:pt x="850752" y="832487"/>
                  </a:lnTo>
                  <a:lnTo>
                    <a:pt x="860505" y="811863"/>
                  </a:lnTo>
                  <a:lnTo>
                    <a:pt x="929851" y="865345"/>
                  </a:lnTo>
                  <a:lnTo>
                    <a:pt x="930699" y="885505"/>
                  </a:lnTo>
                  <a:lnTo>
                    <a:pt x="921369" y="908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3420295" y="3371770"/>
              <a:ext cx="117405" cy="117405"/>
            </a:xfrm>
            <a:prstGeom prst="ellipse">
              <a:avLst/>
            </a:prstGeom>
            <a:solidFill>
              <a:srgbClr val="FC90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3168508" y="2564527"/>
              <a:ext cx="117405" cy="117405"/>
            </a:xfrm>
            <a:prstGeom prst="ellipse">
              <a:avLst/>
            </a:prstGeom>
            <a:solidFill>
              <a:srgbClr val="E4533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3354123" y="3216587"/>
              <a:ext cx="117405" cy="117405"/>
            </a:xfrm>
            <a:prstGeom prst="ellipse">
              <a:avLst/>
            </a:prstGeom>
            <a:solidFill>
              <a:srgbClr val="FD925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3083044" y="2274708"/>
              <a:ext cx="117405" cy="117405"/>
            </a:xfrm>
            <a:prstGeom prst="ellipse">
              <a:avLst/>
            </a:prstGeom>
            <a:solidFill>
              <a:srgbClr val="FFAD6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4586502" y="1938229"/>
              <a:ext cx="117405" cy="117405"/>
            </a:xfrm>
            <a:prstGeom prst="ellipse">
              <a:avLst/>
            </a:prstGeom>
            <a:solidFill>
              <a:srgbClr val="F1734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4071675" y="3055813"/>
              <a:ext cx="117405" cy="117405"/>
            </a:xfrm>
            <a:prstGeom prst="ellipse">
              <a:avLst/>
            </a:prstGeom>
            <a:solidFill>
              <a:srgbClr val="FEDA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3435583" y="3498030"/>
              <a:ext cx="117405" cy="117405"/>
            </a:xfrm>
            <a:prstGeom prst="ellipse">
              <a:avLst/>
            </a:prstGeom>
            <a:solidFill>
              <a:srgbClr val="FFAE6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4143178" y="2690108"/>
              <a:ext cx="117405" cy="117405"/>
            </a:xfrm>
            <a:prstGeom prst="ellipse">
              <a:avLst/>
            </a:prstGeom>
            <a:solidFill>
              <a:srgbClr val="FD935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g9120"/>
            <p:cNvSpPr/>
            <p:nvPr/>
          </p:nvSpPr>
          <p:spPr>
            <a:xfrm>
              <a:off x="3545319" y="3306411"/>
              <a:ext cx="379475" cy="191749"/>
            </a:xfrm>
            <a:custGeom>
              <a:avLst/>
              <a:pathLst>
                <a:path w="379475" h="191749">
                  <a:moveTo>
                    <a:pt x="27431" y="191749"/>
                  </a:moveTo>
                  <a:lnTo>
                    <a:pt x="352043" y="191749"/>
                  </a:lnTo>
                  <a:lnTo>
                    <a:pt x="350939" y="191727"/>
                  </a:lnTo>
                  <a:lnTo>
                    <a:pt x="355350" y="191549"/>
                  </a:lnTo>
                  <a:lnTo>
                    <a:pt x="359676" y="190666"/>
                  </a:lnTo>
                  <a:lnTo>
                    <a:pt x="363803" y="189101"/>
                  </a:lnTo>
                  <a:lnTo>
                    <a:pt x="367627" y="186893"/>
                  </a:lnTo>
                  <a:lnTo>
                    <a:pt x="371046" y="184101"/>
                  </a:lnTo>
                  <a:lnTo>
                    <a:pt x="373974" y="180797"/>
                  </a:lnTo>
                  <a:lnTo>
                    <a:pt x="376333" y="177065"/>
                  </a:lnTo>
                  <a:lnTo>
                    <a:pt x="378064" y="173004"/>
                  </a:lnTo>
                  <a:lnTo>
                    <a:pt x="379120" y="168718"/>
                  </a:lnTo>
                  <a:lnTo>
                    <a:pt x="379475" y="164317"/>
                  </a:lnTo>
                  <a:lnTo>
                    <a:pt x="379475" y="27431"/>
                  </a:lnTo>
                  <a:lnTo>
                    <a:pt x="379120" y="23031"/>
                  </a:lnTo>
                  <a:lnTo>
                    <a:pt x="378064" y="18745"/>
                  </a:lnTo>
                  <a:lnTo>
                    <a:pt x="376333" y="14683"/>
                  </a:lnTo>
                  <a:lnTo>
                    <a:pt x="373974" y="10952"/>
                  </a:lnTo>
                  <a:lnTo>
                    <a:pt x="371046" y="7647"/>
                  </a:lnTo>
                  <a:lnTo>
                    <a:pt x="367627" y="4855"/>
                  </a:lnTo>
                  <a:lnTo>
                    <a:pt x="363803" y="2648"/>
                  </a:lnTo>
                  <a:lnTo>
                    <a:pt x="359676" y="1083"/>
                  </a:lnTo>
                  <a:lnTo>
                    <a:pt x="355350" y="200"/>
                  </a:lnTo>
                  <a:lnTo>
                    <a:pt x="35204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tx9121"/>
            <p:cNvSpPr/>
            <p:nvPr/>
          </p:nvSpPr>
          <p:spPr>
            <a:xfrm>
              <a:off x="3591039" y="3352131"/>
              <a:ext cx="28803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9122" name="pg9122"/>
            <p:cNvSpPr/>
            <p:nvPr/>
          </p:nvSpPr>
          <p:spPr>
            <a:xfrm>
              <a:off x="3063820" y="3023224"/>
              <a:ext cx="410565" cy="191749"/>
            </a:xfrm>
            <a:custGeom>
              <a:avLst/>
              <a:pathLst>
                <a:path w="410565" h="191749">
                  <a:moveTo>
                    <a:pt x="27431" y="191749"/>
                  </a:moveTo>
                  <a:lnTo>
                    <a:pt x="383133" y="191749"/>
                  </a:lnTo>
                  <a:lnTo>
                    <a:pt x="382029" y="191727"/>
                  </a:lnTo>
                  <a:lnTo>
                    <a:pt x="386440" y="191549"/>
                  </a:lnTo>
                  <a:lnTo>
                    <a:pt x="390765" y="190666"/>
                  </a:lnTo>
                  <a:lnTo>
                    <a:pt x="394893" y="189101"/>
                  </a:lnTo>
                  <a:lnTo>
                    <a:pt x="398716" y="186893"/>
                  </a:lnTo>
                  <a:lnTo>
                    <a:pt x="402136" y="184101"/>
                  </a:lnTo>
                  <a:lnTo>
                    <a:pt x="405063" y="180797"/>
                  </a:lnTo>
                  <a:lnTo>
                    <a:pt x="407423" y="177065"/>
                  </a:lnTo>
                  <a:lnTo>
                    <a:pt x="409153" y="173004"/>
                  </a:lnTo>
                  <a:lnTo>
                    <a:pt x="410210" y="168718"/>
                  </a:lnTo>
                  <a:lnTo>
                    <a:pt x="410565" y="164317"/>
                  </a:lnTo>
                  <a:lnTo>
                    <a:pt x="410565" y="27431"/>
                  </a:lnTo>
                  <a:lnTo>
                    <a:pt x="410210" y="23031"/>
                  </a:lnTo>
                  <a:lnTo>
                    <a:pt x="409153" y="18745"/>
                  </a:lnTo>
                  <a:lnTo>
                    <a:pt x="407423" y="14683"/>
                  </a:lnTo>
                  <a:lnTo>
                    <a:pt x="405063" y="10952"/>
                  </a:lnTo>
                  <a:lnTo>
                    <a:pt x="402136" y="7647"/>
                  </a:lnTo>
                  <a:lnTo>
                    <a:pt x="398716" y="4855"/>
                  </a:lnTo>
                  <a:lnTo>
                    <a:pt x="394893" y="2648"/>
                  </a:lnTo>
                  <a:lnTo>
                    <a:pt x="390765" y="1083"/>
                  </a:lnTo>
                  <a:lnTo>
                    <a:pt x="386440" y="200"/>
                  </a:lnTo>
                  <a:lnTo>
                    <a:pt x="38313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tx9123"/>
            <p:cNvSpPr/>
            <p:nvPr/>
          </p:nvSpPr>
          <p:spPr>
            <a:xfrm>
              <a:off x="3109540" y="3068944"/>
              <a:ext cx="319125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9124" name="pg9124"/>
            <p:cNvSpPr/>
            <p:nvPr/>
          </p:nvSpPr>
          <p:spPr>
            <a:xfrm>
              <a:off x="2912234" y="2683028"/>
              <a:ext cx="343082" cy="191749"/>
            </a:xfrm>
            <a:custGeom>
              <a:avLst/>
              <a:pathLst>
                <a:path w="343082" h="191749">
                  <a:moveTo>
                    <a:pt x="27431" y="191749"/>
                  </a:moveTo>
                  <a:lnTo>
                    <a:pt x="315650" y="191749"/>
                  </a:lnTo>
                  <a:lnTo>
                    <a:pt x="314546" y="191727"/>
                  </a:lnTo>
                  <a:lnTo>
                    <a:pt x="318957" y="191549"/>
                  </a:lnTo>
                  <a:lnTo>
                    <a:pt x="323282" y="190666"/>
                  </a:lnTo>
                  <a:lnTo>
                    <a:pt x="327410" y="189101"/>
                  </a:lnTo>
                  <a:lnTo>
                    <a:pt x="331234" y="186893"/>
                  </a:lnTo>
                  <a:lnTo>
                    <a:pt x="334653" y="184101"/>
                  </a:lnTo>
                  <a:lnTo>
                    <a:pt x="337581" y="180797"/>
                  </a:lnTo>
                  <a:lnTo>
                    <a:pt x="339940" y="177065"/>
                  </a:lnTo>
                  <a:lnTo>
                    <a:pt x="341671" y="173004"/>
                  </a:lnTo>
                  <a:lnTo>
                    <a:pt x="342727" y="168718"/>
                  </a:lnTo>
                  <a:lnTo>
                    <a:pt x="343082" y="164317"/>
                  </a:lnTo>
                  <a:lnTo>
                    <a:pt x="343082" y="27431"/>
                  </a:lnTo>
                  <a:lnTo>
                    <a:pt x="342727" y="23031"/>
                  </a:lnTo>
                  <a:lnTo>
                    <a:pt x="341671" y="18745"/>
                  </a:lnTo>
                  <a:lnTo>
                    <a:pt x="339940" y="14683"/>
                  </a:lnTo>
                  <a:lnTo>
                    <a:pt x="337581" y="10952"/>
                  </a:lnTo>
                  <a:lnTo>
                    <a:pt x="334653" y="7647"/>
                  </a:lnTo>
                  <a:lnTo>
                    <a:pt x="331234" y="4855"/>
                  </a:lnTo>
                  <a:lnTo>
                    <a:pt x="327410" y="2648"/>
                  </a:lnTo>
                  <a:lnTo>
                    <a:pt x="323282" y="1083"/>
                  </a:lnTo>
                  <a:lnTo>
                    <a:pt x="318957" y="200"/>
                  </a:lnTo>
                  <a:lnTo>
                    <a:pt x="31565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tx9125"/>
            <p:cNvSpPr/>
            <p:nvPr/>
          </p:nvSpPr>
          <p:spPr>
            <a:xfrm>
              <a:off x="2957954" y="2728748"/>
              <a:ext cx="251642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9126" name="pg9126"/>
            <p:cNvSpPr/>
            <p:nvPr/>
          </p:nvSpPr>
          <p:spPr>
            <a:xfrm>
              <a:off x="2840058" y="2392766"/>
              <a:ext cx="317296" cy="191749"/>
            </a:xfrm>
            <a:custGeom>
              <a:avLst/>
              <a:pathLst>
                <a:path w="317296" h="191749">
                  <a:moveTo>
                    <a:pt x="27431" y="191749"/>
                  </a:moveTo>
                  <a:lnTo>
                    <a:pt x="289864" y="191749"/>
                  </a:lnTo>
                  <a:lnTo>
                    <a:pt x="288760" y="191727"/>
                  </a:lnTo>
                  <a:lnTo>
                    <a:pt x="293171" y="191549"/>
                  </a:lnTo>
                  <a:lnTo>
                    <a:pt x="297496" y="190666"/>
                  </a:lnTo>
                  <a:lnTo>
                    <a:pt x="301624" y="189101"/>
                  </a:lnTo>
                  <a:lnTo>
                    <a:pt x="305447" y="186893"/>
                  </a:lnTo>
                  <a:lnTo>
                    <a:pt x="308867" y="184101"/>
                  </a:lnTo>
                  <a:lnTo>
                    <a:pt x="311795" y="180797"/>
                  </a:lnTo>
                  <a:lnTo>
                    <a:pt x="314154" y="177065"/>
                  </a:lnTo>
                  <a:lnTo>
                    <a:pt x="315885" y="173004"/>
                  </a:lnTo>
                  <a:lnTo>
                    <a:pt x="316941" y="168718"/>
                  </a:lnTo>
                  <a:lnTo>
                    <a:pt x="317296" y="164317"/>
                  </a:lnTo>
                  <a:lnTo>
                    <a:pt x="317296" y="27431"/>
                  </a:lnTo>
                  <a:lnTo>
                    <a:pt x="316941" y="23031"/>
                  </a:lnTo>
                  <a:lnTo>
                    <a:pt x="315885" y="18745"/>
                  </a:lnTo>
                  <a:lnTo>
                    <a:pt x="314154" y="14683"/>
                  </a:lnTo>
                  <a:lnTo>
                    <a:pt x="311795" y="10952"/>
                  </a:lnTo>
                  <a:lnTo>
                    <a:pt x="308867" y="7647"/>
                  </a:lnTo>
                  <a:lnTo>
                    <a:pt x="305447" y="4855"/>
                  </a:lnTo>
                  <a:lnTo>
                    <a:pt x="301624" y="2648"/>
                  </a:lnTo>
                  <a:lnTo>
                    <a:pt x="297496" y="1083"/>
                  </a:lnTo>
                  <a:lnTo>
                    <a:pt x="293171" y="200"/>
                  </a:lnTo>
                  <a:lnTo>
                    <a:pt x="28986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tx9127"/>
            <p:cNvSpPr/>
            <p:nvPr/>
          </p:nvSpPr>
          <p:spPr>
            <a:xfrm>
              <a:off x="2885778" y="2438486"/>
              <a:ext cx="22585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9128" name="pg9128"/>
            <p:cNvSpPr/>
            <p:nvPr/>
          </p:nvSpPr>
          <p:spPr>
            <a:xfrm>
              <a:off x="4143732" y="2497536"/>
              <a:ext cx="402701" cy="191749"/>
            </a:xfrm>
            <a:custGeom>
              <a:avLst/>
              <a:pathLst>
                <a:path w="402701" h="191749">
                  <a:moveTo>
                    <a:pt x="27432" y="191749"/>
                  </a:moveTo>
                  <a:lnTo>
                    <a:pt x="375269" y="191749"/>
                  </a:lnTo>
                  <a:lnTo>
                    <a:pt x="374165" y="191727"/>
                  </a:lnTo>
                  <a:lnTo>
                    <a:pt x="378576" y="191549"/>
                  </a:lnTo>
                  <a:lnTo>
                    <a:pt x="382901" y="190666"/>
                  </a:lnTo>
                  <a:lnTo>
                    <a:pt x="387029" y="189101"/>
                  </a:lnTo>
                  <a:lnTo>
                    <a:pt x="390852" y="186893"/>
                  </a:lnTo>
                  <a:lnTo>
                    <a:pt x="394272" y="184101"/>
                  </a:lnTo>
                  <a:lnTo>
                    <a:pt x="397200" y="180797"/>
                  </a:lnTo>
                  <a:lnTo>
                    <a:pt x="399559" y="177065"/>
                  </a:lnTo>
                  <a:lnTo>
                    <a:pt x="401290" y="173004"/>
                  </a:lnTo>
                  <a:lnTo>
                    <a:pt x="402346" y="168718"/>
                  </a:lnTo>
                  <a:lnTo>
                    <a:pt x="402701" y="164317"/>
                  </a:lnTo>
                  <a:lnTo>
                    <a:pt x="402701" y="27431"/>
                  </a:lnTo>
                  <a:lnTo>
                    <a:pt x="402346" y="23031"/>
                  </a:lnTo>
                  <a:lnTo>
                    <a:pt x="401290" y="18745"/>
                  </a:lnTo>
                  <a:lnTo>
                    <a:pt x="399559" y="14683"/>
                  </a:lnTo>
                  <a:lnTo>
                    <a:pt x="397200" y="10952"/>
                  </a:lnTo>
                  <a:lnTo>
                    <a:pt x="394272" y="7647"/>
                  </a:lnTo>
                  <a:lnTo>
                    <a:pt x="390852" y="4855"/>
                  </a:lnTo>
                  <a:lnTo>
                    <a:pt x="387029" y="2648"/>
                  </a:lnTo>
                  <a:lnTo>
                    <a:pt x="382901" y="1083"/>
                  </a:lnTo>
                  <a:lnTo>
                    <a:pt x="378576" y="200"/>
                  </a:lnTo>
                  <a:lnTo>
                    <a:pt x="37526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tx9129"/>
            <p:cNvSpPr/>
            <p:nvPr/>
          </p:nvSpPr>
          <p:spPr>
            <a:xfrm>
              <a:off x="4189452" y="2543256"/>
              <a:ext cx="31126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9130" name="pg9130"/>
            <p:cNvSpPr/>
            <p:nvPr/>
          </p:nvSpPr>
          <p:spPr>
            <a:xfrm>
              <a:off x="4522786" y="1745084"/>
              <a:ext cx="363931" cy="191749"/>
            </a:xfrm>
            <a:custGeom>
              <a:avLst/>
              <a:pathLst>
                <a:path w="363931" h="191749">
                  <a:moveTo>
                    <a:pt x="27431" y="191749"/>
                  </a:moveTo>
                  <a:lnTo>
                    <a:pt x="336499" y="191749"/>
                  </a:lnTo>
                  <a:lnTo>
                    <a:pt x="335394" y="191727"/>
                  </a:lnTo>
                  <a:lnTo>
                    <a:pt x="339805" y="191549"/>
                  </a:lnTo>
                  <a:lnTo>
                    <a:pt x="344131" y="190666"/>
                  </a:lnTo>
                  <a:lnTo>
                    <a:pt x="348259" y="189101"/>
                  </a:lnTo>
                  <a:lnTo>
                    <a:pt x="352082" y="186893"/>
                  </a:lnTo>
                  <a:lnTo>
                    <a:pt x="355502" y="184101"/>
                  </a:lnTo>
                  <a:lnTo>
                    <a:pt x="358429" y="180797"/>
                  </a:lnTo>
                  <a:lnTo>
                    <a:pt x="360789" y="177065"/>
                  </a:lnTo>
                  <a:lnTo>
                    <a:pt x="362519" y="173004"/>
                  </a:lnTo>
                  <a:lnTo>
                    <a:pt x="363575" y="168718"/>
                  </a:lnTo>
                  <a:lnTo>
                    <a:pt x="363931" y="164317"/>
                  </a:lnTo>
                  <a:lnTo>
                    <a:pt x="363931" y="27432"/>
                  </a:lnTo>
                  <a:lnTo>
                    <a:pt x="363575" y="23031"/>
                  </a:lnTo>
                  <a:lnTo>
                    <a:pt x="362519" y="18745"/>
                  </a:lnTo>
                  <a:lnTo>
                    <a:pt x="360789" y="14683"/>
                  </a:lnTo>
                  <a:lnTo>
                    <a:pt x="358429" y="10952"/>
                  </a:lnTo>
                  <a:lnTo>
                    <a:pt x="355502" y="7647"/>
                  </a:lnTo>
                  <a:lnTo>
                    <a:pt x="352082" y="4855"/>
                  </a:lnTo>
                  <a:lnTo>
                    <a:pt x="348259" y="2648"/>
                  </a:lnTo>
                  <a:lnTo>
                    <a:pt x="344131" y="1083"/>
                  </a:lnTo>
                  <a:lnTo>
                    <a:pt x="339805" y="200"/>
                  </a:lnTo>
                  <a:lnTo>
                    <a:pt x="33649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tx9131"/>
            <p:cNvSpPr/>
            <p:nvPr/>
          </p:nvSpPr>
          <p:spPr>
            <a:xfrm>
              <a:off x="4568506" y="1790804"/>
              <a:ext cx="27249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9132" name="pg9132"/>
            <p:cNvSpPr/>
            <p:nvPr/>
          </p:nvSpPr>
          <p:spPr>
            <a:xfrm>
              <a:off x="4095279" y="2863291"/>
              <a:ext cx="356250" cy="191749"/>
            </a:xfrm>
            <a:custGeom>
              <a:avLst/>
              <a:pathLst>
                <a:path w="356250" h="191749">
                  <a:moveTo>
                    <a:pt x="27431" y="191749"/>
                  </a:moveTo>
                  <a:lnTo>
                    <a:pt x="328818" y="191749"/>
                  </a:lnTo>
                  <a:lnTo>
                    <a:pt x="327713" y="191727"/>
                  </a:lnTo>
                  <a:lnTo>
                    <a:pt x="332124" y="191549"/>
                  </a:lnTo>
                  <a:lnTo>
                    <a:pt x="336450" y="190666"/>
                  </a:lnTo>
                  <a:lnTo>
                    <a:pt x="340578" y="189101"/>
                  </a:lnTo>
                  <a:lnTo>
                    <a:pt x="344401" y="186893"/>
                  </a:lnTo>
                  <a:lnTo>
                    <a:pt x="347821" y="184101"/>
                  </a:lnTo>
                  <a:lnTo>
                    <a:pt x="350748" y="180797"/>
                  </a:lnTo>
                  <a:lnTo>
                    <a:pt x="353108" y="177065"/>
                  </a:lnTo>
                  <a:lnTo>
                    <a:pt x="354838" y="173004"/>
                  </a:lnTo>
                  <a:lnTo>
                    <a:pt x="355895" y="168718"/>
                  </a:lnTo>
                  <a:lnTo>
                    <a:pt x="356250" y="164317"/>
                  </a:lnTo>
                  <a:lnTo>
                    <a:pt x="356250" y="27431"/>
                  </a:lnTo>
                  <a:lnTo>
                    <a:pt x="355895" y="23031"/>
                  </a:lnTo>
                  <a:lnTo>
                    <a:pt x="354838" y="18745"/>
                  </a:lnTo>
                  <a:lnTo>
                    <a:pt x="353108" y="14683"/>
                  </a:lnTo>
                  <a:lnTo>
                    <a:pt x="350748" y="10952"/>
                  </a:lnTo>
                  <a:lnTo>
                    <a:pt x="347821" y="7647"/>
                  </a:lnTo>
                  <a:lnTo>
                    <a:pt x="344401" y="4855"/>
                  </a:lnTo>
                  <a:lnTo>
                    <a:pt x="340578" y="2648"/>
                  </a:lnTo>
                  <a:lnTo>
                    <a:pt x="336450" y="1083"/>
                  </a:lnTo>
                  <a:lnTo>
                    <a:pt x="332124" y="200"/>
                  </a:lnTo>
                  <a:lnTo>
                    <a:pt x="32881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tx9133"/>
            <p:cNvSpPr/>
            <p:nvPr/>
          </p:nvSpPr>
          <p:spPr>
            <a:xfrm>
              <a:off x="4140999" y="2909011"/>
              <a:ext cx="264810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9134" name="pg9134"/>
            <p:cNvSpPr/>
            <p:nvPr/>
          </p:nvSpPr>
          <p:spPr>
            <a:xfrm>
              <a:off x="3444039" y="3616458"/>
              <a:ext cx="387156" cy="191749"/>
            </a:xfrm>
            <a:custGeom>
              <a:avLst/>
              <a:pathLst>
                <a:path w="387156" h="191749">
                  <a:moveTo>
                    <a:pt x="27432" y="191749"/>
                  </a:moveTo>
                  <a:lnTo>
                    <a:pt x="359724" y="191749"/>
                  </a:lnTo>
                  <a:lnTo>
                    <a:pt x="358620" y="191727"/>
                  </a:lnTo>
                  <a:lnTo>
                    <a:pt x="363031" y="191549"/>
                  </a:lnTo>
                  <a:lnTo>
                    <a:pt x="367357" y="190666"/>
                  </a:lnTo>
                  <a:lnTo>
                    <a:pt x="371484" y="189101"/>
                  </a:lnTo>
                  <a:lnTo>
                    <a:pt x="375308" y="186893"/>
                  </a:lnTo>
                  <a:lnTo>
                    <a:pt x="378727" y="184101"/>
                  </a:lnTo>
                  <a:lnTo>
                    <a:pt x="381655" y="180797"/>
                  </a:lnTo>
                  <a:lnTo>
                    <a:pt x="384014" y="177065"/>
                  </a:lnTo>
                  <a:lnTo>
                    <a:pt x="385745" y="173004"/>
                  </a:lnTo>
                  <a:lnTo>
                    <a:pt x="386801" y="168718"/>
                  </a:lnTo>
                  <a:lnTo>
                    <a:pt x="387156" y="164317"/>
                  </a:lnTo>
                  <a:lnTo>
                    <a:pt x="387156" y="27432"/>
                  </a:lnTo>
                  <a:lnTo>
                    <a:pt x="386801" y="23031"/>
                  </a:lnTo>
                  <a:lnTo>
                    <a:pt x="385745" y="18745"/>
                  </a:lnTo>
                  <a:lnTo>
                    <a:pt x="384014" y="14683"/>
                  </a:lnTo>
                  <a:lnTo>
                    <a:pt x="381655" y="10952"/>
                  </a:lnTo>
                  <a:lnTo>
                    <a:pt x="378727" y="7647"/>
                  </a:lnTo>
                  <a:lnTo>
                    <a:pt x="375308" y="4855"/>
                  </a:lnTo>
                  <a:lnTo>
                    <a:pt x="371484" y="2648"/>
                  </a:lnTo>
                  <a:lnTo>
                    <a:pt x="367357" y="1083"/>
                  </a:lnTo>
                  <a:lnTo>
                    <a:pt x="363031" y="200"/>
                  </a:lnTo>
                  <a:lnTo>
                    <a:pt x="359724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tx9135"/>
            <p:cNvSpPr/>
            <p:nvPr/>
          </p:nvSpPr>
          <p:spPr>
            <a:xfrm>
              <a:off x="3489759" y="3662178"/>
              <a:ext cx="29571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9136" name="tx913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7" name="tx913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38" name="tx913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9" name="tx913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0" name="tx914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1" name="tx914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2" name="tx914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3" name="tx914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4" name="tx914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5" name="tx914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6" name="tx914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7" name="tx914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8" name="tx914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9" name="tx914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0" name="tx915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1" name="tx915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2" name="tx915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3" name="tx915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4" name="tx915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5" name="tx915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6" name="tx915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7" name="tx915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8" name="tx915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9" name="tx915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0" name="tx916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1" name="tx916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2" name="tx916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3" name="tx916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4" name="tx916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5" name="tx916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6" name="tx916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7" name="tx916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8" name="tx916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9" name="tx916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0" name="tx917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1" name="tx917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2" name="tx917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3" name="tx917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4" name="tx917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5" name="tx917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6" name="tx917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7" name="tx917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8" name="tx917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9" name="tx917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0" name="tx918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1" name="tx918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2" name="tx918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3" name="tx918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4" name="tx918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5" name="tx918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6" name="tx918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7" name="tx918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8" name="tx918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9" name="tx918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0" name="tx919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1" name="tx919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2" name="tx919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3" name="tx919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4" name="tx919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5" name="tx919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6" name="tx919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7" name="tx919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8" name="tx919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9" name="tx919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0" name="tx920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1" name="tx920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2" name="tx920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3" name="tx920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4" name="tx920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5" name="tx920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6" name="tx920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7" name="tx920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8" name="tx920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9" name="tx920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0" name="tx921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1" name="tx921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2" name="tx921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3" name="tx921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4" name="tx921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5" name="tx921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6" name="tx921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7" name="tx921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8" name="tx921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9" name="tx921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0" name="tx922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1" name="tx922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2" name="tx922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3" name="tx922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4" name="tx922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5" name="tx922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6" name="tx922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7" name="tx922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8" name="tx922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9" name="tx922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0" name="tx923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1" name="tx923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2" name="tx923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3" name="tx923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4" name="tx923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5" name="tx923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6" name="tx923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7" name="tx923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8" name="tx923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9" name="tx923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0" name="tx924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1" name="tx924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2" name="tx924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3" name="tx924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4" name="tx924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5" name="tx924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6" name="tx924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7" name="tx924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8" name="tx924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9" name="tx924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0" name="tx925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1" name="tx925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2" name="tx925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3" name="tx925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4" name="tx925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5" name="tx925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6" name="tx925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7" name="tx925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8" name="tx925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9" name="tx925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0" name="tx926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1" name="tx926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2" name="tx926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3" name="tx926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4" name="tx926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5" name="tx926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6" name="tx926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7" name="tx926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8" name="tx926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9" name="tx926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0" name="tx927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1" name="tx927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2" name="tx927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3" name="tx927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4" name="tx927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5" name="tx927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6" name="tx927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7" name="tx927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8" name="tx927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9" name="tx927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0" name="tx928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1" name="tx928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2" name="tx928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3" name="tx928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4" name="tx928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5" name="tx928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6" name="tx928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7" name="tx928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8" name="tx928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9" name="tx928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0" name="tx929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1" name="tx929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2" name="tx929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3" name="tx929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4" name="tx929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5" name="tx929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6" name="tx929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7" name="tx929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8" name="tx929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9" name="tx929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0" name="tx930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1" name="tx930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2" name="tx930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3" name="tx930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4" name="tx930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5" name="tx930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6" name="tx930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7" name="tx930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8" name="tx930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9" name="tx930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0" name="tx931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1" name="tx931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2" name="tx931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3" name="tx931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4" name="tx931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5" name="tx931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6" name="tx931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7" name="tx931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8" name="tx931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9" name="tx931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0" name="tx932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1" name="tx932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2" name="tx932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3" name="tx932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4" name="tx932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5" name="tx932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6" name="tx932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7" name="tx932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8" name="tx932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9" name="tx932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0" name="tx933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1" name="tx933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2" name="tx933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3" name="tx933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4" name="tx933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5" name="tx933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6" name="tx933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7" name="tx933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8" name="tx933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9" name="tx933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0" name="tx934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1" name="tx934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2" name="tx934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3" name="tx934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4" name="tx934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5" name="tx934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6" name="tx934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7" name="tx934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8" name="tx934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9" name="tx934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0" name="tx935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1" name="tx935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2" name="tx935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3" name="tx935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4" name="tx935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5" name="tx935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6" name="tx935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7" name="tx935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8" name="tx935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9" name="tx935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0" name="tx936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1" name="tx936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2" name="tx936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3" name="tx936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4" name="tx936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5" name="tx936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6" name="tx936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7" name="tx936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8" name="tx936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9" name="tx936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0" name="tx937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1" name="tx937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2" name="tx937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3" name="tx937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4" name="tx937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5" name="tx937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6" name="tx937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7" name="tx937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8" name="tx937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9" name="tx937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0" name="tx938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1" name="tx938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2" name="tx938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3" name="tx938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4" name="tx938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5" name="tx938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6" name="tx938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7" name="tx938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8" name="tx938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9" name="tx938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0" name="tx939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1" name="tx939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2" name="tx939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3" name="tx939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4" name="tx939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5" name="tx939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6" name="tx939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7" name="tx939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8" name="tx939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9" name="tx939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0" name="tx940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1" name="tx940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2" name="tx940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3" name="tx940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4" name="tx940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5" name="tx940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6" name="tx940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7" name="tx940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8" name="tx940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9" name="tx940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0" name="tx941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1" name="tx941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2" name="tx941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3" name="tx941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4" name="tx941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5" name="tx941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6" name="tx941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7" name="tx941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8" name="tx941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9" name="tx941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0" name="tx942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1" name="tx942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2" name="tx942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3" name="tx942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4" name="tx942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5" name="tx942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6" name="tx942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7" name="tx942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8" name="tx942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9" name="tx942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0" name="tx943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1" name="tx943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2" name="tx943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3" name="tx943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4" name="tx943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5" name="tx943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6" name="tx943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7" name="tx943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8" name="tx943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9" name="tx943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0" name="tx944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1" name="tx944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2" name="tx944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3" name="tx944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4" name="tx944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5" name="tx944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6" name="tx944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7" name="tx944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8" name="tx944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9" name="tx944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0" name="tx945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1" name="tx945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2" name="tx945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3" name="tx945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4" name="tx945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5" name="tx945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6" name="tx945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7" name="tx945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8" name="tx945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9" name="tx945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0" name="tx946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1" name="tx946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2" name="tx946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3" name="tx946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4" name="tx946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5" name="tx946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6" name="tx946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7" name="tx946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8" name="tx946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9" name="tx946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0" name="tx947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1" name="tx947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2" name="tx947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3" name="tx947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4" name="tx947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5" name="tx947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6" name="tx947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7" name="tx947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8" name="tx947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9" name="tx947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0" name="tx948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1" name="tx948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2" name="tx948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3" name="tx948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4" name="tx948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5" name="tx948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6" name="tx948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7" name="tx948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8" name="tx948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9" name="tx948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0" name="tx949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1" name="tx949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2" name="tx949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3" name="tx949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4" name="tx949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5" name="tx949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6" name="tx949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7" name="tx949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8" name="tx949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9" name="tx949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0" name="tx950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1" name="tx950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2" name="tx950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3" name="tx950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4" name="tx950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5" name="tx950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6" name="tx950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7" name="tx950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8" name="tx950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9" name="tx950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0" name="tx951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1" name="tx951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2" name="tx951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3" name="tx951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4" name="tx951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5" name="tx951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6" name="tx951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7" name="tx951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8" name="tx951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9" name="tx951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0" name="tx952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1" name="tx952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2" name="tx952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3" name="tx952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4" name="tx952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5" name="tx952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6" name="tx952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7" name="tx952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8" name="tx952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9" name="tx952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0" name="tx953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1" name="tx953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2" name="tx953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3" name="tx953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4" name="tx953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5" name="tx953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6" name="tx953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7" name="tx953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8" name="tx953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9" name="tx953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0" name="tx954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1" name="tx954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2" name="tx954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3" name="tx954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4" name="tx954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5" name="tx954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6" name="tx954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7" name="tx954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8" name="tx954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9" name="tx954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0" name="tx955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1" name="tx955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2" name="tx955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3" name="tx955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4" name="tx955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5" name="tx955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6" name="tx955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7" name="tx955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8" name="tx955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9" name="tx955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0" name="tx956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1" name="tx956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2" name="tx956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3" name="tx956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4" name="tx956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5" name="tx956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6" name="tx956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7" name="tx956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8" name="tx956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9" name="tx956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0" name="tx957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1" name="tx957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2" name="tx957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3" name="tx957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4" name="tx957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5" name="tx957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6" name="tx957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7" name="tx957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8" name="tx957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9" name="tx957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0" name="tx958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1" name="tx958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2" name="tx958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3" name="tx958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4" name="tx958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5" name="tx958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6" name="tx958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7" name="tx958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8" name="tx958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9" name="tx958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0" name="tx959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1" name="tx959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2" name="tx959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3" name="tx959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4" name="tx959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5" name="tx959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6" name="tx959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7" name="tx959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8" name="tx959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9" name="tx959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0" name="tx960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1" name="tx960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2" name="tx960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3" name="tx960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4" name="tx960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5" name="tx960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6" name="tx960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7" name="tx960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8" name="tx960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9" name="tx960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0" name="tx961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1" name="tx961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2" name="tx961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3" name="tx961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4" name="tx961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5" name="tx961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6" name="tx961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7" name="tx961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8" name="tx961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9" name="tx961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0" name="tx962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1" name="tx962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2" name="tx962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3" name="tx962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4" name="tx962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5" name="tx962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6" name="tx962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7" name="tx962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8" name="tx962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9" name="tx962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0" name="tx963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1" name="tx963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2" name="tx963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3" name="tx963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4" name="tx963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5" name="tx963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6" name="tx963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7" name="tx963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8" name="tx963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9" name="tx963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0" name="tx964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1" name="tx964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2" name="tx964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3" name="tx964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4" name="tx964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5" name="tx964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6" name="tx964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7" name="tx964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8" name="tx964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9" name="tx964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0" name="tx965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1" name="tx965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2" name="tx965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3" name="tx965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4" name="tx965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5" name="tx965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6" name="tx965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7" name="tx965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8" name="tx965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9" name="tx965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0" name="tx966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1" name="tx966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2" name="tx966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3" name="tx966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4" name="tx966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5" name="tx966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6" name="tx966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7" name="tx966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8" name="tx966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9" name="tx966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0" name="tx967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1" name="tx967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3" name="tx967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4" name="tx967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5" name="tx967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6" name="tx967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7" name="tx967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8" name="tx967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9" name="tx967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0" name="tx968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1" name="tx968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2" name="tx968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3" name="tx968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4" name="tx968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5" name="tx968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6" name="tx968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7" name="tx968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8" name="tx968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9" name="tx968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0" name="tx969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1" name="tx969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2" name="tx969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3" name="tx969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4" name="tx969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5" name="tx969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6" name="tx969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7" name="tx969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8" name="tx969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9" name="tx969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0" name="tx970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1" name="tx970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2" name="tx970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3" name="tx970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4" name="tx970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5" name="tx970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6" name="tx970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7" name="tx970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8" name="tx970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9" name="tx970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0" name="tx971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1" name="tx971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2" name="tx971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3" name="tx971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4" name="tx971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5" name="tx971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6" name="tx971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7" name="tx971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8" name="tx971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9" name="tx971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0" name="tx972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1" name="tx972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2" name="tx972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3" name="tx972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4" name="tx972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5" name="tx972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6" name="tx972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7" name="tx972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8" name="tx972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9" name="tx972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0" name="tx973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1" name="tx973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2" name="tx973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3" name="tx973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4" name="tx973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5" name="tx973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6" name="tx973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7" name="tx973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8" name="tx973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9" name="tx973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0" name="tx974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1" name="tx974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2" name="tx974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3" name="tx974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4" name="tx974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5" name="tx974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6" name="tx974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7" name="tx974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8" name="tx974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9" name="tx974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0" name="tx975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1" name="tx975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2" name="tx975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3" name="tx975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4" name="tx975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5" name="tx975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6" name="tx975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7" name="tx975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8" name="tx975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9" name="tx975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0" name="tx976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1" name="tx976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2" name="tx976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3" name="tx976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4" name="tx976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5" name="tx976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6" name="tx976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7" name="tx976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8" name="tx976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9" name="tx976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0" name="tx977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1" name="tx977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2" name="tx977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3" name="tx977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4" name="tx977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5" name="tx977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6" name="tx977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7" name="tx977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8" name="tx977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9" name="tx977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0" name="tx978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1" name="tx978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2" name="tx978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3" name="tx978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4" name="tx978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5" name="tx978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6" name="tx978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7" name="tx978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8" name="tx978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9" name="tx978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0" name="tx979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1" name="tx979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2" name="tx979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3" name="tx979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4" name="tx979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5" name="tx979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6" name="tx979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7" name="tx979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8" name="tx979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9" name="tx979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0" name="tx980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1" name="tx980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2" name="tx980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3" name="tx980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4" name="tx980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5" name="tx980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6" name="tx980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7" name="tx980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8" name="tx980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9" name="tx980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0" name="tx981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1" name="tx981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2" name="tx981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3" name="tx981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4" name="tx981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5" name="tx981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6" name="tx981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7" name="tx981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8" name="tx981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9" name="tx981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0" name="tx982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1" name="tx982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2" name="tx982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3" name="tx982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4" name="tx982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5" name="tx982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6" name="tx982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7" name="tx982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8" name="tx982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9" name="tx982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0" name="tx983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1" name="tx983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2" name="tx983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3" name="tx983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4" name="tx983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5" name="tx983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6" name="tx983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7" name="tx983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8" name="tx983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9" name="tx983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0" name="tx984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1" name="tx984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2" name="tx984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3" name="tx984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4" name="tx984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5" name="tx984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6" name="tx984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7" name="tx984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8" name="tx984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9" name="tx984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0" name="tx985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1" name="tx985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2" name="tx985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3" name="tx985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4" name="tx985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5" name="tx985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6" name="tx985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7" name="tx985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8" name="tx985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9" name="tx985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0" name="tx986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1" name="tx986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2" name="tx986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3" name="tx986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4" name="tx986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5" name="tx986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6" name="tx986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7" name="tx986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8" name="tx986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9" name="tx986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0" name="tx987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1" name="tx987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2" name="tx987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3" name="tx987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4" name="tx987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5" name="tx987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6" name="tx987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7" name="tx987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8" name="tx987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9" name="tx987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0" name="tx988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1" name="tx988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2" name="tx988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3" name="tx988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4" name="tx988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5" name="tx988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6" name="tx988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7" name="tx988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8" name="tx988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9" name="tx988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0" name="tx989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1" name="tx989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2" name="tx989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3" name="tx989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4" name="tx989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5" name="tx989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6" name="tx989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7" name="tx989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8" name="tx989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9" name="tx989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0" name="tx990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1" name="tx990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2" name="tx990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3" name="tx990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4" name="tx990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5" name="tx990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6" name="tx990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7" name="tx990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8" name="tx990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9" name="tx990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0" name="tx991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1" name="tx991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2" name="tx991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3" name="tx991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4" name="tx991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5" name="tx991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6" name="tx991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7" name="tx991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8" name="tx991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9" name="tx991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0" name="tx992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1" name="tx992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2" name="tx992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3" name="tx992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4" name="tx992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5" name="tx992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6" name="tx992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7" name="tx992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8" name="tx992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9" name="tx992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0" name="tx993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1" name="tx993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2" name="tx993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3" name="tx993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4" name="tx993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5" name="tx993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6" name="tx993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7" name="tx993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8" name="tx993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9" name="tx993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0" name="tx994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1" name="tx994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2" name="tx994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3" name="tx994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4" name="tx994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5" name="tx994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6" name="tx994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7" name="tx994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8" name="tx994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9" name="tx994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0" name="tx995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1" name="tx995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2" name="tx995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3" name="tx995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4" name="tx995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5" name="tx995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6" name="tx995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7" name="tx995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8" name="tx995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9" name="tx995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0" name="tx996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1" name="tx996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2" name="tx996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3" name="tx996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4" name="tx996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5" name="tx996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6" name="tx996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7" name="tx996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8" name="tx996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9" name="tx996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0" name="tx997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1" name="tx997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2" name="tx997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3" name="tx997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4" name="tx997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5" name="tx997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6" name="tx997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7" name="tx997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8" name="tx997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9" name="tx997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0" name="tx998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1" name="tx998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2" name="tx998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3" name="tx998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4" name="tx998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5" name="tx998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6" name="tx998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7" name="tx998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8" name="tx998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9" name="tx998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0" name="tx999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1" name="tx999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2" name="tx999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3" name="tx999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4" name="tx999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5" name="tx999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6" name="tx999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7" name="tx999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8" name="tx999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9" name="tx999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0" name="tx1000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1" name="tx1000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2" name="tx1000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3" name="tx1000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4" name="tx1000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5" name="tx1000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6" name="tx1000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7" name="tx1000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8" name="tx1000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9" name="tx1000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0" name="tx1001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1" name="tx1001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2" name="tx1001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3" name="tx1001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4" name="tx1001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5" name="tx1001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6" name="tx1001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7" name="tx1001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8" name="tx1001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9" name="tx1001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0" name="tx1002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1" name="tx1002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2" name="tx1002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3" name="tx1002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4" name="tx1002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5" name="tx1002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6" name="tx1002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7" name="tx1002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8" name="tx1002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9" name="tx1002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0" name="tx1003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1" name="tx1003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2" name="tx1003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3" name="tx1003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4" name="tx1003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5" name="tx1003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6" name="tx1003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7" name="tx1003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8" name="tx1003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9" name="tx1003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0" name="tx1004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1" name="tx1004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2" name="tx1004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3" name="tx1004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4" name="tx1004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5" name="tx1004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6" name="tx1004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7" name="tx1004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8" name="tx1004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9" name="tx1004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0" name="tx1005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1" name="tx1005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2" name="tx1005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3" name="tx1005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4" name="tx1005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5" name="tx1005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6" name="tx1005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7" name="tx1005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8" name="tx1005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9" name="tx1005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0" name="tx1006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1" name="tx1006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2" name="tx1006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3" name="tx1006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4" name="tx1006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5" name="tx1006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6" name="tx1006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7" name="tx1006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8" name="tx1006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9" name="tx1006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0" name="tx1007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1" name="tx1007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2" name="tx1007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3" name="tx1007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4" name="tx1007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5" name="tx1007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6" name="tx1007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7" name="tx1007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8" name="tx1007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9" name="tx1007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0" name="tx1008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1" name="tx1008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2" name="tx1008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3" name="tx1008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4" name="tx1008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5" name="tx1008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6" name="tx1008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7" name="tx1008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8" name="tx1008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9" name="tx1008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0" name="tx1009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1" name="tx1009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2" name="tx1009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3" name="tx1009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4" name="tx1009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5" name="tx1009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6" name="tx1009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7" name="tx1009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8" name="tx1009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9" name="tx1009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0" name="tx1010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1" name="tx1010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2" name="tx1010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3" name="tx1010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4" name="rc10104"/>
            <p:cNvSpPr/>
            <p:nvPr/>
          </p:nvSpPr>
          <p:spPr>
            <a:xfrm>
              <a:off x="2440214" y="1464512"/>
              <a:ext cx="2492223" cy="2705747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5" name="tx10105"/>
            <p:cNvSpPr/>
            <p:nvPr/>
          </p:nvSpPr>
          <p:spPr>
            <a:xfrm>
              <a:off x="2127861" y="400658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10106" name="tx10106"/>
            <p:cNvSpPr/>
            <p:nvPr/>
          </p:nvSpPr>
          <p:spPr>
            <a:xfrm>
              <a:off x="2252220" y="39881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07" name="tx10107"/>
            <p:cNvSpPr/>
            <p:nvPr/>
          </p:nvSpPr>
          <p:spPr>
            <a:xfrm>
              <a:off x="2296934" y="4006580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08" name="tx10108"/>
            <p:cNvSpPr/>
            <p:nvPr/>
          </p:nvSpPr>
          <p:spPr>
            <a:xfrm>
              <a:off x="2127861" y="365518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10109" name="tx10109"/>
            <p:cNvSpPr/>
            <p:nvPr/>
          </p:nvSpPr>
          <p:spPr>
            <a:xfrm>
              <a:off x="2252220" y="3636713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0" name="tx10110"/>
            <p:cNvSpPr/>
            <p:nvPr/>
          </p:nvSpPr>
          <p:spPr>
            <a:xfrm>
              <a:off x="2296934" y="3655184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1" name="tx10111"/>
            <p:cNvSpPr/>
            <p:nvPr/>
          </p:nvSpPr>
          <p:spPr>
            <a:xfrm>
              <a:off x="2127861" y="330397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56</a:t>
              </a:r>
            </a:p>
          </p:txBody>
        </p:sp>
        <p:sp>
          <p:nvSpPr>
            <p:cNvPr id="10112" name="tx10112"/>
            <p:cNvSpPr/>
            <p:nvPr/>
          </p:nvSpPr>
          <p:spPr>
            <a:xfrm>
              <a:off x="2252220" y="3285501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3" name="tx10113"/>
            <p:cNvSpPr/>
            <p:nvPr/>
          </p:nvSpPr>
          <p:spPr>
            <a:xfrm>
              <a:off x="2296934" y="330397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4" name="tx10114"/>
            <p:cNvSpPr/>
            <p:nvPr/>
          </p:nvSpPr>
          <p:spPr>
            <a:xfrm>
              <a:off x="2127861" y="295239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57</a:t>
              </a:r>
            </a:p>
          </p:txBody>
        </p:sp>
        <p:sp>
          <p:nvSpPr>
            <p:cNvPr id="10115" name="tx10115"/>
            <p:cNvSpPr/>
            <p:nvPr/>
          </p:nvSpPr>
          <p:spPr>
            <a:xfrm>
              <a:off x="2252220" y="2933922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6" name="tx10116"/>
            <p:cNvSpPr/>
            <p:nvPr/>
          </p:nvSpPr>
          <p:spPr>
            <a:xfrm>
              <a:off x="2296934" y="2952393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7" name="tx10117"/>
            <p:cNvSpPr/>
            <p:nvPr/>
          </p:nvSpPr>
          <p:spPr>
            <a:xfrm>
              <a:off x="2127861" y="260118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58</a:t>
              </a:r>
            </a:p>
          </p:txBody>
        </p:sp>
        <p:sp>
          <p:nvSpPr>
            <p:cNvPr id="10118" name="tx10118"/>
            <p:cNvSpPr/>
            <p:nvPr/>
          </p:nvSpPr>
          <p:spPr>
            <a:xfrm>
              <a:off x="2252220" y="25827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9" name="tx10119"/>
            <p:cNvSpPr/>
            <p:nvPr/>
          </p:nvSpPr>
          <p:spPr>
            <a:xfrm>
              <a:off x="2296934" y="2601180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0" name="tx10120"/>
            <p:cNvSpPr/>
            <p:nvPr/>
          </p:nvSpPr>
          <p:spPr>
            <a:xfrm>
              <a:off x="2127861" y="224978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59</a:t>
              </a:r>
            </a:p>
          </p:txBody>
        </p:sp>
        <p:sp>
          <p:nvSpPr>
            <p:cNvPr id="10121" name="tx10121"/>
            <p:cNvSpPr/>
            <p:nvPr/>
          </p:nvSpPr>
          <p:spPr>
            <a:xfrm>
              <a:off x="2252220" y="2231313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2" name="tx10122"/>
            <p:cNvSpPr/>
            <p:nvPr/>
          </p:nvSpPr>
          <p:spPr>
            <a:xfrm>
              <a:off x="2296934" y="2249784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3" name="tx10123"/>
            <p:cNvSpPr/>
            <p:nvPr/>
          </p:nvSpPr>
          <p:spPr>
            <a:xfrm>
              <a:off x="2127861" y="1898388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0124" name="tx10124"/>
            <p:cNvSpPr/>
            <p:nvPr/>
          </p:nvSpPr>
          <p:spPr>
            <a:xfrm>
              <a:off x="2252220" y="187991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5" name="tx10125"/>
            <p:cNvSpPr/>
            <p:nvPr/>
          </p:nvSpPr>
          <p:spPr>
            <a:xfrm>
              <a:off x="2296934" y="1898388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6" name="tx10126"/>
            <p:cNvSpPr/>
            <p:nvPr/>
          </p:nvSpPr>
          <p:spPr>
            <a:xfrm>
              <a:off x="2127861" y="154699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61</a:t>
              </a:r>
            </a:p>
          </p:txBody>
        </p:sp>
        <p:sp>
          <p:nvSpPr>
            <p:cNvPr id="10127" name="tx10127"/>
            <p:cNvSpPr/>
            <p:nvPr/>
          </p:nvSpPr>
          <p:spPr>
            <a:xfrm>
              <a:off x="2252220" y="1528522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8" name="tx10128"/>
            <p:cNvSpPr/>
            <p:nvPr/>
          </p:nvSpPr>
          <p:spPr>
            <a:xfrm>
              <a:off x="2296934" y="1546993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9" name="pl10129"/>
            <p:cNvSpPr/>
            <p:nvPr/>
          </p:nvSpPr>
          <p:spPr>
            <a:xfrm>
              <a:off x="2405420" y="40472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0" name="pl10130"/>
            <p:cNvSpPr/>
            <p:nvPr/>
          </p:nvSpPr>
          <p:spPr>
            <a:xfrm>
              <a:off x="2405420" y="36958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1" name="pl10131"/>
            <p:cNvSpPr/>
            <p:nvPr/>
          </p:nvSpPr>
          <p:spPr>
            <a:xfrm>
              <a:off x="2405420" y="33444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2" name="pl10132"/>
            <p:cNvSpPr/>
            <p:nvPr/>
          </p:nvSpPr>
          <p:spPr>
            <a:xfrm>
              <a:off x="2405420" y="29930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3" name="pl10133"/>
            <p:cNvSpPr/>
            <p:nvPr/>
          </p:nvSpPr>
          <p:spPr>
            <a:xfrm>
              <a:off x="2405420" y="264168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4" name="pl10134"/>
            <p:cNvSpPr/>
            <p:nvPr/>
          </p:nvSpPr>
          <p:spPr>
            <a:xfrm>
              <a:off x="2405420" y="22902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5" name="pl10135"/>
            <p:cNvSpPr/>
            <p:nvPr/>
          </p:nvSpPr>
          <p:spPr>
            <a:xfrm>
              <a:off x="2405420" y="19388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6" name="pl10136"/>
            <p:cNvSpPr/>
            <p:nvPr/>
          </p:nvSpPr>
          <p:spPr>
            <a:xfrm>
              <a:off x="2405420" y="15875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7" name="pl10137"/>
            <p:cNvSpPr/>
            <p:nvPr/>
          </p:nvSpPr>
          <p:spPr>
            <a:xfrm>
              <a:off x="2553497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8" name="pl10138"/>
            <p:cNvSpPr/>
            <p:nvPr/>
          </p:nvSpPr>
          <p:spPr>
            <a:xfrm>
              <a:off x="2931107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9" name="pl10139"/>
            <p:cNvSpPr/>
            <p:nvPr/>
          </p:nvSpPr>
          <p:spPr>
            <a:xfrm>
              <a:off x="3308716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0" name="pl10140"/>
            <p:cNvSpPr/>
            <p:nvPr/>
          </p:nvSpPr>
          <p:spPr>
            <a:xfrm>
              <a:off x="3686326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1" name="pl10141"/>
            <p:cNvSpPr/>
            <p:nvPr/>
          </p:nvSpPr>
          <p:spPr>
            <a:xfrm>
              <a:off x="406393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2" name="pl10142"/>
            <p:cNvSpPr/>
            <p:nvPr/>
          </p:nvSpPr>
          <p:spPr>
            <a:xfrm>
              <a:off x="444154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3" name="pl10143"/>
            <p:cNvSpPr/>
            <p:nvPr/>
          </p:nvSpPr>
          <p:spPr>
            <a:xfrm>
              <a:off x="481915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4" name="tx10144"/>
            <p:cNvSpPr/>
            <p:nvPr/>
          </p:nvSpPr>
          <p:spPr>
            <a:xfrm>
              <a:off x="2447244" y="4233255"/>
              <a:ext cx="9326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</a:t>
              </a:r>
            </a:p>
          </p:txBody>
        </p:sp>
        <p:sp>
          <p:nvSpPr>
            <p:cNvPr id="10145" name="tx10145"/>
            <p:cNvSpPr/>
            <p:nvPr/>
          </p:nvSpPr>
          <p:spPr>
            <a:xfrm>
              <a:off x="2540513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6" name="tx10146"/>
            <p:cNvSpPr/>
            <p:nvPr/>
          </p:nvSpPr>
          <p:spPr>
            <a:xfrm>
              <a:off x="2585227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47" name="tx10147"/>
            <p:cNvSpPr/>
            <p:nvPr/>
          </p:nvSpPr>
          <p:spPr>
            <a:xfrm>
              <a:off x="2809309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148" name="tx10148"/>
            <p:cNvSpPr/>
            <p:nvPr/>
          </p:nvSpPr>
          <p:spPr>
            <a:xfrm>
              <a:off x="2933667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9" name="tx10149"/>
            <p:cNvSpPr/>
            <p:nvPr/>
          </p:nvSpPr>
          <p:spPr>
            <a:xfrm>
              <a:off x="2978381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0" name="tx10150"/>
            <p:cNvSpPr/>
            <p:nvPr/>
          </p:nvSpPr>
          <p:spPr>
            <a:xfrm>
              <a:off x="3186918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10151" name="tx10151"/>
            <p:cNvSpPr/>
            <p:nvPr/>
          </p:nvSpPr>
          <p:spPr>
            <a:xfrm>
              <a:off x="3311277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2" name="tx10152"/>
            <p:cNvSpPr/>
            <p:nvPr/>
          </p:nvSpPr>
          <p:spPr>
            <a:xfrm>
              <a:off x="3355991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3" name="tx10153"/>
            <p:cNvSpPr/>
            <p:nvPr/>
          </p:nvSpPr>
          <p:spPr>
            <a:xfrm>
              <a:off x="3564528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0154" name="tx10154"/>
            <p:cNvSpPr/>
            <p:nvPr/>
          </p:nvSpPr>
          <p:spPr>
            <a:xfrm>
              <a:off x="3688886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5" name="tx10155"/>
            <p:cNvSpPr/>
            <p:nvPr/>
          </p:nvSpPr>
          <p:spPr>
            <a:xfrm>
              <a:off x="3733600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6" name="tx10156"/>
            <p:cNvSpPr/>
            <p:nvPr/>
          </p:nvSpPr>
          <p:spPr>
            <a:xfrm>
              <a:off x="3942137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0157" name="tx10157"/>
            <p:cNvSpPr/>
            <p:nvPr/>
          </p:nvSpPr>
          <p:spPr>
            <a:xfrm>
              <a:off x="4066496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8" name="tx10158"/>
            <p:cNvSpPr/>
            <p:nvPr/>
          </p:nvSpPr>
          <p:spPr>
            <a:xfrm>
              <a:off x="4111210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9" name="tx10159"/>
            <p:cNvSpPr/>
            <p:nvPr/>
          </p:nvSpPr>
          <p:spPr>
            <a:xfrm>
              <a:off x="4319747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10160" name="tx10160"/>
            <p:cNvSpPr/>
            <p:nvPr/>
          </p:nvSpPr>
          <p:spPr>
            <a:xfrm>
              <a:off x="444410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1" name="tx10161"/>
            <p:cNvSpPr/>
            <p:nvPr/>
          </p:nvSpPr>
          <p:spPr>
            <a:xfrm>
              <a:off x="448881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2" name="tx10162"/>
            <p:cNvSpPr/>
            <p:nvPr/>
          </p:nvSpPr>
          <p:spPr>
            <a:xfrm>
              <a:off x="4697356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163" name="tx10163"/>
            <p:cNvSpPr/>
            <p:nvPr/>
          </p:nvSpPr>
          <p:spPr>
            <a:xfrm>
              <a:off x="482171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4" name="tx10164"/>
            <p:cNvSpPr/>
            <p:nvPr/>
          </p:nvSpPr>
          <p:spPr>
            <a:xfrm>
              <a:off x="486642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5" name="tx10165"/>
            <p:cNvSpPr/>
            <p:nvPr/>
          </p:nvSpPr>
          <p:spPr>
            <a:xfrm>
              <a:off x="3379362" y="4372931"/>
              <a:ext cx="61392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10166" name="tx10166"/>
            <p:cNvSpPr/>
            <p:nvPr/>
          </p:nvSpPr>
          <p:spPr>
            <a:xfrm rot="-5400000">
              <a:off x="1764934" y="2767368"/>
              <a:ext cx="49734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10167" name="rc10167"/>
            <p:cNvSpPr/>
            <p:nvPr/>
          </p:nvSpPr>
          <p:spPr>
            <a:xfrm>
              <a:off x="5071615" y="2024185"/>
              <a:ext cx="737195" cy="15864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68" name="tx10168"/>
            <p:cNvSpPr/>
            <p:nvPr/>
          </p:nvSpPr>
          <p:spPr>
            <a:xfrm>
              <a:off x="5141205" y="2108496"/>
              <a:ext cx="5980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</a:t>
              </a:r>
            </a:p>
          </p:txBody>
        </p:sp>
        <p:sp>
          <p:nvSpPr>
            <p:cNvPr id="10169" name="tx10169"/>
            <p:cNvSpPr/>
            <p:nvPr/>
          </p:nvSpPr>
          <p:spPr>
            <a:xfrm>
              <a:off x="5141205" y="2259372"/>
              <a:ext cx="3703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Offset</a:t>
              </a:r>
            </a:p>
          </p:txBody>
        </p:sp>
        <p:pic>
          <p:nvPicPr>
            <p:cNvPr id="10170" name="pic101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41205" y="2443718"/>
              <a:ext cx="219455" cy="1097280"/>
            </a:xfrm>
            <a:prstGeom prst="rect">
              <a:avLst/>
            </a:prstGeom>
          </p:spPr>
        </p:pic>
        <p:sp>
          <p:nvSpPr>
            <p:cNvPr id="10171" name="pl10171"/>
            <p:cNvSpPr/>
            <p:nvPr/>
          </p:nvSpPr>
          <p:spPr>
            <a:xfrm>
              <a:off x="5316769" y="353916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2" name="pl10172"/>
            <p:cNvSpPr/>
            <p:nvPr/>
          </p:nvSpPr>
          <p:spPr>
            <a:xfrm>
              <a:off x="5316769" y="322670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3" name="pl10173"/>
            <p:cNvSpPr/>
            <p:nvPr/>
          </p:nvSpPr>
          <p:spPr>
            <a:xfrm>
              <a:off x="5316769" y="291424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4" name="pl10174"/>
            <p:cNvSpPr/>
            <p:nvPr/>
          </p:nvSpPr>
          <p:spPr>
            <a:xfrm>
              <a:off x="5316769" y="2601778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5" name="pl10175"/>
            <p:cNvSpPr/>
            <p:nvPr/>
          </p:nvSpPr>
          <p:spPr>
            <a:xfrm>
              <a:off x="5141205" y="353916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6" name="pl10176"/>
            <p:cNvSpPr/>
            <p:nvPr/>
          </p:nvSpPr>
          <p:spPr>
            <a:xfrm>
              <a:off x="5141205" y="322670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7" name="pl10177"/>
            <p:cNvSpPr/>
            <p:nvPr/>
          </p:nvSpPr>
          <p:spPr>
            <a:xfrm>
              <a:off x="5141205" y="291424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8" name="pl10178"/>
            <p:cNvSpPr/>
            <p:nvPr/>
          </p:nvSpPr>
          <p:spPr>
            <a:xfrm>
              <a:off x="5141205" y="2601778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9" name="tx10179"/>
            <p:cNvSpPr/>
            <p:nvPr/>
          </p:nvSpPr>
          <p:spPr>
            <a:xfrm>
              <a:off x="5430250" y="3499164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180" name="tx10180"/>
            <p:cNvSpPr/>
            <p:nvPr/>
          </p:nvSpPr>
          <p:spPr>
            <a:xfrm>
              <a:off x="5430250" y="3186700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0181" name="tx10181"/>
            <p:cNvSpPr/>
            <p:nvPr/>
          </p:nvSpPr>
          <p:spPr>
            <a:xfrm>
              <a:off x="5430250" y="2874237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0182" name="tx10182"/>
            <p:cNvSpPr/>
            <p:nvPr/>
          </p:nvSpPr>
          <p:spPr>
            <a:xfrm>
              <a:off x="5430250" y="2561773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10183" name="tx10183"/>
            <p:cNvSpPr/>
            <p:nvPr/>
          </p:nvSpPr>
          <p:spPr>
            <a:xfrm>
              <a:off x="2440214" y="1265444"/>
              <a:ext cx="107185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Future Treatment</a:t>
              </a:r>
            </a:p>
          </p:txBody>
        </p:sp>
        <p:sp>
          <p:nvSpPr>
            <p:cNvPr id="10184" name="tx10184"/>
            <p:cNvSpPr/>
            <p:nvPr/>
          </p:nvSpPr>
          <p:spPr>
            <a:xfrm>
              <a:off x="2440214" y="983989"/>
              <a:ext cx="2794772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(H) Environmental Distance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2026-09-01T17:08:51Z</dcterms:modified>
  <cp:category/>
</cp:coreProperties>
</file>